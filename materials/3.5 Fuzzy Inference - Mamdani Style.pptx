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80" r:id="rId10"/>
    <p:sldId id="281" r:id="rId11"/>
    <p:sldId id="282" r:id="rId12"/>
    <p:sldId id="265" r:id="rId13"/>
    <p:sldId id="266" r:id="rId14"/>
    <p:sldId id="267" r:id="rId15"/>
    <p:sldId id="268" r:id="rId16"/>
    <p:sldId id="269" r:id="rId17"/>
    <p:sldId id="287" r:id="rId18"/>
    <p:sldId id="284" r:id="rId19"/>
    <p:sldId id="270" r:id="rId20"/>
    <p:sldId id="271" r:id="rId21"/>
    <p:sldId id="272" r:id="rId22"/>
    <p:sldId id="273" r:id="rId23"/>
    <p:sldId id="285" r:id="rId24"/>
    <p:sldId id="274" r:id="rId25"/>
    <p:sldId id="286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03:52.76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20321 9132 0,'0'0'0,"0"0"0,0 0 15,0 0-15,0 0 16,0 0 0,0 0-16,0 0 0,0 0 15,0 0-15,0 0 0,0 0 0,0 0 0,0 0 16,0 0-16,0 0 0,0 0 0,0 0 15,0 0-15,0 0 0,0 0 0,-6 2 0,1 1 0,-1-2 0,6-1 16,-4 1-16,0 1 0,2-2 0,2 0 0,-21 4 16,1 0-16,-1-2 0,21-2 0,-13 3 0,1 0 15,1-1-15,11-2 0,-30 4 16,0 0-16,0-1 0,30-3 0,-33 4 0,1-3 0,0 2 16,32-3-16,-16 1 0,1 1 0,-1-1 0,16-1 0,-35 3 0,0 0 15,0 0-15,35-3 0,-45 2 16,2 1-16,0 0 0,43-3 0,-23 0 0,1 1 0,0 0 0</inkml:trace>
  <inkml:trace contextRef="#ctx0" brushRef="#br0" timeOffset="587.687">18565 9160 0,'0'0'0,"0"0"15,0 0-15,0 0 16,0 0 0,0 0-16,0 0 15,0 0-15,0 0 0,0 0 0,0 0 16,0 0-16,0 0 0,0 0 0,0 0 0,0 0 16,0 0-16,-24 2 0,5-1 0,-2-1 0,-2-1 15,1 1-15,0 0 0,22 0 0,-21 0 0,0 0 0,1 0 16,20 0-16,-23 4 0,1-2 0,1 0 15,21-2-15,-26 2 0,2 0 0,0-2 0,-6 1 0,2-1 16,0 1-16,28-1 0,-31 2 0,2-1 0,-1 1 16,3-4-16,-1 1 0,0 1 0,28 0 0,-28 1 15,2-1-15,0 0 0,26 0 0,-27 0 0,1 0 16,1 0-16,25 0 0,-24 2 0,2-2 0,0 0 0</inkml:trace>
  <inkml:trace contextRef="#ctx0" brushRef="#br0" timeOffset="29967.074">17010 8199 0,'0'0'0,"0"0"0,0 0 0,0 0 16,0 0 0,0 0-16,0 0 15,0 0-15,0 0 0,0 0 0,0 0 0,0 0 16,0 0-16,0 0 0,0 0 0,0 0 0,0 0 16,0 0-16,3-8 0,-2-1 0,0 1 0,-1 8 0,1-5 15,0 0-15,0 0 0,-1 5 16,1-2-16,-1-1 0,0 2 0,0-1 0,0 2 0,0-1 0,0 1 15,0 0-15,0 0 0,0 0 0,0 0 0,0 0 16,0 0-16,0 0 0,8-4 0,0 0 0,1 0 0,-9 4 16,6-4-16,-3 2 0,2-1 0,-5 3 0,22-5 15,-3 0-15,1-1 0,-20 6 16,12-3-16,0 0 0,-1 1 0,10-2 0,-3 2 0,1-2 0,-19 4 16</inkml:trace>
  <inkml:trace contextRef="#ctx0" brushRef="#br0" timeOffset="31226.753">20815 8146 0,'0'0'0,"0"0"0,0 0 0,0 0 16,0 0 0,0 0-16,0 0 0,0 0 15,0 0-15,0 0 0,0 0 0,0 0 0,0 0 16,0 0-16,0 0 0,0 0 0,0 0 0,-3-3 16,2 1-16,0-1 0,1 3 0,-2-2 0,1 1 0,0 0 15,0-1-15,1 2 0,0 0 0,0 0 0,-1 0 16,1 0-16,0 0 0,0 0 0,0 0 0,0 0 15,0 0-15,0 0 0,0 0 0,0 0 0,0 0 16,-10 4-16,2 3 0,0-3 0,8-4 0,-6 4 0,0-1 16,1 0-16,-8 6 0,1-3 0,1 1 0,11-7 15,-7 5-15,2-1 0,-2 0 0,4-3 0,1 1 16,0 0-16,2-2 0,-1 2 0,0-2 0,0 0 0,0 0 16,1 0-16,0 0 0</inkml:trace>
  <inkml:trace contextRef="#ctx0" brushRef="#br0" timeOffset="31403.82">20559 8084 0,'0'0'0,"0"0"0,0 0 16,49 38-16,-14-9 15,-8-1 1,-8-4-16,-19-24 0,0 0 15,0 0-15,6 6 0,-1-1 0,0 0 0</inkml:trace>
  <inkml:trace contextRef="#ctx0" brushRef="#br0" timeOffset="32292.957">18982 8118 0,'0'0'0,"0"0"16,0 0-16,0 0 16,0 0-16,0 0 15,0 0-15,0 0 16,0 0-16,0 0 0,0 0 0,0 0 15,0 0-15,0 0 0,0 0 0,0 0 0,0 0 16,0 0-16,-3 7 0,1 0 0,0 0 0,2-7 16,-2 6-16,1-2 0,0 1 0,-1-3 0,2-1 0,0 1 15,0-2-15,0 1 0,0 0 0,0-1 0,0 0 16,0 0-16,0 0 0,0 0 0,-2 0 0,2 0 16,0 0-16,0 0 0,0 0 0,0 0 0,0 0 0,-7 13 15,1-3-15,-1 0 0,7-10 0,-4 7 0,0-1 16,0 1-16,4-7 0,-2 4 0,1-3 15,0 2-15,1-3 0,-2 2 0,2-2 0,0 0 0,0 0 16,-1 1-16,1-1 0,0 0 0,0 0 0,0 0 0,0 0 16</inkml:trace>
  <inkml:trace contextRef="#ctx0" brushRef="#br0" timeOffset="32590.453">18834 8061 0,'0'0'0,"0"0"0,0 0 16,0 0-1,0 0-15,0 0 0,0 0 16,0 0-16,0 0 0,0 0 0,0 0 15,0 0-15,0 0 0,0 0 0,0 0 0,0 0 16,0 0-16,0 0 0,19 19 0,0-2 0,0 1 16,-5-3-16,-2-1 0,1-1 0,-13-13 0,9 12 15,0-3-15,1 1 0,-2-5 0,-1-1 0,0-1 0</inkml:trace>
  <inkml:trace contextRef="#ctx0" brushRef="#br0" timeOffset="46858.976">14269 16404 0,'0'0'0,"0"0"0,0 0 15,0 0-15,0 0 16,0 0-16,0 0 0,0 0 16,0 0-16,0 0 15</inkml:trace>
  <inkml:trace contextRef="#ctx0" brushRef="#br0" timeOffset="47615.198">12639 16477 0,'0'0'0,"0"0"0,0 0 0,0 0 16,0 0-16,0 0 16,0 0-1</inkml:trace>
  <inkml:trace contextRef="#ctx0" brushRef="#br0" timeOffset="50328.357">13434 16577 0,'0'0'0,"0"0"0,0 0 0,0 0 0,0 0 16,0 0-16,0 0 16,0 0-16,0 0 15,0 0-15,0 0 0,-23-4 0,-1 2 0,-1-1 16,12 0-16,-2 1 0,1 1 0,-14 0 16,2 1-16,0-1 0,26 1 15,-15 0-15,1 0 0,1 0 0,-16 2 0,1 1 0,0-1 16,10-1-16,4-1 0,-2 1 0,-12 3 0,3-3 0,-1 1 15,26-2-15,-16 3 0,3-3 0,-1 1 0,-14 0 16,3-1-16,-1 0 0,26 0 0,-15 0 0,1 0 0,-1 0 0,15 0 16,-20-4-16,0 1 0,0 0 0,9 0 0,2 2 15,-1-1-15,10 2 0,-8-7 0,1 1 16,0 1-16,4 1 0,0 1 0,-1-1 0</inkml:trace>
  <inkml:trace contextRef="#ctx0" brushRef="#br0" timeOffset="50799.41">15830 16537 0,'0'0'0,"0"0"0,0 0 0,0 0 0,0 0 16,-55 28-16,22-12 31,-37-6-31,31-7 0,39-3 0,0 0 0,0 0 0,0 0 16,-31 2-16,0-2 0,-1 1 0,-2 1 0,-2-1 15,1 0-15,35-1 0,-47 1 0,-1-1 0,1 2 16,4-4-16,1 2 0,0-1 0</inkml:trace>
  <inkml:trace contextRef="#ctx0" brushRef="#br0" timeOffset="53816.93">7099 16954 0,'0'0'0,"0"0"0,0 0 16,0 0-16,0 0 15,0 0-15,0 0 16,0 0-16,0 0 0,0 0 0,0 0 16,0 0-16,0 0 0,0 0 0,0 0 0,0 0 0,0 0 15,0 0-15,32-9 0,-1 0 0,0 0 0,-31 9 16,18-6-16,1 1 0,-1 0 0,-1 12 0,0 1 15,-1-1-15,-16-7 0,7 4 0,3 2 0,-2-1 16,-1 9-16,-1 0 0,1 1 0,-7-15 0,3 8 16,0-1-16,0 2 0,-9 10 0,0-1 15,1 1-15,5-19 0,-4 10 0,1 1 0,0-2 16,-12 8-16,2-1 0,0 0 0,13-16 0,-9 10 16,2-2-16,0 3 0,-11 1 0,3 1 0,-1-2 0,16-11 0,-10 8 15,2-2-15,-1 0 0,9-6 0,-4 2 16,1 1-16,0-1 0,2-1 0,-1 0 0,2 0 0,-1-1 15,1 0-15,0 0 0,-4 4 0,1-1 16,0 1-16,3-4 0,-2 2 0,-1-1 0,1 1 0,15-12 0,-2 1 16,1 1-16,-12 8 0,7-5 0,0-1 0,0 0 0,10-7 15,-2 1-15,1 0 0,-8 5 0,0 1 0,1-1 16,-9 7-16,16-15 0,-1 0 0,-1 1 0,-14 14 0,8-8 16,0-1-16,-1 2 0,8-11 0,1 0 0,-1 1 15,-15 17-15,10-10 0,-3 1 0,0 0 0,3-4 16,1 1-16,-1-1 15,-10 13-15,5-6 0,0-1 0,1 1 0,-4 3 16,0 0-16,0 1 0,0 0 0,-2 1 0,0 1 16,0 0-16,1 0 0,-1 0 0,0 0 0,0 0 0,0 0 15,0 0-15,-10 6 0,1 1 0,1-2 0,3-1 16,0-1-16,0 0 0,5-3 0,-15 13 0,2 0 16,-1-1-16,6-4 0,0-1 0,-1 0 0,2 14 0,0 1 15,0-1-15,7-21 0,-5 14 0,1-2 0,1 0 16,5 10-16,-1-1 0,0 0 0,-1-21 0,2 12 0,-1-1 15,0 0-15,12 7 0,-2 0 0,1 1 0,-12-19 0,7 9 16,1 1-16,-1-1 0,18-3 0,-1-1 0,0 0 0,-24-5 16,13 3-16,1-2 0,-1 1 0,-13-2 0,30-9 0,-1 2 0,0-1 31</inkml:trace>
  <inkml:trace contextRef="#ctx0" brushRef="#br0" timeOffset="54018.956">7777 17055 0,'0'0'0,"0"0"0,0 0 0,0 0 16,64-31 15,-26 13-31,25 20 16,-29 0-16,-34-2 15,0 0-15,0 0 0,0 0 0,19 3 16,-3 1-16,1-1 0,-7-2 0,-1 1 15,1-1-15,-6 1 0,-1-2 0,0 0 0,-3 0 0,14-2 0,-2 1 0,0-2 0</inkml:trace>
  <inkml:trace contextRef="#ctx0" brushRef="#br0" timeOffset="54521.696">8642 16920 0,'0'0'0,"0"0"0,0 0 15,0 0-15,-61-31 16,4 21-16,7 20 16,5 16-16,45-26 15,0 0-15,0 0 0,-15 10 0,2 1 16,-1-1-16,3 3 0,0 1 0,-1-1 0,4 2 0,1-2 0,0 0 15,0 2-15,3-3 0,0 2 0,2-5 0,1 1 16,0 0-16,3-1 0,-2 2 0,0-2 0,6-1 16,-1 0-16,1-2 0,-6-6 0,8 4 0,0-1 15,0 1-15,4-4 0,-1 0 0,1 0 0,3-5 0,-2 1 16,1 1-16,2-5 0,-1 0 0,-1 0 0,1-2 16,-2 1-16,1-2 0,-1 1 0,0 0 0,-1-1 15,-3 3-15,1-3 0,-1 3 0,-9 8 0,6-8 16,-1 1-16,0 0 0,-4 0 0,0 0 0,1 1 0,-4 1 15,2 1-15,0 0 0,-2 1 0,2 1 0,0 0 16,-1 2-16,1-2 0,0 1 0,0 1 0,0 3 16,0 0-16,0 0 0,-2 3 0,1 1 0,0-1 15,0 2-15,0 1 0,0-1 0,-1 4 0,0-2 0,0 1 16,1 3-16,1 0 0,0 0 0,2 2 0,-2-1 16,0 0-16,0-15 0,2 18 0,-1-1 0,0-2 15,3 3-15,0-1 0,1-2 0,1-1 0,0 1 16,0-2-16,3-4 0,-1 1 0,-1-1 0,3-5 15,0 1-15,-1-1 0</inkml:trace>
  <inkml:trace contextRef="#ctx0" brushRef="#br0" timeOffset="54994.082">9075 17526 0,'0'0'0,"0"0"0,0 0 0,0 0 16,0 0-16,0 0 16,0 0-16,0 0 15,-66 25-15,66-25 0,0 0 16,0 0-16,-21 7 0,1-1 0,1 0 0,-1-1 15,1 0-15,1-1 0,-4-1 0,0 2 0,1-2 16,-5 0-16,0-2 0,0 1 0,-5 1 16,2-2-16,0 0 0,-5 1 0,0-1 0,0 1 0,-3-3 0,0 1 15,-1 0-15,-3 0 0,0 0 0,-1 0 0,0-1 16,0 1-16,-1 0 0,-1 0 0,1 0 0,1 0 16,-2-1-16,-1-1 0,1 1 0,44 1 0,-46 1 0,1-1 15,-1 0-15,0 2 0,1-1 0,1 0 0,-3 1 16,3 2-16,-1-2 0,2 3 0,2-2 0,-1 1 15,3 0-15,0 0 0,0 0 0,4 2 0,2-3 16,0 1-16,6 3 0,1-2 0,-1 1 0,5-2 0,0 2 16,1-2-16,4 1 0,3 0 0,-1-1 0,4 0 15,-1-1-15,1 1 0,4 0 0,1-1 0,-2 1 16,5 2-16,0-2 0,0 0 0,3-4 0,1 5 16,-1-4-16,0 1 0,5 1 0,-2-3 0,2 1 0,4-3 15,-3 0-15,0 1 0,4-4 0,1 2 0,-1 0 16,2-3-16,-3 2 0,2 0 0</inkml:trace>
  <inkml:trace contextRef="#ctx0" brushRef="#br0" timeOffset="55337.238">7624 17638 0,'0'0'0,"0"0"0,0 0 0,0 0 0,-5 61 16,-4-4-1,3-4-15,0 0 16,6-53-16,0 0 0,0 0 0,-3 18 0,1-1 0,0-1 15,2-16-15,-4 18 0,1-1 0,0 0 16,0 4-16,1-2 0,0 1 0,-2-2 0,2 0 16,0 0-16,-2-2 0,0-1 0,-1 0 0,2-3 0,1-1 15,0-1-15,0-2 0,2-2 0,0 1 0,2-5 0,-2 3 0,2-3 16,1-3-16,0 1 0,1-1 0</inkml:trace>
  <inkml:trace contextRef="#ctx0" brushRef="#br0" timeOffset="55685.704">7548 18026 0,'0'0'0,"0"0"0,0 0 0,0 0 16,0 0-16,63-31 15,-9 17 1,-12 18-16,-42-4 0,0 0 16,0 0-16,12 5 0,-2 0 0,0-2 15,2 4-15,-3-1 0,0 0 0,-9-6 0,10 9 0,-2-1 0,0 0 0,-1 4 16,0-2-16,-1 2 0,-2-1 0,-2 1 0,0 0 15,-4 1-15,2 0 0,0-1 0,-4 0 0,1-1 16,0 0-16,-4 0 0,0 0 16,1 1-16,-4-3 0,2 0 0,-1-1 0,-1 0 0,1-1 0,-1 2 0,0-2 15,0 0-15,-1 0 0,1-2 0,0 0 0,-1 1 16,1-4-16,0 0 0,-1 2 0,1-3 0,0 0 16,-1-1-16,2 2 0,1-2 0,-1 0 0,1-4 0,2 3 15,0-1-15,1-2 0,-1 0 0,1 1 0,1-4 16,2 1-16,0 0 0,5 0 0,-2 0 15,0 0-15,5-1 0,0-2 0,-1 1 0,4 0 0,0 0 16,0-1-16,-9 9 0,13-7 0,-2 1 0,1-1 16,4 1-16,0-1 0,-1 1 0,5 0 0,-1 1 0,-1-1 15</inkml:trace>
  <inkml:trace contextRef="#ctx0" brushRef="#br0" timeOffset="55889.917">8067 18137 0,'0'0'0,"0"0"15,0 0-15,0 0 0,0 0 16,67-12-16,-7 5 16,-11 6-16,-8 4 15,-41-3-15,0 0 0,0 0 0,14 2 16,-3-1-16,0 1 0,1 2 0,-3-3 16,0 2-16,1-1 0,-2 0 0,0 0 0,0 1 0,-1-2 0,-1 1 15,-1 1-15,0-2 0,0 1 0,-1-1 0,0 1 16,1-2-16,-1-2 0,-1 1 0,0-1 0</inkml:trace>
  <inkml:trace contextRef="#ctx0" brushRef="#br0" timeOffset="56471.724">9009 17972 0,'0'0'0,"0"0"0,0 0 16,0 0-16,0 0 16,0 0-16,0 0 15,-62-22-15,7 18 16,55 4-16,0 0 0,0 0 15,-18 5-15,2 0 0,-1-1 0,3 3 0,-1 1 16,1 0-16,-1 1 0,2 0 0,-1-1 0,1 3 0,2-1 0,-1 0 16,4 2-16,1-2 0,0 1 0,0-1 0,2-1 0,0 0 15,1 1-15,1-2 0,0 2 0,2-2 0,0 1 16,0 0-16,4-2 0,-1-2 0,0 1 0,4 0 16,-1-2-16,0 0 0,4-2 0,-1 1 0,0-1 0,4 0 15,-2 0 1,0-2-16,4 0 0,-3 0 0,0 0 0,4-4 0,-3 0 0,1 0 0,1-3 0,0 0 15,-1-1-15,-2-1 0,1 1 0,-1-2 0,-3 2 16,1-2-16,-1 2 0,-1-1 0,0 0 0,1 0 0,-3 0 16,-1 1-16,0-3 0,0 4 15,0 0-15,0 0 0,1-1 0,-3 1 0,-1 0 0,1 2 0,-1 1 16,0-2-16,0 3 0,-1 0 16,0 1-16,0-1 0,0 3 0,0-1 0,0 0 0,0 1 0,0 0 0,-1 1 15,1-1-15,0 0 0,-1 3 0,1 1 0,0 1 16,-3 2-16,3-1 0,-1 0 0,-1 2 0,-1 0 0,1-1 15,1 5-15,1 0 0,0 0 0,2 2 0,-1 0 16,1-1-16,0 3 0,0-1 0,0 1 0,-2-16 16,6 17-16,-2 1 0,0 0 0,2-2 15,1 1-15,-1 0 0,4-5 0,-1-2 0,1 2 0,2-7 16,0-1-16,-1 0 0</inkml:trace>
  <inkml:trace contextRef="#ctx0" brushRef="#br0" timeOffset="62192.89">2788 16530 0,'0'0'0,"0"0"0,0 0 0</inkml:trace>
  <inkml:trace contextRef="#ctx0" brushRef="#br0" timeOffset="69733.862">17134 8043 0,'0'0'0,"0"0"0,0 0 0,0 0 16,0 0 0,0 0-16,0 0 15,0 0-15,0 0 0,0 0 0,0 0 0,0 0 16,0 0-16,0 0 0,0 0 0,0 0 0,0 0 15,0 0-15,-10 13 0,2-1 0,0 1 0,8-13 16,-7 9-16,2-2 0,0 1 0,5-8 0,-2 2 16,0 2-16,0-2 0,2-2 15,-6 12-15,-1-1 0,1 0 0,6-11 0,-3 6 0,0 0 0,0 1 0,3-7 16,-10 10-16,0 2 16,0-1-16,10-11 0,-4 7 0,-1-2 0,0 1 0,5-6 15,-3 2-15,1 1 0,0-1 0</inkml:trace>
  <inkml:trace contextRef="#ctx0" brushRef="#br0" timeOffset="69909.178">16926 8078 0,'0'0'0,"0"0"0,0 0 16,0 0-16,53 15 16,-2 5-1,-19 5 1,-32-25-16,0 0 0,0 0 0,9 11 0,0-1 15,-1 0-15,-8-10 0,10 9 0,-1-1 0,-1 0 0,0-1 0,-1 0 16,1 1-16,-8-8 0</inkml:trace>
  <inkml:trace contextRef="#ctx0" brushRef="#br0" timeOffset="73859.445">17177 11900 0,'0'0'0,"0"0"0,0 0 16,0 0-1,0 0-15,-74 18 16,30-8-1,44-10-15,0 0 0,0 0 16,0 0-16,-27 5 0,2-2 0,1 0 0,24-3 0,-29 2 0,2 0 16,0 1-16,27-3 0,-32 1 0,0 2 15,0-2-15,32-1 0,-38 0 0,0 0 0,1 0 0,37 0 0,-45-4 0,0 2 16,1-2-16,-8 2 0,0-1 0,1 0 0,51 3 0,-57-4 16,0 1-16,0-1 0,-4 1 0,0 0 0,0 1 15,-1-1-15,0 0 0,0 1 0</inkml:trace>
  <inkml:trace contextRef="#ctx0" brushRef="#br0" timeOffset="77350.823">20638 8136 0,'0'0'0,"0"0"0,0 0 0,0 0 15,0 0-15,0 0 16,0 0 0,0 0-16,0 0 0,0 0 0,0 0 0,0 0 0,0 0 15,0 0-15,0 0 0,0 0 0,0 0 0,16-4 16,-4 1-16,3-1 0,-7 3 0,0-1 0,0 0 16,-4 1-16,-1 0 0,0-1 0</inkml:trace>
  <inkml:trace contextRef="#ctx0" brushRef="#br0" timeOffset="77556.511">20747 8115 0,'0'0'0,"0"0"0,0 0 16,0 0-16,0 0 15,0 0-15,0 0 16,0 0-16,0 0 16,0 0-16,0 0 0,0 0 0,0 0 0,0 0 15,0 0-15,0 0 0,0 0 0,0 0 0,-15 15 0,1 0 0,1-1 16,3-3-16,2 0 0,0-1 0,2-5 0,3-1 0,-1 2 15,2-5-15,1 1 0,0 0 0,0-2 0,1 0 16,0 0-16,-2 2 0,1 1 0,0-2 0,-5-2 16,0-1-16,1 1 0</inkml:trace>
  <inkml:trace contextRef="#ctx0" brushRef="#br0" timeOffset="77745.241">20605 8128 0,'0'0'0,"0"0"15,0 0-15,0 0 16,0 0-16,0 0 16,0 0-1,50 42-15,-50-42 0,0 0 0,0 0 16,0 0-16,15 12 0,-1-2 0,-1-1 16,1 4-16,-3-1 0,0 1 0,-11-13 0,12 11 0,-3 0 15,0 0-15,0-7 0,-1 1 0,0 0 0,-3-3 0,0-2 16,1 2-16</inkml:trace>
  <inkml:trace contextRef="#ctx0" brushRef="#br0" timeOffset="79152.733">20671 4380 0,'0'0'0,"0"0"0,0 0 16,0 0-16,0 0 15,0 0-15,0 0 16,0 0-16,0 0 16,0 0-16,0 0 0,0 0 0,0 0 0,0 0 15,0 0-15,0 0 0,0 0 0,0 0 0,-2 8 16,2-3-16,0 0 0,0-5 0,-3 5 0,3-1 15,0-1-15,0-3 0,0 3 0,0-2 0,0 0 0,0-1 16,-6 6-16,-1 2 0,-1-2 0,8-6 0,-5 5 16,2-1-16,0 0 0,0-4 0,2 3 0,0-1 15,1-2-15,-5 10 0,1-1 0,-2-1 0,6-8 0,-2 5 16,0 0-16,0 0 0,2-5 0,-1 14 0,0 0 16,0-1-16,1-13 0,-1 9 0,1-1 0,0-1 15,0-7-15,0 3 0,0 0 0,0-1 0,0-2 16,-8 10-16,2-2 0,-1 2 0,2-5 0,1 0 0,0 0 15,1-3-15,2-1 0,0 1 0</inkml:trace>
  <inkml:trace contextRef="#ctx0" brushRef="#br0" timeOffset="79388.931">20559 4502 0,'0'0'0,"0"0"0,0 0 0,0 0 15,0 0-15,0 0 16,0 0-16,62 24 16,-62-24-16,0 0 0,0 0 0,18 9 15,-1-2-15,-1 3 0,-1-2 0,-3-1 16,1 2-16,-2-4 0,-1-1 0,1 2 15</inkml:trace>
  <inkml:trace contextRef="#ctx0" brushRef="#br0" timeOffset="89372.472">9091 17581 0,'0'0'0,"0"0"0,0 0 16,0 0-16,0 0 16,0 0-16,0 0 15,0 0-15,0 0 16,0 0-16,0 0 0,0 0 0,0 0 0,0 0 0,0 0 15,0 0-15,0 0 0,0 0 0,-17 17 0,-1-3 16,1 3-16,5-8 0,2 0 0,0-1 0,-8 1 16,0-1-16,0-1 0,18-7 0,-9 5 15,-1-2-15,1 1 0,9-4 0,-20 3 0,1 0 0,-1-1 16,8 0-16,1-1 0,1 1 0,-14-2 0,1 0 0,1 0 16,22 0-16,-13 1 0,1-1 0,-1 0 0,-14 1 15,-1 1-15,0-1 0,28-1 0,-16 1 0,1-1 0,-1 1 16,-17 1-16,2 2 0,0-2 0,31-2 0,-33 1 15,1 0-15,0 0 0,15-1 0,2 0 0,-1 0 16,16 0-16,-34-4 0,1 2 0,0-2 16,-2 1-16,2-1 0,0 1 0,33 3 0,-32-4 0,1 0 0,0 1 15,0-1-15,2 1 0,0 0 0,29 3 0,-30-4 16,1 1-16,0 0 0,-8-1 0,-1-1 0,2 1 16,-8 0-16,3-1 0,-1 2 0,42 3 0,-37-5 0,0 1 15,0 1-15,18 0 0,3 3 16,-1-2-16,17 2 0,-30-3 0,2 2 0,0 0 0,12 0 0,0 1 15,1 0-15,15 0 0,-7-2 16,1 2-16,0 0 0,-18-2 0,0 1 0,-1 0 0,25 1 0,-15-1 0,1-1 16,-1 1-16,-7-3 0,-1 0 15,0 1-15,10 0 0,0 2 0,3-1 0,10 2 0,-21-7 0,3 1 0,-1-1 16,9 4-16,-1-2 0,1 2 16,10 3-16,-15-7 0,1 0 0,1 1 0,4 2 15,3 0-15,0 0 0,6 4 0,-4-2 0,2 1 0,0 0 16,-9-4-16,1 1 0,0 1 0,10 3 15,-7-3-15,0 1 0,3 0 0,1 1 0,1 1 0,0-1 0,0-1 0,2 2 16,0 0-16,-1 0 0,1 0 0,0 0 0,0 0 16,0 0-16,0 0 0,0 0 0,0 0 0,0 0 15,0 0-15,0 0 0,0 0 0,0 0 0,0 0 0,0 0 16,0 0-16,0 0 0,0 0 16,0 0-16,5-2 0,0-2 0,-1 2 0,2-1 0,-4 1 0,0 1 15,-1 1-15,0-1 0,0 0 0</inkml:trace>
  <inkml:trace contextRef="#ctx0" brushRef="#br0" timeOffset="104484.951">21987 8058 0,'0'0'0,"0"0"0,0 0 0,0 0 15,0 0-15,0 0 16,0 0-1,0 0-15,0 0 0,0 0 0,0 0 0,0 0 16,0 0-16,0 0 0,0 0 0,0 0 0,0 0 16,0 0-16,8 22 0,-1-2 0,-1 2 0,-6-22 0,4 10 15,0 3-15,0-1 0,-4-12 0,1 19 16,2-1-16,-1 1 16,-1-8-16,0-3 0,0 2 0,-1-10 0,4 12 0,-1 2 15,0-2-15,0-5 0,-2-1 0,0 1 0</inkml:trace>
  <inkml:trace contextRef="#ctx0" brushRef="#br0" timeOffset="104880.1">22157 8681 0,'0'0'0,"0"0"0,0 0 16,0 0-16,0 0 15,0 0-15,-23 51 16,-5-12 0,28-39-16,0 0 0,0 0 0,-10 11 15,0-1-15,1-1 0,9-9 0,-10 12 16,-1-1-16,1-1 0,1 0 0,-1 0 0,1-1 0,9-9 0,-9 9 15,2-3-15,-1 1 0</inkml:trace>
  <inkml:trace contextRef="#ctx0" brushRef="#br0" timeOffset="105085.028">21946 8725 0,'0'0'0,"0"0"0,0 0 0,0 0 0,49 46 15,-9 2 1,-10-4-16,-30-44 16,0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08:33.83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16776 4811 0,'0'0'0,"0"0"0,0 0 16,0 0-16,0 0 15,0 0-15,0 0 16,0 0 0,0 0-16,0 0 0,0 0 0,0 0 0,0 0 0,0 0 15,0 0-15,0 0 0,0 0 0,0 0 0,17-9 0,0 1 16,-1-1-16,-16 9 0,11-5 0,-1 0 0,0 0 15,-10 5-15,22 0 0,-1 0 0,-1 0 16,-20 0-16,12 0 0,-1 2 0,1-2 0,-12 0 0,31 1 16,0-1-16,0 1 0,-31-1 0,33 2 0,-1-1 15,0 0-15,-32-1 0,34 1 0,-1-1 16,2 0-16,-35 0 0,37 1 0,-2 0 0,1-1 16,-36 0-16,40 0 0,0-1 0,1 1 15,-41 0-15,41-1 0,-1 1 0,1-1 0,-41 1 16,55-1-16,1 0 0,0-1 0,-56 2 0,54-1 0,-1-2 15,1 2-15,-54 1 0,59-2 0,-1 0 0,0 1 0,5-3 0,0 3 0,0-1 0,-63 2 16,55-2-16,0 0 0,-1-1 0,-54 3 0,55-3 16,-1 0-16,0 1 0,-54 2 0,48-3 0,1 0 15,-1 1-15,-48 2 0,44-4 0,-3 2 0,0 0 16,-41 2-16,21-3 0,-2 3 0,-1-1 0,-18 1 16,25-4-16,0 2 0,0 0 0,-25 2 0,13-3 15,0 2-15,-1-2 0,-6 3 0,-2 0 0,0 0 16,-4 0-16,4-2 0,-3 2 0,0 0 0,-1 0 0,-17-2 15,2 0-15,-1 1 0,7-1 0,-1 1 16,1-1-16,4 2 0,2 0 0,0 0 0,0-4 16,0-1-16,-1 3 0,4 2 0,-2-2 0,1 0 0,0 0 15,-1 2-15,2 0 0,0 0 0,0-2 0,0 2 0,0 0 16</inkml:trace>
  <inkml:trace contextRef="#ctx0" brushRef="#br0" timeOffset="4315.982">2349 5661 0,'0'0'0,"0"0"0,0 0 16,0 0-16,0 0 16,0 0-1,0 0-15,54 25 16,-54-25-16,0 0 0,0 0 16,0 0-16,13 6 0,-3 0 0,0-1 0,17-16 0,-1 1 0,1 1 15,-27 9-15,30-14 0,-1 0 0,0 0 0,-29 14 16,33-20-16,-1 4 0,0-3 0,3-8 0,0 0 0,0 0 15</inkml:trace>
  <inkml:trace contextRef="#ctx0" brushRef="#br0" timeOffset="7049.473">2169 6422 0,'0'0'0,"0"0"0,0 0 0,0 0 16,0 0-16,0 0 16,0 0-16,0 0 15,0 0-15,0 0 0,0 0 0,0 0 0,0 0 16,0 0-16,0 0 0,0 0 0,0 0 0,0 0 15,0 0-15,12 14 0,-1 0 0,1 0 0,-12-14 16,7 9-16,0-1 0,0 0 0,11-5 0,-2 0 16,-1-1-16,-15-2 0,9 1 0,0-1 0,-1 0 0,-8 0 15,28-9-15,0-1 0,0 1 0,-28 9 0,31-13 16,-2 1-16,4 1 0,-33 11 0,34-19 0,-2 2 16,0 0-16,2-4 0,-1-1 0,0 1 0,3-7 0,-2 0 15,0 1-15</inkml:trace>
  <inkml:trace contextRef="#ctx0" brushRef="#br0" timeOffset="9974.003">2209 7566 0,'0'0'0,"0"0"0,0 0 0,0 0 15,0 0 1,0 0-16,0 0 16,0 0-1,0 0-15,0 0 0,0 0 0,0 0 0,0 0 0,0 0 0,0 0 16,0 0-16,0 0 0,0 0 0,0 0 0,13 8 15,1 1-15,0 1 0,-14-10 0,9 6 0,-1-1 16,0 1-16,-8-6 0,14 1 0,0-1 0,-1 2 16,-13-2-16,10 0 0,-4 0 0,1 0 0,-7 0 15,22-10-15,-3 1 0,2 1 16,3-9-16,-1 1 0,-1 1 0,-22 15 0,26-21 16,1-2-16,0 3 0,-27 20 0,30-30 0,-3 2 0,1 0 0,4-3 15,-2 0-15,0 1 0,-30 30 0,27-29 0,-1 1 16,2 0-16,-15 16 0,-1-2 0,-1 3 0,-11 11 0,18-17 15,-3 2-15,-1 1 0,-6 6 0,0-1 0,-1 2 16,-7 7-16,3-4 0,0 1 0,-1 1 0</inkml:trace>
  <inkml:trace contextRef="#ctx0" brushRef="#br0" timeOffset="11071.117">2408 8643 0,'0'0'0,"0"0"0,0 0 0,0 0 15,0 0 1,0 0-16,0 0 15,0 0-15,0 0 0,0 0 16,0 0-16,0 0 0,0 0 0,0 0 0,0 0 0,0 0 16,0 0-16,0 0 0,5 13 0,0-1 15,-1 1-15,-4-13 0,3 7 0,0 1 0,0-1 0,-3-7 16,2 4-16,-1-2 0,0 1 0,0-2 0,-1-1 16,0 2-16,0-2 0,13 5 0,-2-1 0,-1 1 0,-10-5 15,22-4-15,-2 1 0,-1 0 0,-19 3 16,31-22-16,0 1 0,1 0 0,10-16 0,-2 0 0,1 0 15</inkml:trace>
  <inkml:trace contextRef="#ctx0" brushRef="#br0" timeOffset="16269.182">10921 5582 0,'0'0'0,"0"0"0,0 0 15,0 0-15,0 0 16,0 0-1,74-48 1,-74 48-16,0 0 0,0 0 0,0 0 0,34-20 0,0 1 0,0 1 16,6-2-16,-2 2 0,0-1 0,-38 19 0,46-20 15,-1 0-15,1 0 0,-5 1 16,-1 1-16,1 1 0,-41 17 0,19-9 0,0 0 0,-1 0 0</inkml:trace>
  <inkml:trace contextRef="#ctx0" brushRef="#br0" timeOffset="35510.337">2619 8974 0,'0'0'0,"0"0"0,0 0 0,0 0 16,68 2-16,-28 0 16,24 2-1,-64-4-15,0 0 0,0 0 0,0 0 16,0 0-16,12 1 0,1-1 0,-2 2 0,-11-2 16,23 2-16,0-1 0,0 1 0,-23-2 0,16 1 0,-3-1 0,-2 2 15,-11-2-15,33 2 0,-4 0 0,2 1 0,-31-3 0,42 4 16,-3-1-16,0 0 0,-39-3 0,23 2 0,-4-1 0,0-1 15,-19 0-15,36 5 0,-1-5 0,0 2 0,-35-2 16,38 4-16,-2-3 0,0 2 0,-36-3 0,51 3 16,-1-1-16,0 1 0,-50-3 0,60 2 0,-1 2 15,0-1-15,-59-3 0,65 2 0,-2 0 0,0 0 0,-63-2 16,57 3-16,0-2 0,0 0 0,3 0 0,-4 1 16,0-1-16,-56-1 0,59 3 0,-1-3 0,1 2 15,-8 1-15,0-1 0,1-1 0,-52-1 0,0 0 0,44 3 16,-2-1-16,0 0 0,-5-1 0,1 0 0,-1 0 15,-37-1-15,19 1 0,-2-1 0,1 0 0,-18 0 16,24-2-16,1 0 0,0-2 0,-25 4 0,13-2 0,0 1 16,-1-1-16,-12 2 0,44-2 0,-2 0 0,0 0 15,-42 2-15,49-4 0,-2 2 0,-1 1 0,-46 1 16,40-3-16,1 1 0,-1 0 0,-40 2 0,39-2 0,0 1 16,-1 0-16,-38 1 0,19-2 0,-1 2 15,0 0-15,-18 0 0,29-3 0,-1 1 0,0 1 16,-28 1-16,17-2 0,-3 1 0,2 0 0,-16 1 0,6-1 15,-1 1-15,0 0 0,-5 0 0,14-2 0,-2 1 16,1 0-16,-13 1 0,9-2 0,-4 2 0,1-1 16,-6 1-16,3 0 0,-1 0 0,1 0 0,-3 0 0,1-1 15,0 1-15,0 0 0,-1 0 0,1 0 0,-1 0 16,0 0-16</inkml:trace>
  <inkml:trace contextRef="#ctx0" brushRef="#br0" timeOffset="36107.515">2780 8958 0,'0'0'0,"0"0"0,0 0 0,0 0 16,0 0-1,81-12-15,-35 5 16,-46 7-16,0 0 0,0 0 0,0 0 0,27 2 16,-2-2-16,1 0 15,-26 0-15,16 2 0,-3-2 0,0 0 0,-13 0 0,36 3 0,-1 0 0,0-1 16,5 1-16,0-1 0,-1-1 15,-39-1-15,43 3 0,1-2 0,-1 1 0,-43-2 16,46 3-16,-1-1 0,-1-1 0,-44-1 0,51 2 0,-5-1 16,4 2-16,20-2 0,0 2 0,-3-1 0,-67-2 0,77 2 15,1 0-15,-1-1 0,-7-1 0,-2 0 0,0 0 0,-68 0 0,60-3 16,-4 1-16,1 0 0,-6-2 0,1 0 16,0 1-16,-52 3 0,54-4 0,0 2 0,0-2 0,-54 4 15,66-3-15,0 1 0,0 0 0,1 0 0,-3-1 16,0 1-16,-64 2 0,48 2 0,0-2 0,1 0 0,-12 5 15,-2 0-15,0 1 0,-35-6 0,39 6 0,-4-2 16,1 0-16,-36-4 0,48 5 0,0-1 0,-1-1 0</inkml:trace>
  <inkml:trace contextRef="#ctx0" brushRef="#br0" timeOffset="42667.581">4701 13653 0,'0'0'0,"0"0"16,0 0-16,43-37 0,-19 14 15,36 1 1,-27 12-16,-33 10 0,0 0 16,0 0-16,0 0 0,23 4 0,-1 0 0,1 0 0,-9 0 15,-2-2-15,1 2 0,-13-4 0,19 12 0,1 1 16,-1-3-16,-19-10 0,13 7 0,-3 1 0,0-1 16,-10-7-16,14 21 0,-3 1 0,1-2 0,-12-20 0,8 13 15,-2-1-15,0 0 0,-6-12 16,-3 26-16,2-1 0,0 2 0,-1-12 0,1-1 0,1 1 0,0-15 0,-12 24 15,3-2 1,-1-1-16,10-21 0,-7 12 0,2 0 0,-1 1 16,6-13-16,-9 15 0,1-2 0,0 1 0,8-14 0,-6 8 0,1-1 0,0 0 0,5-7 15,-3 3-15,2 0 16,0 0-16,0-1 0,1-2 0,0 0 0,0 0 0,4-9 0,1-2 0,0 1 16,-5 10-16,4-6 0,0-1 0,-1 0 0,10-15 0,1 0 15,-1-1-15,-13 23 0,8-13 16,-1 0-16,1 1 0,-8 12 0,17-27 0,0 1 15,0 0-15,-17 26 0,10-16 0,-2 2 0,0-1 0,10-10 0,-2 0 16,1 2-16,-7 8 0,0 2 16,-3 0-16,-7 13 0,13-20 0,0 1 0,-1 0 0,-12 19 15,7-11-15,-1 1 0,1 0 0,-7 10 0,3-4 0,-1 0 0,0 0 32,-1 3-32,1-1 0,-2 1 0,0 1 0,-4 1 0,1 1 0,0-1 0,3-1 0,-1 2 0,-3-1 0,2 1 31,-7 17-31,0-1 0,1 1 0,8-19 0,-8 11 15,3 1-15,0-2 0,5-10 0,-6 31 0,1-1 16,-1 0-16,6-30 0,-4 16 0,2 1 0,0-1 0,4 18 0,-2-2 16,0 2-16,0-34 0,2 18 0,-2-1 15,0 1-15,0-18 0,11 26 0,-3 0 0,0-1 16,-8-25-16,7 14 0,-1 0 0,-1-1 0,15-1 16,0-2-16,0 1 0,-20-11 0,13 5 0,-1 0 15,-1 0-15</inkml:trace>
  <inkml:trace contextRef="#ctx0" brushRef="#br0" timeOffset="42825.823">5800 13777 0,'0'0'0,"0"0"0,0 0 0,0 0 15,75-42-15,-31 15 16,25 41-1,-33-3-15,-36-11 0,0 0 16</inkml:trace>
  <inkml:trace contextRef="#ctx0" brushRef="#br0" timeOffset="42999.306">5799 14073 0,'0'0'0,"0"0"0,0 0 0,65-7 16,6-7 0,1-4-16,2-9 15</inkml:trace>
  <inkml:trace contextRef="#ctx0" brushRef="#br0" timeOffset="43496.12">6535 13678 0,'0'0'0,"0"0"15,0 0-15,0 0 16,66-12-16,-5 21 16,-11 15-1,-11 14-15,-39-38 0,0 0 16,0 0-16,11 18 0,-1-1 0,0 0 15,-3 5-15,-2-1 0,0-1 0,-5-20 16,1 25-16,-1-1 0,0-2 0,-5 3 0,1-1 0,-1 0 0,-4 0 0,0 0 0,0 0 16,9-24-16,-15 18 0,2 0 0,-1 0 0,-3-3 15,1 0-15,1-2 0,-5-3 0,2-1 16,1 0-16,17-9 0,-20 4 0,2 1 16,-1-2-16,1-2 0,3-1 0,-1 0 0,16 0 0,-16-5 0,1 1 0,1-2 15,2-2-15,0-1 0,1 0 16,11 9-16,-7-14 0,0 0 0,-1 1 0,4 0 0,4-1 0,-1 1 15,2 1-15,1 2 0,-1 0 0,-1 10 0,5-7 16,0-1-16,1 1 0,1 4 16,1 0-16,-1 0 0,-7 3 0,11 1 0,-2-1 15,0 1-15,3 3 0,-1 0 0,0-1 0,3 8 0,-1-1 16,1 0-16,-14-10 0,13 15 0,1-1 0,-1 1 0,0 3 0,-1-1 16,-1 0-16,4 4 0,-3-1 0,0-1 15,-12-19-15,12 20 0,-1-2 0,1 1 0,-3-2 0,0-1 16,0 0-16,-1-3 0,-1-1 0,0 0 0,-7-12 0,7 9 15,-1 1-15,-1-2 0,1-2 0,0-1 16,0-2-16,-6-3 0,9-3 0,-1-1 0,0 2 0,4-9 0,-1 0 16,0 1-16,-11 10 0,16-17 0,-1 1 0,1 0 15</inkml:trace>
  <inkml:trace contextRef="#ctx0" brushRef="#br0" timeOffset="43901.208">7378 13759 0,'0'0'0,"0"0"0,0 0 0,-39-49 16,-6 11-16,2 18 15,-1 19 1,5 18-16,39-17 0,0 0 16,0 0-16,0 0 0,-15 9 0,3 0 0,0-1 0,2 4 0,2 1 15,0-2-15,3 5 16,1-1-16,1 1 0,3-16 0,3 19 0,-3-1 0,3 0 0,-3-18 15,7 22-15,-1-2 0,0 2 0,5 2 0,-2-1 0,0 0 16,2 2-16,-1 0 0,-1 0 16,-9-25-16,7 25 0,-1-2 0,-1 0 0,-2-2 0,-2-2 0,0 1 15,-1-20-15,-5 15 0,0 0 0,-1-1 0,1-4 16,0-3-16,0 1 0,1-3 0,2-2 0,0 0 0,-13-2 16,2-1-16,-1 0 0,-1-1 0,-1-2 0,1 1 15,15 2-15,-12-3 0,1-1 0,0 1 0,2-6 0,2 2 16,-1-2-16,8 9 0,0-11 0,-1-1 0,0 0 15,5-1 1,0-4-16,0 3 0,-4 14 0,14-18 0,-2 3 16,0-1-16,8-3 0,0 0 0,-1 0 0,-19 19 0,25-19 15,-1 1-15,0-2 0,2 2 0,-2-1 16,1 1-16,-25 18 0,26-19 0,-1 1 0,0 0 0,-2-3 16,-1 0-16,0 0 0</inkml:trace>
  <inkml:trace contextRef="#ctx0" brushRef="#br0" timeOffset="44201.895">7577 13387 0,'0'0'0,"0"0"15,0 0-15,0 0 16,0 0-16,0 0 16,-35 49-16,35-49 15,0 0-15,0 0 0,-8 16 0,2-2 0,-1 2 16,7-16-16,-2 11 0,1-1 0,0 1 0,4-4 15,-2 0-15,0-1 0,-1-6 0,6 5 0,-3-3 16,0 3-16,4-5 0,-2 0 0,2 0 0,-7 0 0,11-6 16,-1 1-16,0 0 0,-10 5 0,11-9 0,-1-1 15,0 1-15,-2-4 0,-2 1 0,0 0 0,-6 12 0,3-13 16,-1 0-16,0-1 0,-2 14 0,-2-14 0,0 1 16,0 1-16,-4 1 0,2 1 0,0 0 0,4 10 15,-10-8-15,1 0 0,0 0 0,-6 4 0,2 2 0,-1-1 16,14 3-16,-13 0 0,2 0 0,-1 0 0,4 0 15,2 0-15,0 0 0</inkml:trace>
  <inkml:trace contextRef="#ctx0" brushRef="#br0" timeOffset="44581.952">8129 13822 0,'0'0'0,"0"0"15,0 0-15,0 0 16,0 0-16,0 0 16,-63 36-1,63-36-15,0 0 0,0 0 0,0 0 0,-23 13 16,3-1-16,-1 1 0,2-1 0,19-12 0,-17 11 15,-1 0-15,18-11 0,-15 11 0,0 0 0,1 1 16,0 0-16,3 1 0,-1 0 0,12-13 0,-10 12 0,2 0 0,0 1 16,3-2-16,1 1 0,1-1 0,3-11 0,2 14 0,-1-2 15,0 0-15,6 1 0,-1-2 0,0 1 0,-6-12 16,12 12-16,1 0 0,-1 0 0,7-4 0,-2 2 0,0 0 16,-17-10-16,24 7 0,-3 0 0,1 1 0,0-2 15,0 0-15,-1 0 16,-21-6-16,19 4 0,-2 1 0,1 0 0,-3 0 0,-3-1 0,0 1 0,-12-5 15,10 4-15,-2-3 0,0 1 16</inkml:trace>
  <inkml:trace contextRef="#ctx0" brushRef="#br0" timeOffset="45119.172">5756 14608 0,'0'0'0,"0"0"0,61 7 16,9-4-16,10 0 0,11-3 16,16-2-16,48-1 15,-155 3-15,0 0 16,0 0-16,56-4 0,0 2 0,0 0 0,-1-1 15,-2 2-15,1-2 0,-54 3 0,53-4 0,-1 2 0,1-2 0,11 2 0,-1-2 16,2 2-16,7-2 0,-1-1 16,0 2-16,-6 0 0,1 0 0,-2 2 0,-64 1 0,53-3 0,1 1 15,0 1-15,-9 0 0,-1 0 0,-1 0 16,-43 1-16,42 0 0,-3 0 0,2 0 0,-41 0 0,39 3 16,1-3-16,-1 0 0,5 1 0,0 1 0,-1-1 15,-43-1-15,45 2 0,-2-2 0,1 1 0,-44-1 0,34 1 16,-1 1-16,0-1 0,-33-1 0,19 2 0,-1-1 15,0-1 1,-10 0-16,-2 1 0,0 0 0,-6-1 0,-15 0 16,-1 0-16,1 0 0,15 0 0,-28-8 0,1 3 15,0-1-15</inkml:trace>
  <inkml:trace contextRef="#ctx0" brushRef="#br0" timeOffset="45467.586">8708 14586 0,'0'0'0,"0"0"0,0 0 0,0 0 16,0 0-1,0 0-15,-59 32 16,-9-9-16,68-23 15,0 0-15,0 0 0,0 0 0,-28 5 0,4-1 0,-1 1 16,-4-2-16,3 0 0,0 0 0,26-3 0,-37 2 0,3 1 16,0 0-16,-8-3 0,1 0 0,-1 0 15,-6 3-15,0-1 0,0 1 0,-6 0 0,0-2 0,0 2 16,-2-1-16,2 0 0,-1 0 0,-1 0 0,1-1 16,0 0-16,-9 1 0,2 1 0,0-1 0,-8 0 0,2 0 15,0-2-15,-11 6 0,3-2 0,-1 1 0,-7-1 0,3-2 16,-1 2-16,-6-1 0,1 1 0,1-1 0,-9 4 15,0 0-15,1 0 0,-3-3 0,2 3 0,0-2 16,-2-6-16,0 1 0,0-2 0</inkml:trace>
  <inkml:trace contextRef="#ctx0" brushRef="#br0" timeOffset="55285.994">5626 15316 0,'0'0'0,"0"0"0,0 0 0,0 0 16,0 0-16,0 0 16,30 67-1,-13-29 1,-17-38-16,0 0 0,0 0 0,0 24 15,0-1-15,0 2 0,0-25 0,-1 13 0,1 0 0,0 0 0,-1 14 16,1-1-16,0 0 0,0-26 0,-1 15 0,1-1 0,0 1 0,0-15 16,-2 29-16,0-1 0,0 0 15,1-12-15,0 0 0,0-1 0,1-15 0,-4 27 0,2-1 0,-2-1 0,4-25 16,-2 14-16,-1 0 0,1-1 0,1-6 0,1-2 16,0 1-16,-2-4 0,2-1 0,0 1 0</inkml:trace>
  <inkml:trace contextRef="#ctx0" brushRef="#br0" timeOffset="55585.01">5730 15725 0,'0'0'0,"0"0"0,0 0 0,46-37 15,-1 14 1,-1 13 0,-10 16-16,1 13 15,-35-19-15,0 0 0,0 0 0,0 0 0,10 7 0,0 2 0,1-1 0,-1 3 16,-2-1-16,1 0 0,-2 3 0,0-2 15,0 2-15,-7-13 0,6 12 0,-4 2 0,1-2 16,-2 1-16,0 1 0,0-2 0,-5 1 16,2-2-16,0-1 0,-4 2 0,2-2 0,0 1 15,-4 0-15,1-2 0,-1 0 0,8-9 0,-10 9 0,1-1 0,-1 1 16,0-1-16,2-3 0,0 2 0,-5-1 0,3-1 0,-1-1 16,11-4-16,-11 4 0,1-1 0,-1 1 0,-2-5 15,1 0-15,-1 1 0,2-3 0,2 0 0,-1 0 0,3 1 16,2 0-16,0-1 0,1 2 0,1-1 0,1 1 15</inkml:trace>
  <inkml:trace contextRef="#ctx0" brushRef="#br0" timeOffset="56215">6864 16034 0,'0'0'0,"0"0"0,0 0 0,0 0 16,-57-5-16,2-8 16,7-1-1,3-7-15,45 21 16,0 0-16,0 0 0,-11-8 0,1 1 0,-1-1 0,2-1 0,2 0 0,0-1 15,7 10-15,-7-10 0,2 1 0,0 0 0,3-3 16,0 2-16,0-1 0,6 0 16,-2 1-16,0-1 0,-2 11 0,8-11 0,0 1 0,-1 0 0,8 2 15,-1-1-15,-1 0 0,-13 9 0,21-8 0,-2 0 16,3 0-16,4 0 0,-2-1 0,0 0 0,2-3 0,0 0 31,0 2-31,-7 1 0,-3 1 0,1 0 0,5-7 0,-1 0 0,1 3 0,-22 12 0,16-20 0,1 2 16,0 0-1,-8-1-15,0 2 0,0-2 0,-9 19 0,4-17 16,-2 0-16,0 1 0,-6 0 0,0 1 0,1 0 16,3 15-16,-10-14 0,2 0 0,-1 1 0,-4 3 15,2 0-15,-1 0 0,-4 2 0,1 1 0,1 0 0,14 7 16,-16-2-16,3 0 0,-1 0 0,-1 8 0,2-2 16,-1-1-16,14-3 0,-12 12 0,2-2 0,0 0 15,1 7-15,1 0 0,1-1 0,7-16 0,-6 22 0,1-1 16,0 1-16,-1 7 0,1-2 0,1 0 15,2 6-15,1-1 0,0 0 0,1-32 0,2 35 0,-1-2 16,0 1-16,3 3 0,-1-2 0,1 1 0,0 0 16,-2 0-16,0 0 0,-2-36 0,3 34 0,-2-1 15,-1 0-15,0-3 0,0-1 0,0 2 0,-2-6 0,1 2 16,0-2-16,-2-2 0,1-2 0,0 0 0,2-21 16,-7 18-16,3-1 0,0 0 0,-1-3 0,0-2 0,0 1 15,1-5-15,-1 0 0,1 1 0,1-8 0,2 0 16,0 1-16,1-2 0,3-4 0,1-1 0,-1 0 15,8-8-15,-1 2 0,0-1 0,7-3 16,-1 1-16,1-1 0</inkml:trace>
  <inkml:trace contextRef="#ctx0" brushRef="#br0" timeOffset="56673.13">8058 15666 0,'0'0'0,"0"0"0,0 0 15,0 0-15,0 0 16,0 0-16,0 0 16,-92 0-16,92 0 15,0 0-15,0 0 0,-28 7 0,1-3 0,0 0 0,4 5 16,3-1-16,-1-1 0,21-7 0,-19 11 0,1 0 0,-1-2 15,4 5-15,0-2 0,1 3 0,2-2 0,1 1 16,0 0-16,11-14 0,-9 15 0,2 0 0,0-1 0,5 1 16,0 0-16,0-1 0,7 4 0,-1 0 15,0-2-15,5 1 0,1 0 0,-1-1 0,-9-16 0,15 15 16,-3-1-16,0 1 0,4-1 0,-3-1 0,1-2 16,1 1-16,1 0 0,-1 0 0,1-1 0,-1-1 15,1-1-15,-2-1 0,1 0 0,-1-1 0,0-1 16,-2 0-16,2 0 0,-14-6 0,14 7 0,-3-5 0,1 4 15,-3-1-15,-1-1 0,0 1 0,3-2 0,-3-2 16,0 2-16,0-2 0,-3 0 0,0 0 0,-5-1 16,5-2-16,-2 2 0,0-1 0,0-1 0,-2 1 0,0 0 15,2 1-15,-3 0 0,0 0 0,0-2 0,0 2 16,0 0-16,0 0 0,-5-1 0,3-1 0,0 1 16,-2-4-16,2 2 0,0 0 0,-5-3 0,-2 4 15,3-4-15,-1 1 0,0-1 0,0 0 0,0-1 16,2 0-16,0-1 0</inkml:trace>
  <inkml:trace contextRef="#ctx0" brushRef="#br0" timeOffset="58755.962">5327 16641 0,'0'0'0,"0"0"0,0 0 0,0 0 15,0 0-15,57-7 16,-24 3-16,6 35 16,-39-31-16,0 0 15,0 0-15,8 6 0,-2 0 0,0 0 16,1 8-16,-3-1 0,1 2 0,-5-15 0,5 8 0,-3 0 16,0 1-16,-5 12 0,1-1 0,0 1 0,2-21 0,-4 13 0,3-3 15,0 2-15,-15 8 0,1 0 0,1-1 0,14-19 16,-9 10-16,-1 1 0,1-1 0,-8 8 0,1-1 15,-1 0-15,17-17 0,-10 9 0,2 1 0,-1-2 0,-5 2 16,2-2-16,-1 1 0,6-5 0,1 1 16,0 1-16,6-6 0,-4 1 0,1 0 15,0-1-15,1 2 0,2-1 0,0-1 0,0 0 0,4 7 0,-1 0 16,2 0-16,-3-3 0,-1 0 0,0 0 0,-1-4 0,18 5 16,0-2-16,-1 1 0,-5-2 15,-2-2-15,0 2 0,-10-2 0,23 7 0,0-2 0,0 0 16,-9-1-16,-1-2 0,-1 1 0,-12-3 0,20 8 0,-2-2 0,-1 0 15,-7-2-15,-1 0 0,1-1 0,5-3 16,1 0-16,-2 0 0,-14 0 0,9-1 0,0 1 0,-1 0 16,6-14-16,0 1 0,-1-1 0,-3 6 0,-3-1 0,0 2 15,-7 7-15,0 0 0,0 0 0</inkml:trace>
  <inkml:trace contextRef="#ctx0" brushRef="#br0" timeOffset="59085.988">5908 16772 0,'0'0'0,"0"0"0,0 0 0,0 0 0,0 0 16,-22 51 0,11-9-16,16-6 15,-5-36-15,0 0 0,0 0 0,0 0 16,5 9-16,-1 1 0,0 0 0,4 0 0,-3-2 31,0 0-31,3 3 0,-3-2 0,3 1 0,-2 1 0,-1-2 0,0 2 0,1 1 0,0-1 16,-1 0-16,-5-11 0,5 14 0,0 0 0,0-1 0,-2 0 0,-2 0 0,2 0 15,-6 3-15,3-1 0,0-1 0,-4-3 0,0 1 0,3 0 16,-5-3-16,1 1 16,0-1-16,-4 0 0,3-2 0,-1 0 0,-2-1 0,-1-1 0,1-1 0,-1-4 0,0-1 15,1 1-15,0-9 0,2 0 0,-1 0 0,0-6 0,1 1 16,0-1-16,6-3 0,-1-2 0,1 2 0,4-4 15,-1 1-15,0 1 16</inkml:trace>
  <inkml:trace contextRef="#ctx0" brushRef="#br0" timeOffset="59211.454">5940 16802 0,'0'0'0,"0"0"16,0 0-16,0 0 0,71-1 15,-5-4 1,-8-8-16,-8-8 15,-50 21-15,0 0 0,0 0 0,15-10 16,1 1-16,-1 0 0</inkml:trace>
  <inkml:trace contextRef="#ctx0" brushRef="#br0" timeOffset="59529.036">6348 16430 0,'0'0'0,"0"0"0,0 0 0,0 0 16,0 0-16,0 0 16,0 0-1,0 0-15,0 0 0,0 0 0,0 0 16,-2 19-16,2 0 0,0 0 0,4-5 0,-2 0 16,0 0-16,6-9 0,-3 1 0,0 0 0,-5-6 15,10 0-15,-1 0 0,-1 0 0,2-5 0,1 1 0,-1 1 16,0-5-16,-1 1 0,-1 0 0,-2-6 0,0 1 15,0-1-15,-6 13 0,5-13 0,-1 1 0,0 0 16,-3-1-16,-1 1 0,0 0 0,-3-1 0,1 3 0,0 0 16,-6 1-16,2 0 0,0 0 0,6 9 0,-10-6 15,0 1-15,1-1 0,-5 6 0,1-3 0,1 1 0,-4 5 16,2-1-16,0 1 0,1 2 0,0-1 16,1 0-16,4 2 0,-1-2 0,1 2 0</inkml:trace>
  <inkml:trace contextRef="#ctx0" brushRef="#br0" timeOffset="59846.349">6603 16810 0,'0'0'0,"0"0"0,0 0 0,-54 37 15,3 3 1,12 0-16,5 4 16,5 3-16,29-47 0,0 0 15,0 0-15,-8 13 0,2 1 0,-1 0 0,3 2 0,1 1 16,0-3-16,6 3 0,-2-1 0,0 0 0,5 0 16,-2 0-16,0-1 0,6 0 0,-2-2 0,0 1 15,7-2-15,-3 0 0,1 0 0,4-4 0,0 2 16,-1-2-16,3-2 0,-3-1 0,3 1 0,0-5 15,-3 2-15,1-1 0,-2-1 0,0-1 0,-1 1 0,1-5 16,-1 2-16,0 0 0</inkml:trace>
  <inkml:trace contextRef="#ctx0" brushRef="#br0" timeOffset="60430.831">7522 17108 0,'0'0'0,"0"0"0,0 0 0,0 0 0,0 0 15,0 0-15,0 0 16,0 0 0,0 0-16,0 0 0,0 0 0,-13 15 0,2-2 0,-1 0 15,-4-3-15,0-1 0,1 2 0,-1-7 0,1 0 16,-1 1-16,2-2 0,-1-1 0,1-1 15,-2-5-15,1 2 0,-1-2 0,1 0 0,0 0 0,1 0 0,0-1 16,1 1-16,-1-1 0,3-2 0,2 2 0,0 0 16,0 0-16,2 1 15,2-1-15,5 5 0,-4-4 0,1-1 0,-1 0 0,9-3 0,-3 1 0,0 0 0,5-1 16,1 1-16,0 0 0,6-2 0,-2 1 0,1 1 16,6 1-16,-1 1 0,0 0 0,-18 5 0,22-4 15,-1-1-15,0 1 0,2 0 0,-1 0 0,0 0 0,2-2 16,-2 2-16,1-1 0,2-1 15,-2-1-15,-1 1 0,-2-1 0,-1-1 0,-1 1 0,-1-2 16,-3 1-16,1-1 0,-4-1 16,-2-1-16,1 1 0,-5-2 0,0-1 0,0 1 0,-3 2 0,-1-1 0,0 1 15,-5 1-15,1 2 0,0 0 0,3 7 0,-8-9 16,0 1 0,1 2-16,-2-1 0,1 2 0,-1 0 0,-3 2 0,2 1 0,-1 1 15,-1 4-15,-1-1 0,1 2 0,-1 3 0,0 0 0,1 1 0,12-8 0,-13 16 0,2 0 16,0-1-16,1 8 0,2-1 0,0 1 15,1 8-15,0 0 16,1 0-16,1 2 0,2-1 0,0 1 0,0 5 16,0-1-16,0 1 0,-1-1 0,3 1 0,0-1 0,0-2 0,0 0 0,0-1 0,1-34 0,-1 32 15,0-1 1,0 1-16,-1-3 0,0-2 0,0 2 0,1-7 0,1 0 0,0 0 0,2-6 0,0 0 16,0-1-16,3-6 15,0-1-15,1 0 0,5-7 0,-2-1 0,1 0 16</inkml:trace>
  <inkml:trace contextRef="#ctx0" brushRef="#br0" timeOffset="60936.278">8009 17097 0,'0'0'0,"0"0"0,50-38 15,-8 1-15,-2 7 16,-2 9-16,1 11 16,-4 14-1,-35-4-15,0 0 0,0 0 0,0 0 16,11 3-16,0-1 0,-1 1 0,-1 1 0,1 2 0,-1-1 0,-4 4 0,0-2 16,1 1-16,-4 2 0,-2-1 0,0 2 0,-5-1 0,2 0 15,0 0-15,-5 1 0,1-2 0,0 0 0,7-9 16,-15 10-16,3-2 0,-1 2 0,0-4 0,1 1 15,1 0-15,0-1 0,-1 1 0,1-1 0,0-1 16,1 1-16,0-4 0,3 3 0,0-3 0,-1 2 0,1-1 16,2 0-16,0 1 0,5-4 0,-2 3 0,0-2 15,0 2-15,5 3 0,-2-1 0,0 1 0,5 2 16,-2 1-16,0 2 0,4 1 0,0 1 0,-1-2 0,4 4 16,-1-1-16,-2 0 0,2 5 0,-1-2 0,1 1 15,-2 1-15,-1 1 0,1-1 0,-8-19 0,5 20 16,-1-1-16,0 1 0,-2-4 0,0 1 0,0 1 15,-5-2-15,2-1 0,0-1 0,-2 1 0,0 0 0,0-1 16,-5-3-16,3 1 0,0-2 0,-2-1 0,0-2 16,-1 1-16,-1-4 0,1 0 0,2-1 0,-7-2 15,3 0-15,0-1 0,-2-5 0,3 0 0,0-1 16,9 6-16,-13-13 0,5 1 0,-1 0 0,0-7 16,3 3-16,0-1 0,2-5 0,2 2 0,0-2 0,5 0 15,-2-2-15,0 1 0,6-1 0,-1 1 0,0-1 16</inkml:trace>
  <inkml:trace contextRef="#ctx0" brushRef="#br0" timeOffset="61283.907">8489 16712 0,'0'0'0,"0"0"0,0 0 0,0 0 15,0 0-15,0 0 16,0 0 0,0 0-16,0 0 0,0 0 15,0 0-15,0 0 0,0 0 0,0 0 0,0 0 0,0 0 16,0 0-16,0 0 0,0 0 0,0 0 0,19 1 0,0 1 16,0 1-16,-4-9 0,1 4 0,-1-2 0,-15 4 15,10-8-15,-1 2 0,-1-2 0,-4 0 0,-1-1 16,0 0-16,-5 0 0,2 2 0,0-1 0,-5 0 15,0 0-15,0 0 0,-4 2 0,1 0 0,0 1 16,8 5-16,-12-2 0,0-2 0,1 3 16,-4-1-16,1 2 0,-1 0 0,2 3 0,2-2 0,-1 2 0,0 1 15,1-1-15,1 1 0,3 2 0,1-2 0,0 1 16,6-5-16,-5 7 0,3 0 0,0 0 0,5 3 0,-2-4 16,0 1-16,6 0 0,-2-2 0,0 1 0</inkml:trace>
  <inkml:trace contextRef="#ctx0" brushRef="#br0" timeOffset="61804.369">8903 17065 0,'0'0'0,"0"0"0,0 0 15,0 0-15,0 0 16,0 0-16,0 0 16,0 0-1,0 0-15,0 0 0,0 0 0,0 0 0,0 0 0,0 0 0,0 0 16,0 0-16,0 0 0,0 0 0,0 0 16,0 0-16,0 0 0,2 4 0,0 0 0,0-2 0,-7 4 0,1-1 15,0 1-15,-6 1 0,1 0 0,1 2 0,-4 0 16,0-2-16,1 2 0,-1 0 0,-1 0 0,1 0 15,0 3-15,2-4 0,0 3 0,0 2 0,2-2 0,0 0 16,2 1-16,1 1 0,-1-1 0,2 1 0,1-1 16,0 1-16,3 2 0,0-2 0,0 0 0,4 2 15,-1 0-15,0-1 0,-3-14 0,8 13 0,-1 1 16,0-1-16,3-2 0,1 0 0,-1-1 0,3-1 16,0-2-16,-1 1 0,2-1 15,-1 1-15,1-2 0,1-2 0,0 0 0,-1 0 0,1-2 0,-1 1 0,0-1 31,1-1-31,-1 2 0,1 0 0,-2-2 0,1 3 0,-1-2 16,-13-2-16,11 3 0,-1-1 0,0-1 0,1 1 0,-2-1 0,0-1 16,-1 0-16,1-1 0,-1 1 0,-1-3 0,-2 1 0,0-1 0,0 2 0,-1-1 15,0 0-15,0 0 0,-1 0 0,0-1 16,0 1-16,-1 0 0,0-1 0,1 2 0,-3-1 0,0 1 16,-1-2-16,-1 2 0,1-1 0,0 0 0,0 2 0,0-2 15,1 2-15,-1-4 0,0 2 0,0 0 0,2-2 16,-1 1-16,0 0 0</inkml:trace>
  <inkml:trace contextRef="#ctx0" brushRef="#br0" timeOffset="62565.36">8396 17116 0,'0'0'0,"0"0"0,0 0 15,0 0-15,0 0 16,0 0-16,-37 52 16,9-5-16,28-47 0,0 0 15,0 0-15,-8 14 0,1-2 0,0 1 0,1-1 0,2-1 16,-1 2-16,5-13 0,-5 12 0,2 0 15,0 0-15,-1 1 0,1-1 0,0 0 0,-1 2 0,2 1 16,-1-2-16,1 0 0,0 0 0,2-1 0,2-1 16,-2-3-16,0 2 0,7-3 0,-2 0 0,0 0 0,3-1 15,0 1-15,1-1 0,1-1 0,0-2 0,1 1 16,2-4-16,1 0 0,-1 0 0,-13 0 0,15-4 16,-2 1-16,0-2 0,3-3 0,-1 1 0,1-1 0,-1-2 15,-1-1-15,-1 1 0,2-4 0,-3 3 0,1-2 16,-2-1-16,-1 2 0,1-1 0,-1 0 0,-2 0 0,0 0 15,1 0-15,-3-1 0,0 0 0,-6 14 0,5-11 16,-2 0-16,-1-1 0,-2-4 0,0 2 0,0 0 16,-3 2-16,1-1 0,0 1 0,-4 0 0,0 0 0,0 2 15,-2 0-15,1-1 0,0 3 0,-3-1 0,-1 1 16,1 1-16,10 7 0,-13-7 0,0 1 0,1-1 16,-1 3-16,1 0 0,-1 1 0,0-2 0,1 3 0,-1 0 15,3-1-15,2 1 0,-1-1 0,3 2 0,0 1 16,0 0-16,0 0 0,1 0 0,1 0 0</inkml:trace>
  <inkml:trace contextRef="#ctx0" brushRef="#br0" timeOffset="76159.536">9456 17134 0,'0'0'16,"0"0"-16,0 0 0,0 0 0,60-1 15,-24-1-15,-21 2 16,20-7 0,-35 7-16,0 0 0,0 0 15,7-1-15,-1-2 0,1 1 0,-7 2 0,3 0 0,-1-1 0,0 1 0,0-1 16,-2 1-16,0 0 0,0 0 0,12-4 0,1 1 0,-1 0 16,-12 3-16,9-2 0,-1 0 0,-1-1 15</inkml:trace>
  <inkml:trace contextRef="#ctx0" brushRef="#br0" timeOffset="76361.965">9504 17281 0,'0'0'16,"0"0"-16,0 0 0,56 0 0,-11 2 15,-9-6 1,-3-2-16,-2-5 16,-31 11-16,0 0 0,0 0 15,15-4-15,-3 0 0,1-1 0,2 0 0,0 1 0,-1 0 0</inkml:trace>
  <inkml:trace contextRef="#ctx0" brushRef="#br0" timeOffset="77065.534">10341 16769 0,'0'0'0,"0"0"0,0 0 0,0 0 16,0 0-16,63-30 0,-13 1 16,-18-2-16,-32 31 15,0 0-15,0 0 0,10-12 0,-1 1 0,1 1 0,-10 10 16,8-8-16,-1 1 0,0-1 0,-1 0 0,1-1 16,-1 1-16,1 2 0,-2 0 0,0 0 0,1 2 15,-2 1 1,0-2-16,-4 5 0,3-2 0,0 0 0,0 0 0,-1 1 0,-1 0 0,0 0 0,1 0 0,-2 1 15,0-2-15,0 2 0,0 0 0,0 0 0,-2 3 16,2-1-16,0-1 0,0-1 0,2 6 0,-2 2 16,0-3-16,-2 5 15,2-1-15,-1 0 0,-1 5 0,1-3 0,0 1 16,-2 1-16,1 1 0,0-1 0,0 2 0,0-1 0,0 0 16,2-14-16,-4 15 0,0 1 0,1 0 0,-1 0 0,1-2 0,0 1 0,-1 1 15,2-1-15,0 1 0,-3 2 16,2 0-16,-1-1 0,1-1 15,1 1-15,0-1 0,2-16 0,-3 14 0,2 1 0,0-1 0,-2 3 0,2-2 16,0 0-16,-1 1 0,2 0 16,0 0-16,1-1 0,-1-1 0,0 1 0,1-2 15,-1 1-15,0-2 0,2-2 0,-2-2 0,0 1 16,0-9-16,1 6 0,-1 0 0,0 0 0,1-1 0,-1-1 16,0 0-16,3 1 0,-1-3 0,0 2 0,2-2 15,-1 0-15,0 0 0,3-5 0,-1 1 0,0 0 16,4-2-16,0 3 0,-1-2 0,2-3 0,1 2 15,-1-1-15</inkml:trace>
  <inkml:trace contextRef="#ctx0" brushRef="#br0" timeOffset="77455.64">10958 17059 0,'0'0'0,"0"0"0,0 0 0,0 0 0,0 0 15,0 0 1,-56 31-16,3-3 16,53-28-16,0 0 0,0 0 0,0 0 15,-17 8-15,1-1 0,1 1 0,1 0 0,1-1 0,-2-1 0,1 2 0,0-1 16,-1 0-16,-1 1 0,0 1 0,1-1 0,15-8 15,-19 8-15,1-1 0,1 0 0,-2-1 16,1 2-16,-1-1 0,0 2 0,1-2 0,-1 1 0,-2-1 0,3-2 16,-1 1-16,1 1 0,0-2 0,1 0 15,17-5-15,-15 5 0,1 0 0,-1-1 0,1 0 0,0 0 0,1-1 16,0 2-16,3-1 0,0 1 0,-1-1 16,2-2-16,0 1 0,1 0 0,1-1 0,1 0 0,0 0 15,2-1-15,0 0 0,3 1 0,0-2 0,0 0 16,3-3-16,-1 1 0,0 1 0,-1 1 0,8-4 15,-2 0-15,0 1 0,8-1 0,-3 1 0,1-2 0</inkml:trace>
  <inkml:trace contextRef="#ctx0" brushRef="#br0" timeOffset="77949.696">11552 16954 0,'0'0'0,"0"0"0,0 0 0,0 0 16,0 0-16,0 0 16,0 0-16,0 0 15,-40 39 1,40-39-16,0 0 0,0 0 0,-17 15 0,2 0 0,-1-1 16,-1 1-16,1-1 0,1 0 15,15-14-15,-20 17 0,2-1 0,-1 1 0,19-17 16,-22 21-16,1-1 0,-1 0 0,0 1 0,0 2 0,1-2 0,-3 4 0,0 0 15,0 0-15,0 3 0,0 0 0,0 0 0,-2 2 16,0 1-16,1-1 0,25-30 16,-24 30-16,0-3 0,0 2 0,3-2 0,-1 1 0,2-1 15,20-27-15,-18 27 0,-1-1 0,0 1 0,0-2 0,1 0 0,1 0 16,0-2-16,2-1 16,-1 2-16,16-24 0,-12 16 0,-1 1 0,1 1 0,3-4 0,-1-1 15,1-1-15,9-12 0,-5 7 0,0 0 16,-1 0-16,7-4 0,0-2 0,1 1 0,-2-2 0,11-4 15,0-1-15,1 1 0</inkml:trace>
  <inkml:trace contextRef="#ctx0" brushRef="#br0" timeOffset="78346.245">11758 17098 0,'0'0'0,"0"0"0,0 0 31,0 0-31,52-24 16,-20 9-16,-72 35 15,12-7-15,28-13 0,0 0 0,0 0 16,-5 1-16,2 0 0,0 0 0,1 1 15,1-2-15,0 0 0,0 1 0,1-1 0,0 0 0,-18 18 16,4 0-16,-2 0 0,-5 3 0,1 1 0,0 0 16,-4-2-16,1 2 0,0-1 0,23-21 0,-27 22 15,0 0-15,0 1 0,27-23 0,0 0 0,0 0 0,-44 38 16,0 1-16,-1-1 0,8-3 0,0-1 0,0 0 16,6-3-16,0 0 0,0 0 0,0-2 0,4 2 0,-1 0 15,0-1-15,1-1 0,0 0 0,-1 1 0,2-2 16,0 1-16,1-1 0,0 0 0,-1 0 0,0-1 15,0-1-15,0 0 0,1-2 0,0-2 0,-1 1 0,4-2 16,1-1-16,-1 0 0,22-20 0,0 0 16,0 0-16</inkml:trace>
  <inkml:trace contextRef="#ctx0" brushRef="#br0" timeOffset="83032.457">13711 13653 0,'0'0'0,"0"0"16,51-31-16,-22 11 15,26 1 1,-26 10-16,31 22 15,-60-13-15,0 0 0,0 0 16,0 0-16,12 3 0,-2 0 0,1-1 0,-11-2 16,18 8-16,1 1 0,-1-1 0,-18-8 0,12 5 0,-3 1 15,0-1-15,2 11 0,-1 0 0,0 0 0,-10-16 16,6 9-16,-1 0 0,0 1 0,-5-10 0,0 20 0,0 0 16,0-1-16,0-19 0,-2 12 0,2-2 0,0 0 15,0-10-15,-9 20 0,-1 0 0,1 1 0,9-21 16,-7 10-16,2 2 0,-1-2 0,6-10 0,-13 15 0,2 1 15,-1-2-15,12-14 0,-7 8 0,1 1 0,0-1 16,1-5-16,3 0 0,0-1 0,2-2 0,-1 2 16,0-1-16,0 0 0,1-1 0,-1 0 0,1 0 0,0 0 15,0 0-15,-2-5 0,1 1 0,0 0 0,0 0 16,0 1-16,0 0 0,1 3 0,7-18 0,-1 0 16,1 1-16,-7 17 0,5-11 0,-2 0 0,0 2 15,-3 9-15,19-25 0,-2-1 0,1 1 0,0-1 0,3 1 16,-1 1-16,-20 24 0,18-24 0,1 1 15,-1 1-15,-18 22 0,11-11 0,-3-1 0,0 2 16,-8 10-16,20-25 0,-4 1 0,3 1 0,-19 23 0,10-14 0,0 0 16,-1 1-16,-9 13 0,11-15 0,1 0 15,-1-1-15,-11 16 0,6-7 0,0-2 0,-1 1 16,-5 8-16,3-3 0,-1 0 0,0 1 0,-2 2 0,2-2 16,-2 2-16,0-1 0,0 1 0,0-2 0,0 2 0,0 0 15,-12 17-15,0-3 0,1 1 0,11-15 0,-8 9 16,1 0-16,1 0 0,6-9 0,-15 24 15,1-2-15,1 2 0,13-24 0,-10 14 0,3 0 0,0-1 0,7-13 16,-2 30-16,0-1 0,0 0 0,2-29 0,-1 16 16,1 1-16,0-3 0,11 13 0,-2-2 0,1 1 15,-10-26-15,7 14 0,-2 0 0,0 1 0,-5-15 16,19 18-16,0 0 0,-1 0 0,-18-18 0,10 11 0,1-2 16,-1 1-16,-10-10 0,29 1 0,-1-1 0,0 1 15</inkml:trace>
  <inkml:trace contextRef="#ctx0" brushRef="#br0" timeOffset="83237.345">14782 13680 0,'0'0'0,"0"0"0,0 0 0,0 0 15,0 0-15,58-46 16,-25 18-1,-33 28-15,0 0 0,0 0 0,0 0 0,0 0 16,20-4-16,-3 0 0,1 1 0,-18 3 0,10-2 0,-1 2 0,1-2 16,-10 2-16,14 6 0,-1-2 0,1-2 0</inkml:trace>
  <inkml:trace contextRef="#ctx0" brushRef="#br0" timeOffset="83396.198">14691 13864 0,'0'0'0,"0"0"0,0 0 0,84-6 15,-7-3 1,-14-6-16</inkml:trace>
  <inkml:trace contextRef="#ctx0" brushRef="#br0" timeOffset="83885.166">15397 13528 0,'0'0'0,"0"0"0,68-6 0,-3 13 0,-6 18 31,-12 12-31,-11 18 16,-36-55-16,0 0 0,0 0 15,6 20-15,-1 3 0,1-2 0,-6-21 0,1 23 0,-1-3 0,0 2 0,-9 0 0,3 0 16,0 0-16,6-22 0,-15 23 0,3-1 0,0-1 0,-7-5 16,2 2-16,1-1 0,16-17 0,-22 13 0,3-1 15,-1 0-15,0-5 0,1 0 16,-1 0-16,20-7 0,-20 5 0,2-1 0,-1 1 0,2-8 0,0 3 0,1-2 15,16 2-15,-15-6 0,2 1 16,-1-1-16,4-4 0,0 2 0,-1-2 0,11 10 0,-7-11 0,1 0 16,0 1-16,4-2 0,-1 2 0,1-1 0,2 11 0,5-9 15,-3 0-15,0 2 0,5 1 0,0 0 16,0 0-16,-7 6 0,11-3 0,-2 0 0,0 1 16,-9 2-16,12 0 0,-2 0 0,0 0 15,4 5-15,-2 0 0,1 0 0,-13-5 0,14 8 0,-1 1 0,1 0 16,0 2-16,0 1 0,-1 1 0,-3-6 0,-2 3 0,0-3 31,-3-3-31,-2-1 0,0 1 0,-3-4 0,3 1 0,-2 0 16,0 1-16,13 25 0,1-1 0,-1-1 0,-14-25 0,13 28 15,0 0-15,-1-2 0,-1-7 0,-2-1 0,0 1 16,-2-12-16,0-2 0,-1 1 0</inkml:trace>
  <inkml:trace contextRef="#ctx0" brushRef="#br0" timeOffset="84423.261">15959 13459 0,'0'0'0,"0"0"0,0 0 0,59-31 15,-1 19 1,-10 26-16,-8 18 16,-40-32-16,0 0 0,0 0 0,0 0 15,12 16-15,-1 0 0,-1-1 0,-2 6 0,3-1 0,-2-1 0,-9-19 0,4 24 16,0-1-16,0 0 0,-7 2 0,0-2 0,0 2 16,3-25-16,-10 24 0,1 0 0,1 0 0,8-24 15,-13 24-15,0-2 0,1 1 0,-4-4 0,2 2 16,0-2-16,14-19 0,-21 16 0,2-1 0,0 0 15,-1-4-15,1-2 0,1 2 0,18-11 0,-18 6 0,1-1 16,-1 1-16,18-6 0,-17 1 0,3-1 0,0 0 16,2-4-16,1 2 0,-1-1 0,12 3 0,-10-7 0,1 0 15,0 1-15,9 6 0,-6-9 0,1 2 16,0-1-16,3 1 0,0 1 0,0-1 0,2 7 0,1-6 16,-1 0-16,0-1 0,3 3 0,-1-1 0,0 1 15,-2 4-15,3-4 0,2 2 0,-1-1 0,-4 3 16,6-2-16,-1 2 0,0 0 0,2 2 0,0 0 0,1 0 15,-2-1-15,-2 2 0,0-2 0,-1 0 0,-1-1 16,0 0-16,-2 0 0,12 9 0,-2-1 16,0 0-16,4 1 0,-2 1 0,1-1 0,-13-9 0,14 12 0,-1-1 15,-1 1-15,-2 0 0,1 0 0,-1 0 16,-10-12-16,10 13 0,-1-2 0,-1 0 0,-8-11 0,10 9 16,-1-1-16,1 2 0,1-3 0,-1-1 0,1 1 15,-11-7-15,12 2 0,1-1 0,-1 1 0,4-7 16,-2 1-16,0 1 0</inkml:trace>
  <inkml:trace contextRef="#ctx0" brushRef="#br0" timeOffset="84810.052">16436 13122 0,'0'0'0,"0"0"0,0 0 0,0 0 15,-41 53-15,19-9 16,19-12 0,12-12-16,-9-20 0,0 0 0,0 0 15,8 6-15,-2-2 0,1 1 0,-7-5 0,11 1 16,-1 1-16,1-2 0,2-3 0,0 1 0,-1 1 0,-12 1 15,15-7 1,-1 0-16,-1 0 0,-1-4 0,0-1 0,-1 0 0,-11 12 0,10-15 0,-2 0 0,0-1 16,-6 1-16,2 1 0,0-1 0,-4 15 15,-4-13-15,2 0 0,0 0 0,2 13 0,-6-9 0,0-2 0,0 2 16,-6 2-16,1 1 0,0 0 0,11 6 0,-18-2 0,2 1 16,-1 0-1,-2 6-15,1-1 0,-1 1 0,19-5 0,-18 9 0,0-1 0,0 0 0,5-2 0,2 1 16,-1 0-16</inkml:trace>
  <inkml:trace contextRef="#ctx0" brushRef="#br0" timeOffset="85215.557">17205 13525 0,'0'0'0,"0"0"0,0 0 0,-60 1 16,-1 10-16,3 11 31,5 1-31,53-23 0,0 0 15,0 0-15,0 0 0,-13 8 0,-1 2 0,1-2 16,2 0-16,1 3 0,1-2 0,2 1 0,2 2 0,-1-4 16,6-8-16,1 14 0,-1-3 0,0 1 0,4-1 15,-3 0-15,0 0 0,-1-11 0,8 13 0,-2-1 16,0-1-16,9 1 0,-1-2 0,1 1 0,-15-11 16,18 10-16,1-1 0,-1 0 0,4-2 0,0 0 0,0 0 15,-22-7-15,23 8 0,0-2 0,0 0 0,-1-1 16,-1-1-16,1 0 0,-22-4 0,19 6 0,-2 0 15,1 0-15,-3 0 0,-1-1 0,-1 1 0,-13-6 16,12 2-16,0 1 0,-1 0 0</inkml:trace>
  <inkml:trace contextRef="#ctx0" brushRef="#br0" timeOffset="85618.61">17596 14290 0,'0'0'0,"0"0"0,0 0 0,0 0 16,-84 5-1,-9 2-15,-2-1 16,95-6-16,0 0 0,0 0 0,-36 0 0,1 1 15,0 1-15,35-2 0,-40 1 0,1 2 0,-1-2 16,-6 1-16,1 2 0,1-2 0,-8 4 0,1-2 16,-1 1-16,-5 1 0,1 0 0,0 0 0,0 2 0,-1-1 15,0 1-15,57-8 0,-55 9 0,0-3 0,1 1 16,1 0-16,1-1 0,1 0 0,1-2 0,2 1 16,1-1-16,2 3 0,3-2 0,0 1 0,42-6 0,-40 6 15,2-2-15,0 2 0,3 0 16,2-1-16,0 1 0,33-6 0,-27 6 0,1 0 0,0 1 0,7-2 15,1 1-15,-1 0 0,19-6 0,-9 2 0,0 2 16,-1-1-16,13 0 0,-1-2 0,1 1 0,-3-2 0,17-2 16,-1 2-16,-1 0 0,14-1 15,-2-1-15,0 0 0</inkml:trace>
  <inkml:trace contextRef="#ctx0" brushRef="#br0" timeOffset="85961.143">17741 14432 0,'0'0'0,"0"0"0,0 0 0,0 0 0,0 0 16,0 0-16,0 0 15,0 0-15,0 0 0,0 0 16,0 0-16,0 0 0,0 0 0,-27 2 0,0 0 0,1 1 16,26-3-16,-36 4 0,2-3 0,0 2 15,-16 0-15,-1 0 0,0 2 16,51-5-16,-57 6 0,1-2 0,-1 0 0,-1 3 0,2 0 0,0-2 0,14 3 16,-1-2-16,1 1 0,-5 3 0,-2 1 15,2-3-15,-9 4 0,0-1 0,2-1 0,54-10 0,-80 15 0,4-3 16,-2 1-16,-10 2 0,1-3 0,0 2 0,-5-3 15,1 3-15,0-3 0,0-4 0,1 0 0,0 0 0</inkml:trace>
  <inkml:trace contextRef="#ctx0" brushRef="#br0" timeOffset="91527.022">14430 15355 0,'0'0'0,"0"0"0,0 0 0,0 0 0,0 0 15,0 0 1,0 0-16,0 0 16,0 0-16,0 0 0,0 0 15,0 0-15,-23-3 0,0-1 0,0-1 0,23 5 0,-13-2 0,0 0 16,-1 0-16,-9 19 15,2-3-15,-1 1 0,22-15 0,-13 10 0,1-1 0,1 1 0,11-10 16,-15 21-16,3-2 0,0 2 0,4-10 0,2 2 0,0-2 16,6-11-16,-5 19 0,0-1 0,-1-1 0,6-17 15,-3 11-15,1-1 0,0 0 0,2-10 0,5 12 0,-1-1 16,1 0-16,-1-5 0,-2 1 0,-1-2 0,-1-5 16,16 3-16,-1-2 0,-1 1 0,-14-2 0,10 1 0,-2-1 15,0 2-15,-8-2 16,20-11-16,-2 2 0,1 0 0,-7 2 15,-1 1-15,-1 0 0,-10 6 0,20-15 0,-3-2 16,1 2-16,-18 15 0,11-10 0,-1 1 0,-1 1 0,-9 8 16,9-14-16,0 1 0,1-1 0,-10 14 0,5-6 15,-1 0-15,0-2 0,-1 5 0,-2 0 0,0 0 16,-1 3-16,0-1 0,0 1 0,0-1 0,2 0 0,-2 1 0,0 0 0,0 0 16,0 0-16,0 0 15,0 0-15,0 0 0,0 0 0,0 0 0,7 7 16,-3-2-16,0 1 0,-4-6 0,4 3 0,-2 0 0,0 1 15,4 11-15,0-1 0,-1 0 0,-5-14 0,3 10 16,-1-2-16,0 0 0,-2-8 0,6 21 0,0 0 16,1-1-16,-3-8 0,-1-1 0,0 2 0,-3-13 0,9 19 15,-1-1-15,1 1 0,-9-19 0,4 10 0,2 0 16,-1 0-16,12-4 0,-3-1 0,1 0 0,-15-5 16,10 3-16,-2-2 0,1 1 0</inkml:trace>
  <inkml:trace contextRef="#ctx0" brushRef="#br0" timeOffset="92112.291">15547 15562 0,'0'0'15,"0"0"-15,0 0 0,0 0 0,0 0 16,0 0-16,0 0 15,0 0-15,0 0 16,0 0-16,0 0 0,0 0 0,0 0 0,0 0 16,0 0-16,0 0 0,0 0 0,0 0 0,0 0 15,0 0-15,-36 6 0,0 0 0,-1 1 0,3-4 16,1-1-16,0 0 0,8-3 0,2 0 0,-1 0 16,6-2-16,3 0 0,-1 0 0,4-1 0,1 0 0,1 2 15,10 2-15,-6-4 0,0 0 0,0 1 0,3-4 16,3 0-16,0 3 0,6-4 0,-2 0 0,0-1 15,-4 9-15,11-10 0,-1-1 0,-1 3 0,6-2 16,1 1-16,-1 0 0,7 0 0,-2 0 0,-1 1 0,-19 8 16,24-13-16,-2 3 0,0 0 0,0-1 0,-1-1 15,0 1-15,-21 11 0,19-11 0,-1-1 0,-1 0 16,-2 0-16,-3 1 0,0-2 0,-12 13 0,9-11 16,-3-1-16,0 2 0,-5 0 0,0-1 0,0 3 0,-1 8 15,-6-10-15,2 3 0,0-1 0,-6 1 0,0 1 0,1 0 16,-2 3-16,-1 0 0,1 1 0,11 2 0,-12 2 15,-1-2-15,3 0 0,-2 5 0,1 1 0,0 0 16,11-6-16,-12 10 0,1 0 0,0 0 0,1 4 16,2 0-16,0 0 0,8-14 0,-5 19 0,0-1 0,1 0 15,0 5-15,1-1 0,0 0 16,1 4-16,-1 1 0,2 0 0,1-27 0,3 28 0,-2 0 0,0 0 0,5 2 16,-2 2-16,0-2 0,3 1 0,-3-2 0,0 1 15,-4-30-15,8 30 0,-2-1 0,1 0 0,1-1 16,-1-1-16,0-1 0,0-2 0,-1-1 0,0 0 15,-6-23-15,3 18 0,0 1 0,0-1 0,-1-6 16,-2 0-16,0-1 0,5-4 16,0-2-16,-1 1 0,4-10 0,-3 0 0,2 2 0</inkml:trace>
  <inkml:trace contextRef="#ctx0" brushRef="#br0" timeOffset="92635.241">16247 15071 0,'0'0'0,"0"0"0,0 0 0,0 0 15,0 0-15,45 55 16,-25 10-1,-15-4-15,-5-61 0,0 0 0,0 0 16,0 0-16,1 21 0,-1-3 16,0 3-16,-1-2 0,1-1 0,0 1 0,-2-1 0,1-2 15,0 1-15,1-17 0,-2 17 0,0-2 0,2 0 16,-1-2-16,1-2 0,0 1 0,-1-5 0,1 0 0,0 1 16,0-8-16,-1 5 0,1-2 0,0 1 0,0-3 0,0-1 15,0 2-15,0-2 0,1-2 0,-1 1 0,0-1 0,4-3 0,0-1 16,0-1-16,3-1 0,-1-2 0,1 2 15,-7 8-15,9-10 0,-2 1 0,0 0 0,4 1 16,-3 1-16,0 0 0,3 1 0,-2 1 0,0-1 0,-9 6 16,12-5-16,-2-1 0,0 3 0,-1-1 0,-1 3 15,0-1-15,-8 2 0,8 2 16,0-2-16,-1 0 0,1 5 0,-2-2 0,0 3 0,3 3 0,-3-2 0,0 0 0,-1 0 16,-1-1-16,1-2 0,-2 4 0,-2 2 0,0-2 15,-1-8 1,-2 9-16,1 0 0,0 0 0,-6 1 0,2-2 0,0 0 0,5-8 0,-8 9 0,0-1 0,-1-1 31,-2 0-31,0 2 0,-1-2 0,-3-2 0,1-1 0,1 1 0,-7-1 0,3-2 16,-2 0-16,19-2 0,-22-1 15,3 0-15,-1-1 0,-3-2 0,2-1 0,-1 0 16,3-6-16,3 0 0,-1 1 0</inkml:trace>
  <inkml:trace contextRef="#ctx0" brushRef="#br0" timeOffset="106136.218">14841 16774 0,'0'0'0,"0"0"0,0 0 0,0 0 0,0 0 16,0 0-1,42-63-15,-17 25 16,-25 38-16,0 0 0,0 0 0,0 0 16,22-11-16,-2 1 0,-1 0 0,-19 10 15,13-6-15,-3 1 0,0 1 0,-10 4 0,16-2 16,-1 1-16,1 1 0,-8 0 0,0 0 0,1 0 0,-9 0 0,13 5 15,0 0-15,1-1 0,-6 0 0,-1-2 0,1 2 0,-8-4 16,8 12-16,0 1 0,0 0 0,-2-6 0,-4 1 16,2 0-16,-4-8 0,1 17 0,-1 0 15,0-1-15,-1-7 0,1 2 0,0-3 0,0-8 0,-12 18 0,3 0 16,0-1-16,2-7 0,0 1 0,1-2 0,6-9 0,-18 17 16,0 1-16,3-1 0,3-8 0,3 2 15,0-2-15,9-9 0,-17 14 0,0 0 0,1-1 0,6-6 0,1 0 16,1 2-16,8-9 0,-11 8 0,1 0 0,1 0 15,9-8-15,-7 4 16,4 1-16,-1-1 0,1-2 0,1-1 0,1 0 0,-1-1 0,2 2 0,0-1 16,0-1-1,0 0-15,0 0 0,0 0 0,15-12 0,-1 1 0,1 1 0,-5 2 0,-2 2 0,1 0 0,9-10 16,0 1-16,-1 0 0,-17 15 0,12-9 0,-3 1 16,0-1-16,-9 9 15,20-17-15,0 1 0,-1-1 0,-6 7 16,-3 2-16,0-2 0,-10 10 0,22-17 0,-1 0 15,-1-1-15,-8 6 0,-1 1 0,1 3 0,-12 8 0,16-15 0,1 0 0,-1-1 0,-7 7 0,0 1 16,-1-1-16,-8 9 0,3-3 16,0 0-16,0 0 0,-3 3 0,1-2 0,0 2 0,0-1 0,0-1 0,-1 2 15,0 0-15,0 0 0,0 0 0,0 0 0,0-1 32,0-1-32,0 1 0,0-1 0,0 1 0,0 0 0,0 1 0,0 0 0,0 0 15,-11 17-15,0-2 16,-1 1-16,5-6 0,1-1 0,0 0 0,6-9 0,-8 24 0,2 1 0,0-2 0,2-9 0,2-1 31,0 0-31,6 10 0,0-1 0,0 2 0,-4-24 0,4 12 16,-2 0-16,0 1 0,16 1 0,0 0 0,-2 0 0,-16-14 15,11 8-15,-1 0 0,-1-1 0,15-11 0,-1 0 16,-1 0-16</inkml:trace>
  <inkml:trace contextRef="#ctx0" brushRef="#br0" timeOffset="106334.389">15786 16867 0,'0'0'0,"0"0"0,44-37 0,-18 15 16,30-9-16,-25 15 16,19 13-1,-22 3-15,-28 0 0,0 0 16,0 0-16,0 0 0,6 0 0,-3 0 0,0 0 0,10-2 0,1 1 15,-2 1-15,-12 0 0,7-1 0,0 1 0,1 0 16</inkml:trace>
  <inkml:trace contextRef="#ctx0" brushRef="#br0" timeOffset="106816.229">16737 16648 0,'0'0'0,"0"0"0,0 0 0,0 0 15,0 0-15,0 0 16,0 0 0,-72 7-16,72-7 0,0 0 0,0 0 15,-22 6-15,1 1 0,0 0 0,5 3 16,-1-2-16,1 1 0,4 2 0,1 0 0,-1 1 0,1 0 15,2 0-15,-1 0 0,10-12 0,-7 12 0,0-1 16,0 0-16,3-1 0,1-1 0,-1 0 0,5 0 0,-1 0 16,0 0-16,5-1 0,-2 0 15,0-1-15,5-1 0,-2 0 0,0 0 0,4-4 0,-1 0 16,0 0-16,5-6 0,-3 1 0,1 0 0,-12 3 16,15-7-16,-2 0 0,1 0 0,-1-2 0,0 0 0,-1 1 15,0-1-15,-1-2 0,0 2 0,0-1 0,-3 0 0,0 1 0,0 0 16,-1 1-16,-1 0 0,-6 8 0,4-7 0,0 0 15,0-1-15,-2 1 0,0 2 0,0-2 0,0 3 16,-2 0-16,3 1 0,-2 0 0,-1 2 0,0-1 16,1 1-16,-1 0 0,0 1 0,0-2 0,0 2 15,0 0-15,0 3 0,0-2 0,0-1 0,0 0 0,-1 3 16,1 0-16,0-1 0,-4 5 0,4-1 0,0 0 16,-1 5-16,1-1 15,0 0-15,1 2 0,-1 0 0,0 0 0,4 2 0,-1 1 0,0 0 0,-3-15 0,7 17 16,-2-1-16,-1 1 0,7-5 0,-4 1 0,0 0 15</inkml:trace>
  <inkml:trace contextRef="#ctx0" brushRef="#br0" timeOffset="107404.905">14809 17533 0,'0'0'0,"0"0"0,67-32 0,16 1 32,7 8-32,8 7 0,6 2 0,12-1 15,-116 15-15,0 0 0,42-4 0,0-1 16,-1 0-16,-41 5 0,43-3 15,-2-2-15,0 1 0,3-1 0,-2 1 0,0-1 16,7 1-16,-3 0 0,1 0 0,16-3 0,-1 2 0,0 0 0,1 1 0,-2-1 16,0 1-16,-61 4 15,55-5-15,-1 2 0,-1-1 0,-6 2 0,-1 0 0,0-1 0,-46 3 16,41-3 0,3 1-16,-2-1 0,0 1 0,1-1 0,-1 1 0,-1-1 15,1 1-15,-1 1 0,-41 1 0,32-1 0,-2-1 16,0 2-16,-12-1 0,-1 0 0,1 0 0,-18 1 15,7-1-15,-2 1 0,0 0 0,-8 0 0,2 0 0,0-1 16,1 1-16,-8-2 0,2 1 0,0 0 0,-11 1 16,2 0-16,-1 0 0,2 1 0,1 0 0,1-1 15,12 0-15,-10 3 0,2-2 0,0 1 0,-1-1 0,0 1 16,1-2-16,-2 1 0,1 0 0,1-1 0,-1-1 16,1 0-16,-1 1 0,9 0 0,0 0 0,0 0 15</inkml:trace>
  <inkml:trace contextRef="#ctx0" brushRef="#br0" timeOffset="108618.007">15510 17498 0,'0'0'0,"0"0"0,0 0 0,0 0 16,0 0-16,0 0 16,14 69-16,-6-27 15,-8-42-15,0 0 0,0 0 16,-1 29-16,0 0 0,0 0 0,1-29 0,-1 16 0,0 1 0,0-1 16,-6 15-16,1-1 0,2 1 0,0-14 0,0-1 15,1 1-15,3-17 0,-7 27 0,2 1 0,0-2 16,1-11-16,1 0 0,-1-1 0,-5-1 0,3-1 15,-1 2-15,7-14 0,-5 5 0,1 1 0,1 0 0,0-3 16,2-1-16,0 1 0,3-12 0,0 1 0,0-1 16,0 4-16,-1-1 0,1 2 0</inkml:trace>
  <inkml:trace contextRef="#ctx0" brushRef="#br0" timeOffset="108915.672">15513 17843 0,'0'0'0,"0"0"0,0 0 0,54-23 16,-9 12-16,-8 10 16,-10 10-16,-1 7 15,-7 2-15,-19-18 0,0 0 16,0 0-16,6 10 0,0-1 0,0 1 0,-3-1 16,0 1-16,0 0 0,-1 1 0,-1-1 0,0 0 0,-1-10 15,-2 9-15,2 0 0,0 0 0,-4 3 0,1-4 16,0 3-16,-2-1 0,0-1 0,0-1 0,-5 0 15,3-2-15,0 2 0,-2-1 0,-1 0 0,0-1 0,1 0 16,-1-2 0,1 2-16,-2-2 0,0 2 0,1-1 0,1-1 0,-1-1 0,1 0 0,-1-5 0,2 1 15,-1 0-15,-2-4 0,2 1 0,-1 0 0,2-1 16,0-1-16,-1 1 0,5-3 0,0 1 0,0 1 0,3-4 16,-1 2-16,2-1 0,2 1 0,0 1 0,0 0 15</inkml:trace>
  <inkml:trace contextRef="#ctx0" brushRef="#br0" timeOffset="109182.083">16089 17789 0,'0'0'0,"0"0"0,0 0 0,53-6 0,-4 2 15,-5-4 1,1 1-16,-3 4 31,0 1-31,-42 2 0,0 0 0,0 0 16,0 0-16,0 0 0,16 2 0,-1-1 0,1-1 0,-2 0 16,-1 1-16,-1 0 0,-2 0 0,-3 0 0,0 0 15,-2-3-15,0 2 0,1-1 0,-1-1 0,-2 2 16,0-1-16,0-1 0,0 1 0,0 1 0</inkml:trace>
  <inkml:trace contextRef="#ctx0" brushRef="#br0" timeOffset="109826.944">17125 17593 0,'0'0'0,"0"0"0,0 0 0,0 0 0,0 0 15,-58 0-15,6 8 16,6 11-16,8 7 16,38-26-16,0 0 0,0 0 0,-11 13 15,0 0-15,1-1 0,-2 0 0,3 0 0,-1-1 16,1 4-16,0-2 0,1 0 0,0 1 0,0-1 16,1 1-16,1-3 0,1 1 0,0 1 0,1-2 15,2-1-15,-1 0 0,3-1 0,0 0 0,0 0 16,4-2-16,-2 1 0,0-1 0,5-1 0,-2-3 0,0 0 15,5-1-15,-2-2 0,0 2 0,1-5 0,1 0 16,-1 1-16,2-2 0,-1 0 0,1-1 0,1-1 16,0 0-16,-1-1 0,2 0 0,-3 0 0,0-1 15,3 0-15,-2 1 0,0-1 0,1-2 0,-3 1 0,0 0 16,1-2-16,-2 2 0,0 0 0,2-1 0,-3 2 16,0-2-16,-1-1 0,0 1 0,1 1 0,-2 1 0,0 0 15,0 2-15,0 0 0,-2 0 0,0 1 0,3 0 16,-3 1-16,0 0 0,1 2 0,-2-1 0,0 0 15,-2 3-15,1-1 0,0 0 0,0 0 0,1 1 16,-2-2-16,0 2 0,0 0 0,0 0 0,0 0 16,-2 4-16,2-2 0,0 1 0,-2 4 0,1-2 15,0 0-15,-1 3 0,1 1 0,0-2 0,-1 4 0,1-4 16,0 1-16,2 3 0,-1-1 0,0 1 0,3 2 16,-1 2-16,0-2 0,4 0 0,-2-1 0,1 0 15,0 1-15,-1-1 0,0-2 0,1 2 0,-1-1 0,0 0 16,5-5-16,-3 1 0,0 0 0,4-4 0,1-1 15,-1-1-15,1-3 0,1 0 0,-1 0 0</inkml:trace>
  <inkml:trace contextRef="#ctx0" brushRef="#br0" timeOffset="110188.249">17517 16923 0,'0'0'0,"0"0"0,0 0 0,0 0 16,55-12-16,-55 12 15,60-5-15,-60 5 16,58 3-16,-58-3 0,0 0 16,0 0-16,14 3 0,0 0 0,1-1 0,-5 1 15,0 1-15,-1-1 0,-1 1 0,-2-2 0,1 1 0,-4-1 16,0 1-16,0-1 0,-1 2 0,-2-1 0,0 1 15</inkml:trace>
  <inkml:trace contextRef="#ctx0" brushRef="#br0" timeOffset="110361.489">17416 17068 0,'0'0'0,"0"0"0,0 0 0,0 0 15,0 0-15,106 0 16,-13 0-16,-22-6 16,-71 6-16,0 0 0,23-3 15,-1 0-15,0 1 0</inkml:trace>
  <inkml:trace contextRef="#ctx0" brushRef="#br0" timeOffset="114919.826">18115 16588 0,'0'0'0,"0"0"0,0 0 0,0 0 0,0 0 16,0 0 0,43-51-16,-18 20 15,-25 31-15,0 0 0,0 0 0,3-4 16,0 0 0,0 0-16,-3 4 0,15-3 0,-1-1 0,-1 1 0,-13 3 0,8-3 15,-1 2-15,1 0 0,4 5 0,1-1 16,-1-1-16,-12-2 0,7 3 0,1-1 0,-1 1 0,-2 10 0,-1 1 15,0-1-15,-4-13 0,1 9 0,2-2 0,-1 1 0,-2-8 16,-8 20-16,2-1 0,0 0 0,1-6 0,1-2 0,-1-1 16,5-10-16,-15 19 15,0-2-15,1 1 0,14-18 0,-9 11 0,0-2 16,1 0-16,-12 7 0,2 1 0,-1-1 0,19-16 16,-10 9-16,0-1 0,-1 1 0,11-9 0,-5 3 15,1 1-15,0 0 0,3-3 0,0 0 0,0 0 0,1-1 16,-2 0-16,2 0 0,0 0 0,0 0 0,0 0 15,0 0-15,-3 7 0,0-1 0,1 1 0,2-7 16,-3 5-16,2 0 0,0-3 0,16 3 0,-2-1 16,1 0-16,-6-1 0,0-2 0,0 0 0,-8-1 15,18 2-15,-2-1 0,1 1 0,-8-1 0,1-1 0,-1 1 16,-9-1-16,18-2 0,-3 2 0,1-2 0,-8 2 16,0-1-16,0 0 0,-8 1 0,13-8 0,-1 0 0,1 0 15,-5 3-15,-2 1 0,0-1 0</inkml:trace>
  <inkml:trace contextRef="#ctx0" brushRef="#br0" timeOffset="115411.59">18523 16544 0,'0'0'0,"0"0"16,0 0-16,0 0 0,0 0 15,57-32-15,-12 10 16,-14 15-16,-31 7 16,0 0-16,0 0 0,7 0 0,-2 1 0,0-1 15,0 4-15,-1 1 0,0-1 0,1 1 0,-2 1 0,0-2 16,0 6-16,-3-2 0,2 1 0,-5 1 0,0 0 16,0-1-16,3-9 0,-6 11 0,2-2 0,0 1 15,-6 0-15,2-1 0,0-1 0,-3 2 0,2-2 16,0 1-16,-4-1 0,3 0 0,0-1 0,-3 2 0,2-1 15,2-1-15,-3 0 0,2 2 0,0-1 0,10-8 16,-8 7-16,1 0 0,0-1 0,1 2 0,2-1 16,-1-1-16,1 3 0,2-3 0,0 1 0,1 0 15,0-2-15,0 1 0,5-2 0,-2 0 0,0 1 0,-2-5 16,6 2-16,-2 1 0,0-1 16,5 1-16,-3 0 0,3 0 0,3 0 0,-1-2 0,1 2 0,-1 0 15,0-1-15,1 0 0,-2-1 0,-1-1 0,1 0 0,0 1 16,0-1-16,1 0 0,-3 1 0,-1 0 0,-1-1 15,3-1-15,-2 0 0,0 0 0,-7 1 0,9-1 16,-3 1-16,0 0 0,-1-2 0,-2 2 0,2 0 0,-1-1 16,-1 1-16,-1 0 0,0-1 15,0 1-15,0 0 0,-1-1 0,0 1 0,0 0 0,-1-4 0,0 2 16,0-1-16,-1-1 0,0 0 0,0 1 16,-1-2-16,2-1 0,0 1 0,0-3 0,0 1 0,0-1 15</inkml:trace>
  <inkml:trace contextRef="#ctx0" brushRef="#br0" timeOffset="116009.087">19023 16659 0,'0'0'0,"0"0"0,0 0 0,0 0 16,0 0-16,0 0 16,0 0-16,0 0 15,0 0-15,0 0 0,0 0 0,0 0 0,0 0 16,0 0-16,0 0 16,0 0-16,0 0 0,0 0 0,29-4 0,-1-2 0,0 0 0,-6 5 0,0-2 15,0 1-15,-7 2 0,1 0 16,-1 0-16,-15 0 0,12 1 0,-1 0 0,0 0 0,1 1 0,-2-2 0,-1 1 0,2-1 15,-4 1-15,0 0 0,0 0 0,0-1 0,-1 2 16,-1-2 0,-1 0-16,0 0 0,0 0 0,-2 0 0,0 0 0,-2 0 0,5 1 15,-3-1-15,0 0 0,0 1 0,0-1 16,0 0-16,0 1 0,-2-1 0,0 0 0,1 0 0,-1 0 0,0 0 0,1 0 0,-1 0 16,0 0-16,0 0 0,0 0 0,0 0 0,0 0 15,0 0-15,0 0 0,0 0 0,0 0 0,0 0 16,0 0-16,0 0 0,0 0 0,0 0 0,0 0 0,0 0 15,0 0-15,-1 1 0,1 1 0,0-2 0,-1 2 16,1 0-16,0 1 0,0-3 0,-1 1 0,0 2 16,0-1-16,0-1 0,0 1 0,0-1 0,1-4 15,0 3-15,0-1 0,0 1 0,0 0 0,0 0 0</inkml:trace>
  <inkml:trace contextRef="#ctx0" brushRef="#br0" timeOffset="116974.135">19549 16334 0,'0'0'0,"0"0"0,0 0 0,0 0 0,0 0 15,0 0 1,0 0-16,66-44 16,-66 44-16,0 0 0,0 0 0,15-11 0,-3 3 15,0-1-15,-12 9 0,16-10 0,-1 1 16,1 0-16,-7 5 0,-2 0 0,1 0 0,-8 4 16,12 1-16,2 0 0,0 1 0,-6-1 0,-1-1 15,1 2-15,-8-2 0,12 9 0,-1 1 0,1-2 16,-12-8-16,7 6 0,-1-1 0,0 1 0,2 8 0,-2 3 15,0-2-15,-6-15 0,3 11 0,0-4 0,-1 3 0,-2 5 16,-1 0-16,0 0 0,1-15 0,-1 8 0,0 1 16,0-1-16,-10 8 0,1-1 0,1-1 0,9-14 0,-7 10 15,2-3-15,0 1 0,5-8 0,-15 18 0,1 0 16,1 0-16,4-8 0,2 0 16,-1 0-16,8-10 0,-18 16 0,0 1 0,1 0 0,6-7 0,1-2 0,0 1 15,10-9-15,-13 13 0,5-1 0,-1 1 0,9-13 16,-6 7-16,1-2 0,1 1 0,1-4 0,2 2 15,0-2-15,1-2 16,-1 0-16,1 1 0,0 0 0,5 9 0,-2 1 16,0 0-16,-3-11 0,4 6 0,-2 0 0,0-1 0,12 3 15,1-2-15,-1 1 0,-14-7 0,10 3 0,-1 1 16,-1-1-16,12 2 0,-1 0 0,1 0 0,-8-2 0,-1-1 0,-1 1 0,-10-3 0,18 2 16,-1 1-16,1-2 15,-9-1-15,0 1 0,1-1 0,-10 0 0,4 2 0,-1-2 16,0 0-16,7-3 0,1 0 0,-1 1 0,-10 2 15,7-3-15,-1 2 0,1-1 0,1-6 0,-1-1 0,0 0 16,-7 9-16,5-5 0,-1 0 16,-1 0-16</inkml:trace>
  <inkml:trace contextRef="#ctx0" brushRef="#br0" timeOffset="117508.811">20237 16330 0,'0'0'0,"0"0"0,0 0 0,0 0 0,0 0 15,0 0-15,0 0 16,0 0 0,0 0-1,0 0-15,0 0 0,0 0 0,0 0 0,0 0 0,0 0 0,0 0 0,0 0 0,0 0 0,0 0 16,0 0-16,-6 20 0,0 1 0,0-1 0,-3-2 15,3-1-15,0 0 0,6-17 0,-7 17 0,2-1 16,-1 0-16,2-3 0,1 1 0,0-2 0,1 3 16,0-2-1,-1 0-15,3 1 0,0-1 0,0 1 0,5-1 0,-3-1 0,0 0 0,3 0 16,0-1-16,1 0 16,-6-11-16,7 11 0,-1-2 0,0 1 0,4-2 0,-2-1 15,0 1-15,3-2 0,0 1 0,-1-2 0,2-1 16,-1-1-16,0 0 0,2-5 0,-3 1 0,0 0 15,5-4-15,-2 0 0,1 1 0,-14 4 0,14-10 0,-2 0 16,1 1-16,0-4 0,-1 1 0,-1 2 0,-1-5 16,1 1-16,-1-2 0,-1 1 0,-1-2 0,-1 3 15,-4-2-15,2 1 0,-1 0 0,-4 15 0,3-16 16,-2 1-16,0 0 0,-3 1 0,1 0 0,0-2 0,-5 0 16,2 0-16,0 1 0,-3-1 0,-1 0 0,1 1 15,7 15-15,-10-14 0,2 1 0,-1 1 0,-2 0 16,0 3-16,-1 0 0,-1 1 0,0 2 0,1-2 0,-2 4 15,1 0-15,0 1 0,13 3 0,-16-2 0,2 0 16,-2 2-16,3 2 0,-2-1 0,1 1 16,0 3-16,3-3 0,0 1 0,0 1 0,3 0 0,0-2 15,8-2-15,-5 6 0,0-3 0,1 0 0,-1 2 0,2-4 16,0 2-16</inkml:trace>
  <inkml:trace contextRef="#ctx0" brushRef="#br0" timeOffset="118299.636">21191 17038 0,'0'0'0,"0"0"15,0 0-15,0 0 0,0 0 16,0 0-16,0 0 16,0 0-16,0 0 0,0 0 15,0 0-15,0 0 0,0 0 0,0 0 0,0 0 16,0 0-16,0 0 0,-23 6 0,2 0 0,-1 0 16,22-6-16,-23 6 0,3-1 0,-1-1 0,0-1 15,1 0-15,-1 0 0,-1 1 0,2-1 0,-1 0 0,-2-1 16,1 0-16,1 1 0,-3 1 0,0-1 15,0 1-15,-2 0 0,1-1 0,0 0 0,-2 2 0,0-3 0,-1 2 16,-2-2-16,-1 1 0,0 0 16,-2 0-16,-1 0 0,2 1 0,-3 0 0,0 0 0,0 0 0,35-4 15,-40 5-15,2-1 0,0 1 0,-3-2 0,-1 0 16,1 1-16,-4-3 0,3 2 0,0-3 0,-4 4 16,1-1-16,-1 0 0,-1 1 0,0-1 0,1-1 15,-3 3-15,3-3 0,-1 2 0,1 0 0,1 1 0,1-2 16,2 1-16,2-2 0,0 0 0,-3 2 0,1-1 15,0 1-15,-1 0 0,3-1 0,0 0 0,-1 1 16,2 0-16,0-2 0,0 3 0,0-4 0,1 2 16,3 0-16,0-2 0,0 1 0,3 1 0,2-2 0,0 2 15,4-1-15,0-1 0,0 0 0,2 1 0,5 0 16,-2-1-16,1 2 0,2-1 0,-1-1 0,5 0 16,-1 1-16,1 0 0,3 0 0,3-1 0,0 0 15,8-1-15,-6 1 0,2 1 16,-1-2-16,2 1 0,1-1 0,0 0 0,0 0 0,2 1 0,0 0 0,-1-1 15,1 0-15,0 0 0,0 1 0,0-1 0,0 0 16,0 0-16,0 0 0,0 0 0,0 0 0,0 0 0,0 0 16,0 1-16,0 0 0,0-1 0,0 1 0,0-1 15,0 1-15,1 0 0,-1-1 0,0 0 0,0 1 16,0-1-16,0 0 0,0 0 0,0-3 16,0 0-16,0 0 0,0-2 0,0 1 0,0 0 0,-1-3 15,1 0-15,0 0 0,-1 2 0,1-1 0,0 0 16</inkml:trace>
  <inkml:trace contextRef="#ctx0" brushRef="#br0" timeOffset="121231.106">18257 17797 0,'0'0'0,"0"0"15,0 0-15,0 0 0,0 0 16,0 0-16,0 0 16,41-48-16,-41 48 15,0 0-15,0 0 0,10-10 0,-2 1 16,0 1-16,7-3 0,-2 1 0,0-1 16,-13 11-16,10-6 0,-3 1 0,0 0 0,10 3 0,-2 0 0,1-1 15,-7 3-15,-1-1 0,1 0 0,-9 1 0,16 3 16,-1 0-16,-1 0 0,-5-1 0,-1 1 0,-1-1 15,-7-2-15,12 9 0,1-1 0,-1 0 0,-5-2 0,0-1 16,-1 0-16,-3 9 0,-2-1 0,2 0 0,-3-13 0,1 8 16,0-1-16,0 1 0,-7 8 0,0 0 0,-1-2 15,7-14-15,-5 9 0,2-1 0,0 0 0,-9 6 16,-1 0-16,1 0 0,4-6 0,1-1 0,1 0 0,6-7 16,-16 11-16,1 0 0,1 1 0,4-6 0,2 0 15,0 0-15,8-6 0,-14 8 0,1-1 0,0 1 16,5-3-16,1-1 15,0 0-15,7-4 0,-4 2 0,2 0 0,0-1 16,1 0-16,0-1 0,-1 1 0,1-1 0,1 0 16,0 0-16,0 0 0,0 0 0,0 0 0,6 4 0,-2 0 0,0-1 0,-1 0 0,0-2 15,0 0-15,12 4 16,-3-2-16,0 0 0,-3-2 0,-2 1 0,0-1 0,9 1 0,-2-1 16,1 0-16,-15-1 0,8 1 0,0-1 0,0 0 15,7 0-15,-1 0 0,1 0 0,-7-1 0,-1 1 16,1 0-16,-8 0 0,16-5 0,-1-1 0,-1 2 0,-6 0 0,1 2 0,-1-2 15,-8 4-15,14-15 0,0 1 0,-1-1 0,-3 7 16,-3 0-16,0-1 0,2-5 0,0-1 16,-1 0-16</inkml:trace>
  <inkml:trace contextRef="#ctx0" brushRef="#br0" timeOffset="121701.955">18993 17563 0,'0'0'0,"0"0"16,0 0-16,0 0 0,0 0 16,-26 47-16,2-8 15,9-11 1,15-28-16,0 0 0,0 0 0,-5 7 0,0 0 16,1 0-16,1-3 0,1 2 0,0-2 0,0 0 0,1-2 15,0 2 1,0-3-16,0 1 0,0 0 0,-1-2 0,2 2 0,0-2 0,1 1 0,-1-1 0,0 0 0,5 1 15,-2 2-15,0-1 0,2-1 16,0 1-16,1-1 0,1 1 16,-1-1-16,0 0 0,3 0 0,-1-1 0,0 0 15,-1 2-15,1-2 0,-1 0 0,1 2 0,-1-2 0,1 0 16,-1 3-16,-2-1 0,0-2 0,2 2 0,-1 1 16,1-1-16,0 2 0,-1-1 0,0 1 0,1 3 15,-2-3-15,0 2 0,2 0 0,-2 0 0,0-1 0,0 3 16,-1 0-16,0-1 0,-1 1 0,-1-1 0,0 0 15,-2-7-15,3 10 0,-1-1 0,0 0 0,0-1 16,-2 0-16,0-1 0,-2 3 0,0-2 0,0 1 16,-3 0-16,1 0 0,0-1 0,-3 0 0,1-1 0,1 0 15,-3 0-15,1-1 0,-1 1 0,-2 0 0,1-1 16,-1 1-16,-1-2 0,1-1 0,0 1 0,0 1 16,1-1-16,0-1 0,-2-2 0,2 1 0,0 0 0,-2-6 15,2 3-15,0-1 0,0-6 0,3 2 16,0 0-16,3-4 0,2 1 0,0-2 0,2-1 0,-1 1 15,0-1-15</inkml:trace>
  <inkml:trace contextRef="#ctx0" brushRef="#br0" timeOffset="121917.921">18990 17625 0,'0'0'0,"0"0"0,0 0 0,0 0 16,0 0-16,0 0 15,0 0-15,61-27 16,-61 27-16,0 0 0,0 0 16,17-6-16,0 0 0,-2 1 0,1 3 0,-3 0 15,1 1-15,-3 2 0,-2-1 0,1 0 0,1 2 16,-2-2-16,1 0 0,-2 2 0,-1 0 0,0-1 0,2 1 16,-2-1-16,0 0 0,-1 0 0,-1 1 0,3-2 15,-2 0-15,0 0 0,0 0 0</inkml:trace>
  <inkml:trace contextRef="#ctx0" brushRef="#br0" timeOffset="122300.261">19534 17822 0,'0'0'0,"0"0"0,0 0 16,0 0-16,0 0 15,74-14-15,-18 8 16,-14 5-16,-42 1 0,0 0 16,0 0-16,11 1 0,0 1 0,-2-1 15,0 0-15,0 2 0,-1 0 0,-1-1 0,-1 1 16,0-2-16,1 1 0,-1 0 0,0-1 0,-2-1 0,0 1 0,0-1 16,1-1-16,-3 1 0,0-1 0,2-1 15,-2 0-15,0 1 0,2-2 0,-1 1 0,0-1 16</inkml:trace>
  <inkml:trace contextRef="#ctx0" brushRef="#br0" timeOffset="123801">20095 17595 0,'0'0'0,"0"0"0,0 0 16,0 0-16,0 0 0,0 0 15,0 0-15,0 0 16,0 0-16,0 0 16,0 0-16,0 0 0,0 0 0,0 0 0,0 0 0,16-19 15,1 2-15,-1 0 0,0 4 0,-2 1 16,1 1-16,-5 4 0,0 2 0,1 0 16,-3 3-16,-1 1 0,0-1 0,2 3 15,-3-1-15,0 0 0,1 2 0,-2-1 16,1 1-16,0 1 0,-2 2 0,0-2 0,1 2 0,-1 2 0,1 0 0,-1 0 0,-1-1 0,0 0 15,-1 6-15,-1-4 0,2 1 0,-1 3 16,-1-1-16,0-1 16,2 2-16,-2 0 0,0 0 0,-4-1 0,2 0 15,0 0-15,-4 0 0,1 0 0,0 1 0,-4-4 16,1 3-16,1-3 0,-4 3 0,2-1 0,-1 0 16,-2 1-16,1-3 0,-1 3 0,11-11 0,-11 9 15,-1-1-15,1 0 0,-2 1 0,3-2 0,0-1 0,-1 2 16,1-1-16,1 0 0,-1-1 0,1 0 0,1 0 15,0-2-15,0 0 0,-1 0 0,2 1 0,0 0 16,0-1-16,-1 1 0,3-1 0,0 0 0,-1 0 0,2-2 16,0 0-16,-1 1 0,2-1 0,0 1 15,1 0-15,0-1 0,0 1 0,0-1 0,1 2 0,0-2 16,-1 0-16,1 1 0,0-2 0,0 2 0,1-2 0,0 0 16,0 0-16,0-1 0,0 0 0,0 0 15,0 0-15,0 0 0,0 0 0,0 0 0,0 0 0,0 0 16,0 0-16,0 0 0,0 0 0,0 0 0,0 0 15,0 0-15,0 0 0,0 0 0,0 0 0,0 0 16,0 0-16,0 0 0,0 0 0,0 0 0,0-2 0,0 1 16,0 0-16,1-1 0,-1 1 0,0 0 0,1 1 15,-1-2-15,0 2 0,1-1 0,-1 1 0,0-1 16,0 1-16,0 0 0,0 0 0,0-1 0,0 1 0,0 0 16,0 0-16,0 0 0,0 0 0,0 0 0,0 0 15,0 0-15,0 0 0,0 0 0,0 0 0,0 0 16,0 0-16,0 0 0,0 0 0,0 0 0,0 0 0,0 0 15,0 0-15,0 0 0,0 0 0,0 0 16,0 0-16,0 0 0,0 0 0,0 0 0,0 0 0,0 0 16,0 0-16,0 0 0,0 0 0,0 0 0,0 0 15,0 0-15,0 0 0,0 0 0,0 0 0,0 0 16,0 0-16,0 0 0,0 0 0,0 0 0,0 0 16,0 0-16,0 0 0,0 0 0,0 0 0,0 0 15,0 0-15,0 0 0,0 0 0,0 0 0,0 0 0,0 0 16,0 0-16,0 0 0,0 0 0,0 0 0,0 0 0,0 0 15,0 0-15,0 0 0,0 0 0,0 0 0,0 0 16,0 0-16,0 0 0,0 0 0,0 0 0,0 0 16,0 0-16,0 0 0,0 0 0,0 0 0,0 0 15,0 0-15,0 0 0,0 0 0,0 0 0,0 0 16,0 0-16,0 0 0,0 0 0,0 0 0,0 0 0,0 0 16,0 0-16,0 0 0,0 0 0,0 0 0,0 0 15,0 0-15,0 0 0,0 0 0,0 0 0,0 0 16,0 0-16,0 0 0,0 0 0,0 0 0,0 0 15,0 0-15,0 0 0,0 0 0,0 0 0,0 0 0,0 0 16,0 0-16,0 0 0,0 0 0,0 0 0,0 0 16,0 0-16,2-1 0,-2 1 15,0-2-15,5 0 0,-2 1 0,0 0 0,2-1 0,0 1 0,-1 1 16,0 0-16,-1 0 0,0 0 0,3-2 0,0 2 16,1 0-16,1 2 0,-2-2 0,2 0 0,2 1 0,-3-1 15,0 0-15,0-1 0,1 1 0,-1 0 0,2-2 16,-1 2-16,1-1 0,2-1 0,-2 2 0,1-1 15,1-1-15,-1 1 0,1 0 16,1-1-16,0 0 0,-1 0 0,1 0 0,-1-1 0,-1 2 0,-1-3 0,0 2 16,-1-1-16,3 0 0,-2 2 15,1-2-15,-10 3 0,8-2 0,-1 1 0,1 1 16,-4-2-16,2 1 0,-1 1 0,-1-2 0,-1 2 0,0-1 16,2 1-16,-3 0 0,0 0 0,0-1 0,-1 1 0,0 0 0,1 0 15,-2 0-15,0 0 0,1 0 0,-1 0 0,0 0 16,0 0-16,0 0 0,0 0 0,0 0 0,0 0 15,0 0-15,0 0 0,0 0 0,0 0 0,0 0 0,0 0 16,0 0-16,0 0 0,0 0 0,0 0 0,0 0 16,0 0-16,0 0 0,0 0 0,0 0 0,0 0 15,-2 0-15,2 0 0,0 0 0,-1 0 0,0 0 16,0 0-16,0 0 0,1 0 0,0 0 0,0-1 0,0 0 16,0 1-16,1-2 0,-1 1 15,0-1-15,1-1 0,-1 1 0,0-2 0,3 1 0,-2-1 0,0 0 16</inkml:trace>
  <inkml:trace contextRef="#ctx0" brushRef="#br0" timeOffset="139079.258">20841 17386 0,'0'0'0,"0"0"0,0 0 0,0 0 0,0 0 16,0 0-16,0 0 15,0 0 1,0 0-16,0 0 0,0 0 0,-9 18 0,-1 0 0,1 0 16,3-7-16,1 0 0,-1 0 0,6-11 0,-8 17 15,2-1-15,0 2 0,2-9 0,0 0 0,1 0 0,-9 10 16,2 0-16,-1 1 0,11-20 0,-6 11 0,0-1 15,0-1-15,-2 12 0,1-1 0,0 1 16,7-21-16,-5 11 0,2 0 0,0 0 0,6 9 0,-1-1 0,0 0 16,0-9-16,0 0 0,0 0 0,-2-10 15,16 13-15,-2 0 0,1 1 0,-5-8 0,-2 1 16,0-1-16,17 0 0,-1-2 0,0 0 0,-24-4 0,13 3 16,1-2-16,-1 1 0,11-7 0,-1 1 0,-1-1 15,-22 5-15,12-4 0,1 1 0,-1 0 0,8-12 0,-1 2 16,-1 1-16,-7 4 0,-1 0 0,0 0 0,-10 8 15,12-18-15,-2 0 0,0 0 0,-4 8 0,-1-2 16,0 2-16,-5 10 0,-3-21 0,1 2 0,0-1 16,-1 8-16,2 0 0,-1 2 0,-9-12 0,1-1 0,-1 2 15,11 21-15,-9-13 0,4 2 0,-1-1 0,-6-6 16,1 1-16,0 0 0,11 17 0,-7-10 0,1 1 16,0 0-16,-8-4 0,0 2 0,1-1 0,13 12 0,-9-6 15,2-1-15,0 1 0,-9 1 0,3 0 0,0 0 16,13 5-16,-9-2 0,2 0 0,0 0 0,4 1 15,0 0-15,0 1 0,5 2 0,0-1 0,0 0 0</inkml:trace>
  <inkml:trace contextRef="#ctx0" brushRef="#br0" timeOffset="139537.197">21613 16512 0,'0'0'0,"0"0"15,0 0-15,0 0 0,53-15 0,-8 2 16,-5 6-16,2 4 15,-42 3-15,0 0 16,0 0-16,15-1 0,-1 1 0,-1 0 0,0-1 0,-1-1 0,0 0 16,1 1-16,-2 1 0,0-1 0,0 1 0,-1 0 15,0 0-15,0 1 0,-1-1 0,0 0 0,-9 0 0,9 1 32,-3-1-32,0 0 0,-1 1 0,-2 1 0,2-1 0,-2 0 0,-2 0 0,0 1 0</inkml:trace>
  <inkml:trace contextRef="#ctx0" brushRef="#br0" timeOffset="139805.319">21684 16773 0,'0'0'0,"0"0"0,0 0 16,0 0-16,56-1 16,-4-4-16,-8-1 15,3 0-15,-47 6 16,0 0-16,0 0 0,15 0 0,1-1 0,-1 1 0,-15 0 0,14-2 16,-2 1-16,0 0 0,0-1 0,-1 0 0,1-1 15,-1 0-15,-3-1 0,2 1 0,-3 0 0,-1 2 16,0-2-16</inkml:trace>
  <inkml:trace contextRef="#ctx0" brushRef="#br0" timeOffset="142060.263">22274 16130 0,'0'0'16,"0"0"-16,0 0 0,-26 63 0,9-26 15,-8 26 1,15-30-16,12 28 15,-2-61-15,0 0 0,0 0 0,2 12 16,-2-2-16,0 1 0,0-11 0,9 19 0,0 0 0,-1 0 16,-8-19-16,5 10 0,0 1 0,0 0 0,14 4 0,-2-2 15,1 2-15,-18-15 0,10 7 0,1 1 0,-1-2 16,17 1-16,0 0 0,0 0 0,-27-7 0,15 4 0,0 0 16,-1-1-16,14-9 0,-1 2 0,0 0 0,-27 4 15,15-5-15,0 2 0,-1 0 0,8-17 16,0 0-16,-1-1 0,-21 21 0,12-13 0,-1 3 0,0-2 15,-11 12-15,11-26 0,-1 1 0,0-2 0,-4 14 0,-1-1 16,0 0-16,-5 14 0,-1-30 0,1 1 0,0-1 16,-2 13-16,2 1 0,0 0 0,0 16 0,-12-23 15,1 0-15,0 0 0,11 23 0,-7-11 0,0-2 16,1 1-16,-11-2 0,-1 0 0,0 1 0,18 13 0,-10-7 16,1 1-16,-1-2 0,10 8 0,-22-1 0,0 0 15,0-1-15,9 2 0,2 0 0,-1 0 0,12 0 16,-18 9-16,0-1 0,0-2 0,9-1 0,0-2 0,-1 2 15</inkml:trace>
  <inkml:trace contextRef="#ctx0" brushRef="#br0" timeOffset="142265.693">22916 16373 0,'0'0'0,"0"0"0,0 0 0,0 0 16,0 0-1,0 0-15,0 0 16,54-54-16,-54 54 0</inkml:trace>
  <inkml:trace contextRef="#ctx0" brushRef="#br0" timeOffset="142684.409">23269 15947 0,'0'0'0,"0"0"0,0 0 0,0 0 16,0 0-16,0 0 15,0 0-15,0 0 16,0 0-16,0 0 0,0 0 0,-9 20 15,0-1-15,0 1 0,9-20 16,-8 17-16,0-2 0,1 2 0,2-4 0,0-2 0,0-1 0,1 0 16,1-1-16,0 0 0,2 1 0,-1 0 0,2 1 0,0-1 15,0 0-15,0 1 0,0-11 0,2 11 0,-1-1 16,0 1-16,2 1 0,-1-1 0,1 1 0,0-2 0,0 1 16,0-1-16,2-3 0,-1 1 0,0-2 15,3 0-15,-1-1 0,-1 0 0,5-1 0,-2-1 0,0 0 16,-1 0-16,-1 0 0,0-2 0,-2-1 0,-1 2 15,-1-1-15,0 0 16,-1-1-16,0 0 0,20-2 0,0-1 0,0 2 0,1-4 0,0 2 0,0 0 0,-2-2 16,-2 2-16,1-1 15,-4 0-15,0 0 0,-1-1 0,-14 5 0,12-8 0,-1 2 0,0 0 0,1-1 0,-2-1 16,2 1-16,-3-1 0,-2 0 0,0 0 0,-1-2 16,1-1-16,-1 1 0,-1 3 0,-2-1 0,0 2 15,0 2-15,-2 1 0,0-1 0,0 2 16,-1 1-16,0 0 0</inkml:trace>
  <inkml:trace contextRef="#ctx0" brushRef="#br0" timeOffset="142899.379">23554 15909 0,'0'0'0,"0"0"0,0 0 0,0 0 16,0 0-16,-21 70 16,4-3-16,1-9 15,16-58-15,0 0 0,0 0 0,-5 20 16,0-1-16,0 0 0,5-19 0,-5 19 0,0 1 0,1-2 15,-4 4-15,2-1 0,0 0 0,-1 2 0,1 0 16,0-2-16,-2 2 0,0-3 0,1 2 0,-1-3 0,2-1 16,0 0-16,6-18 15,-8 17-15,2 0 0,0 0 0,1-7 0,1 2 0,-1-1 0,3-4 0,2 0 0,0-1 16,4-1 0,-2-1-16,0-1 0</inkml:trace>
  <inkml:trace contextRef="#ctx0" brushRef="#br0" timeOffset="143264.353">24010 16359 0,'0'0'0,"0"0"0,0 0 16,0 0-16,-12 54 15,-23-2 1,-20-8-16,-13-1 16,68-43-16,0 0 0,0 0 0,-26 16 0,1 0 0,-1 0 15,-3 1-15,0-1 0,0 0 0,-5 2 0,0-1 16,0 0-16,-8 4 0,3 0 0,0-2 0,-4 3 0,2-1 16,0 1-16,-3 2 0,2 0 0,-1 0 0,-1-1 15,2-1-15,-1 1 0,2 3 0,0-2 0,-1 1 0,4-1 16,0 0-16,0 1 0,-1 0 0,3-1 0,0 0 15,1 0-15,2-2 0,0 0 0,3-1 0,2 0 16,0-2-16,5 0 0,0-1 0,1 0 0,2-2 0,3 1 16,0-1-16,2-2 0,3-1 0,0 0 0,2-4 15,3 0-15,0-1 0,9-3 0,-1-1 0,0 0 16,10-6-16,1 0 0,-1 0 0,10-6 0,-2 1 16,0 1-16</inkml:trace>
  <inkml:trace contextRef="#ctx0" brushRef="#br0" timeOffset="143585.482">24298 16593 0,'0'0'0,"0"0"0,0 0 0,0 0 0,-47 45 16,-21 3 0,-13 3-1,-19 6-15,-18 10 0,118-67 0,0 0 16,0 0-16,-56 30 0,0-1 0,0 1 0,-8 6 0,-1 0 16,2-2-16,-4 6 0,1-1 0,-1 0 0,7-1 0,-1-1 15,0 0-15,3 3 0,2-2 0,-1 0 0,0 4 16,0-1-16,0 0 0,-1 0 0,0 1 0,2-1 15,-12 7-15,-1-1 0,1 0 0,7-13 0,1-1 16,0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04:18:17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10498 9904 0,'0'0'0,"0"0"15,0 0-15,0 0 16,0 0-16,0 0 16,71 7-1,-71-7-15,0 0 0,0 0 0,16 2 16,-3-2-16,1 2 0,-14-2 0,6 0 16,-1 0-16,0 0 0,-5 0 0,22 3 0,0-2 0,-1 1 0,-21-2 15,29 3-15,-2-3 0,0 2 16,-27-2-16,30 0 0,-2 0 0,0 0 0,-28 0 0,31 0 0,-1 0 0,0 0 15,-30 0-15,40 0 0,0 0 0,1 0 0,-41 0 16,50 0-16,1 0 0,0 0 16,-51 0-16,55 0 0,-1-2 0,0 2 0,-54 0 15,55-2-15,-2 1 0,1-1 0,-54 2 0,56 0 0,-1 0 16,0 0-16,-5 2 0,1-2 0,0 0 0,-51 0 16,45 1-16,0-1 0,1 2 0,-46-2 0,46 0 0,1 1 15,-1 0-15,-46-1 0,54 0 0,-1 2 0,0-2 0,-53 0 0,69 2 16,-2 0-16,0-1 0,-67-1 0,67 3 15,-1-3-15,-1 1 0,-65-1 0,61 0 16,-2 1-16,-1-1 0,-58 0 0,49-1 0,-1 1 0,-1 0 0,-10-3 0,1 2 16,-1 0-16,-37 1 0,35-1 0,0-1 0,0-1 15,-35 3-15,39 0 0,0-2 0,-1 2 0,-38 0 16,42-2-16,0 1 0,-1-1 0,-41 2 0,53-1 0,-2 0 16,1-1-16,6 0 0,0 2 0,-1-1 0,-57 1 15,60-3-15,-1 3 0,-1-1 16,-58 1-16,59-1 0,-3 0 0,2 1 0,9-2 0,-2 1 0,0 1 15,-65 0-15,73-2 0,-1 2 0,0 0 0,-72 0 0,68-2 16,-3 2 0,0-3-16,-9 1 0,-2 1 0,1-2 0,-55 3 0,45-2 15,-2 0-15,1 0 0,-44 2 0,37-2 0,0 1 16,0-1-16,-1-1 0,-1 3 0,1-1 0,-36 1 0,37-1 0,1 1 0,-1-2 0,2 1 16,-1-1-16,0 2 0,-38 0 0,40-1 0,1 0 15,-1 0-15,-40 1 0,42 2 16,-1-2-16,-1 1 0,3 1 0,-1 1 0,-1-3 15,-41 0-15,39 2 0,-2 0 0,1 1 0,-1-2 0,-1 1 0,0 1 0,-36-3 16,42 2 0,-3-1-16,0 1 0,-39-2 0,45 1 0,-3 0 0,0 1 0,14 1 0,-1-3 15,0 1-15,-55-1 0,57 1 0,-1 2 16,1 0-16,-6-1 0,0 1 16,-1-2-16,-50-1 0,46 3 0,1-1 0,0 1 0,-8 0 0,0-1 0,1 1 0,-40-3 0,40 3 0,0 1 31,0-3-31,6 2 0,-3 0 0,1-2 0,-44-1 0,42 2 0,1-2 0,-1 1 0,-6-5 0,-2 1 15,0 0-15,-34 3 0,40-3 0,-3 1 0,0-1 32,4 0-32,0 1 0,-1 0 0,-40 2 0,43-3 0,-1 2 15,-1-2-15,1 0 0,-1 2 0,-1-2 0,-40 3 16,39-2-16,0 0 0,-1-1 0,-19 3 0,0-1 16,0 0-16</inkml:trace>
  <inkml:trace contextRef="#ctx0" brushRef="#br0" timeOffset="8187.626">16038 12290 0,'0'0'0,"-53"-15"0,22 5 0,-52-12 16,-21-2-16,-41-4 15,12 9 1,133 19-16,0 0 0,0 0 0,-50-1 15,2 0 1,-1 0-16,49 1 0,-47 3 0,1-3 0,1 2 0</inkml:trace>
  <inkml:trace contextRef="#ctx0" brushRef="#br0" timeOffset="9156.074">13925 15291 0,'0'0'0,"0"0"0,0 0 16,0 0-16,0 0 15,0 0-15,-56-4 16,23 2-1,33 2-15,0 0 0,0 0 0,-26-2 16,0-1-16,0 2 0,26 1 0,-30-3 0,2 1 0,0 1 16,-15-4-16,2 3 0,0-2 0,41 4 0,-48-3 15,3 1-15,0-1 0,0 0 0,2 0 0,-1 1 0,44 2 16,-42-3-16,1 3 0,-1-2 0,42 2 0,-39 0 0,2 0 16,-1 0-16,-2 2 0,2-2 0,0 0 0,38 0 15,-54 1-15,1 0 0,1 0 0,-15-1 0,3 0 0,0 0 16,0-3-16,2 3 0,0 0 0,5-2 15,1 1-15,1-1 0,55 2 0,-56-1 0,0 0 0,0-2 16,-9 0-16,2 2 0,0-2 0,-13-1 16,1 1-16,1 0 0,74 3 0,-71-4 0,2-1 0,0 0 15,12 1-15,0-1 0,0 1 0,13 0 0,-1 0 16,1 0-16,44 4 0,-38-5 0,1 1 0,-1 1 0,38 3 16,-35-3-16,1 0 0,0 1 0,1-1 0,0 0 15,0 0-15,33 3 0,-17-1 0,2 1 0,-1-1 0,16 1 16,-30-3-16,1 1 0,0 0 0,29 2 0,-17-2 15,1 1-15,1 0 0,15 1 0,-7-1 0,1 0 0,1 1 16,3 0-16,0 0 0,0 0 0,2 0 0,-2 0 16,2 0-16,0 0 0,0 0 0,0 0 0,0 0 15,0 0-15,13-3 0,-1 2 16,-1-2-16,-11 3 0,7-2 0,1 0 0,-1 2 0,-3-1 0,-1 1 16,0-1-16,-3 1 0,1 0 0,0 0 0,0 0 0,0 0 15,-1 0-15,0 0 0,0-2 0,0 2 0,0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C552-93D8-4124-BA2E-ED1A3905488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B13BA-116C-4B9D-ABF8-EFE0B0BB4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25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x,y,z</a:t>
            </a:r>
            <a:r>
              <a:rPr lang="en-IN" dirty="0"/>
              <a:t> – linguistic variables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504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membership function</a:t>
            </a:r>
            <a:r>
              <a:rPr lang="en-US" dirty="0"/>
              <a:t> assigns a value between </a:t>
            </a:r>
            <a:r>
              <a:rPr lang="en-US" b="1" dirty="0"/>
              <a:t>0 and 1</a:t>
            </a:r>
            <a:r>
              <a:rPr lang="en-US" dirty="0"/>
              <a:t> to show </a:t>
            </a:r>
            <a:r>
              <a:rPr lang="en-US" b="1" dirty="0"/>
              <a:t>how much an element belongs</a:t>
            </a:r>
            <a:r>
              <a:rPr lang="en-US" dirty="0"/>
              <a:t> to a fuzzy set.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3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singleton membership function</a:t>
            </a:r>
            <a:r>
              <a:rPr lang="en-US" dirty="0"/>
              <a:t> is a fuzzy set where </a:t>
            </a:r>
            <a:r>
              <a:rPr lang="en-US" b="1" dirty="0"/>
              <a:t>all input values have membership 0 except for a single point</a:t>
            </a:r>
            <a:r>
              <a:rPr lang="en-US" dirty="0"/>
              <a:t>, which has </a:t>
            </a:r>
            <a:r>
              <a:rPr lang="en-US" b="1" dirty="0"/>
              <a:t>membership 1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Temperature is exactly 30°C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2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triangular membership function</a:t>
            </a:r>
            <a:r>
              <a:rPr lang="en-US" dirty="0"/>
              <a:t> is defined by </a:t>
            </a:r>
            <a:r>
              <a:rPr lang="en-US" b="1" dirty="0"/>
              <a:t>three points</a:t>
            </a:r>
            <a:r>
              <a:rPr lang="en-US" dirty="0"/>
              <a:t>: </a:t>
            </a:r>
            <a:r>
              <a:rPr lang="en-US" dirty="0" err="1"/>
              <a:t>a,b,c</a:t>
            </a:r>
            <a:r>
              <a:rPr lang="en-US" dirty="0"/>
              <a:t> on the x-axis.</a:t>
            </a:r>
          </a:p>
          <a:p>
            <a:r>
              <a:rPr lang="en-US" b="1" dirty="0"/>
              <a:t>a</a:t>
            </a:r>
            <a:r>
              <a:rPr lang="en-US" dirty="0"/>
              <a:t> – where membership starts increasing from 0</a:t>
            </a:r>
          </a:p>
          <a:p>
            <a:r>
              <a:rPr lang="en-US" b="1" dirty="0"/>
              <a:t>b</a:t>
            </a:r>
            <a:r>
              <a:rPr lang="en-US" dirty="0"/>
              <a:t> – the </a:t>
            </a:r>
            <a:r>
              <a:rPr lang="en-US" b="1" dirty="0"/>
              <a:t>peak</a:t>
            </a:r>
            <a:r>
              <a:rPr lang="en-US" dirty="0"/>
              <a:t> where membership = 1</a:t>
            </a:r>
          </a:p>
          <a:p>
            <a:r>
              <a:rPr lang="en-US" b="1" dirty="0"/>
              <a:t>c</a:t>
            </a:r>
            <a:r>
              <a:rPr lang="en-US" dirty="0"/>
              <a:t> – where membership decreases back to 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304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(x-a/b-a)​ → </a:t>
            </a:r>
            <a:r>
              <a:rPr lang="en-IN" b="1" dirty="0"/>
              <a:t>rising slope</a:t>
            </a:r>
          </a:p>
          <a:p>
            <a:r>
              <a:rPr lang="en-IN" dirty="0"/>
              <a:t>(c-x/c-b) – falling slope</a:t>
            </a:r>
            <a:br>
              <a:rPr lang="en-IN" dirty="0"/>
            </a:br>
            <a:r>
              <a:rPr lang="en-US" b="1" dirty="0"/>
              <a:t>Membership values cannot be negative</a:t>
            </a:r>
            <a:r>
              <a:rPr lang="en-US" dirty="0"/>
              <a:t> (they must be between 0 and 1).</a:t>
            </a:r>
          </a:p>
          <a:p>
            <a:r>
              <a:rPr lang="en-US" dirty="0"/>
              <a:t>So we use max(..., 0) to </a:t>
            </a:r>
            <a:r>
              <a:rPr lang="en-US" b="1" dirty="0"/>
              <a:t>clip negative values to 0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13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Taking the min() of these three trims the top off the lines at height 1</a:t>
            </a:r>
            <a:br>
              <a:rPr lang="en-US" dirty="0"/>
            </a:br>
            <a:r>
              <a:rPr lang="en-US" dirty="0"/>
              <a:t>max - to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a floor at zero</a:t>
            </a:r>
            <a:r>
              <a:rPr lang="en-US" dirty="0"/>
              <a:t> and eliminate negative values.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8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={A1,A2,A3}  {inadequate, marginal, adequate} </a:t>
            </a:r>
          </a:p>
          <a:p>
            <a:r>
              <a:rPr lang="en-IN" dirty="0"/>
              <a:t>={B1, B2} {small, large}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81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z = C1 (Low risk), z = C2 (Normal risk), z = C3 (High risk)</a:t>
            </a:r>
            <a:br>
              <a:rPr lang="en-IN" dirty="0"/>
            </a:br>
            <a:r>
              <a:rPr lang="en-IN" dirty="0"/>
              <a:t>clipping is done for simplicity and illustration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7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N" dirty="0"/>
              <a:t>Numerator- </a:t>
            </a:r>
            <a:r>
              <a:rPr lang="en-US" dirty="0"/>
              <a:t>This is the </a:t>
            </a:r>
            <a:r>
              <a:rPr lang="en-US" b="1" dirty="0"/>
              <a:t>moment of the area</a:t>
            </a:r>
            <a:r>
              <a:rPr lang="en-US" dirty="0"/>
              <a:t>. It weights each position </a:t>
            </a:r>
            <a:r>
              <a:rPr lang="en-US" dirty="0">
                <a:effectLst/>
              </a:rPr>
              <a:t>𝑥 </a:t>
            </a:r>
            <a:r>
              <a:rPr lang="en-US" dirty="0"/>
              <a:t>along the horizontal axis by how tall the curve is (</a:t>
            </a:r>
            <a:r>
              <a:rPr lang="en-US" dirty="0">
                <a:effectLst/>
              </a:rPr>
              <a:t>𝜇𝐴 (𝑥</a:t>
            </a:r>
            <a:r>
              <a:rPr lang="en-US" dirty="0"/>
              <a:t>) at that exact spot.</a:t>
            </a:r>
            <a:br>
              <a:rPr lang="en-IN" dirty="0"/>
            </a:br>
            <a:r>
              <a:rPr lang="en-IN" dirty="0"/>
              <a:t>Denominator - </a:t>
            </a:r>
            <a:r>
              <a:rPr lang="en-US" dirty="0"/>
              <a:t>This is simply the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area</a:t>
            </a:r>
            <a:r>
              <a:rPr lang="en-US" dirty="0"/>
              <a:t> under the fuzzy curve.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14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Numerator- </a:t>
            </a:r>
            <a:r>
              <a:rPr lang="en-US" dirty="0"/>
              <a:t>This is the </a:t>
            </a:r>
            <a:r>
              <a:rPr lang="en-US" b="1" dirty="0"/>
              <a:t>moment of the area</a:t>
            </a:r>
            <a:r>
              <a:rPr lang="en-US" dirty="0"/>
              <a:t>. It weights each position </a:t>
            </a:r>
            <a:r>
              <a:rPr lang="en-US" dirty="0">
                <a:effectLst/>
              </a:rPr>
              <a:t>𝑥 </a:t>
            </a:r>
            <a:r>
              <a:rPr lang="en-US" dirty="0"/>
              <a:t>along the horizontal axis by how tall the curve is (</a:t>
            </a:r>
            <a:r>
              <a:rPr lang="en-US" dirty="0">
                <a:effectLst/>
              </a:rPr>
              <a:t>𝜇𝐴 (𝑥</a:t>
            </a:r>
            <a:r>
              <a:rPr lang="en-US" dirty="0"/>
              <a:t>) at that exact spot.</a:t>
            </a:r>
            <a:br>
              <a:rPr lang="en-IN" dirty="0"/>
            </a:br>
            <a:r>
              <a:rPr lang="en-IN" dirty="0"/>
              <a:t>Denominator - </a:t>
            </a:r>
            <a:r>
              <a:rPr lang="en-US" dirty="0"/>
              <a:t>This is simply the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area</a:t>
            </a:r>
            <a:r>
              <a:rPr lang="en-US" dirty="0"/>
              <a:t> under the fuzzy curve.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13BA-116C-4B9D-ABF8-EFE0B0BB43D6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89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765175"/>
            <a:ext cx="2895600" cy="60293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00" y="765175"/>
            <a:ext cx="2895600" cy="60293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227761"/>
            <a:ext cx="1165225" cy="6302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18999"/>
            <a:ext cx="7061834" cy="958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669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575" y="2126756"/>
            <a:ext cx="7957184" cy="393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16746" y="6409039"/>
            <a:ext cx="26924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9966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30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3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2047875">
              <a:lnSpc>
                <a:spcPct val="100000"/>
              </a:lnSpc>
              <a:spcBef>
                <a:spcPts val="100"/>
              </a:spcBef>
            </a:pPr>
            <a:r>
              <a:rPr dirty="0"/>
              <a:t>Fuzzy</a:t>
            </a:r>
            <a:r>
              <a:rPr spc="-95" dirty="0"/>
              <a:t> </a:t>
            </a:r>
            <a:r>
              <a:rPr spc="-10" dirty="0"/>
              <a:t>inference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5539"/>
            <a:ext cx="7783195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08279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most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commonly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fuzzy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inference </a:t>
            </a:r>
            <a:r>
              <a:rPr sz="3200" dirty="0">
                <a:latin typeface="Times New Roman"/>
                <a:cs typeface="Times New Roman"/>
              </a:rPr>
              <a:t>technique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so-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Mamdani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1975,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Professor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336699"/>
                </a:solidFill>
                <a:latin typeface="Times New Roman"/>
                <a:cs typeface="Times New Roman"/>
              </a:rPr>
              <a:t>Ebrahim</a:t>
            </a:r>
            <a:r>
              <a:rPr sz="3200" b="1" spc="-2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336699"/>
                </a:solidFill>
                <a:latin typeface="Times New Roman"/>
                <a:cs typeface="Times New Roman"/>
              </a:rPr>
              <a:t>Mamdani</a:t>
            </a:r>
            <a:r>
              <a:rPr sz="3200" b="1" spc="-2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London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University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fuzzy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steam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engine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boiler combination.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marR="488315" indent="-342900">
              <a:lnSpc>
                <a:spcPct val="100000"/>
              </a:lnSpc>
              <a:spcBef>
                <a:spcPts val="7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fuzzy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rules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supplied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Times New Roman"/>
                <a:cs typeface="Times New Roman"/>
              </a:rPr>
              <a:t>by </a:t>
            </a:r>
            <a:r>
              <a:rPr sz="3200" dirty="0">
                <a:latin typeface="Times New Roman"/>
                <a:cs typeface="Times New Roman"/>
              </a:rPr>
              <a:t>experienced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operators.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352" y="211328"/>
            <a:ext cx="8470265" cy="4737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2365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336699"/>
                </a:solidFill>
                <a:latin typeface="Times New Roman"/>
                <a:cs typeface="Times New Roman"/>
              </a:rPr>
              <a:t>Mamdani</a:t>
            </a:r>
            <a:r>
              <a:rPr sz="3600" b="1" spc="-45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336699"/>
                </a:solidFill>
                <a:latin typeface="Times New Roman"/>
                <a:cs typeface="Times New Roman"/>
              </a:rPr>
              <a:t>fuzzy</a:t>
            </a:r>
            <a:r>
              <a:rPr sz="3600" b="1" spc="-40" dirty="0">
                <a:solidFill>
                  <a:srgbClr val="336699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336699"/>
                </a:solidFill>
                <a:latin typeface="Times New Roman"/>
                <a:cs typeface="Times New Roman"/>
              </a:rPr>
              <a:t>inference</a:t>
            </a:r>
            <a:endParaRPr sz="36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3020"/>
              </a:spcBef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Mamdani-</a:t>
            </a:r>
            <a:r>
              <a:rPr sz="3600" dirty="0">
                <a:latin typeface="Times New Roman"/>
                <a:cs typeface="Times New Roman"/>
              </a:rPr>
              <a:t>style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fuzzy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inference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process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is </a:t>
            </a:r>
            <a:r>
              <a:rPr sz="3600" dirty="0">
                <a:latin typeface="Times New Roman"/>
                <a:cs typeface="Times New Roman"/>
              </a:rPr>
              <a:t>performed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four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steps:</a:t>
            </a:r>
            <a:endParaRPr sz="3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69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3600" dirty="0">
                <a:latin typeface="Times New Roman"/>
                <a:cs typeface="Times New Roman"/>
              </a:rPr>
              <a:t>fuzzification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input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variables</a:t>
            </a:r>
            <a:endParaRPr sz="3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3600" dirty="0">
                <a:latin typeface="Times New Roman"/>
                <a:cs typeface="Times New Roman"/>
              </a:rPr>
              <a:t>rule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evaluation</a:t>
            </a:r>
            <a:endParaRPr sz="3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869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3600" dirty="0">
                <a:latin typeface="Times New Roman"/>
                <a:cs typeface="Times New Roman"/>
              </a:rPr>
              <a:t>aggregation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rule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outputs</a:t>
            </a: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3600" spc="-10" dirty="0">
                <a:latin typeface="Times New Roman"/>
                <a:cs typeface="Times New Roman"/>
              </a:rPr>
              <a:t>defuzzification.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27235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7774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spc="-65" dirty="0">
                <a:latin typeface="Times New Roman"/>
                <a:cs typeface="Times New Roman"/>
              </a:rPr>
              <a:t>We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examine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two-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one-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problem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three</a:t>
            </a:r>
            <a:r>
              <a:rPr sz="2800" spc="-10" dirty="0">
                <a:latin typeface="Times New Roman"/>
                <a:cs typeface="Times New Roman"/>
              </a:rPr>
              <a:t> rules: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73779" y="2014727"/>
            <a:ext cx="1234440" cy="623570"/>
            <a:chOff x="3573779" y="2014727"/>
            <a:chExt cx="1234440" cy="6235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3779" y="2014727"/>
              <a:ext cx="929639" cy="6233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1563" y="2014727"/>
              <a:ext cx="464820" cy="6233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6155" y="2014727"/>
              <a:ext cx="512063" cy="62331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59079" y="2014727"/>
            <a:ext cx="2153920" cy="4250690"/>
            <a:chOff x="259079" y="2014727"/>
            <a:chExt cx="2153920" cy="42506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" y="2014727"/>
              <a:ext cx="929639" cy="6233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2014727"/>
              <a:ext cx="464819" cy="6233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456" y="2014727"/>
              <a:ext cx="512063" cy="6233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79" y="2350007"/>
              <a:ext cx="650748" cy="6233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9679" y="2350007"/>
              <a:ext cx="512063" cy="6233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8468" y="2350007"/>
              <a:ext cx="557783" cy="6233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4499" y="2350007"/>
              <a:ext cx="557784" cy="6233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00428" y="2350007"/>
              <a:ext cx="512063" cy="6233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079" y="2685287"/>
              <a:ext cx="789432" cy="6233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9679" y="2685287"/>
              <a:ext cx="495300" cy="6233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3227" y="2685287"/>
              <a:ext cx="557784" cy="6233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99260" y="2685287"/>
              <a:ext cx="557784" cy="6233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5187" y="2685287"/>
              <a:ext cx="512063" cy="6233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9079" y="3020567"/>
              <a:ext cx="1161288" cy="6233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8719" y="3020567"/>
              <a:ext cx="480059" cy="62331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7027" y="3020567"/>
              <a:ext cx="557784" cy="6233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60" y="3020567"/>
              <a:ext cx="557784" cy="62331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8988" y="3020567"/>
              <a:ext cx="512063" cy="6233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" y="3493008"/>
              <a:ext cx="929639" cy="6233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3493008"/>
              <a:ext cx="464819" cy="6233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1456" y="3493008"/>
              <a:ext cx="512063" cy="6233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79" y="3828288"/>
              <a:ext cx="650748" cy="6233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9576" y="3828288"/>
              <a:ext cx="512063" cy="6233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9888" y="3828288"/>
              <a:ext cx="557784" cy="6233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4396" y="3828288"/>
              <a:ext cx="557783" cy="6233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30324" y="3828288"/>
              <a:ext cx="512063" cy="6233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9079" y="4163567"/>
              <a:ext cx="975359" cy="6233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2999" y="4163567"/>
              <a:ext cx="495300" cy="6233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6547" y="4163567"/>
              <a:ext cx="557784" cy="6233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92579" y="4163567"/>
              <a:ext cx="557783" cy="6233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78507" y="4163567"/>
              <a:ext cx="512063" cy="6233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9079" y="4498848"/>
              <a:ext cx="1161288" cy="62331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8719" y="4498848"/>
              <a:ext cx="480059" cy="6233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7027" y="4498848"/>
              <a:ext cx="557784" cy="62331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60" y="4498848"/>
              <a:ext cx="557784" cy="6233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08988" y="4498848"/>
              <a:ext cx="512063" cy="62331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" y="4971288"/>
              <a:ext cx="929639" cy="62331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" y="4971288"/>
              <a:ext cx="464819" cy="6233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456" y="4971288"/>
              <a:ext cx="512063" cy="62331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79" y="5306568"/>
              <a:ext cx="650748" cy="62331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9679" y="5306568"/>
              <a:ext cx="512063" cy="62331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8468" y="5306568"/>
              <a:ext cx="557783" cy="62331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4499" y="5306568"/>
              <a:ext cx="557784" cy="62331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0428" y="5306568"/>
              <a:ext cx="512063" cy="62331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9079" y="5641848"/>
              <a:ext cx="1161288" cy="62331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8719" y="5641848"/>
              <a:ext cx="480059" cy="62331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7027" y="5641848"/>
              <a:ext cx="557784" cy="62331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60" y="5641848"/>
              <a:ext cx="557784" cy="62331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8988" y="5641848"/>
              <a:ext cx="512063" cy="623315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3573779" y="2350007"/>
            <a:ext cx="4874260" cy="3915410"/>
            <a:chOff x="3573779" y="2350007"/>
            <a:chExt cx="4874260" cy="3915410"/>
          </a:xfrm>
        </p:grpSpPr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3779" y="2350007"/>
              <a:ext cx="650748" cy="62331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28387" y="2350007"/>
              <a:ext cx="2220467" cy="62331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5579" y="2350007"/>
              <a:ext cx="557783" cy="62331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01611" y="2350007"/>
              <a:ext cx="1412748" cy="62331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73779" y="2685287"/>
              <a:ext cx="789431" cy="62331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8387" y="2685287"/>
              <a:ext cx="2183891" cy="62331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9003" y="2685287"/>
              <a:ext cx="557783" cy="6233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65035" y="2685287"/>
              <a:ext cx="992124" cy="62331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73779" y="3020567"/>
              <a:ext cx="1161288" cy="62331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34839" y="3020567"/>
              <a:ext cx="806196" cy="62331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7759" y="3020567"/>
              <a:ext cx="557784" cy="62331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93791" y="3020567"/>
              <a:ext cx="775715" cy="62331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3779" y="3493007"/>
              <a:ext cx="929639" cy="62331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1563" y="3493007"/>
              <a:ext cx="464820" cy="62331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6155" y="3493007"/>
              <a:ext cx="512063" cy="62331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3779" y="3828287"/>
              <a:ext cx="650748" cy="6233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28387" y="3828287"/>
              <a:ext cx="2220467" cy="62331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5579" y="3828287"/>
              <a:ext cx="557783" cy="62331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01611" y="3828287"/>
              <a:ext cx="1427988" cy="62331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73779" y="4163567"/>
              <a:ext cx="975360" cy="62331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8387" y="4163567"/>
              <a:ext cx="2183891" cy="62331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9003" y="4163567"/>
              <a:ext cx="557783" cy="62331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765035" y="4163567"/>
              <a:ext cx="961644" cy="62331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73779" y="4498847"/>
              <a:ext cx="1161288" cy="62331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34839" y="4498847"/>
              <a:ext cx="806196" cy="62331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7759" y="4498847"/>
              <a:ext cx="557784" cy="62331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93791" y="4498847"/>
              <a:ext cx="1210056" cy="62331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3779" y="4971287"/>
              <a:ext cx="929639" cy="62331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1563" y="4971287"/>
              <a:ext cx="464820" cy="62331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96155" y="4971287"/>
              <a:ext cx="512063" cy="62331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3779" y="5306567"/>
              <a:ext cx="650748" cy="62331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28387" y="5306567"/>
              <a:ext cx="2220467" cy="62331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5579" y="5306567"/>
              <a:ext cx="557783" cy="62331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01611" y="5306567"/>
              <a:ext cx="1645920" cy="62331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73779" y="5641848"/>
              <a:ext cx="1161288" cy="62331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34839" y="5641848"/>
              <a:ext cx="806196" cy="62331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7759" y="5641848"/>
              <a:ext cx="557784" cy="62331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93791" y="5641848"/>
              <a:ext cx="900684" cy="623315"/>
            </a:xfrm>
            <a:prstGeom prst="rect">
              <a:avLst/>
            </a:prstGeom>
          </p:spPr>
        </p:pic>
      </p:grpSp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401675" y="2126756"/>
          <a:ext cx="7880350" cy="3933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9805">
                <a:tc>
                  <a:txBody>
                    <a:bodyPr/>
                    <a:lstStyle/>
                    <a:p>
                      <a:pPr marL="31750">
                        <a:lnSpc>
                          <a:spcPts val="2395"/>
                        </a:lnSpc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575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ts val="2575"/>
                        </a:lnSpc>
                        <a:spcBef>
                          <a:spcPts val="5"/>
                        </a:spcBef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b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04165" marB="0"/>
                </a:tc>
                <a:tc>
                  <a:txBody>
                    <a:bodyPr/>
                    <a:lstStyle/>
                    <a:p>
                      <a:pPr marL="767080">
                        <a:lnSpc>
                          <a:spcPts val="2395"/>
                        </a:lnSpc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767080">
                        <a:lnSpc>
                          <a:spcPct val="100000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767080">
                        <a:lnSpc>
                          <a:spcPts val="2575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adequate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ts val="2575"/>
                        </a:lnSpc>
                        <a:spcBef>
                          <a:spcPts val="5"/>
                        </a:spcBef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project_staffing</a:t>
                      </a:r>
                      <a:r>
                        <a:rPr sz="2200" b="1" i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041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31750">
                        <a:lnSpc>
                          <a:spcPts val="2605"/>
                        </a:lnSpc>
                      </a:pP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05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605"/>
                        </a:lnSpc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6890" algn="ctr">
                        <a:lnSpc>
                          <a:spcPts val="2500"/>
                        </a:lnSpc>
                        <a:tabLst>
                          <a:tab pos="1571625" algn="l"/>
                        </a:tabLst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5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marginal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505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505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b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240" algn="ctr">
                        <a:lnSpc>
                          <a:spcPts val="2505"/>
                        </a:lnSpc>
                        <a:tabLst>
                          <a:tab pos="1069975" algn="l"/>
                        </a:tabLst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project_staffing</a:t>
                      </a:r>
                      <a:r>
                        <a:rPr sz="2200" b="1" i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large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500"/>
                        </a:lnSpc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normal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500"/>
                        </a:lnSpc>
                        <a:tabLst>
                          <a:tab pos="1821814" algn="l"/>
                        </a:tabLst>
                      </a:pP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5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inadequate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ts val="2435"/>
                        </a:lnSpc>
                      </a:pP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5"/>
                        </a:lnSpc>
                      </a:pP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435"/>
                        </a:lnSpc>
                      </a:pP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0" dirty="0">
                          <a:solidFill>
                            <a:srgbClr val="336699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14727"/>
            <a:ext cx="2413000" cy="4843780"/>
            <a:chOff x="0" y="2014727"/>
            <a:chExt cx="2413000" cy="48437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680" y="2188889"/>
              <a:ext cx="572438" cy="21541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63" y="2014727"/>
              <a:ext cx="464819" cy="6233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1455" y="2014727"/>
              <a:ext cx="512063" cy="6233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2350007"/>
              <a:ext cx="650748" cy="6233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9680" y="2350007"/>
              <a:ext cx="512063" cy="6233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467" y="2350007"/>
              <a:ext cx="557783" cy="6233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500" y="2350007"/>
              <a:ext cx="557784" cy="6233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00427" y="2350007"/>
              <a:ext cx="512063" cy="6233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9079" y="2685287"/>
              <a:ext cx="789432" cy="6233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49680" y="2685287"/>
              <a:ext cx="495300" cy="6233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3227" y="2685287"/>
              <a:ext cx="557784" cy="6233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99260" y="2685287"/>
              <a:ext cx="557784" cy="6233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5188" y="2685287"/>
              <a:ext cx="512063" cy="6233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9079" y="3020567"/>
              <a:ext cx="1161288" cy="6233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8719" y="3020567"/>
              <a:ext cx="480059" cy="6233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7027" y="3020567"/>
              <a:ext cx="557784" cy="6233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3060" y="3020567"/>
              <a:ext cx="557784" cy="6233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988" y="3020567"/>
              <a:ext cx="512063" cy="6233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9079" y="3493008"/>
              <a:ext cx="929639" cy="6233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63" y="3493008"/>
              <a:ext cx="464819" cy="6233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81455" y="3493008"/>
              <a:ext cx="512063" cy="6233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3828288"/>
              <a:ext cx="650748" cy="6233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9575" y="3828288"/>
              <a:ext cx="512063" cy="62331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9888" y="3828288"/>
              <a:ext cx="557784" cy="6233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4395" y="3828288"/>
              <a:ext cx="557783" cy="6233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30323" y="3828288"/>
              <a:ext cx="512063" cy="62331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9079" y="4163567"/>
              <a:ext cx="975359" cy="6233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3000" y="4163567"/>
              <a:ext cx="495300" cy="6233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6547" y="4163567"/>
              <a:ext cx="557784" cy="6233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2580" y="4163567"/>
              <a:ext cx="557783" cy="6233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78507" y="4163567"/>
              <a:ext cx="512063" cy="6233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9079" y="4498848"/>
              <a:ext cx="1161288" cy="6233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8719" y="4498848"/>
              <a:ext cx="480059" cy="62331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7027" y="4498848"/>
              <a:ext cx="557784" cy="62331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3060" y="4498848"/>
              <a:ext cx="557784" cy="62331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08988" y="4498848"/>
              <a:ext cx="512063" cy="62331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9079" y="4971288"/>
              <a:ext cx="929639" cy="6233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863" y="4971288"/>
              <a:ext cx="464819" cy="6233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1455" y="4971288"/>
              <a:ext cx="512063" cy="6233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079" y="5306568"/>
              <a:ext cx="650748" cy="62331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9680" y="5306568"/>
              <a:ext cx="512063" cy="62331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8467" y="5306568"/>
              <a:ext cx="557783" cy="6233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500" y="5306568"/>
              <a:ext cx="557784" cy="62331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0427" y="5306568"/>
              <a:ext cx="512063" cy="6233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9079" y="5641848"/>
              <a:ext cx="1161288" cy="62331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8719" y="5641848"/>
              <a:ext cx="480059" cy="62331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7027" y="5641848"/>
              <a:ext cx="557784" cy="62331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3060" y="5641848"/>
              <a:ext cx="557784" cy="62331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8988" y="5641848"/>
              <a:ext cx="512063" cy="623315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476199" y="463041"/>
            <a:ext cx="6993890" cy="95885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659889" marR="5080" indent="-1647825">
              <a:lnSpc>
                <a:spcPct val="70100"/>
              </a:lnSpc>
              <a:spcBef>
                <a:spcPts val="1390"/>
              </a:spcBef>
            </a:pPr>
            <a:r>
              <a:rPr dirty="0"/>
              <a:t>Identify Linguistic</a:t>
            </a:r>
            <a:r>
              <a:rPr spc="-65" dirty="0"/>
              <a:t> </a:t>
            </a:r>
            <a:r>
              <a:rPr spc="-50" dirty="0"/>
              <a:t>Variables/Values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Inputs/Output</a:t>
            </a:r>
          </a:p>
        </p:txBody>
      </p:sp>
      <p:grpSp>
        <p:nvGrpSpPr>
          <p:cNvPr id="53" name="object 53"/>
          <p:cNvGrpSpPr/>
          <p:nvPr/>
        </p:nvGrpSpPr>
        <p:grpSpPr>
          <a:xfrm>
            <a:off x="3752380" y="2014727"/>
            <a:ext cx="1056005" cy="623570"/>
            <a:chOff x="3752380" y="2014727"/>
            <a:chExt cx="1056005" cy="623570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2380" y="2188889"/>
              <a:ext cx="572438" cy="21541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1563" y="2014727"/>
              <a:ext cx="464820" cy="62331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6155" y="2014727"/>
              <a:ext cx="512063" cy="623315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3573779" y="2350007"/>
            <a:ext cx="4874260" cy="3915410"/>
            <a:chOff x="3573779" y="2350007"/>
            <a:chExt cx="4874260" cy="3915410"/>
          </a:xfrm>
        </p:grpSpPr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79" y="2350007"/>
              <a:ext cx="650748" cy="62331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8387" y="2350007"/>
              <a:ext cx="2220467" cy="62331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5579" y="2350007"/>
              <a:ext cx="557783" cy="62331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01611" y="2350007"/>
              <a:ext cx="1412748" cy="62331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73779" y="2685287"/>
              <a:ext cx="789431" cy="62331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28387" y="2685287"/>
              <a:ext cx="2183891" cy="62331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09003" y="2685287"/>
              <a:ext cx="557783" cy="62331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65035" y="2685287"/>
              <a:ext cx="992124" cy="6233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73779" y="3020567"/>
              <a:ext cx="1161288" cy="62331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34839" y="3020567"/>
              <a:ext cx="806196" cy="62331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7759" y="3020567"/>
              <a:ext cx="557784" cy="62331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93791" y="3020567"/>
              <a:ext cx="775715" cy="62331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73779" y="3493007"/>
              <a:ext cx="929639" cy="62331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1563" y="3493007"/>
              <a:ext cx="464820" cy="62331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96155" y="3493007"/>
              <a:ext cx="512063" cy="62331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79" y="3828287"/>
              <a:ext cx="650748" cy="62331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8387" y="3828287"/>
              <a:ext cx="2220467" cy="62331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5579" y="3828287"/>
              <a:ext cx="557783" cy="62331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801611" y="3828287"/>
              <a:ext cx="1427988" cy="62331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73779" y="4163567"/>
              <a:ext cx="975360" cy="62331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28387" y="4163567"/>
              <a:ext cx="2183891" cy="62331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09003" y="4163567"/>
              <a:ext cx="557783" cy="62331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65035" y="4163567"/>
              <a:ext cx="961644" cy="62331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73779" y="4498847"/>
              <a:ext cx="1161288" cy="62331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34839" y="4498847"/>
              <a:ext cx="806196" cy="62331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7759" y="4498847"/>
              <a:ext cx="557784" cy="62331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93791" y="4498847"/>
              <a:ext cx="1210056" cy="62331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73779" y="4971287"/>
              <a:ext cx="929639" cy="623316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1563" y="4971287"/>
              <a:ext cx="464820" cy="62331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6155" y="4971287"/>
              <a:ext cx="512063" cy="62331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3779" y="5306567"/>
              <a:ext cx="650748" cy="623316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8387" y="5306567"/>
              <a:ext cx="2220467" cy="62331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5579" y="5306567"/>
              <a:ext cx="557783" cy="62331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01611" y="5306567"/>
              <a:ext cx="1645920" cy="62331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73779" y="5641848"/>
              <a:ext cx="1161288" cy="62331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34839" y="5641848"/>
              <a:ext cx="806196" cy="62331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37759" y="5641848"/>
              <a:ext cx="557784" cy="62331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93791" y="5641848"/>
              <a:ext cx="900684" cy="623315"/>
            </a:xfrm>
            <a:prstGeom prst="rect">
              <a:avLst/>
            </a:prstGeom>
          </p:spPr>
        </p:pic>
      </p:grpSp>
      <p:graphicFrame>
        <p:nvGraphicFramePr>
          <p:cNvPr id="96" name="object 96"/>
          <p:cNvGraphicFramePr>
            <a:graphicFrameLocks noGrp="1"/>
          </p:cNvGraphicFramePr>
          <p:nvPr/>
        </p:nvGraphicFramePr>
        <p:xfrm>
          <a:off x="401675" y="2126756"/>
          <a:ext cx="7880350" cy="3933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5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5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9805">
                <a:tc>
                  <a:txBody>
                    <a:bodyPr/>
                    <a:lstStyle/>
                    <a:p>
                      <a:pPr marL="31750">
                        <a:lnSpc>
                          <a:spcPts val="2395"/>
                        </a:lnSpc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ts val="2575"/>
                        </a:lnSpc>
                        <a:spcBef>
                          <a:spcPts val="5"/>
                        </a:spcBef>
                      </a:pPr>
                      <a:r>
                        <a:rPr sz="2200" b="1" i="1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00" b="1" i="1" spc="-1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b="1" spc="-3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04165" marB="0"/>
                </a:tc>
                <a:tc>
                  <a:txBody>
                    <a:bodyPr/>
                    <a:lstStyle/>
                    <a:p>
                      <a:pPr marL="767080">
                        <a:lnSpc>
                          <a:spcPts val="2395"/>
                        </a:lnSpc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767080">
                        <a:lnSpc>
                          <a:spcPct val="100000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767080">
                        <a:lnSpc>
                          <a:spcPts val="2575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95"/>
                        </a:spcBef>
                      </a:pP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adequate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ts val="2575"/>
                        </a:lnSpc>
                        <a:spcBef>
                          <a:spcPts val="5"/>
                        </a:spcBef>
                      </a:pPr>
                      <a:r>
                        <a:rPr sz="2200" b="1" i="1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project_staffing</a:t>
                      </a:r>
                      <a:r>
                        <a:rPr sz="2200" b="1" i="1" spc="-4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041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L="31750">
                        <a:lnSpc>
                          <a:spcPts val="2605"/>
                        </a:lnSpc>
                      </a:pP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05"/>
                        </a:lnSpc>
                      </a:pP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605"/>
                        </a:lnSpc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6890" algn="ctr">
                        <a:lnSpc>
                          <a:spcPts val="2500"/>
                        </a:lnSpc>
                        <a:tabLst>
                          <a:tab pos="1571625" algn="l"/>
                        </a:tabLst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marginal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505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505"/>
                        </a:lnSpc>
                      </a:pPr>
                      <a:r>
                        <a:rPr sz="2200" b="1" i="1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00" b="1" i="1" spc="-1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200" b="1" spc="-3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240" algn="ctr">
                        <a:lnSpc>
                          <a:spcPts val="2505"/>
                        </a:lnSpc>
                        <a:tabLst>
                          <a:tab pos="1069975" algn="l"/>
                        </a:tabLst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project_staffing</a:t>
                      </a:r>
                      <a:r>
                        <a:rPr sz="2200" b="1" i="1" spc="-45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00AF50"/>
                          </a:solidFill>
                          <a:latin typeface="Times New Roman"/>
                          <a:cs typeface="Times New Roman"/>
                        </a:rPr>
                        <a:t>large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500"/>
                        </a:lnSpc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normal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Rule:</a:t>
                      </a:r>
                      <a:r>
                        <a:rPr sz="2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08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2500"/>
                        </a:lnSpc>
                      </a:pP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00" b="1" i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200" b="1" spc="-2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500"/>
                        </a:lnSpc>
                        <a:tabLst>
                          <a:tab pos="1821814" algn="l"/>
                        </a:tabLst>
                      </a:pP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project_funding</a:t>
                      </a:r>
                      <a:r>
                        <a:rPr sz="2200" b="1" i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inadequate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31750">
                        <a:lnSpc>
                          <a:spcPts val="2435"/>
                        </a:lnSpc>
                      </a:pP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THEN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5"/>
                        </a:lnSpc>
                      </a:pP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200" b="1" i="1" spc="-1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200" b="1" spc="-35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7080">
                        <a:lnSpc>
                          <a:spcPts val="2435"/>
                        </a:lnSpc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sz="2200" b="1" i="1" spc="-30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i="1" spc="-20" dirty="0">
                          <a:solidFill>
                            <a:srgbClr val="0094F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7" name="object 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848" y="-58419"/>
            <a:ext cx="73704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Mamdani-style</a:t>
            </a:r>
            <a:r>
              <a:rPr sz="4400" spc="-50" dirty="0"/>
              <a:t> </a:t>
            </a:r>
            <a:r>
              <a:rPr sz="4400" dirty="0"/>
              <a:t>fuzzy</a:t>
            </a:r>
            <a:r>
              <a:rPr sz="4400" spc="-15" dirty="0"/>
              <a:t> </a:t>
            </a:r>
            <a:r>
              <a:rPr sz="4400" spc="-10" dirty="0"/>
              <a:t>inference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09473" y="6349695"/>
            <a:ext cx="114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9966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549337"/>
            <a:ext cx="4021074" cy="6262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71" y="18999"/>
            <a:ext cx="7061834" cy="761029"/>
          </a:xfrm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581785">
              <a:lnSpc>
                <a:spcPct val="100000"/>
              </a:lnSpc>
              <a:spcBef>
                <a:spcPts val="100"/>
              </a:spcBef>
            </a:pP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498715" cy="44400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hedges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10" dirty="0">
                <a:latin typeface="Times New Roman"/>
                <a:cs typeface="Times New Roman"/>
              </a:rPr>
              <a:t> required.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funding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(A)</a:t>
            </a:r>
            <a:endParaRPr sz="2800" dirty="0">
              <a:latin typeface="Times New Roman"/>
              <a:cs typeface="Times New Roman"/>
            </a:endParaRPr>
          </a:p>
          <a:p>
            <a:pPr marL="27559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Times New Roman"/>
                <a:cs typeface="Times New Roman"/>
              </a:rPr>
              <a:t>={A1,A2,A3}</a:t>
            </a:r>
            <a:endParaRPr sz="2800" dirty="0">
              <a:latin typeface="Times New Roman"/>
              <a:cs typeface="Times New Roman"/>
            </a:endParaRPr>
          </a:p>
          <a:p>
            <a:pPr marL="469900" marR="48895" indent="2286000">
              <a:lnSpc>
                <a:spcPct val="120000"/>
              </a:lnSpc>
              <a:spcBef>
                <a:spcPts val="15"/>
              </a:spcBef>
            </a:pPr>
            <a:r>
              <a:rPr sz="2600" dirty="0">
                <a:latin typeface="Times New Roman"/>
                <a:cs typeface="Times New Roman"/>
              </a:rPr>
              <a:t>=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{inadequate,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marginal,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adequate} </a:t>
            </a: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staffing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(B)</a:t>
            </a:r>
            <a:endParaRPr sz="2600" dirty="0">
              <a:latin typeface="Times New Roman"/>
              <a:cs typeface="Times New Roman"/>
            </a:endParaRPr>
          </a:p>
          <a:p>
            <a:pPr marL="27559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Times New Roman"/>
                <a:cs typeface="Times New Roman"/>
              </a:rPr>
              <a:t>={B1,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B2}</a:t>
            </a:r>
            <a:endParaRPr sz="2600" dirty="0">
              <a:latin typeface="Times New Roman"/>
              <a:cs typeface="Times New Roman"/>
            </a:endParaRPr>
          </a:p>
          <a:p>
            <a:pPr marL="275590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Times New Roman"/>
                <a:cs typeface="Times New Roman"/>
              </a:rPr>
              <a:t>={small,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large}</a:t>
            </a:r>
            <a:endParaRPr sz="2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Risk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{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C1,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C2,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C3}</a:t>
            </a:r>
            <a:endParaRPr sz="28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670"/>
              </a:spcBef>
            </a:pPr>
            <a:r>
              <a:rPr sz="2800" spc="-20" dirty="0">
                <a:latin typeface="Times New Roman"/>
                <a:cs typeface="Times New Roman"/>
              </a:rPr>
              <a:t>={low,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normal,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high}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767715">
              <a:lnSpc>
                <a:spcPct val="100000"/>
              </a:lnSpc>
              <a:spcBef>
                <a:spcPts val="100"/>
              </a:spcBef>
            </a:pPr>
            <a:r>
              <a:rPr dirty="0"/>
              <a:t>Fuzzy</a:t>
            </a:r>
            <a:r>
              <a:rPr spc="-145" dirty="0"/>
              <a:t> </a:t>
            </a:r>
            <a:r>
              <a:rPr dirty="0"/>
              <a:t>Membership</a:t>
            </a:r>
            <a:r>
              <a:rPr spc="-13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153160"/>
            <a:ext cx="7934959" cy="4805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22275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MF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specifies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degree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given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input </a:t>
            </a:r>
            <a:r>
              <a:rPr sz="1600" dirty="0">
                <a:latin typeface="Times New Roman"/>
                <a:cs typeface="Times New Roman"/>
              </a:rPr>
              <a:t>belongs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set.</a:t>
            </a:r>
            <a:endParaRPr sz="1600">
              <a:latin typeface="Times New Roman"/>
              <a:cs typeface="Times New Roman"/>
            </a:endParaRPr>
          </a:p>
          <a:p>
            <a:pPr marL="355600" marR="24130" indent="-342900">
              <a:lnSpc>
                <a:spcPct val="100000"/>
              </a:lnSpc>
              <a:spcBef>
                <a:spcPts val="384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Degree</a:t>
            </a:r>
            <a:r>
              <a:rPr sz="1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membership-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output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function,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always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1.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known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grade.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fuzzification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defuzzification </a:t>
            </a:r>
            <a:r>
              <a:rPr sz="1600" dirty="0">
                <a:latin typeface="Times New Roman"/>
                <a:cs typeface="Times New Roman"/>
              </a:rPr>
              <a:t>steps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FLS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(fuzzy</a:t>
            </a:r>
            <a:endParaRPr sz="16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logic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system), 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non-</a:t>
            </a:r>
            <a:r>
              <a:rPr sz="1600" dirty="0">
                <a:latin typeface="Times New Roman"/>
                <a:cs typeface="Times New Roman"/>
              </a:rPr>
              <a:t>fuzzy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input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values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fuzzy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linguistic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terms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vice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versa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solidFill>
                  <a:srgbClr val="0094F0"/>
                </a:solidFill>
                <a:latin typeface="Times New Roman"/>
                <a:cs typeface="Times New Roman"/>
              </a:rPr>
              <a:t>Support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having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non-</a:t>
            </a:r>
            <a:r>
              <a:rPr sz="1600" dirty="0">
                <a:latin typeface="Times New Roman"/>
                <a:cs typeface="Times New Roman"/>
              </a:rPr>
              <a:t>zero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degree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membership.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solidFill>
                  <a:srgbClr val="0094F0"/>
                </a:solidFill>
                <a:latin typeface="Times New Roman"/>
                <a:cs typeface="Times New Roman"/>
              </a:rPr>
              <a:t>Core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degree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spc="-20" dirty="0">
                <a:solidFill>
                  <a:srgbClr val="0094F0"/>
                </a:solidFill>
                <a:latin typeface="Times New Roman"/>
                <a:cs typeface="Times New Roman"/>
              </a:rPr>
              <a:t>α-</a:t>
            </a:r>
            <a:r>
              <a:rPr sz="1600" dirty="0">
                <a:solidFill>
                  <a:srgbClr val="0094F0"/>
                </a:solidFill>
                <a:latin typeface="Times New Roman"/>
                <a:cs typeface="Times New Roman"/>
              </a:rPr>
              <a:t>Cut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elements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degree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&gt;=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α.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9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solidFill>
                  <a:srgbClr val="0094F0"/>
                </a:solidFill>
                <a:latin typeface="Times New Roman"/>
                <a:cs typeface="Times New Roman"/>
              </a:rPr>
              <a:t>Height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maximum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degree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membership.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Fuzzy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Logic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Toolbox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9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built-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types.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9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turn,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built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several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basic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functions:</a:t>
            </a:r>
            <a:endParaRPr sz="1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Piecewise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linear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functions.</a:t>
            </a:r>
            <a:endParaRPr sz="1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Gaussian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distribution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function.</a:t>
            </a:r>
            <a:endParaRPr sz="1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Sigmoid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curve.</a:t>
            </a:r>
            <a:endParaRPr sz="1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latin typeface="Times New Roman"/>
                <a:cs typeface="Times New Roman"/>
              </a:rPr>
              <a:t>Quadratic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polynomial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curves.</a:t>
            </a:r>
            <a:endParaRPr sz="1600">
              <a:latin typeface="Times New Roman"/>
              <a:cs typeface="Times New Roman"/>
            </a:endParaRPr>
          </a:p>
          <a:p>
            <a:pPr marL="806450" lvl="1" indent="-336550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806450" algn="l"/>
              </a:tabLst>
            </a:pPr>
            <a:r>
              <a:rPr sz="1600" dirty="0">
                <a:latin typeface="Times New Roman"/>
                <a:cs typeface="Times New Roman"/>
              </a:rPr>
              <a:t>Cubic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polynomial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curves.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5928" y="4581106"/>
            <a:ext cx="4383278" cy="17282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Membership</a:t>
            </a:r>
            <a:r>
              <a:rPr spc="-20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150112"/>
            <a:ext cx="8839200" cy="4499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variables: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endParaRPr lang="en-IN" sz="2400" spc="-45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Intuition</a:t>
            </a:r>
            <a:r>
              <a:rPr lang="en-IN" sz="2400" spc="-10" dirty="0">
                <a:latin typeface="Times New Roman"/>
                <a:cs typeface="Times New Roman"/>
              </a:rPr>
              <a:t>- </a:t>
            </a:r>
            <a:r>
              <a:rPr lang="en-US" sz="2400" spc="-10" dirty="0">
                <a:latin typeface="Times New Roman"/>
                <a:cs typeface="Times New Roman"/>
              </a:rPr>
              <a:t>Based on human experience.</a:t>
            </a:r>
          </a:p>
          <a:p>
            <a:r>
              <a:rPr lang="en-US" sz="2400" spc="-10" dirty="0">
                <a:latin typeface="Times New Roman"/>
                <a:cs typeface="Times New Roman"/>
              </a:rPr>
              <a:t>     </a:t>
            </a:r>
            <a:r>
              <a:rPr lang="en-US" sz="2400" spc="-10" dirty="0" err="1">
                <a:latin typeface="Times New Roman"/>
                <a:cs typeface="Times New Roman"/>
              </a:rPr>
              <a:t>eg.</a:t>
            </a:r>
            <a:r>
              <a:rPr lang="en-US" sz="2400" spc="-10" dirty="0">
                <a:latin typeface="Times New Roman"/>
                <a:cs typeface="Times New Roman"/>
              </a:rPr>
              <a:t>, I feel 25°C is moderately warm, so I’ll assign it 0.6   	membership   	in Warm  set.</a:t>
            </a:r>
          </a:p>
          <a:p>
            <a:endParaRPr lang="en-US" sz="2400" spc="-1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Inference</a:t>
            </a:r>
            <a:r>
              <a:rPr lang="en-IN" sz="2400" spc="-10" dirty="0">
                <a:latin typeface="Times New Roman"/>
                <a:cs typeface="Times New Roman"/>
              </a:rPr>
              <a:t> - </a:t>
            </a:r>
            <a:r>
              <a:rPr lang="en-US" sz="2400" spc="-10" dirty="0">
                <a:latin typeface="Times New Roman"/>
                <a:cs typeface="Times New Roman"/>
              </a:rPr>
              <a:t>Using reasoning or geometric shapes to define membership. This is what Mamdani inference uses.</a:t>
            </a: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endParaRPr lang="en-IN"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Rank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ordering</a:t>
            </a:r>
            <a:r>
              <a:rPr lang="en-IN"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- </a:t>
            </a:r>
            <a:r>
              <a:rPr lang="en-US" sz="2400" spc="-10" dirty="0">
                <a:latin typeface="Times New Roman"/>
                <a:cs typeface="Times New Roman"/>
              </a:rPr>
              <a:t>Values are ranked and converted to membership.</a:t>
            </a: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Angular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fuzzy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sets,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Neural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networks,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Genetic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r>
              <a:rPr lang="en-IN" sz="2000" spc="-20" dirty="0">
                <a:latin typeface="Times New Roman"/>
                <a:cs typeface="Times New Roman"/>
              </a:rPr>
              <a:t>- </a:t>
            </a:r>
            <a:r>
              <a:rPr lang="en-US" sz="2400" dirty="0">
                <a:latin typeface="Times New Roman"/>
                <a:cs typeface="Times New Roman"/>
              </a:rPr>
              <a:t>More advanced, automatic ways to learn membership from data.</a:t>
            </a:r>
            <a:endParaRPr lang="en-IN" sz="2400" dirty="0">
              <a:latin typeface="Times New Roman"/>
              <a:cs typeface="Times New Roman"/>
            </a:endParaRPr>
          </a:p>
          <a:p>
            <a:pPr marL="355600" marR="224154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4191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Membership</a:t>
            </a:r>
            <a:r>
              <a:rPr spc="-20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150112"/>
            <a:ext cx="8283448" cy="16190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4154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  <a:tab pos="419100" algn="l"/>
              </a:tabLst>
            </a:pPr>
            <a:r>
              <a:rPr lang="en-IN" sz="2400" dirty="0">
                <a:solidFill>
                  <a:schemeClr val="tx1"/>
                </a:solidFill>
                <a:latin typeface="Times New Roman"/>
                <a:cs typeface="Times New Roman"/>
              </a:rPr>
              <a:t>M</a:t>
            </a:r>
            <a:r>
              <a:rPr sz="2400" dirty="0" err="1">
                <a:latin typeface="Times New Roman"/>
                <a:cs typeface="Times New Roman"/>
              </a:rPr>
              <a:t>embership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various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shapes:</a:t>
            </a:r>
            <a:endParaRPr lang="en-IN" sz="2400" dirty="0">
              <a:latin typeface="Times New Roman"/>
              <a:cs typeface="Times New Roman"/>
            </a:endParaRPr>
          </a:p>
          <a:p>
            <a:pPr marL="12700" marR="224154">
              <a:lnSpc>
                <a:spcPct val="100000"/>
              </a:lnSpc>
              <a:spcBef>
                <a:spcPts val="480"/>
              </a:spcBef>
              <a:tabLst>
                <a:tab pos="355600" algn="l"/>
                <a:tab pos="419100" algn="l"/>
              </a:tabLst>
            </a:pPr>
            <a:r>
              <a:rPr lang="en-IN" sz="2400" spc="-50" dirty="0">
                <a:latin typeface="Times New Roman"/>
                <a:cs typeface="Times New Roman"/>
              </a:rPr>
              <a:t>   </a:t>
            </a:r>
            <a:r>
              <a:rPr sz="2400" spc="-10" dirty="0">
                <a:solidFill>
                  <a:srgbClr val="0094F0"/>
                </a:solidFill>
                <a:latin typeface="Times New Roman"/>
                <a:cs typeface="Times New Roman"/>
              </a:rPr>
              <a:t>Triangular, Trapezoidal,</a:t>
            </a:r>
            <a:r>
              <a:rPr sz="2400" spc="-65" dirty="0">
                <a:solidFill>
                  <a:srgbClr val="0094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4F0"/>
                </a:solidFill>
                <a:latin typeface="Times New Roman"/>
                <a:cs typeface="Times New Roman"/>
              </a:rPr>
              <a:t>Piecewise</a:t>
            </a:r>
            <a:r>
              <a:rPr sz="2400" spc="-25" dirty="0">
                <a:solidFill>
                  <a:srgbClr val="0094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4F0"/>
                </a:solidFill>
                <a:latin typeface="Times New Roman"/>
                <a:cs typeface="Times New Roman"/>
              </a:rPr>
              <a:t>linear,</a:t>
            </a:r>
            <a:r>
              <a:rPr sz="2400" spc="-40" dirty="0">
                <a:solidFill>
                  <a:srgbClr val="0094F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94F0"/>
                </a:solidFill>
                <a:latin typeface="Times New Roman"/>
                <a:cs typeface="Times New Roman"/>
              </a:rPr>
              <a:t>Gaussian,</a:t>
            </a:r>
            <a:r>
              <a:rPr sz="2400" spc="-45" dirty="0">
                <a:solidFill>
                  <a:srgbClr val="0094F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94F0"/>
                </a:solidFill>
                <a:latin typeface="Times New Roman"/>
                <a:cs typeface="Times New Roman"/>
              </a:rPr>
              <a:t>Singleton.</a:t>
            </a:r>
            <a:endParaRPr lang="en-IN" sz="2400" spc="-10" dirty="0">
              <a:solidFill>
                <a:srgbClr val="0094F0"/>
              </a:solidFill>
              <a:latin typeface="Times New Roman"/>
              <a:cs typeface="Times New Roman"/>
            </a:endParaRPr>
          </a:p>
          <a:p>
            <a:pPr marL="355600" marR="224154" indent="-34290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§"/>
              <a:tabLst>
                <a:tab pos="355600" algn="l"/>
                <a:tab pos="419100" algn="l"/>
              </a:tabLst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Triangular MF </a:t>
            </a:r>
            <a:r>
              <a:rPr lang="en-US" sz="2400" dirty="0">
                <a:latin typeface="Times New Roman"/>
                <a:cs typeface="Times New Roman"/>
              </a:rPr>
              <a:t>– simplest, peak at maximum membership (1), slopes down linearly on both sides.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971800"/>
            <a:ext cx="7391400" cy="33590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52484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Membership</a:t>
            </a:r>
            <a:r>
              <a:rPr spc="-20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150112"/>
            <a:ext cx="828344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4154" indent="-342900">
              <a:lnSpc>
                <a:spcPct val="100000"/>
              </a:lnSpc>
              <a:spcBef>
                <a:spcPts val="480"/>
              </a:spcBef>
              <a:buFont typeface="Wingdings" panose="05000000000000000000" pitchFamily="2" charset="2"/>
              <a:buChar char="§"/>
              <a:tabLst>
                <a:tab pos="355600" algn="l"/>
                <a:tab pos="419100" algn="l"/>
              </a:tabLst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Trapezoidal MF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top at maximum membership, slopes at sides.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03CBF-051A-4D00-8978-837FA8D11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3429000" cy="1992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99E6DF-E7F2-4679-8669-666FE6F035AE}"/>
              </a:ext>
            </a:extLst>
          </p:cNvPr>
          <p:cNvSpPr/>
          <p:nvPr/>
        </p:nvSpPr>
        <p:spPr>
          <a:xfrm>
            <a:off x="442671" y="3609353"/>
            <a:ext cx="834331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Piecewise linear MF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combination of line segments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670DF9-A782-4815-9080-3C2A4548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207344"/>
            <a:ext cx="4103839" cy="243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/>
              <a:t>Membership</a:t>
            </a:r>
            <a:r>
              <a:rPr spc="-20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99E6DF-E7F2-4679-8669-666FE6F035AE}"/>
              </a:ext>
            </a:extLst>
          </p:cNvPr>
          <p:cNvSpPr/>
          <p:nvPr/>
        </p:nvSpPr>
        <p:spPr>
          <a:xfrm>
            <a:off x="442671" y="541607"/>
            <a:ext cx="834331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Gaussian MF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bell-shaped curve, smooth, often used when transitions are gradual.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Singleton MF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only one value has membership 1, useful in computation-heavy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C6DC0-8301-4F6F-93B8-F4580A9F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219200"/>
            <a:ext cx="3429000" cy="2097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B1D65-6836-49F5-B8FD-204FCEC75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3886200"/>
            <a:ext cx="2743200" cy="19026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569FC0-CD37-4D6F-B13D-335DE09A7F58}"/>
              </a:ext>
            </a:extLst>
          </p:cNvPr>
          <p:cNvSpPr/>
          <p:nvPr/>
        </p:nvSpPr>
        <p:spPr>
          <a:xfrm>
            <a:off x="609600" y="5689484"/>
            <a:ext cx="8176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choice depends on the problem and how we want to capture uncertainty.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97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152650" marR="5080" indent="-2140585">
              <a:lnSpc>
                <a:spcPct val="70000"/>
              </a:lnSpc>
              <a:spcBef>
                <a:spcPts val="1395"/>
              </a:spcBef>
            </a:pPr>
            <a:r>
              <a:rPr dirty="0"/>
              <a:t>Membership</a:t>
            </a:r>
            <a:r>
              <a:rPr spc="-10" dirty="0"/>
              <a:t> </a:t>
            </a:r>
            <a:r>
              <a:rPr dirty="0"/>
              <a:t>Functions</a:t>
            </a:r>
            <a:r>
              <a:rPr spc="-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Fuzzy </a:t>
            </a:r>
            <a:r>
              <a:rPr dirty="0"/>
              <a:t>Logic</a:t>
            </a:r>
            <a:r>
              <a:rPr spc="-175" dirty="0"/>
              <a:t> </a:t>
            </a:r>
            <a:r>
              <a:rPr spc="-10" dirty="0"/>
              <a:t>Toolbox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096771"/>
            <a:ext cx="7922259" cy="50012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simplest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straight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lines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straight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line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advantage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simplicity.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10" dirty="0">
                <a:latin typeface="Times New Roman"/>
                <a:cs typeface="Times New Roman"/>
              </a:rPr>
              <a:t>Triangular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function: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trimf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1600" spc="-10" dirty="0">
                <a:latin typeface="Times New Roman"/>
                <a:cs typeface="Times New Roman"/>
              </a:rPr>
              <a:t>Trapezoidal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membership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function: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trapmf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355600" marR="163830" indent="-342900">
              <a:lnSpc>
                <a:spcPct val="100000"/>
              </a:lnSpc>
              <a:spcBef>
                <a:spcPts val="42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1800" spc="-35" dirty="0">
                <a:latin typeface="Times New Roman"/>
                <a:cs typeface="Times New Roman"/>
              </a:rPr>
              <a:t>Two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built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Gaussian</a:t>
            </a:r>
            <a:r>
              <a:rPr sz="18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distribution</a:t>
            </a:r>
            <a:r>
              <a:rPr sz="1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simple </a:t>
            </a:r>
            <a:r>
              <a:rPr sz="1800" dirty="0">
                <a:latin typeface="Times New Roman"/>
                <a:cs typeface="Times New Roman"/>
              </a:rPr>
              <a:t>Gaussian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two-</a:t>
            </a:r>
            <a:r>
              <a:rPr sz="1800" dirty="0">
                <a:latin typeface="Times New Roman"/>
                <a:cs typeface="Times New Roman"/>
              </a:rPr>
              <a:t>sided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composite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different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Gaussian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curves.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gaussmf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gauss2mf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generalized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bell</a:t>
            </a:r>
            <a:r>
              <a:rPr sz="1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membership</a:t>
            </a:r>
            <a:r>
              <a:rPr sz="1800" spc="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3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specified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3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parameters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gbellmf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Sigmoidal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function: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sigmf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355600" marR="46355" indent="-342900">
              <a:lnSpc>
                <a:spcPct val="100000"/>
              </a:lnSpc>
              <a:spcBef>
                <a:spcPts val="43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Polynomial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curves: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Pi </a:t>
            </a:r>
            <a:r>
              <a:rPr sz="1800" dirty="0">
                <a:latin typeface="Times New Roman"/>
                <a:cs typeface="Times New Roman"/>
              </a:rPr>
              <a:t>curves,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named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because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shape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zmf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smf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pimf</a:t>
            </a:r>
            <a:r>
              <a:rPr sz="1800" spc="-1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Fuzzy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Toolbox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you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your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own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membership </a:t>
            </a:r>
            <a:r>
              <a:rPr sz="1800" spc="-10" dirty="0">
                <a:latin typeface="Times New Roman"/>
                <a:cs typeface="Times New Roman"/>
              </a:rPr>
              <a:t>functions.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(0:0.1:10)';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trapmf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(x,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[2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9]);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y2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trapmf (x,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[3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8]);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y3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trapmf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(x,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7]);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y4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trapmf (x,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[5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6]);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plot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(x,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[y1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y3</a:t>
            </a:r>
            <a:r>
              <a:rPr sz="1800" spc="-20" dirty="0">
                <a:latin typeface="Times New Roman"/>
                <a:cs typeface="Times New Roman"/>
              </a:rPr>
              <a:t> y4]);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Triangular</a:t>
            </a:r>
            <a:r>
              <a:rPr spc="-114" dirty="0"/>
              <a:t> </a:t>
            </a:r>
            <a:r>
              <a:rPr dirty="0"/>
              <a:t>membership</a:t>
            </a:r>
            <a:r>
              <a:rPr spc="-4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075436"/>
            <a:ext cx="8512048" cy="53726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M</a:t>
            </a:r>
            <a:r>
              <a:rPr sz="2400" dirty="0" err="1">
                <a:latin typeface="Times New Roman"/>
                <a:cs typeface="Times New Roman"/>
              </a:rPr>
              <a:t>ost</a:t>
            </a:r>
            <a:r>
              <a:rPr sz="2400" dirty="0">
                <a:latin typeface="Times New Roman"/>
                <a:cs typeface="Times New Roman"/>
              </a:rPr>
              <a:t> widely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accepted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MF</a:t>
            </a:r>
            <a:r>
              <a:rPr sz="2400" spc="-10" dirty="0">
                <a:latin typeface="Times New Roman"/>
                <a:cs typeface="Times New Roman"/>
              </a:rPr>
              <a:t>).</a:t>
            </a:r>
            <a:endParaRPr sz="2400" dirty="0">
              <a:latin typeface="Times New Roman"/>
              <a:cs typeface="Times New Roman"/>
            </a:endParaRPr>
          </a:p>
          <a:p>
            <a:pPr marL="355600" marR="13970" indent="-342900">
              <a:lnSpc>
                <a:spcPct val="100000"/>
              </a:lnSpc>
              <a:spcBef>
                <a:spcPts val="5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triangle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fuzzifies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defined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three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Times New Roman"/>
                <a:cs typeface="Times New Roman"/>
              </a:rPr>
              <a:t> a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base</a:t>
            </a:r>
            <a:r>
              <a:rPr lang="en-US" sz="2400" dirty="0">
                <a:latin typeface="Times New Roman"/>
                <a:cs typeface="Times New Roman"/>
              </a:rPr>
              <a:t>  and b defines the peak (the point where membership = 1). The height of the triangle is 1.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Trivial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400" b="1" spc="-20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b,</a:t>
            </a:r>
            <a:endParaRPr sz="2400" dirty="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40"/>
              </a:spcBef>
            </a:pP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membership</a:t>
            </a:r>
            <a:endParaRPr sz="2200" dirty="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set.</a:t>
            </a:r>
            <a:endParaRPr sz="2200" dirty="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530"/>
              </a:spcBef>
              <a:tabLst>
                <a:tab pos="917575" algn="l"/>
              </a:tabLst>
            </a:pPr>
            <a:r>
              <a:rPr sz="2200" spc="-25" dirty="0">
                <a:latin typeface="Times New Roman"/>
                <a:cs typeface="Times New Roman"/>
              </a:rPr>
              <a:t>So,</a:t>
            </a:r>
            <a:r>
              <a:rPr sz="2200" dirty="0">
                <a:latin typeface="Times New Roman"/>
                <a:cs typeface="Times New Roman"/>
              </a:rPr>
              <a:t>	μ(x)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b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If input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less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greater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 then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 belongs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its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0</a:t>
            </a:r>
            <a:endParaRPr sz="24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  <a:tabLst>
                <a:tab pos="2226945" algn="l"/>
              </a:tabLst>
            </a:pPr>
            <a:r>
              <a:rPr sz="2400" spc="-10" dirty="0">
                <a:latin typeface="Times New Roman"/>
                <a:cs typeface="Times New Roman"/>
              </a:rPr>
              <a:t>μ(x)=0,</a:t>
            </a:r>
            <a:r>
              <a:rPr sz="2400" dirty="0">
                <a:latin typeface="Times New Roman"/>
                <a:cs typeface="Times New Roman"/>
              </a:rPr>
              <a:t>	x&lt;a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x&gt;c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0171" y="2709036"/>
            <a:ext cx="2293874" cy="19192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Triangular</a:t>
            </a:r>
            <a:r>
              <a:rPr spc="-114" dirty="0"/>
              <a:t> </a:t>
            </a:r>
            <a:r>
              <a:rPr dirty="0"/>
              <a:t>membership</a:t>
            </a:r>
            <a:r>
              <a:rPr spc="-4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148588"/>
            <a:ext cx="7547609" cy="470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400" b="1" spc="-2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FF9966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0"/>
              </a:spcBef>
              <a:buClr>
                <a:srgbClr val="FF9966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 marL="317500" marR="2407920" indent="-304800">
              <a:lnSpc>
                <a:spcPct val="120000"/>
              </a:lnSpc>
              <a:spcBef>
                <a:spcPts val="5"/>
              </a:spcBef>
              <a:buFont typeface="Wingdings"/>
              <a:buChar char=""/>
              <a:tabLst>
                <a:tab pos="317500" algn="l"/>
                <a:tab pos="354965" algn="l"/>
              </a:tabLst>
            </a:pPr>
            <a:r>
              <a:rPr sz="2400" dirty="0">
                <a:solidFill>
                  <a:srgbClr val="FF996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 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membership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FF9966"/>
              </a:buClr>
              <a:buFont typeface="Wingdings"/>
              <a:buChar char="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0,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  <a:tab pos="1823720" algn="l"/>
                <a:tab pos="4185285" algn="l"/>
              </a:tabLst>
            </a:pPr>
            <a:r>
              <a:rPr sz="2400" spc="-60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triangle </a:t>
            </a:r>
            <a:r>
              <a:rPr sz="2400" dirty="0">
                <a:latin typeface="Times New Roman"/>
                <a:cs typeface="Times New Roman"/>
              </a:rPr>
              <a:t>rule,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μ(x)=</a:t>
            </a:r>
            <a:r>
              <a:rPr sz="2400" dirty="0">
                <a:latin typeface="Times New Roman"/>
                <a:cs typeface="Times New Roman"/>
              </a:rPr>
              <a:t>	(x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a),</a:t>
            </a:r>
            <a:r>
              <a:rPr sz="2400" dirty="0">
                <a:latin typeface="Times New Roman"/>
                <a:cs typeface="Times New Roman"/>
              </a:rPr>
              <a:t>	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≤ 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6305" y="764666"/>
            <a:ext cx="3290570" cy="2808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BB91D9-4C02-4D0E-93BF-2D616EA2CFF4}"/>
                  </a:ext>
                </a:extLst>
              </p14:cNvPr>
              <p14:cNvContentPartPr/>
              <p14:nvPr/>
            </p14:nvContentPartPr>
            <p14:xfrm>
              <a:off x="1003680" y="1576800"/>
              <a:ext cx="6973200" cy="5017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BB91D9-4C02-4D0E-93BF-2D616EA2CF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4320" y="1567440"/>
                <a:ext cx="6991920" cy="503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Triangular</a:t>
            </a:r>
            <a:r>
              <a:rPr spc="-114" dirty="0"/>
              <a:t> </a:t>
            </a:r>
            <a:r>
              <a:rPr dirty="0"/>
              <a:t>membership</a:t>
            </a:r>
            <a:r>
              <a:rPr spc="-4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352" y="1075436"/>
            <a:ext cx="7547609" cy="39033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c:</a:t>
            </a:r>
            <a:endParaRPr sz="2400">
              <a:latin typeface="Times New Roman"/>
              <a:cs typeface="Times New Roman"/>
            </a:endParaRPr>
          </a:p>
          <a:p>
            <a:pPr marL="12700" marR="2750820">
              <a:lnSpc>
                <a:spcPts val="3460"/>
              </a:lnSpc>
              <a:spcBef>
                <a:spcPts val="204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between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membership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is close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and 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is near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25" dirty="0">
                <a:latin typeface="Times New Roman"/>
                <a:cs typeface="Times New Roman"/>
              </a:rPr>
              <a:t>c,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  <a:tab pos="4643120" algn="l"/>
              </a:tabLst>
            </a:pPr>
            <a:r>
              <a:rPr sz="2400" spc="-60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triangle </a:t>
            </a:r>
            <a:r>
              <a:rPr sz="2400" dirty="0">
                <a:latin typeface="Times New Roman"/>
                <a:cs typeface="Times New Roman"/>
              </a:rPr>
              <a:t>rule,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μ(x)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x)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b),</a:t>
            </a:r>
            <a:r>
              <a:rPr sz="2400" dirty="0">
                <a:latin typeface="Times New Roman"/>
                <a:cs typeface="Times New Roman"/>
              </a:rPr>
              <a:t>	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 ≤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Combine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together</a:t>
            </a:r>
            <a:r>
              <a:rPr sz="2400" b="1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6108" y="980694"/>
            <a:ext cx="3473576" cy="26643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2094" y="4686300"/>
            <a:ext cx="4513199" cy="2095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471AB-48C2-4D5E-BEC5-C9153576A8BA}"/>
              </a:ext>
            </a:extLst>
          </p:cNvPr>
          <p:cNvSpPr/>
          <p:nvPr/>
        </p:nvSpPr>
        <p:spPr>
          <a:xfrm>
            <a:off x="399272" y="5025985"/>
            <a:ext cx="3867928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triangle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rises from a to b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falls from b to 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 picks the current height of the triangle at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prevents negative membership.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227761"/>
            <a:ext cx="1165225" cy="6302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Trapezoidal</a:t>
            </a:r>
            <a:r>
              <a:rPr spc="-95" dirty="0"/>
              <a:t> </a:t>
            </a:r>
            <a:r>
              <a:rPr dirty="0"/>
              <a:t>membership</a:t>
            </a:r>
            <a:r>
              <a:rPr spc="-90" dirty="0"/>
              <a:t> </a:t>
            </a:r>
            <a:r>
              <a:rPr spc="-10" dirty="0"/>
              <a:t>function: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29642" y="977849"/>
            <a:ext cx="5091545" cy="5690096"/>
            <a:chOff x="1691639" y="836675"/>
            <a:chExt cx="5473065" cy="590486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7666" y="836675"/>
              <a:ext cx="5012435" cy="32404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1639" y="4018232"/>
              <a:ext cx="5472557" cy="272313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7724A-3864-46B8-9C8C-DFEE41BC3336}"/>
              </a:ext>
            </a:extLst>
          </p:cNvPr>
          <p:cNvSpPr/>
          <p:nvPr/>
        </p:nvSpPr>
        <p:spPr>
          <a:xfrm>
            <a:off x="44809" y="977849"/>
            <a:ext cx="4400204" cy="4154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trapezoidal membership function is defined by four parameters: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left foot of the trapezoid (membership = 0 starts)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left shoulder where membership reaches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right shoulder where membership starts to drop from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right foot where membership returns to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DBF7-CD31-455F-914C-0A275127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71" y="304799"/>
            <a:ext cx="7061834" cy="822195"/>
          </a:xfrm>
        </p:spPr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C9DBB-8925-4F22-A56C-396C11762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408" y="1371600"/>
            <a:ext cx="7957184" cy="360098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define Warm Temperature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TrMF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20°C - starts rising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25°C - full membership 1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30°C - still full membership 1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35°C -  membership drops back to 0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of 28°C = 1 (inside flat top)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of 22°C = (22-20)/(25-20) = 0.4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8C5AFE9-BFC4-4B1F-96FD-261E7EE765C9}"/>
                  </a:ext>
                </a:extLst>
              </p14:cNvPr>
              <p14:cNvContentPartPr/>
              <p14:nvPr/>
            </p14:nvContentPartPr>
            <p14:xfrm>
              <a:off x="780840" y="1683360"/>
              <a:ext cx="7966800" cy="487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8C5AFE9-BFC4-4B1F-96FD-261E7EE765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1480" y="1674000"/>
                <a:ext cx="7985520" cy="48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142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581785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" dirty="0"/>
              <a:t> </a:t>
            </a:r>
            <a:r>
              <a:rPr dirty="0"/>
              <a:t>1:</a:t>
            </a:r>
            <a:r>
              <a:rPr spc="-5" dirty="0"/>
              <a:t> </a:t>
            </a:r>
            <a:r>
              <a:rPr spc="-10" dirty="0"/>
              <a:t>Fuzzification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2671" y="896274"/>
            <a:ext cx="7943215" cy="2343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Examine risk involved in developing a fuzzy project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Expert provides </a:t>
            </a:r>
            <a:r>
              <a:rPr lang="en-IN" sz="2400" dirty="0">
                <a:solidFill>
                  <a:srgbClr val="FF0000"/>
                </a:solidFill>
                <a:latin typeface="Times New Roman"/>
                <a:cs typeface="Times New Roman"/>
              </a:rPr>
              <a:t>x1 and y1</a:t>
            </a:r>
            <a:endParaRPr lang="en-IN"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G</a:t>
            </a:r>
            <a:r>
              <a:rPr sz="2400" dirty="0" err="1">
                <a:latin typeface="Times New Roman"/>
                <a:cs typeface="Times New Roman"/>
              </a:rPr>
              <a:t>iven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crisp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x1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y1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(project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funding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=35%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60%)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Determine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degree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belong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sets.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76401" y="3212139"/>
            <a:ext cx="1417955" cy="952500"/>
            <a:chOff x="5976401" y="3212139"/>
            <a:chExt cx="1417955" cy="9525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9919" y="3922268"/>
              <a:ext cx="96009" cy="2420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85926" y="3221664"/>
              <a:ext cx="1398905" cy="701040"/>
            </a:xfrm>
            <a:custGeom>
              <a:avLst/>
              <a:gdLst/>
              <a:ahLst/>
              <a:cxnLst/>
              <a:rect l="l" t="t" r="r" b="b"/>
              <a:pathLst>
                <a:path w="1398904" h="701039">
                  <a:moveTo>
                    <a:pt x="0" y="0"/>
                  </a:moveTo>
                  <a:lnTo>
                    <a:pt x="1398346" y="0"/>
                  </a:lnTo>
                  <a:lnTo>
                    <a:pt x="1398346" y="497521"/>
                  </a:lnTo>
                  <a:lnTo>
                    <a:pt x="697030" y="700603"/>
                  </a:lnTo>
                  <a:lnTo>
                    <a:pt x="0" y="497521"/>
                  </a:lnTo>
                  <a:lnTo>
                    <a:pt x="0" y="0"/>
                  </a:lnTo>
                </a:path>
              </a:pathLst>
            </a:custGeom>
            <a:ln w="18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34679" y="3260753"/>
            <a:ext cx="1098550" cy="59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0" marR="5080" indent="-432434">
              <a:lnSpc>
                <a:spcPts val="2300"/>
              </a:lnSpc>
              <a:spcBef>
                <a:spcPts val="95"/>
              </a:spcBef>
            </a:pPr>
            <a:r>
              <a:rPr sz="1800" i="1" dirty="0">
                <a:latin typeface="Times New Roman"/>
                <a:cs typeface="Times New Roman"/>
              </a:rPr>
              <a:t>Crisp</a:t>
            </a:r>
            <a:r>
              <a:rPr sz="1800" i="1" spc="90" dirty="0">
                <a:latin typeface="Times New Roman"/>
                <a:cs typeface="Times New Roman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Input </a:t>
            </a:r>
            <a:r>
              <a:rPr sz="1800" i="1" spc="-25" dirty="0">
                <a:latin typeface="Times New Roman"/>
                <a:cs typeface="Times New Roman"/>
              </a:rPr>
              <a:t>y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87247" y="4557738"/>
            <a:ext cx="1305560" cy="0"/>
          </a:xfrm>
          <a:custGeom>
            <a:avLst/>
            <a:gdLst/>
            <a:ahLst/>
            <a:cxnLst/>
            <a:rect l="l" t="t" r="r" b="b"/>
            <a:pathLst>
              <a:path w="1305559">
                <a:moveTo>
                  <a:pt x="0" y="0"/>
                </a:moveTo>
                <a:lnTo>
                  <a:pt x="1305058" y="0"/>
                </a:lnTo>
              </a:path>
            </a:pathLst>
          </a:custGeom>
          <a:ln w="1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40151" y="4190449"/>
            <a:ext cx="279400" cy="1075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1500" spc="-5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R="7620" algn="r">
              <a:lnSpc>
                <a:spcPct val="100000"/>
              </a:lnSpc>
              <a:spcBef>
                <a:spcPts val="40"/>
              </a:spcBef>
            </a:pPr>
            <a:r>
              <a:rPr sz="1500" spc="-25" dirty="0">
                <a:latin typeface="Times New Roman"/>
                <a:cs typeface="Times New Roman"/>
              </a:rPr>
              <a:t>0.7</a:t>
            </a:r>
            <a:endParaRPr sz="1500">
              <a:latin typeface="Times New Roman"/>
              <a:cs typeface="Times New Roman"/>
            </a:endParaRPr>
          </a:p>
          <a:p>
            <a:pPr marR="14604" algn="r">
              <a:lnSpc>
                <a:spcPts val="1680"/>
              </a:lnSpc>
              <a:spcBef>
                <a:spcPts val="1235"/>
              </a:spcBef>
            </a:pPr>
            <a:r>
              <a:rPr sz="1500" spc="-25" dirty="0">
                <a:latin typeface="Times New Roman"/>
                <a:cs typeface="Times New Roman"/>
              </a:rPr>
              <a:t>0.1</a:t>
            </a:r>
            <a:endParaRPr sz="1500">
              <a:latin typeface="Times New Roman"/>
              <a:cs typeface="Times New Roman"/>
            </a:endParaRPr>
          </a:p>
          <a:p>
            <a:pPr marR="5080" algn="r">
              <a:lnSpc>
                <a:spcPts val="1680"/>
              </a:lnSpc>
            </a:pPr>
            <a:r>
              <a:rPr sz="1500" spc="-5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77722" y="4101859"/>
            <a:ext cx="2124075" cy="1051560"/>
            <a:chOff x="5377722" y="4101859"/>
            <a:chExt cx="2124075" cy="105156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9667" y="4511940"/>
              <a:ext cx="98735" cy="963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9667" y="4946500"/>
              <a:ext cx="98735" cy="986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92695" y="4686356"/>
              <a:ext cx="0" cy="408940"/>
            </a:xfrm>
            <a:custGeom>
              <a:avLst/>
              <a:gdLst/>
              <a:ahLst/>
              <a:cxnLst/>
              <a:rect l="l" t="t" r="r" b="b"/>
              <a:pathLst>
                <a:path h="408939">
                  <a:moveTo>
                    <a:pt x="0" y="4087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87631" y="4111384"/>
              <a:ext cx="0" cy="1032510"/>
            </a:xfrm>
            <a:custGeom>
              <a:avLst/>
              <a:gdLst/>
              <a:ahLst/>
              <a:cxnLst/>
              <a:rect l="l" t="t" r="r" b="b"/>
              <a:pathLst>
                <a:path h="1032510">
                  <a:moveTo>
                    <a:pt x="0" y="628351"/>
                  </a:moveTo>
                  <a:lnTo>
                    <a:pt x="0" y="219665"/>
                  </a:lnTo>
                </a:path>
                <a:path h="1032510">
                  <a:moveTo>
                    <a:pt x="0" y="0"/>
                  </a:moveTo>
                  <a:lnTo>
                    <a:pt x="0" y="511719"/>
                  </a:lnTo>
                </a:path>
                <a:path h="1032510">
                  <a:moveTo>
                    <a:pt x="0" y="1032362"/>
                  </a:moveTo>
                  <a:lnTo>
                    <a:pt x="0" y="623657"/>
                  </a:lnTo>
                </a:path>
              </a:pathLst>
            </a:custGeom>
            <a:ln w="18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88952" y="4275072"/>
              <a:ext cx="1403350" cy="817880"/>
            </a:xfrm>
            <a:custGeom>
              <a:avLst/>
              <a:gdLst/>
              <a:ahLst/>
              <a:cxnLst/>
              <a:rect l="l" t="t" r="r" b="b"/>
              <a:pathLst>
                <a:path w="1403350" h="817879">
                  <a:moveTo>
                    <a:pt x="1403215" y="0"/>
                  </a:moveTo>
                  <a:lnTo>
                    <a:pt x="935411" y="0"/>
                  </a:lnTo>
                  <a:lnTo>
                    <a:pt x="0" y="817409"/>
                  </a:lnTo>
                  <a:lnTo>
                    <a:pt x="1403215" y="817409"/>
                  </a:lnTo>
                  <a:lnTo>
                    <a:pt x="1403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87247" y="4272725"/>
              <a:ext cx="2105025" cy="819785"/>
            </a:xfrm>
            <a:custGeom>
              <a:avLst/>
              <a:gdLst/>
              <a:ahLst/>
              <a:cxnLst/>
              <a:rect l="l" t="t" r="r" b="b"/>
              <a:pathLst>
                <a:path w="2105025" h="819785">
                  <a:moveTo>
                    <a:pt x="701705" y="819756"/>
                  </a:moveTo>
                  <a:lnTo>
                    <a:pt x="1637116" y="2346"/>
                  </a:lnTo>
                  <a:lnTo>
                    <a:pt x="2104920" y="2346"/>
                  </a:lnTo>
                  <a:lnTo>
                    <a:pt x="2104920" y="819756"/>
                  </a:lnTo>
                  <a:lnTo>
                    <a:pt x="701705" y="819756"/>
                  </a:lnTo>
                  <a:close/>
                </a:path>
                <a:path w="2105025" h="819785">
                  <a:moveTo>
                    <a:pt x="1403020" y="817390"/>
                  </a:moveTo>
                  <a:lnTo>
                    <a:pt x="467608" y="0"/>
                  </a:lnTo>
                  <a:lnTo>
                    <a:pt x="0" y="0"/>
                  </a:lnTo>
                  <a:lnTo>
                    <a:pt x="0" y="817390"/>
                  </a:lnTo>
                  <a:lnTo>
                    <a:pt x="1403020" y="817390"/>
                  </a:lnTo>
                </a:path>
              </a:pathLst>
            </a:custGeom>
            <a:ln w="18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7247" y="4272725"/>
              <a:ext cx="2098040" cy="810895"/>
            </a:xfrm>
            <a:custGeom>
              <a:avLst/>
              <a:gdLst/>
              <a:ahLst/>
              <a:cxnLst/>
              <a:rect l="l" t="t" r="r" b="b"/>
              <a:pathLst>
                <a:path w="2098040" h="810895">
                  <a:moveTo>
                    <a:pt x="0" y="810349"/>
                  </a:moveTo>
                  <a:lnTo>
                    <a:pt x="2097909" y="810349"/>
                  </a:lnTo>
                  <a:lnTo>
                    <a:pt x="2097909" y="0"/>
                  </a:lnTo>
                  <a:lnTo>
                    <a:pt x="0" y="0"/>
                  </a:lnTo>
                  <a:lnTo>
                    <a:pt x="0" y="81034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91921" y="4992298"/>
              <a:ext cx="1291590" cy="0"/>
            </a:xfrm>
            <a:custGeom>
              <a:avLst/>
              <a:gdLst/>
              <a:ahLst/>
              <a:cxnLst/>
              <a:rect l="l" t="t" r="r" b="b"/>
              <a:pathLst>
                <a:path w="1291590">
                  <a:moveTo>
                    <a:pt x="0" y="0"/>
                  </a:moveTo>
                  <a:lnTo>
                    <a:pt x="1291035" y="0"/>
                  </a:lnTo>
                </a:path>
              </a:pathLst>
            </a:custGeom>
            <a:ln w="18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50348" y="4295768"/>
              <a:ext cx="344170" cy="226695"/>
            </a:xfrm>
            <a:custGeom>
              <a:avLst/>
              <a:gdLst/>
              <a:ahLst/>
              <a:cxnLst/>
              <a:rect l="l" t="t" r="r" b="b"/>
              <a:pathLst>
                <a:path w="344170" h="226695">
                  <a:moveTo>
                    <a:pt x="343841" y="0"/>
                  </a:moveTo>
                  <a:lnTo>
                    <a:pt x="0" y="0"/>
                  </a:lnTo>
                  <a:lnTo>
                    <a:pt x="0" y="226687"/>
                  </a:lnTo>
                  <a:lnTo>
                    <a:pt x="343841" y="226687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50348" y="4295768"/>
            <a:ext cx="344170" cy="2266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785"/>
              </a:lnSpc>
            </a:pPr>
            <a:r>
              <a:rPr sz="1650" i="1" spc="-25" dirty="0">
                <a:latin typeface="Times New Roman"/>
                <a:cs typeface="Times New Roman"/>
              </a:rPr>
              <a:t>B</a:t>
            </a:r>
            <a:r>
              <a:rPr sz="1650" spc="-25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85877" y="4294180"/>
            <a:ext cx="347345" cy="229870"/>
            <a:chOff x="7085877" y="4294180"/>
            <a:chExt cx="347345" cy="229870"/>
          </a:xfrm>
        </p:grpSpPr>
        <p:sp>
          <p:nvSpPr>
            <p:cNvPr id="22" name="object 22"/>
            <p:cNvSpPr/>
            <p:nvPr/>
          </p:nvSpPr>
          <p:spPr>
            <a:xfrm>
              <a:off x="7087465" y="4295768"/>
              <a:ext cx="344170" cy="226695"/>
            </a:xfrm>
            <a:custGeom>
              <a:avLst/>
              <a:gdLst/>
              <a:ahLst/>
              <a:cxnLst/>
              <a:rect l="l" t="t" r="r" b="b"/>
              <a:pathLst>
                <a:path w="344170" h="226695">
                  <a:moveTo>
                    <a:pt x="343841" y="0"/>
                  </a:moveTo>
                  <a:lnTo>
                    <a:pt x="0" y="0"/>
                  </a:lnTo>
                  <a:lnTo>
                    <a:pt x="0" y="226687"/>
                  </a:lnTo>
                  <a:lnTo>
                    <a:pt x="343841" y="226687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87465" y="4295768"/>
              <a:ext cx="344170" cy="226695"/>
            </a:xfrm>
            <a:custGeom>
              <a:avLst/>
              <a:gdLst/>
              <a:ahLst/>
              <a:cxnLst/>
              <a:rect l="l" t="t" r="r" b="b"/>
              <a:pathLst>
                <a:path w="344170" h="226695">
                  <a:moveTo>
                    <a:pt x="0" y="226687"/>
                  </a:moveTo>
                  <a:lnTo>
                    <a:pt x="343841" y="226687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668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130854" y="4260587"/>
            <a:ext cx="26416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-25" dirty="0">
                <a:latin typeface="Times New Roman"/>
                <a:cs typeface="Times New Roman"/>
              </a:rPr>
              <a:t>B</a:t>
            </a:r>
            <a:r>
              <a:rPr sz="1650" spc="-25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79427" y="4555273"/>
            <a:ext cx="720725" cy="544830"/>
            <a:chOff x="6079427" y="4555273"/>
            <a:chExt cx="720725" cy="544830"/>
          </a:xfrm>
        </p:grpSpPr>
        <p:sp>
          <p:nvSpPr>
            <p:cNvPr id="26" name="object 26"/>
            <p:cNvSpPr/>
            <p:nvPr/>
          </p:nvSpPr>
          <p:spPr>
            <a:xfrm>
              <a:off x="6088952" y="4782078"/>
              <a:ext cx="701675" cy="308610"/>
            </a:xfrm>
            <a:custGeom>
              <a:avLst/>
              <a:gdLst/>
              <a:ahLst/>
              <a:cxnLst/>
              <a:rect l="l" t="t" r="r" b="b"/>
              <a:pathLst>
                <a:path w="701675" h="308610">
                  <a:moveTo>
                    <a:pt x="350560" y="0"/>
                  </a:moveTo>
                  <a:lnTo>
                    <a:pt x="0" y="308036"/>
                  </a:lnTo>
                  <a:lnTo>
                    <a:pt x="701315" y="308036"/>
                  </a:lnTo>
                  <a:lnTo>
                    <a:pt x="350560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88952" y="4782078"/>
              <a:ext cx="701675" cy="308610"/>
            </a:xfrm>
            <a:custGeom>
              <a:avLst/>
              <a:gdLst/>
              <a:ahLst/>
              <a:cxnLst/>
              <a:rect l="l" t="t" r="r" b="b"/>
              <a:pathLst>
                <a:path w="701675" h="308610">
                  <a:moveTo>
                    <a:pt x="0" y="308036"/>
                  </a:moveTo>
                  <a:lnTo>
                    <a:pt x="350560" y="0"/>
                  </a:lnTo>
                  <a:lnTo>
                    <a:pt x="701315" y="308036"/>
                  </a:lnTo>
                  <a:lnTo>
                    <a:pt x="0" y="308036"/>
                  </a:lnTo>
                  <a:close/>
                </a:path>
              </a:pathLst>
            </a:custGeom>
            <a:ln w="187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86914" y="4564798"/>
              <a:ext cx="501015" cy="525780"/>
            </a:xfrm>
            <a:custGeom>
              <a:avLst/>
              <a:gdLst/>
              <a:ahLst/>
              <a:cxnLst/>
              <a:rect l="l" t="t" r="r" b="b"/>
              <a:pathLst>
                <a:path w="501015" h="525779">
                  <a:moveTo>
                    <a:pt x="0" y="429846"/>
                  </a:moveTo>
                  <a:lnTo>
                    <a:pt x="500717" y="431728"/>
                  </a:lnTo>
                </a:path>
                <a:path w="501015" h="525779">
                  <a:moveTo>
                    <a:pt x="500717" y="0"/>
                  </a:moveTo>
                  <a:lnTo>
                    <a:pt x="500717" y="525316"/>
                  </a:lnTo>
                </a:path>
              </a:pathLst>
            </a:custGeom>
            <a:ln w="1880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404486" y="5124956"/>
            <a:ext cx="13335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i="1" spc="-50" dirty="0">
                <a:latin typeface="Times New Roman"/>
                <a:cs typeface="Times New Roman"/>
              </a:rPr>
              <a:t>Y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6515" y="3212139"/>
            <a:ext cx="8197850" cy="2813050"/>
            <a:chOff x="466515" y="3212139"/>
            <a:chExt cx="8197850" cy="2813050"/>
          </a:xfrm>
        </p:grpSpPr>
        <p:sp>
          <p:nvSpPr>
            <p:cNvPr id="31" name="object 31"/>
            <p:cNvSpPr/>
            <p:nvPr/>
          </p:nvSpPr>
          <p:spPr>
            <a:xfrm>
              <a:off x="476040" y="3221664"/>
              <a:ext cx="8178800" cy="2794000"/>
            </a:xfrm>
            <a:custGeom>
              <a:avLst/>
              <a:gdLst/>
              <a:ahLst/>
              <a:cxnLst/>
              <a:rect l="l" t="t" r="r" b="b"/>
              <a:pathLst>
                <a:path w="8178800" h="2794000">
                  <a:moveTo>
                    <a:pt x="0" y="2793555"/>
                  </a:moveTo>
                  <a:lnTo>
                    <a:pt x="8178573" y="2793555"/>
                  </a:lnTo>
                  <a:lnTo>
                    <a:pt x="8178573" y="927374"/>
                  </a:lnTo>
                  <a:lnTo>
                    <a:pt x="0" y="927374"/>
                  </a:lnTo>
                  <a:lnTo>
                    <a:pt x="0" y="2793555"/>
                  </a:lnTo>
                  <a:close/>
                </a:path>
                <a:path w="8178800" h="2794000">
                  <a:moveTo>
                    <a:pt x="1178459" y="0"/>
                  </a:moveTo>
                  <a:lnTo>
                    <a:pt x="2582122" y="0"/>
                  </a:lnTo>
                  <a:lnTo>
                    <a:pt x="2582122" y="497521"/>
                  </a:lnTo>
                  <a:lnTo>
                    <a:pt x="1880262" y="698275"/>
                  </a:lnTo>
                  <a:lnTo>
                    <a:pt x="1178459" y="497521"/>
                  </a:lnTo>
                  <a:lnTo>
                    <a:pt x="1178459" y="0"/>
                  </a:lnTo>
                </a:path>
              </a:pathLst>
            </a:custGeom>
            <a:ln w="18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28278" y="4272725"/>
              <a:ext cx="2332355" cy="810895"/>
            </a:xfrm>
            <a:custGeom>
              <a:avLst/>
              <a:gdLst/>
              <a:ahLst/>
              <a:cxnLst/>
              <a:rect l="l" t="t" r="r" b="b"/>
              <a:pathLst>
                <a:path w="2332354" h="810895">
                  <a:moveTo>
                    <a:pt x="0" y="810349"/>
                  </a:moveTo>
                  <a:lnTo>
                    <a:pt x="2332005" y="810349"/>
                  </a:lnTo>
                  <a:lnTo>
                    <a:pt x="2332005" y="0"/>
                  </a:lnTo>
                  <a:lnTo>
                    <a:pt x="0" y="0"/>
                  </a:lnTo>
                  <a:lnTo>
                    <a:pt x="0" y="81034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28278" y="4268031"/>
              <a:ext cx="1052830" cy="817880"/>
            </a:xfrm>
            <a:custGeom>
              <a:avLst/>
              <a:gdLst/>
              <a:ahLst/>
              <a:cxnLst/>
              <a:rect l="l" t="t" r="r" b="b"/>
              <a:pathLst>
                <a:path w="1052830" h="817879">
                  <a:moveTo>
                    <a:pt x="0" y="0"/>
                  </a:moveTo>
                  <a:lnTo>
                    <a:pt x="0" y="817390"/>
                  </a:lnTo>
                  <a:lnTo>
                    <a:pt x="1052732" y="817390"/>
                  </a:lnTo>
                  <a:lnTo>
                    <a:pt x="584987" y="0"/>
                  </a:lnTo>
                  <a:lnTo>
                    <a:pt x="0" y="0"/>
                  </a:lnTo>
                </a:path>
              </a:pathLst>
            </a:custGeom>
            <a:ln w="18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14523" y="4272725"/>
              <a:ext cx="1053465" cy="817880"/>
            </a:xfrm>
            <a:custGeom>
              <a:avLst/>
              <a:gdLst/>
              <a:ahLst/>
              <a:cxnLst/>
              <a:rect l="l" t="t" r="r" b="b"/>
              <a:pathLst>
                <a:path w="1053464" h="817879">
                  <a:moveTo>
                    <a:pt x="1052849" y="0"/>
                  </a:moveTo>
                  <a:lnTo>
                    <a:pt x="467803" y="0"/>
                  </a:lnTo>
                  <a:lnTo>
                    <a:pt x="0" y="817390"/>
                  </a:lnTo>
                  <a:lnTo>
                    <a:pt x="1052849" y="817390"/>
                  </a:lnTo>
                  <a:lnTo>
                    <a:pt x="10528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14523" y="4272725"/>
              <a:ext cx="1053465" cy="817880"/>
            </a:xfrm>
            <a:custGeom>
              <a:avLst/>
              <a:gdLst/>
              <a:ahLst/>
              <a:cxnLst/>
              <a:rect l="l" t="t" r="r" b="b"/>
              <a:pathLst>
                <a:path w="1053464" h="817879">
                  <a:moveTo>
                    <a:pt x="1052849" y="0"/>
                  </a:moveTo>
                  <a:lnTo>
                    <a:pt x="1052849" y="817390"/>
                  </a:lnTo>
                  <a:lnTo>
                    <a:pt x="0" y="817390"/>
                  </a:lnTo>
                  <a:lnTo>
                    <a:pt x="467803" y="0"/>
                  </a:lnTo>
                  <a:lnTo>
                    <a:pt x="1052849" y="0"/>
                  </a:lnTo>
                  <a:close/>
                </a:path>
              </a:pathLst>
            </a:custGeom>
            <a:ln w="18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64922" y="4272725"/>
              <a:ext cx="884555" cy="817880"/>
            </a:xfrm>
            <a:custGeom>
              <a:avLst/>
              <a:gdLst/>
              <a:ahLst/>
              <a:cxnLst/>
              <a:rect l="l" t="t" r="r" b="b"/>
              <a:pathLst>
                <a:path w="884555" h="817879">
                  <a:moveTo>
                    <a:pt x="442290" y="0"/>
                  </a:moveTo>
                  <a:lnTo>
                    <a:pt x="0" y="817390"/>
                  </a:lnTo>
                  <a:lnTo>
                    <a:pt x="883996" y="817390"/>
                  </a:lnTo>
                  <a:lnTo>
                    <a:pt x="44229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28278" y="4272725"/>
              <a:ext cx="1621155" cy="817880"/>
            </a:xfrm>
            <a:custGeom>
              <a:avLst/>
              <a:gdLst/>
              <a:ahLst/>
              <a:cxnLst/>
              <a:rect l="l" t="t" r="r" b="b"/>
              <a:pathLst>
                <a:path w="1621155" h="817879">
                  <a:moveTo>
                    <a:pt x="736644" y="817390"/>
                  </a:moveTo>
                  <a:lnTo>
                    <a:pt x="1620640" y="817390"/>
                  </a:lnTo>
                  <a:lnTo>
                    <a:pt x="1178934" y="0"/>
                  </a:lnTo>
                  <a:lnTo>
                    <a:pt x="736644" y="817390"/>
                  </a:lnTo>
                  <a:close/>
                </a:path>
                <a:path w="1621155" h="817879">
                  <a:moveTo>
                    <a:pt x="0" y="401644"/>
                  </a:moveTo>
                  <a:lnTo>
                    <a:pt x="818597" y="401644"/>
                  </a:lnTo>
                </a:path>
              </a:pathLst>
            </a:custGeom>
            <a:ln w="18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88213" y="4071990"/>
            <a:ext cx="272415" cy="119316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5"/>
              </a:spcBef>
            </a:pPr>
            <a:r>
              <a:rPr sz="1500" spc="-5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R="7620" algn="r">
              <a:lnSpc>
                <a:spcPct val="100000"/>
              </a:lnSpc>
              <a:spcBef>
                <a:spcPts val="955"/>
              </a:spcBef>
            </a:pPr>
            <a:r>
              <a:rPr sz="1500" spc="-25" dirty="0">
                <a:latin typeface="Times New Roman"/>
                <a:cs typeface="Times New Roman"/>
              </a:rPr>
              <a:t>0.5</a:t>
            </a:r>
            <a:endParaRPr sz="1500">
              <a:latin typeface="Times New Roman"/>
              <a:cs typeface="Times New Roman"/>
            </a:endParaRPr>
          </a:p>
          <a:p>
            <a:pPr marR="7620" algn="r">
              <a:lnSpc>
                <a:spcPct val="100000"/>
              </a:lnSpc>
              <a:spcBef>
                <a:spcPts val="40"/>
              </a:spcBef>
            </a:pPr>
            <a:r>
              <a:rPr sz="1500" spc="-25" dirty="0">
                <a:latin typeface="Times New Roman"/>
                <a:cs typeface="Times New Roman"/>
              </a:rPr>
              <a:t>0.2</a:t>
            </a:r>
            <a:endParaRPr sz="15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1500" spc="-50" dirty="0"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981186" y="4629036"/>
            <a:ext cx="98425" cy="341630"/>
            <a:chOff x="1981186" y="4629036"/>
            <a:chExt cx="98425" cy="341630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1186" y="4629036"/>
              <a:ext cx="98346" cy="9584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1186" y="4874073"/>
              <a:ext cx="98346" cy="9630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645073" y="4389375"/>
            <a:ext cx="344170" cy="2266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35">
              <a:lnSpc>
                <a:spcPts val="1785"/>
              </a:lnSpc>
            </a:pPr>
            <a:r>
              <a:rPr sz="1650" i="1" spc="-25" dirty="0">
                <a:latin typeface="Times New Roman"/>
                <a:cs typeface="Times New Roman"/>
              </a:rPr>
              <a:t>A</a:t>
            </a:r>
            <a:r>
              <a:rPr sz="1650" spc="-25" dirty="0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31543" y="4389375"/>
            <a:ext cx="344170" cy="22669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75">
              <a:lnSpc>
                <a:spcPts val="1785"/>
              </a:lnSpc>
            </a:pPr>
            <a:r>
              <a:rPr sz="1650" i="1" spc="-25" dirty="0">
                <a:latin typeface="Times New Roman"/>
                <a:cs typeface="Times New Roman"/>
              </a:rPr>
              <a:t>A</a:t>
            </a:r>
            <a:r>
              <a:rPr sz="1650" spc="-25" dirty="0">
                <a:latin typeface="Times New Roman"/>
                <a:cs typeface="Times New Roman"/>
              </a:rPr>
              <a:t>2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97593" y="4387788"/>
            <a:ext cx="347345" cy="229870"/>
            <a:chOff x="3397593" y="4387788"/>
            <a:chExt cx="347345" cy="229870"/>
          </a:xfrm>
        </p:grpSpPr>
        <p:sp>
          <p:nvSpPr>
            <p:cNvPr id="45" name="object 45"/>
            <p:cNvSpPr/>
            <p:nvPr/>
          </p:nvSpPr>
          <p:spPr>
            <a:xfrm>
              <a:off x="3399180" y="4389375"/>
              <a:ext cx="344170" cy="226695"/>
            </a:xfrm>
            <a:custGeom>
              <a:avLst/>
              <a:gdLst/>
              <a:ahLst/>
              <a:cxnLst/>
              <a:rect l="l" t="t" r="r" b="b"/>
              <a:pathLst>
                <a:path w="344170" h="226695">
                  <a:moveTo>
                    <a:pt x="343841" y="0"/>
                  </a:moveTo>
                  <a:lnTo>
                    <a:pt x="0" y="0"/>
                  </a:lnTo>
                  <a:lnTo>
                    <a:pt x="0" y="226687"/>
                  </a:lnTo>
                  <a:lnTo>
                    <a:pt x="343841" y="226687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99180" y="4389375"/>
              <a:ext cx="344170" cy="226695"/>
            </a:xfrm>
            <a:custGeom>
              <a:avLst/>
              <a:gdLst/>
              <a:ahLst/>
              <a:cxnLst/>
              <a:rect l="l" t="t" r="r" b="b"/>
              <a:pathLst>
                <a:path w="344170" h="226695">
                  <a:moveTo>
                    <a:pt x="0" y="226687"/>
                  </a:moveTo>
                  <a:lnTo>
                    <a:pt x="343841" y="226687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668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399180" y="4389375"/>
            <a:ext cx="344170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785"/>
              </a:lnSpc>
            </a:pPr>
            <a:r>
              <a:rPr sz="1650" i="1" spc="-25" dirty="0">
                <a:latin typeface="Times New Roman"/>
                <a:cs typeface="Times New Roman"/>
              </a:rPr>
              <a:t>A</a:t>
            </a:r>
            <a:r>
              <a:rPr sz="1650" spc="-25" dirty="0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18753" y="3919940"/>
            <a:ext cx="2358390" cy="1233805"/>
            <a:chOff x="1518753" y="3919940"/>
            <a:chExt cx="2358390" cy="1233805"/>
          </a:xfrm>
        </p:grpSpPr>
        <p:sp>
          <p:nvSpPr>
            <p:cNvPr id="49" name="object 49"/>
            <p:cNvSpPr/>
            <p:nvPr/>
          </p:nvSpPr>
          <p:spPr>
            <a:xfrm>
              <a:off x="2267279" y="4805121"/>
              <a:ext cx="311785" cy="283210"/>
            </a:xfrm>
            <a:custGeom>
              <a:avLst/>
              <a:gdLst/>
              <a:ahLst/>
              <a:cxnLst/>
              <a:rect l="l" t="t" r="r" b="b"/>
              <a:pathLst>
                <a:path w="311785" h="283210">
                  <a:moveTo>
                    <a:pt x="152084" y="0"/>
                  </a:moveTo>
                  <a:lnTo>
                    <a:pt x="0" y="282646"/>
                  </a:lnTo>
                  <a:lnTo>
                    <a:pt x="311394" y="282646"/>
                  </a:lnTo>
                  <a:lnTo>
                    <a:pt x="152084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67279" y="4805121"/>
              <a:ext cx="311785" cy="283210"/>
            </a:xfrm>
            <a:custGeom>
              <a:avLst/>
              <a:gdLst/>
              <a:ahLst/>
              <a:cxnLst/>
              <a:rect l="l" t="t" r="r" b="b"/>
              <a:pathLst>
                <a:path w="311785" h="283210">
                  <a:moveTo>
                    <a:pt x="152084" y="0"/>
                  </a:moveTo>
                  <a:lnTo>
                    <a:pt x="311394" y="282646"/>
                  </a:lnTo>
                  <a:lnTo>
                    <a:pt x="0" y="282646"/>
                  </a:lnTo>
                  <a:lnTo>
                    <a:pt x="152084" y="0"/>
                  </a:lnTo>
                  <a:close/>
                </a:path>
              </a:pathLst>
            </a:custGeom>
            <a:ln w="18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291870" y="4623337"/>
              <a:ext cx="2540" cy="408940"/>
            </a:xfrm>
            <a:custGeom>
              <a:avLst/>
              <a:gdLst/>
              <a:ahLst/>
              <a:cxnLst/>
              <a:rect l="l" t="t" r="r" b="b"/>
              <a:pathLst>
                <a:path w="2539" h="408939">
                  <a:moveTo>
                    <a:pt x="0" y="408704"/>
                  </a:moveTo>
                  <a:lnTo>
                    <a:pt x="25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08551" y="3919940"/>
              <a:ext cx="95970" cy="23962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2351589" y="4149033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h="995045">
                  <a:moveTo>
                    <a:pt x="0" y="0"/>
                  </a:moveTo>
                  <a:lnTo>
                    <a:pt x="0" y="994713"/>
                  </a:lnTo>
                </a:path>
              </a:pathLst>
            </a:custGeom>
            <a:ln w="188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14523" y="4782078"/>
              <a:ext cx="344170" cy="308610"/>
            </a:xfrm>
            <a:custGeom>
              <a:avLst/>
              <a:gdLst/>
              <a:ahLst/>
              <a:cxnLst/>
              <a:rect l="l" t="t" r="r" b="b"/>
              <a:pathLst>
                <a:path w="344169" h="308610">
                  <a:moveTo>
                    <a:pt x="175669" y="0"/>
                  </a:moveTo>
                  <a:lnTo>
                    <a:pt x="0" y="308036"/>
                  </a:lnTo>
                  <a:lnTo>
                    <a:pt x="343938" y="308036"/>
                  </a:lnTo>
                  <a:lnTo>
                    <a:pt x="175669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28278" y="4272725"/>
              <a:ext cx="2339340" cy="817880"/>
            </a:xfrm>
            <a:custGeom>
              <a:avLst/>
              <a:gdLst/>
              <a:ahLst/>
              <a:cxnLst/>
              <a:rect l="l" t="t" r="r" b="b"/>
              <a:pathLst>
                <a:path w="2339340" h="817879">
                  <a:moveTo>
                    <a:pt x="1461914" y="509353"/>
                  </a:moveTo>
                  <a:lnTo>
                    <a:pt x="1630183" y="817390"/>
                  </a:lnTo>
                  <a:lnTo>
                    <a:pt x="1286244" y="817390"/>
                  </a:lnTo>
                  <a:lnTo>
                    <a:pt x="1461914" y="509353"/>
                  </a:lnTo>
                  <a:close/>
                </a:path>
                <a:path w="2339340" h="817879">
                  <a:moveTo>
                    <a:pt x="2339094" y="0"/>
                  </a:moveTo>
                  <a:lnTo>
                    <a:pt x="2336562" y="817390"/>
                  </a:lnTo>
                </a:path>
                <a:path w="2339340" h="817879">
                  <a:moveTo>
                    <a:pt x="2339094" y="0"/>
                  </a:moveTo>
                  <a:lnTo>
                    <a:pt x="1754048" y="0"/>
                  </a:lnTo>
                </a:path>
                <a:path w="2339340" h="817879">
                  <a:moveTo>
                    <a:pt x="0" y="817390"/>
                  </a:moveTo>
                  <a:lnTo>
                    <a:pt x="2339094" y="817390"/>
                  </a:lnTo>
                </a:path>
              </a:pathLst>
            </a:custGeom>
            <a:ln w="18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03350" y="3260753"/>
            <a:ext cx="1098550" cy="5924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33705" marR="5080" indent="-421640">
              <a:lnSpc>
                <a:spcPct val="104700"/>
              </a:lnSpc>
              <a:spcBef>
                <a:spcPts val="35"/>
              </a:spcBef>
            </a:pPr>
            <a:r>
              <a:rPr sz="1800" i="1" dirty="0">
                <a:latin typeface="Times New Roman"/>
                <a:cs typeface="Times New Roman"/>
              </a:rPr>
              <a:t>Crisp</a:t>
            </a:r>
            <a:r>
              <a:rPr sz="1800" i="1" spc="90" dirty="0">
                <a:latin typeface="Times New Roman"/>
                <a:cs typeface="Times New Roman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Input </a:t>
            </a:r>
            <a:r>
              <a:rPr sz="1800" i="1" spc="-25" dirty="0">
                <a:latin typeface="Times New Roman"/>
                <a:cs typeface="Times New Roman"/>
              </a:rPr>
              <a:t>x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58463" y="5124956"/>
            <a:ext cx="144145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i="1" spc="-50" dirty="0"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532972" y="4919871"/>
            <a:ext cx="819150" cy="0"/>
          </a:xfrm>
          <a:custGeom>
            <a:avLst/>
            <a:gdLst/>
            <a:ahLst/>
            <a:cxnLst/>
            <a:rect l="l" t="t" r="r" b="b"/>
            <a:pathLst>
              <a:path w="819150">
                <a:moveTo>
                  <a:pt x="0" y="0"/>
                </a:moveTo>
                <a:lnTo>
                  <a:pt x="818616" y="0"/>
                </a:lnTo>
              </a:path>
            </a:pathLst>
          </a:custGeom>
          <a:ln w="18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969647" y="5096863"/>
            <a:ext cx="1412240" cy="8915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340"/>
              </a:spcBef>
            </a:pPr>
            <a:r>
              <a:rPr sz="1500" i="1" spc="-25" dirty="0">
                <a:latin typeface="Times New Roman"/>
                <a:cs typeface="Times New Roman"/>
              </a:rPr>
              <a:t>x</a:t>
            </a:r>
            <a:r>
              <a:rPr sz="1500" spc="-2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9"/>
              </a:spcBef>
            </a:pPr>
            <a:r>
              <a:rPr sz="2700" spc="82" baseline="13888" dirty="0">
                <a:latin typeface="Symbol"/>
                <a:cs typeface="Symbol"/>
              </a:rPr>
              <a:t></a:t>
            </a:r>
            <a:r>
              <a:rPr sz="1500" spc="55" dirty="0">
                <a:latin typeface="Times New Roman"/>
                <a:cs typeface="Times New Roman"/>
              </a:rPr>
              <a:t>(</a:t>
            </a:r>
            <a:r>
              <a:rPr sz="1500" i="1" spc="55" dirty="0">
                <a:latin typeface="Times New Roman"/>
                <a:cs typeface="Times New Roman"/>
              </a:rPr>
              <a:t>x</a:t>
            </a:r>
            <a:r>
              <a:rPr sz="1500" i="1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1)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2700" baseline="13888" dirty="0">
                <a:latin typeface="Times New Roman"/>
                <a:cs typeface="Times New Roman"/>
              </a:rPr>
              <a:t>=</a:t>
            </a:r>
            <a:r>
              <a:rPr sz="2700" spc="37" baseline="13888" dirty="0">
                <a:latin typeface="Times New Roman"/>
                <a:cs typeface="Times New Roman"/>
              </a:rPr>
              <a:t> </a:t>
            </a:r>
            <a:r>
              <a:rPr sz="2700" spc="-37" baseline="13888" dirty="0">
                <a:latin typeface="Times New Roman"/>
                <a:cs typeface="Times New Roman"/>
              </a:rPr>
              <a:t>0.5</a:t>
            </a:r>
            <a:endParaRPr sz="2700" baseline="13888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700" spc="82" baseline="13888" dirty="0">
                <a:latin typeface="Symbol"/>
                <a:cs typeface="Symbol"/>
              </a:rPr>
              <a:t></a:t>
            </a:r>
            <a:r>
              <a:rPr sz="1500" spc="55" dirty="0">
                <a:latin typeface="Times New Roman"/>
                <a:cs typeface="Times New Roman"/>
              </a:rPr>
              <a:t>(</a:t>
            </a:r>
            <a:r>
              <a:rPr sz="1500" i="1" spc="55" dirty="0">
                <a:latin typeface="Times New Roman"/>
                <a:cs typeface="Times New Roman"/>
              </a:rPr>
              <a:t>x</a:t>
            </a:r>
            <a:r>
              <a:rPr sz="1500" i="1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2)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2700" baseline="13888" dirty="0">
                <a:latin typeface="Times New Roman"/>
                <a:cs typeface="Times New Roman"/>
              </a:rPr>
              <a:t>=</a:t>
            </a:r>
            <a:r>
              <a:rPr sz="2700" spc="37" baseline="13888" dirty="0">
                <a:latin typeface="Times New Roman"/>
                <a:cs typeface="Times New Roman"/>
              </a:rPr>
              <a:t> </a:t>
            </a:r>
            <a:r>
              <a:rPr sz="2700" spc="-37" baseline="13888" dirty="0">
                <a:latin typeface="Times New Roman"/>
                <a:cs typeface="Times New Roman"/>
              </a:rPr>
              <a:t>0.2</a:t>
            </a:r>
            <a:endParaRPr sz="2700" baseline="13888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0" name="object 60"/>
          <p:cNvSpPr txBox="1"/>
          <p:nvPr/>
        </p:nvSpPr>
        <p:spPr>
          <a:xfrm>
            <a:off x="5711782" y="5098808"/>
            <a:ext cx="1412240" cy="887094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325"/>
              </a:spcBef>
            </a:pPr>
            <a:r>
              <a:rPr sz="1500" i="1" spc="-25" dirty="0">
                <a:latin typeface="Times New Roman"/>
                <a:cs typeface="Times New Roman"/>
              </a:rPr>
              <a:t>y</a:t>
            </a:r>
            <a:r>
              <a:rPr sz="1500" spc="-2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2700" spc="82" baseline="13888" dirty="0">
                <a:latin typeface="Symbol"/>
                <a:cs typeface="Symbol"/>
              </a:rPr>
              <a:t></a:t>
            </a:r>
            <a:r>
              <a:rPr sz="1500" spc="55" dirty="0">
                <a:latin typeface="Times New Roman"/>
                <a:cs typeface="Times New Roman"/>
              </a:rPr>
              <a:t>(</a:t>
            </a:r>
            <a:r>
              <a:rPr sz="1500" i="1" spc="55" dirty="0">
                <a:latin typeface="Times New Roman"/>
                <a:cs typeface="Times New Roman"/>
              </a:rPr>
              <a:t>y</a:t>
            </a:r>
            <a:r>
              <a:rPr sz="1500" i="1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B</a:t>
            </a:r>
            <a:r>
              <a:rPr sz="1500" dirty="0">
                <a:latin typeface="Times New Roman"/>
                <a:cs typeface="Times New Roman"/>
              </a:rPr>
              <a:t>1)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2700" baseline="13888" dirty="0">
                <a:latin typeface="Times New Roman"/>
                <a:cs typeface="Times New Roman"/>
              </a:rPr>
              <a:t>=</a:t>
            </a:r>
            <a:r>
              <a:rPr sz="2700" spc="30" baseline="13888" dirty="0">
                <a:latin typeface="Times New Roman"/>
                <a:cs typeface="Times New Roman"/>
              </a:rPr>
              <a:t> </a:t>
            </a:r>
            <a:r>
              <a:rPr sz="2700" spc="-37" baseline="13888" dirty="0">
                <a:latin typeface="Times New Roman"/>
                <a:cs typeface="Times New Roman"/>
              </a:rPr>
              <a:t>0.1</a:t>
            </a:r>
            <a:endParaRPr sz="2700" baseline="13888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700" spc="82" baseline="13888" dirty="0">
                <a:latin typeface="Symbol"/>
                <a:cs typeface="Symbol"/>
              </a:rPr>
              <a:t></a:t>
            </a:r>
            <a:r>
              <a:rPr sz="1500" spc="55" dirty="0">
                <a:latin typeface="Times New Roman"/>
                <a:cs typeface="Times New Roman"/>
              </a:rPr>
              <a:t>(</a:t>
            </a:r>
            <a:r>
              <a:rPr sz="1500" i="1" spc="55" dirty="0">
                <a:latin typeface="Times New Roman"/>
                <a:cs typeface="Times New Roman"/>
              </a:rPr>
              <a:t>y</a:t>
            </a:r>
            <a:r>
              <a:rPr sz="1500" i="1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=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B</a:t>
            </a:r>
            <a:r>
              <a:rPr sz="1500" dirty="0">
                <a:latin typeface="Times New Roman"/>
                <a:cs typeface="Times New Roman"/>
              </a:rPr>
              <a:t>2)</a:t>
            </a:r>
            <a:r>
              <a:rPr sz="1500" spc="114" dirty="0">
                <a:latin typeface="Times New Roman"/>
                <a:cs typeface="Times New Roman"/>
              </a:rPr>
              <a:t> </a:t>
            </a:r>
            <a:r>
              <a:rPr sz="2700" baseline="13888" dirty="0">
                <a:latin typeface="Times New Roman"/>
                <a:cs typeface="Times New Roman"/>
              </a:rPr>
              <a:t>=</a:t>
            </a:r>
            <a:r>
              <a:rPr sz="2700" spc="30" baseline="13888" dirty="0">
                <a:latin typeface="Times New Roman"/>
                <a:cs typeface="Times New Roman"/>
              </a:rPr>
              <a:t> </a:t>
            </a:r>
            <a:r>
              <a:rPr sz="2700" spc="-37" baseline="13888" dirty="0">
                <a:latin typeface="Times New Roman"/>
                <a:cs typeface="Times New Roman"/>
              </a:rPr>
              <a:t>0.7</a:t>
            </a:r>
            <a:endParaRPr sz="2700" baseline="1388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63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581785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" dirty="0"/>
              <a:t> </a:t>
            </a:r>
            <a:r>
              <a:rPr dirty="0"/>
              <a:t>1:</a:t>
            </a:r>
            <a:r>
              <a:rPr spc="-5" dirty="0"/>
              <a:t> </a:t>
            </a:r>
            <a:r>
              <a:rPr spc="-10" dirty="0"/>
              <a:t>Fuzzification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988" y="1143000"/>
            <a:ext cx="7221220" cy="2483371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G</a:t>
            </a:r>
            <a:r>
              <a:rPr sz="2400" dirty="0" err="1">
                <a:latin typeface="Times New Roman"/>
                <a:cs typeface="Times New Roman"/>
              </a:rPr>
              <a:t>iven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crisp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inputs,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x1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y1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(project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=35%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staffing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60%)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{0,0,20,50}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{30,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50,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75}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B1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{0,0,15,65}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{35,70,100,100}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962400"/>
            <a:ext cx="6321424" cy="2193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269365">
              <a:lnSpc>
                <a:spcPct val="100000"/>
              </a:lnSpc>
              <a:spcBef>
                <a:spcPts val="100"/>
              </a:spcBef>
            </a:pPr>
            <a:r>
              <a:rPr dirty="0"/>
              <a:t>Step 2:</a:t>
            </a:r>
            <a:r>
              <a:rPr spc="-5" dirty="0"/>
              <a:t> </a:t>
            </a:r>
            <a:r>
              <a:rPr dirty="0"/>
              <a:t>Rule</a:t>
            </a:r>
            <a:r>
              <a:rPr spc="-5" dirty="0"/>
              <a:t> </a:t>
            </a:r>
            <a:r>
              <a:rPr spc="-10" dirty="0"/>
              <a:t>Evaluation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047089"/>
            <a:ext cx="7625715" cy="3108543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spc="-25" dirty="0">
                <a:latin typeface="Times New Roman"/>
                <a:cs typeface="Times New Roman"/>
              </a:rPr>
              <a:t>Take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fuzzified</a:t>
            </a:r>
            <a:r>
              <a:rPr sz="2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inputs</a:t>
            </a:r>
            <a:endParaRPr sz="2800" dirty="0">
              <a:latin typeface="Times New Roman"/>
              <a:cs typeface="Times New Roman"/>
            </a:endParaRPr>
          </a:p>
          <a:p>
            <a:pPr marL="1326515">
              <a:lnSpc>
                <a:spcPct val="100000"/>
              </a:lnSpc>
              <a:spcBef>
                <a:spcPts val="780"/>
              </a:spcBef>
              <a:tabLst>
                <a:tab pos="4069715" algn="l"/>
              </a:tabLst>
            </a:pPr>
            <a:r>
              <a:rPr sz="2800" dirty="0">
                <a:latin typeface="Symbol"/>
                <a:cs typeface="Symbol"/>
              </a:rPr>
              <a:t></a:t>
            </a:r>
            <a:r>
              <a:rPr sz="2800" dirty="0">
                <a:latin typeface="Times New Roman"/>
                <a:cs typeface="Times New Roman"/>
              </a:rPr>
              <a:t>(x=A1)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0.5,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Symbol"/>
                <a:cs typeface="Symbol"/>
              </a:rPr>
              <a:t></a:t>
            </a:r>
            <a:r>
              <a:rPr sz="2800" dirty="0">
                <a:latin typeface="Times New Roman"/>
                <a:cs typeface="Times New Roman"/>
              </a:rPr>
              <a:t> (x=A2)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0.2,</a:t>
            </a:r>
            <a:endParaRPr sz="2800" dirty="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  <a:spcBef>
                <a:spcPts val="770"/>
              </a:spcBef>
              <a:tabLst>
                <a:tab pos="4132579" algn="l"/>
              </a:tabLst>
            </a:pPr>
            <a:r>
              <a:rPr sz="2800" dirty="0">
                <a:latin typeface="Symbol"/>
                <a:cs typeface="Symbol"/>
              </a:rPr>
              <a:t>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(y=B1)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0.1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Symbol"/>
                <a:cs typeface="Symbol"/>
              </a:rPr>
              <a:t>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(y=B2)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0.7</a:t>
            </a:r>
            <a:endParaRPr sz="2800" dirty="0">
              <a:latin typeface="Times New Roman"/>
              <a:cs typeface="Times New Roman"/>
            </a:endParaRPr>
          </a:p>
          <a:p>
            <a:pPr marL="355600" marR="272415" indent="-342900">
              <a:lnSpc>
                <a:spcPct val="100000"/>
              </a:lnSpc>
              <a:spcBef>
                <a:spcPts val="75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Apply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antecedents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fuzzy rules.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truth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value)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applied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consequent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319530">
              <a:lnSpc>
                <a:spcPct val="100000"/>
              </a:lnSpc>
              <a:spcBef>
                <a:spcPts val="100"/>
              </a:spcBef>
            </a:pPr>
            <a:r>
              <a:rPr dirty="0"/>
              <a:t>Rule Evaluation </a:t>
            </a:r>
            <a:r>
              <a:rPr spc="-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0652" y="1147063"/>
            <a:ext cx="7832725" cy="427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247015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68300" algn="l"/>
              </a:tabLst>
            </a:pPr>
            <a:r>
              <a:rPr sz="2800" spc="-65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disjunction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antecedents,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fuzzy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operation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Typically,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fuzzy </a:t>
            </a:r>
            <a:r>
              <a:rPr sz="2800" dirty="0">
                <a:latin typeface="Times New Roman"/>
                <a:cs typeface="Times New Roman"/>
              </a:rPr>
              <a:t>expert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classical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fuzzy </a:t>
            </a:r>
            <a:r>
              <a:rPr sz="2800" dirty="0">
                <a:latin typeface="Times New Roman"/>
                <a:cs typeface="Times New Roman"/>
              </a:rPr>
              <a:t>operation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union</a:t>
            </a:r>
            <a:r>
              <a:rPr sz="2800" spc="-1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68910" algn="ctr">
              <a:lnSpc>
                <a:spcPct val="100000"/>
              </a:lnSpc>
              <a:spcBef>
                <a:spcPts val="775"/>
              </a:spcBef>
            </a:pP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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(x)</a:t>
            </a:r>
            <a:r>
              <a:rPr sz="3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max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(x),</a:t>
            </a:r>
            <a:r>
              <a:rPr sz="3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spc="-15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(x)]</a:t>
            </a:r>
            <a:endParaRPr sz="3200">
              <a:latin typeface="Times New Roman"/>
              <a:cs typeface="Times New Roman"/>
            </a:endParaRPr>
          </a:p>
          <a:p>
            <a:pPr marL="368300" marR="17780" indent="-342900" algn="just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68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Similarly,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order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conjunction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rule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antecedents,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fuzzy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operation </a:t>
            </a:r>
            <a:r>
              <a:rPr sz="2800" spc="-10" dirty="0">
                <a:latin typeface="Times New Roman"/>
                <a:cs typeface="Times New Roman"/>
              </a:rPr>
              <a:t>intersection:</a:t>
            </a:r>
            <a:endParaRPr sz="2800">
              <a:latin typeface="Times New Roman"/>
              <a:cs typeface="Times New Roman"/>
            </a:endParaRPr>
          </a:p>
          <a:p>
            <a:pPr marL="170815" algn="ctr">
              <a:lnSpc>
                <a:spcPct val="100000"/>
              </a:lnSpc>
              <a:spcBef>
                <a:spcPts val="780"/>
              </a:spcBef>
            </a:pP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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(x)</a:t>
            </a:r>
            <a:r>
              <a:rPr sz="3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3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min</a:t>
            </a:r>
            <a:r>
              <a:rPr sz="3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[</a:t>
            </a:r>
            <a:r>
              <a:rPr sz="320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(x),</a:t>
            </a:r>
            <a:r>
              <a:rPr sz="32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ymbol"/>
                <a:cs typeface="Symbol"/>
              </a:rPr>
              <a:t></a:t>
            </a:r>
            <a:r>
              <a:rPr sz="3150" b="1" spc="-15" baseline="-21164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(x)]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D397F0-7014-4D9D-8770-9FF8B1D79E05}"/>
                  </a:ext>
                </a:extLst>
              </p14:cNvPr>
              <p14:cNvContentPartPr/>
              <p14:nvPr/>
            </p14:nvContentPartPr>
            <p14:xfrm>
              <a:off x="3779280" y="3551760"/>
              <a:ext cx="2790360" cy="195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D397F0-7014-4D9D-8770-9FF8B1D79E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9920" y="3542400"/>
                <a:ext cx="2809080" cy="197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765175"/>
            <a:ext cx="2895600" cy="6029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468" y="-58419"/>
            <a:ext cx="73545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Mamdani-style</a:t>
            </a:r>
            <a:r>
              <a:rPr sz="4400" spc="-50" dirty="0"/>
              <a:t> </a:t>
            </a:r>
            <a:r>
              <a:rPr sz="4400" dirty="0"/>
              <a:t>rule</a:t>
            </a:r>
            <a:r>
              <a:rPr sz="4400" spc="5" dirty="0"/>
              <a:t> </a:t>
            </a:r>
            <a:r>
              <a:rPr sz="4400" spc="-10" dirty="0"/>
              <a:t>evaluation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821767" y="1114482"/>
            <a:ext cx="7639050" cy="1149350"/>
            <a:chOff x="821767" y="1114482"/>
            <a:chExt cx="7639050" cy="1149350"/>
          </a:xfrm>
        </p:grpSpPr>
        <p:sp>
          <p:nvSpPr>
            <p:cNvPr id="5" name="object 5"/>
            <p:cNvSpPr/>
            <p:nvPr/>
          </p:nvSpPr>
          <p:spPr>
            <a:xfrm>
              <a:off x="826943" y="1126303"/>
              <a:ext cx="5755640" cy="879475"/>
            </a:xfrm>
            <a:custGeom>
              <a:avLst/>
              <a:gdLst/>
              <a:ahLst/>
              <a:cxnLst/>
              <a:rect l="l" t="t" r="r" b="b"/>
              <a:pathLst>
                <a:path w="5755640" h="879475">
                  <a:moveTo>
                    <a:pt x="0" y="816094"/>
                  </a:moveTo>
                  <a:lnTo>
                    <a:pt x="1863773" y="816094"/>
                  </a:lnTo>
                  <a:lnTo>
                    <a:pt x="1863773" y="0"/>
                  </a:lnTo>
                  <a:lnTo>
                    <a:pt x="0" y="0"/>
                  </a:lnTo>
                  <a:lnTo>
                    <a:pt x="0" y="816094"/>
                  </a:lnTo>
                  <a:close/>
                </a:path>
                <a:path w="5755640" h="879475">
                  <a:moveTo>
                    <a:pt x="1468594" y="458533"/>
                  </a:moveTo>
                  <a:lnTo>
                    <a:pt x="1812436" y="458533"/>
                  </a:lnTo>
                  <a:lnTo>
                    <a:pt x="1812436" y="231423"/>
                  </a:lnTo>
                  <a:lnTo>
                    <a:pt x="1468594" y="231423"/>
                  </a:lnTo>
                  <a:lnTo>
                    <a:pt x="1468594" y="458533"/>
                  </a:lnTo>
                  <a:close/>
                </a:path>
                <a:path w="5755640" h="879475">
                  <a:moveTo>
                    <a:pt x="598873" y="816289"/>
                  </a:moveTo>
                  <a:lnTo>
                    <a:pt x="598873" y="879445"/>
                  </a:lnTo>
                </a:path>
                <a:path w="5755640" h="879475">
                  <a:moveTo>
                    <a:pt x="3648651" y="727676"/>
                  </a:moveTo>
                  <a:lnTo>
                    <a:pt x="4887882" y="727676"/>
                  </a:lnTo>
                </a:path>
                <a:path w="5755640" h="879475">
                  <a:moveTo>
                    <a:pt x="5376719" y="725344"/>
                  </a:moveTo>
                  <a:lnTo>
                    <a:pt x="5755519" y="7253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7394" y="1803647"/>
              <a:ext cx="96011" cy="96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54918" y="1952115"/>
              <a:ext cx="351155" cy="0"/>
            </a:xfrm>
            <a:custGeom>
              <a:avLst/>
              <a:gdLst/>
              <a:ahLst/>
              <a:cxnLst/>
              <a:rect l="l" t="t" r="r" b="b"/>
              <a:pathLst>
                <a:path w="351154">
                  <a:moveTo>
                    <a:pt x="0" y="0"/>
                  </a:moveTo>
                  <a:lnTo>
                    <a:pt x="350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57054" y="1362391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30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57054" y="1362391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30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84605" y="1123894"/>
              <a:ext cx="1403985" cy="823594"/>
            </a:xfrm>
            <a:custGeom>
              <a:avLst/>
              <a:gdLst/>
              <a:ahLst/>
              <a:cxnLst/>
              <a:rect l="l" t="t" r="r" b="b"/>
              <a:pathLst>
                <a:path w="1403984" h="823594">
                  <a:moveTo>
                    <a:pt x="0" y="823168"/>
                  </a:moveTo>
                  <a:lnTo>
                    <a:pt x="0" y="0"/>
                  </a:lnTo>
                  <a:lnTo>
                    <a:pt x="399833" y="0"/>
                  </a:lnTo>
                  <a:lnTo>
                    <a:pt x="699367" y="823168"/>
                  </a:lnTo>
                  <a:lnTo>
                    <a:pt x="0" y="823168"/>
                  </a:lnTo>
                </a:path>
                <a:path w="1403984" h="823594">
                  <a:moveTo>
                    <a:pt x="467608" y="823168"/>
                  </a:moveTo>
                  <a:lnTo>
                    <a:pt x="818558" y="0"/>
                  </a:lnTo>
                  <a:lnTo>
                    <a:pt x="1052654" y="0"/>
                  </a:lnTo>
                  <a:lnTo>
                    <a:pt x="1403604" y="823168"/>
                  </a:lnTo>
                  <a:lnTo>
                    <a:pt x="467608" y="823168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47074" y="1362391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30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47074" y="1362391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30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84605" y="1846789"/>
              <a:ext cx="699770" cy="95885"/>
            </a:xfrm>
            <a:custGeom>
              <a:avLst/>
              <a:gdLst/>
              <a:ahLst/>
              <a:cxnLst/>
              <a:rect l="l" t="t" r="r" b="b"/>
              <a:pathLst>
                <a:path w="699770" h="95885">
                  <a:moveTo>
                    <a:pt x="662169" y="0"/>
                  </a:moveTo>
                  <a:lnTo>
                    <a:pt x="0" y="0"/>
                  </a:lnTo>
                  <a:lnTo>
                    <a:pt x="0" y="95608"/>
                  </a:lnTo>
                  <a:lnTo>
                    <a:pt x="699367" y="95608"/>
                  </a:lnTo>
                  <a:lnTo>
                    <a:pt x="662169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84605" y="1846789"/>
              <a:ext cx="699770" cy="95885"/>
            </a:xfrm>
            <a:custGeom>
              <a:avLst/>
              <a:gdLst/>
              <a:ahLst/>
              <a:cxnLst/>
              <a:rect l="l" t="t" r="r" b="b"/>
              <a:pathLst>
                <a:path w="699770" h="95885">
                  <a:moveTo>
                    <a:pt x="0" y="0"/>
                  </a:moveTo>
                  <a:lnTo>
                    <a:pt x="662169" y="0"/>
                  </a:lnTo>
                  <a:lnTo>
                    <a:pt x="699367" y="95608"/>
                  </a:lnTo>
                  <a:lnTo>
                    <a:pt x="0" y="95608"/>
                  </a:lnTo>
                  <a:lnTo>
                    <a:pt x="0" y="0"/>
                  </a:lnTo>
                  <a:close/>
                </a:path>
              </a:pathLst>
            </a:custGeom>
            <a:ln w="18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01160" y="1126420"/>
              <a:ext cx="1838960" cy="2540"/>
            </a:xfrm>
            <a:custGeom>
              <a:avLst/>
              <a:gdLst/>
              <a:ahLst/>
              <a:cxnLst/>
              <a:rect l="l" t="t" r="r" b="b"/>
              <a:pathLst>
                <a:path w="1838959" h="2540">
                  <a:moveTo>
                    <a:pt x="0" y="0"/>
                  </a:moveTo>
                  <a:lnTo>
                    <a:pt x="1838494" y="2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8230" y="1805979"/>
              <a:ext cx="98348" cy="960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13203" y="1923937"/>
              <a:ext cx="2156460" cy="42545"/>
            </a:xfrm>
            <a:custGeom>
              <a:avLst/>
              <a:gdLst/>
              <a:ahLst/>
              <a:cxnLst/>
              <a:rect l="l" t="t" r="r" b="b"/>
              <a:pathLst>
                <a:path w="2156460" h="42544">
                  <a:moveTo>
                    <a:pt x="0" y="0"/>
                  </a:moveTo>
                  <a:lnTo>
                    <a:pt x="0" y="39642"/>
                  </a:lnTo>
                  <a:lnTo>
                    <a:pt x="2156335" y="41974"/>
                  </a:lnTo>
                  <a:lnTo>
                    <a:pt x="2156335" y="2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66955" y="1360059"/>
              <a:ext cx="1011555" cy="641985"/>
            </a:xfrm>
            <a:custGeom>
              <a:avLst/>
              <a:gdLst/>
              <a:ahLst/>
              <a:cxnLst/>
              <a:rect l="l" t="t" r="r" b="b"/>
              <a:pathLst>
                <a:path w="1011554" h="641985">
                  <a:moveTo>
                    <a:pt x="1008640" y="496252"/>
                  </a:moveTo>
                  <a:lnTo>
                    <a:pt x="1010977" y="641414"/>
                  </a:lnTo>
                </a:path>
                <a:path w="1011554" h="641985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01517" y="1123894"/>
              <a:ext cx="1871345" cy="821055"/>
            </a:xfrm>
            <a:custGeom>
              <a:avLst/>
              <a:gdLst/>
              <a:ahLst/>
              <a:cxnLst/>
              <a:rect l="l" t="t" r="r" b="b"/>
              <a:pathLst>
                <a:path w="1871345" h="821055">
                  <a:moveTo>
                    <a:pt x="0" y="4663"/>
                  </a:moveTo>
                  <a:lnTo>
                    <a:pt x="241107" y="4663"/>
                  </a:lnTo>
                </a:path>
                <a:path w="1871345" h="821055">
                  <a:moveTo>
                    <a:pt x="236433" y="0"/>
                  </a:moveTo>
                  <a:lnTo>
                    <a:pt x="1171845" y="818504"/>
                  </a:lnTo>
                </a:path>
                <a:path w="1871345" h="821055">
                  <a:moveTo>
                    <a:pt x="1171845" y="818504"/>
                  </a:moveTo>
                  <a:lnTo>
                    <a:pt x="1871213" y="820836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01517" y="1128635"/>
              <a:ext cx="1869439" cy="816610"/>
            </a:xfrm>
            <a:custGeom>
              <a:avLst/>
              <a:gdLst/>
              <a:ahLst/>
              <a:cxnLst/>
              <a:rect l="l" t="t" r="r" b="b"/>
              <a:pathLst>
                <a:path w="1869439" h="816610">
                  <a:moveTo>
                    <a:pt x="0" y="816094"/>
                  </a:moveTo>
                  <a:lnTo>
                    <a:pt x="1868954" y="816094"/>
                  </a:lnTo>
                  <a:lnTo>
                    <a:pt x="1868954" y="0"/>
                  </a:lnTo>
                  <a:lnTo>
                    <a:pt x="0" y="0"/>
                  </a:lnTo>
                  <a:lnTo>
                    <a:pt x="0" y="81609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1170" y="1123894"/>
              <a:ext cx="1864360" cy="818515"/>
            </a:xfrm>
            <a:custGeom>
              <a:avLst/>
              <a:gdLst/>
              <a:ahLst/>
              <a:cxnLst/>
              <a:rect l="l" t="t" r="r" b="b"/>
              <a:pathLst>
                <a:path w="1864360" h="818514">
                  <a:moveTo>
                    <a:pt x="0" y="818504"/>
                  </a:moveTo>
                  <a:lnTo>
                    <a:pt x="1052713" y="818504"/>
                  </a:lnTo>
                  <a:lnTo>
                    <a:pt x="1520419" y="0"/>
                  </a:lnTo>
                  <a:lnTo>
                    <a:pt x="1864163" y="0"/>
                  </a:lnTo>
                </a:path>
              </a:pathLst>
            </a:custGeom>
            <a:ln w="18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30083" y="136005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30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51777" y="1123894"/>
              <a:ext cx="699770" cy="821055"/>
            </a:xfrm>
            <a:custGeom>
              <a:avLst/>
              <a:gdLst/>
              <a:ahLst/>
              <a:cxnLst/>
              <a:rect l="l" t="t" r="r" b="b"/>
              <a:pathLst>
                <a:path w="699770" h="821055">
                  <a:moveTo>
                    <a:pt x="278305" y="463275"/>
                  </a:moveTo>
                  <a:lnTo>
                    <a:pt x="622147" y="463275"/>
                  </a:lnTo>
                  <a:lnTo>
                    <a:pt x="622147" y="236165"/>
                  </a:lnTo>
                  <a:lnTo>
                    <a:pt x="278305" y="236165"/>
                  </a:lnTo>
                  <a:lnTo>
                    <a:pt x="278305" y="463275"/>
                  </a:lnTo>
                  <a:close/>
                </a:path>
                <a:path w="699770" h="821055">
                  <a:moveTo>
                    <a:pt x="699367" y="820836"/>
                  </a:moveTo>
                  <a:lnTo>
                    <a:pt x="699367" y="0"/>
                  </a:lnTo>
                  <a:lnTo>
                    <a:pt x="299534" y="0"/>
                  </a:lnTo>
                  <a:lnTo>
                    <a:pt x="0" y="820836"/>
                  </a:lnTo>
                  <a:lnTo>
                    <a:pt x="699367" y="820836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4839" y="1954446"/>
              <a:ext cx="819150" cy="2540"/>
            </a:xfrm>
            <a:custGeom>
              <a:avLst/>
              <a:gdLst/>
              <a:ahLst/>
              <a:cxnLst/>
              <a:rect l="l" t="t" r="r" b="b"/>
              <a:pathLst>
                <a:path w="819150" h="2539">
                  <a:moveTo>
                    <a:pt x="0" y="0"/>
                  </a:moveTo>
                  <a:lnTo>
                    <a:pt x="818558" y="23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98179" y="1906446"/>
              <a:ext cx="98738" cy="9833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544025" y="1439675"/>
              <a:ext cx="659765" cy="814705"/>
            </a:xfrm>
            <a:custGeom>
              <a:avLst/>
              <a:gdLst/>
              <a:ahLst/>
              <a:cxnLst/>
              <a:rect l="l" t="t" r="r" b="b"/>
              <a:pathLst>
                <a:path w="659764" h="814705">
                  <a:moveTo>
                    <a:pt x="542589" y="0"/>
                  </a:moveTo>
                  <a:lnTo>
                    <a:pt x="0" y="0"/>
                  </a:lnTo>
                  <a:lnTo>
                    <a:pt x="0" y="814229"/>
                  </a:lnTo>
                  <a:lnTo>
                    <a:pt x="542589" y="814229"/>
                  </a:lnTo>
                  <a:lnTo>
                    <a:pt x="659443" y="407114"/>
                  </a:lnTo>
                  <a:lnTo>
                    <a:pt x="54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44025" y="1439675"/>
              <a:ext cx="659765" cy="814705"/>
            </a:xfrm>
            <a:custGeom>
              <a:avLst/>
              <a:gdLst/>
              <a:ahLst/>
              <a:cxnLst/>
              <a:rect l="l" t="t" r="r" b="b"/>
              <a:pathLst>
                <a:path w="659764" h="814705">
                  <a:moveTo>
                    <a:pt x="0" y="0"/>
                  </a:moveTo>
                  <a:lnTo>
                    <a:pt x="0" y="814229"/>
                  </a:lnTo>
                  <a:lnTo>
                    <a:pt x="542589" y="814229"/>
                  </a:lnTo>
                  <a:lnTo>
                    <a:pt x="659443" y="407114"/>
                  </a:lnTo>
                  <a:lnTo>
                    <a:pt x="542589" y="0"/>
                  </a:lnTo>
                  <a:lnTo>
                    <a:pt x="0" y="0"/>
                  </a:lnTo>
                  <a:close/>
                </a:path>
              </a:pathLst>
            </a:custGeom>
            <a:ln w="188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821645" y="2868557"/>
            <a:ext cx="7639050" cy="1067435"/>
            <a:chOff x="821645" y="2868557"/>
            <a:chExt cx="7639050" cy="1067435"/>
          </a:xfrm>
        </p:grpSpPr>
        <p:sp>
          <p:nvSpPr>
            <p:cNvPr id="29" name="object 29"/>
            <p:cNvSpPr/>
            <p:nvPr/>
          </p:nvSpPr>
          <p:spPr>
            <a:xfrm>
              <a:off x="829300" y="2880550"/>
              <a:ext cx="4935220" cy="811530"/>
            </a:xfrm>
            <a:custGeom>
              <a:avLst/>
              <a:gdLst/>
              <a:ahLst/>
              <a:cxnLst/>
              <a:rect l="l" t="t" r="r" b="b"/>
              <a:pathLst>
                <a:path w="4935220" h="811529">
                  <a:moveTo>
                    <a:pt x="0" y="811372"/>
                  </a:moveTo>
                  <a:lnTo>
                    <a:pt x="1863773" y="811372"/>
                  </a:lnTo>
                  <a:lnTo>
                    <a:pt x="1863773" y="0"/>
                  </a:lnTo>
                  <a:lnTo>
                    <a:pt x="0" y="0"/>
                  </a:lnTo>
                  <a:lnTo>
                    <a:pt x="0" y="811372"/>
                  </a:lnTo>
                  <a:close/>
                </a:path>
                <a:path w="4935220" h="811529">
                  <a:moveTo>
                    <a:pt x="3643958" y="301653"/>
                  </a:moveTo>
                  <a:lnTo>
                    <a:pt x="4934994" y="30165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57055" y="311657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57055" y="311657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84606" y="2882940"/>
              <a:ext cx="1403985" cy="818515"/>
            </a:xfrm>
            <a:custGeom>
              <a:avLst/>
              <a:gdLst/>
              <a:ahLst/>
              <a:cxnLst/>
              <a:rect l="l" t="t" r="r" b="b"/>
              <a:pathLst>
                <a:path w="1403984" h="818514">
                  <a:moveTo>
                    <a:pt x="0" y="818310"/>
                  </a:moveTo>
                  <a:lnTo>
                    <a:pt x="0" y="0"/>
                  </a:lnTo>
                  <a:lnTo>
                    <a:pt x="399833" y="0"/>
                  </a:lnTo>
                  <a:lnTo>
                    <a:pt x="699367" y="818310"/>
                  </a:lnTo>
                  <a:lnTo>
                    <a:pt x="0" y="818310"/>
                  </a:lnTo>
                </a:path>
                <a:path w="1403984" h="818514">
                  <a:moveTo>
                    <a:pt x="467608" y="818310"/>
                  </a:moveTo>
                  <a:lnTo>
                    <a:pt x="818558" y="0"/>
                  </a:lnTo>
                  <a:lnTo>
                    <a:pt x="1052654" y="0"/>
                  </a:lnTo>
                  <a:lnTo>
                    <a:pt x="1403604" y="818310"/>
                  </a:lnTo>
                  <a:lnTo>
                    <a:pt x="467608" y="818310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47074" y="311657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83152" y="2887798"/>
              <a:ext cx="1754505" cy="455930"/>
            </a:xfrm>
            <a:custGeom>
              <a:avLst/>
              <a:gdLst/>
              <a:ahLst/>
              <a:cxnLst/>
              <a:rect l="l" t="t" r="r" b="b"/>
              <a:pathLst>
                <a:path w="1754504" h="455929">
                  <a:moveTo>
                    <a:pt x="663922" y="455890"/>
                  </a:moveTo>
                  <a:lnTo>
                    <a:pt x="1007763" y="455890"/>
                  </a:lnTo>
                  <a:lnTo>
                    <a:pt x="1007763" y="228780"/>
                  </a:lnTo>
                  <a:lnTo>
                    <a:pt x="663922" y="228780"/>
                  </a:lnTo>
                  <a:lnTo>
                    <a:pt x="663922" y="455890"/>
                  </a:lnTo>
                  <a:close/>
                </a:path>
                <a:path w="1754504" h="455929">
                  <a:moveTo>
                    <a:pt x="0" y="0"/>
                  </a:moveTo>
                  <a:lnTo>
                    <a:pt x="17541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31867" y="2882940"/>
              <a:ext cx="894080" cy="821055"/>
            </a:xfrm>
            <a:custGeom>
              <a:avLst/>
              <a:gdLst/>
              <a:ahLst/>
              <a:cxnLst/>
              <a:rect l="l" t="t" r="r" b="b"/>
              <a:pathLst>
                <a:path w="894080" h="821054">
                  <a:moveTo>
                    <a:pt x="448853" y="6995"/>
                  </a:moveTo>
                  <a:lnTo>
                    <a:pt x="893500" y="820642"/>
                  </a:lnTo>
                </a:path>
                <a:path w="894080" h="821054">
                  <a:moveTo>
                    <a:pt x="0" y="813646"/>
                  </a:moveTo>
                  <a:lnTo>
                    <a:pt x="444627" y="0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00805" y="3231038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69" h="227329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00805" y="3231038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69" h="227329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31170" y="3696587"/>
              <a:ext cx="1871980" cy="2540"/>
            </a:xfrm>
            <a:custGeom>
              <a:avLst/>
              <a:gdLst/>
              <a:ahLst/>
              <a:cxnLst/>
              <a:rect l="l" t="t" r="r" b="b"/>
              <a:pathLst>
                <a:path w="1871980" h="2539">
                  <a:moveTo>
                    <a:pt x="1391841" y="0"/>
                  </a:moveTo>
                  <a:lnTo>
                    <a:pt x="1871369" y="2331"/>
                  </a:lnTo>
                </a:path>
                <a:path w="1871980" h="2539">
                  <a:moveTo>
                    <a:pt x="0" y="0"/>
                  </a:moveTo>
                  <a:lnTo>
                    <a:pt x="507747" y="2331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0530" y="3533352"/>
              <a:ext cx="2540" cy="226695"/>
            </a:xfrm>
            <a:custGeom>
              <a:avLst/>
              <a:gdLst/>
              <a:ahLst/>
              <a:cxnLst/>
              <a:rect l="l" t="t" r="r" b="b"/>
              <a:pathLst>
                <a:path w="2540" h="226695">
                  <a:moveTo>
                    <a:pt x="0" y="163428"/>
                  </a:moveTo>
                  <a:lnTo>
                    <a:pt x="2356" y="226585"/>
                  </a:lnTo>
                </a:path>
                <a:path w="2540" h="226695">
                  <a:moveTo>
                    <a:pt x="0" y="0"/>
                  </a:moveTo>
                  <a:lnTo>
                    <a:pt x="2356" y="17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03854" y="3502435"/>
              <a:ext cx="2222500" cy="40640"/>
            </a:xfrm>
            <a:custGeom>
              <a:avLst/>
              <a:gdLst/>
              <a:ahLst/>
              <a:cxnLst/>
              <a:rect l="l" t="t" r="r" b="b"/>
              <a:pathLst>
                <a:path w="2222500" h="40639">
                  <a:moveTo>
                    <a:pt x="2222163" y="0"/>
                  </a:moveTo>
                  <a:lnTo>
                    <a:pt x="0" y="0"/>
                  </a:lnTo>
                  <a:lnTo>
                    <a:pt x="0" y="40050"/>
                  </a:lnTo>
                  <a:lnTo>
                    <a:pt x="2222163" y="40050"/>
                  </a:lnTo>
                  <a:lnTo>
                    <a:pt x="222216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2515" y="3134203"/>
              <a:ext cx="98932" cy="965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473258" y="3187062"/>
              <a:ext cx="624205" cy="568325"/>
            </a:xfrm>
            <a:custGeom>
              <a:avLst/>
              <a:gdLst/>
              <a:ahLst/>
              <a:cxnLst/>
              <a:rect l="l" t="t" r="r" b="b"/>
              <a:pathLst>
                <a:path w="624204" h="568325">
                  <a:moveTo>
                    <a:pt x="0" y="0"/>
                  </a:moveTo>
                  <a:lnTo>
                    <a:pt x="0" y="568211"/>
                  </a:lnTo>
                </a:path>
                <a:path w="624204" h="568325">
                  <a:moveTo>
                    <a:pt x="280058" y="271085"/>
                  </a:moveTo>
                  <a:lnTo>
                    <a:pt x="623900" y="271085"/>
                  </a:lnTo>
                  <a:lnTo>
                    <a:pt x="623900" y="43976"/>
                  </a:lnTo>
                  <a:lnTo>
                    <a:pt x="280058" y="43976"/>
                  </a:lnTo>
                  <a:lnTo>
                    <a:pt x="280058" y="2710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03854" y="2878082"/>
              <a:ext cx="1403985" cy="821055"/>
            </a:xfrm>
            <a:custGeom>
              <a:avLst/>
              <a:gdLst/>
              <a:ahLst/>
              <a:cxnLst/>
              <a:rect l="l" t="t" r="r" b="b"/>
              <a:pathLst>
                <a:path w="1403985" h="821054">
                  <a:moveTo>
                    <a:pt x="467608" y="818504"/>
                  </a:moveTo>
                  <a:lnTo>
                    <a:pt x="1403604" y="0"/>
                  </a:lnTo>
                </a:path>
                <a:path w="1403985" h="821054">
                  <a:moveTo>
                    <a:pt x="0" y="818504"/>
                  </a:moveTo>
                  <a:lnTo>
                    <a:pt x="474814" y="820836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03854" y="2880550"/>
              <a:ext cx="1864360" cy="811530"/>
            </a:xfrm>
            <a:custGeom>
              <a:avLst/>
              <a:gdLst/>
              <a:ahLst/>
              <a:cxnLst/>
              <a:rect l="l" t="t" r="r" b="b"/>
              <a:pathLst>
                <a:path w="1864360" h="811529">
                  <a:moveTo>
                    <a:pt x="0" y="811372"/>
                  </a:moveTo>
                  <a:lnTo>
                    <a:pt x="1864241" y="811372"/>
                  </a:lnTo>
                  <a:lnTo>
                    <a:pt x="1864241" y="0"/>
                  </a:lnTo>
                  <a:lnTo>
                    <a:pt x="0" y="0"/>
                  </a:lnTo>
                  <a:lnTo>
                    <a:pt x="0" y="8113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07459" y="2878082"/>
              <a:ext cx="467995" cy="2540"/>
            </a:xfrm>
            <a:custGeom>
              <a:avLst/>
              <a:gdLst/>
              <a:ahLst/>
              <a:cxnLst/>
              <a:rect l="l" t="t" r="r" b="b"/>
              <a:pathLst>
                <a:path w="467995" h="2539">
                  <a:moveTo>
                    <a:pt x="0" y="0"/>
                  </a:moveTo>
                  <a:lnTo>
                    <a:pt x="467608" y="2331"/>
                  </a:lnTo>
                </a:path>
              </a:pathLst>
            </a:custGeom>
            <a:ln w="18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030083" y="311657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30083" y="3116579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51777" y="2882940"/>
              <a:ext cx="699770" cy="818515"/>
            </a:xfrm>
            <a:custGeom>
              <a:avLst/>
              <a:gdLst/>
              <a:ahLst/>
              <a:cxnLst/>
              <a:rect l="l" t="t" r="r" b="b"/>
              <a:pathLst>
                <a:path w="699770" h="818514">
                  <a:moveTo>
                    <a:pt x="699367" y="818310"/>
                  </a:moveTo>
                  <a:lnTo>
                    <a:pt x="699367" y="0"/>
                  </a:lnTo>
                  <a:lnTo>
                    <a:pt x="299534" y="0"/>
                  </a:lnTo>
                  <a:lnTo>
                    <a:pt x="0" y="818310"/>
                  </a:lnTo>
                  <a:lnTo>
                    <a:pt x="699367" y="818310"/>
                  </a:lnTo>
                </a:path>
              </a:pathLst>
            </a:custGeom>
            <a:ln w="188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52214" y="3521304"/>
              <a:ext cx="935990" cy="180340"/>
            </a:xfrm>
            <a:custGeom>
              <a:avLst/>
              <a:gdLst/>
              <a:ahLst/>
              <a:cxnLst/>
              <a:rect l="l" t="t" r="r" b="b"/>
              <a:pathLst>
                <a:path w="935990" h="180339">
                  <a:moveTo>
                    <a:pt x="858678" y="0"/>
                  </a:moveTo>
                  <a:lnTo>
                    <a:pt x="74980" y="0"/>
                  </a:lnTo>
                  <a:lnTo>
                    <a:pt x="0" y="179946"/>
                  </a:lnTo>
                  <a:lnTo>
                    <a:pt x="935996" y="179946"/>
                  </a:lnTo>
                  <a:lnTo>
                    <a:pt x="85867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52214" y="3521304"/>
              <a:ext cx="935990" cy="180340"/>
            </a:xfrm>
            <a:custGeom>
              <a:avLst/>
              <a:gdLst/>
              <a:ahLst/>
              <a:cxnLst/>
              <a:rect l="l" t="t" r="r" b="b"/>
              <a:pathLst>
                <a:path w="935990" h="180339">
                  <a:moveTo>
                    <a:pt x="0" y="179946"/>
                  </a:moveTo>
                  <a:lnTo>
                    <a:pt x="74980" y="0"/>
                  </a:lnTo>
                  <a:lnTo>
                    <a:pt x="858678" y="0"/>
                  </a:lnTo>
                  <a:lnTo>
                    <a:pt x="935996" y="179946"/>
                  </a:lnTo>
                  <a:lnTo>
                    <a:pt x="0" y="179946"/>
                  </a:lnTo>
                  <a:close/>
                </a:path>
              </a:pathLst>
            </a:custGeom>
            <a:ln w="18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44025" y="3111857"/>
              <a:ext cx="659765" cy="814705"/>
            </a:xfrm>
            <a:custGeom>
              <a:avLst/>
              <a:gdLst/>
              <a:ahLst/>
              <a:cxnLst/>
              <a:rect l="l" t="t" r="r" b="b"/>
              <a:pathLst>
                <a:path w="659764" h="814704">
                  <a:moveTo>
                    <a:pt x="542589" y="0"/>
                  </a:moveTo>
                  <a:lnTo>
                    <a:pt x="0" y="0"/>
                  </a:lnTo>
                  <a:lnTo>
                    <a:pt x="0" y="814229"/>
                  </a:lnTo>
                  <a:lnTo>
                    <a:pt x="542589" y="814229"/>
                  </a:lnTo>
                  <a:lnTo>
                    <a:pt x="659443" y="409446"/>
                  </a:lnTo>
                  <a:lnTo>
                    <a:pt x="54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544025" y="3111857"/>
              <a:ext cx="659765" cy="814705"/>
            </a:xfrm>
            <a:custGeom>
              <a:avLst/>
              <a:gdLst/>
              <a:ahLst/>
              <a:cxnLst/>
              <a:rect l="l" t="t" r="r" b="b"/>
              <a:pathLst>
                <a:path w="659764" h="814704">
                  <a:moveTo>
                    <a:pt x="0" y="0"/>
                  </a:moveTo>
                  <a:lnTo>
                    <a:pt x="0" y="814229"/>
                  </a:lnTo>
                  <a:lnTo>
                    <a:pt x="542589" y="814229"/>
                  </a:lnTo>
                  <a:lnTo>
                    <a:pt x="659443" y="409446"/>
                  </a:lnTo>
                  <a:lnTo>
                    <a:pt x="542589" y="0"/>
                  </a:lnTo>
                  <a:lnTo>
                    <a:pt x="0" y="0"/>
                  </a:lnTo>
                  <a:close/>
                </a:path>
              </a:pathLst>
            </a:custGeom>
            <a:ln w="188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21770" y="4622933"/>
            <a:ext cx="7639050" cy="891540"/>
            <a:chOff x="821770" y="4622933"/>
            <a:chExt cx="7639050" cy="891540"/>
          </a:xfrm>
        </p:grpSpPr>
        <p:sp>
          <p:nvSpPr>
            <p:cNvPr id="54" name="object 54"/>
            <p:cNvSpPr/>
            <p:nvPr/>
          </p:nvSpPr>
          <p:spPr>
            <a:xfrm>
              <a:off x="829300" y="4634719"/>
              <a:ext cx="1864360" cy="811530"/>
            </a:xfrm>
            <a:custGeom>
              <a:avLst/>
              <a:gdLst/>
              <a:ahLst/>
              <a:cxnLst/>
              <a:rect l="l" t="t" r="r" b="b"/>
              <a:pathLst>
                <a:path w="1864360" h="811529">
                  <a:moveTo>
                    <a:pt x="0" y="811372"/>
                  </a:moveTo>
                  <a:lnTo>
                    <a:pt x="1863773" y="811372"/>
                  </a:lnTo>
                  <a:lnTo>
                    <a:pt x="1863773" y="0"/>
                  </a:lnTo>
                  <a:lnTo>
                    <a:pt x="0" y="0"/>
                  </a:lnTo>
                  <a:lnTo>
                    <a:pt x="0" y="811372"/>
                  </a:lnTo>
                  <a:close/>
                </a:path>
                <a:path w="1864360" h="811529">
                  <a:moveTo>
                    <a:pt x="32485" y="336884"/>
                  </a:moveTo>
                  <a:lnTo>
                    <a:pt x="376326" y="336884"/>
                  </a:lnTo>
                  <a:lnTo>
                    <a:pt x="376326" y="109775"/>
                  </a:lnTo>
                  <a:lnTo>
                    <a:pt x="32485" y="109775"/>
                  </a:lnTo>
                  <a:lnTo>
                    <a:pt x="32485" y="33688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84606" y="4637070"/>
              <a:ext cx="1403985" cy="818515"/>
            </a:xfrm>
            <a:custGeom>
              <a:avLst/>
              <a:gdLst/>
              <a:ahLst/>
              <a:cxnLst/>
              <a:rect l="l" t="t" r="r" b="b"/>
              <a:pathLst>
                <a:path w="1403984" h="818514">
                  <a:moveTo>
                    <a:pt x="0" y="818446"/>
                  </a:moveTo>
                  <a:lnTo>
                    <a:pt x="0" y="0"/>
                  </a:lnTo>
                  <a:lnTo>
                    <a:pt x="399833" y="0"/>
                  </a:lnTo>
                  <a:lnTo>
                    <a:pt x="699367" y="818446"/>
                  </a:lnTo>
                  <a:lnTo>
                    <a:pt x="0" y="818446"/>
                  </a:lnTo>
                </a:path>
                <a:path w="1403984" h="818514">
                  <a:moveTo>
                    <a:pt x="467608" y="818446"/>
                  </a:moveTo>
                  <a:lnTo>
                    <a:pt x="818558" y="0"/>
                  </a:lnTo>
                  <a:lnTo>
                    <a:pt x="1052654" y="0"/>
                  </a:lnTo>
                  <a:lnTo>
                    <a:pt x="1403604" y="818446"/>
                  </a:lnTo>
                  <a:lnTo>
                    <a:pt x="467608" y="818446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25817" y="4637303"/>
              <a:ext cx="7011670" cy="876935"/>
            </a:xfrm>
            <a:custGeom>
              <a:avLst/>
              <a:gdLst/>
              <a:ahLst/>
              <a:cxnLst/>
              <a:rect l="l" t="t" r="r" b="b"/>
              <a:pathLst>
                <a:path w="7011670" h="876935">
                  <a:moveTo>
                    <a:pt x="5257334" y="0"/>
                  </a:moveTo>
                  <a:lnTo>
                    <a:pt x="7011499" y="2351"/>
                  </a:lnTo>
                </a:path>
                <a:path w="7011670" h="876935">
                  <a:moveTo>
                    <a:pt x="0" y="813743"/>
                  </a:moveTo>
                  <a:lnTo>
                    <a:pt x="0" y="876880"/>
                  </a:lnTo>
                </a:path>
                <a:path w="7011670" h="876935">
                  <a:moveTo>
                    <a:pt x="0" y="418405"/>
                  </a:moveTo>
                  <a:lnTo>
                    <a:pt x="0" y="8137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34074" y="4749216"/>
              <a:ext cx="343535" cy="227329"/>
            </a:xfrm>
            <a:custGeom>
              <a:avLst/>
              <a:gdLst/>
              <a:ahLst/>
              <a:cxnLst/>
              <a:rect l="l" t="t" r="r" b="b"/>
              <a:pathLst>
                <a:path w="343534" h="227329">
                  <a:moveTo>
                    <a:pt x="343354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354" y="227109"/>
                  </a:lnTo>
                  <a:lnTo>
                    <a:pt x="34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634074" y="4749216"/>
              <a:ext cx="343535" cy="227329"/>
            </a:xfrm>
            <a:custGeom>
              <a:avLst/>
              <a:gdLst/>
              <a:ahLst/>
              <a:cxnLst/>
              <a:rect l="l" t="t" r="r" b="b"/>
              <a:pathLst>
                <a:path w="343534" h="227329">
                  <a:moveTo>
                    <a:pt x="0" y="227109"/>
                  </a:moveTo>
                  <a:lnTo>
                    <a:pt x="343354" y="227109"/>
                  </a:lnTo>
                  <a:lnTo>
                    <a:pt x="343354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44737" y="4749216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343841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841" y="227109"/>
                  </a:lnTo>
                  <a:lnTo>
                    <a:pt x="34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44737" y="4749216"/>
              <a:ext cx="344170" cy="227329"/>
            </a:xfrm>
            <a:custGeom>
              <a:avLst/>
              <a:gdLst/>
              <a:ahLst/>
              <a:cxnLst/>
              <a:rect l="l" t="t" r="r" b="b"/>
              <a:pathLst>
                <a:path w="344170" h="227329">
                  <a:moveTo>
                    <a:pt x="0" y="227109"/>
                  </a:moveTo>
                  <a:lnTo>
                    <a:pt x="343841" y="227109"/>
                  </a:lnTo>
                  <a:lnTo>
                    <a:pt x="343841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51777" y="5048402"/>
              <a:ext cx="699770" cy="407670"/>
            </a:xfrm>
            <a:custGeom>
              <a:avLst/>
              <a:gdLst/>
              <a:ahLst/>
              <a:cxnLst/>
              <a:rect l="l" t="t" r="r" b="b"/>
              <a:pathLst>
                <a:path w="699770" h="407670">
                  <a:moveTo>
                    <a:pt x="699367" y="0"/>
                  </a:moveTo>
                  <a:lnTo>
                    <a:pt x="152104" y="0"/>
                  </a:lnTo>
                  <a:lnTo>
                    <a:pt x="0" y="407114"/>
                  </a:lnTo>
                  <a:lnTo>
                    <a:pt x="699367" y="407114"/>
                  </a:lnTo>
                  <a:lnTo>
                    <a:pt x="69936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51777" y="5048402"/>
              <a:ext cx="699770" cy="407670"/>
            </a:xfrm>
            <a:custGeom>
              <a:avLst/>
              <a:gdLst/>
              <a:ahLst/>
              <a:cxnLst/>
              <a:rect l="l" t="t" r="r" b="b"/>
              <a:pathLst>
                <a:path w="699770" h="407670">
                  <a:moveTo>
                    <a:pt x="152104" y="0"/>
                  </a:moveTo>
                  <a:lnTo>
                    <a:pt x="0" y="407114"/>
                  </a:lnTo>
                  <a:lnTo>
                    <a:pt x="699367" y="407114"/>
                  </a:lnTo>
                  <a:lnTo>
                    <a:pt x="699367" y="0"/>
                  </a:lnTo>
                  <a:lnTo>
                    <a:pt x="152104" y="0"/>
                  </a:lnTo>
                  <a:close/>
                </a:path>
              </a:pathLst>
            </a:custGeom>
            <a:ln w="188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053648" y="4753919"/>
              <a:ext cx="343535" cy="227329"/>
            </a:xfrm>
            <a:custGeom>
              <a:avLst/>
              <a:gdLst/>
              <a:ahLst/>
              <a:cxnLst/>
              <a:rect l="l" t="t" r="r" b="b"/>
              <a:pathLst>
                <a:path w="343534" h="227329">
                  <a:moveTo>
                    <a:pt x="343354" y="0"/>
                  </a:moveTo>
                  <a:lnTo>
                    <a:pt x="0" y="0"/>
                  </a:lnTo>
                  <a:lnTo>
                    <a:pt x="0" y="227109"/>
                  </a:lnTo>
                  <a:lnTo>
                    <a:pt x="343354" y="227109"/>
                  </a:lnTo>
                  <a:lnTo>
                    <a:pt x="343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053648" y="4753919"/>
              <a:ext cx="343535" cy="227329"/>
            </a:xfrm>
            <a:custGeom>
              <a:avLst/>
              <a:gdLst/>
              <a:ahLst/>
              <a:cxnLst/>
              <a:rect l="l" t="t" r="r" b="b"/>
              <a:pathLst>
                <a:path w="343534" h="227329">
                  <a:moveTo>
                    <a:pt x="0" y="227109"/>
                  </a:moveTo>
                  <a:lnTo>
                    <a:pt x="343354" y="227109"/>
                  </a:lnTo>
                  <a:lnTo>
                    <a:pt x="343354" y="0"/>
                  </a:lnTo>
                  <a:lnTo>
                    <a:pt x="0" y="0"/>
                  </a:lnTo>
                  <a:lnTo>
                    <a:pt x="0" y="227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31170" y="4632348"/>
              <a:ext cx="7620000" cy="823594"/>
            </a:xfrm>
            <a:custGeom>
              <a:avLst/>
              <a:gdLst/>
              <a:ahLst/>
              <a:cxnLst/>
              <a:rect l="l" t="t" r="r" b="b"/>
              <a:pathLst>
                <a:path w="7620000" h="823595">
                  <a:moveTo>
                    <a:pt x="7619975" y="823168"/>
                  </a:moveTo>
                  <a:lnTo>
                    <a:pt x="7619975" y="4722"/>
                  </a:lnTo>
                  <a:lnTo>
                    <a:pt x="7220141" y="4722"/>
                  </a:lnTo>
                  <a:lnTo>
                    <a:pt x="6920607" y="823168"/>
                  </a:lnTo>
                  <a:lnTo>
                    <a:pt x="7619975" y="823168"/>
                  </a:lnTo>
                </a:path>
                <a:path w="7620000" h="823595">
                  <a:moveTo>
                    <a:pt x="0" y="0"/>
                  </a:moveTo>
                  <a:lnTo>
                    <a:pt x="350910" y="2370"/>
                  </a:lnTo>
                </a:path>
                <a:path w="7620000" h="823595">
                  <a:moveTo>
                    <a:pt x="350910" y="0"/>
                  </a:moveTo>
                  <a:lnTo>
                    <a:pt x="818616" y="818446"/>
                  </a:lnTo>
                </a:path>
                <a:path w="7620000" h="823595">
                  <a:moveTo>
                    <a:pt x="818616" y="818446"/>
                  </a:moveTo>
                  <a:lnTo>
                    <a:pt x="1871369" y="820817"/>
                  </a:lnTo>
                </a:path>
              </a:pathLst>
            </a:custGeom>
            <a:ln w="188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134222" y="5053357"/>
              <a:ext cx="1275080" cy="0"/>
            </a:xfrm>
            <a:custGeom>
              <a:avLst/>
              <a:gdLst/>
              <a:ahLst/>
              <a:cxnLst/>
              <a:rect l="l" t="t" r="r" b="b"/>
              <a:pathLst>
                <a:path w="1275079">
                  <a:moveTo>
                    <a:pt x="0" y="0"/>
                  </a:moveTo>
                  <a:lnTo>
                    <a:pt x="585065" y="0"/>
                  </a:lnTo>
                </a:path>
                <a:path w="1275079">
                  <a:moveTo>
                    <a:pt x="573185" y="0"/>
                  </a:moveTo>
                  <a:lnTo>
                    <a:pt x="12745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02854" y="5005357"/>
              <a:ext cx="96401" cy="9648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432887" y="5053357"/>
              <a:ext cx="6950709" cy="0"/>
            </a:xfrm>
            <a:custGeom>
              <a:avLst/>
              <a:gdLst/>
              <a:ahLst/>
              <a:cxnLst/>
              <a:rect l="l" t="t" r="r" b="b"/>
              <a:pathLst>
                <a:path w="6950709">
                  <a:moveTo>
                    <a:pt x="4450597" y="0"/>
                  </a:moveTo>
                  <a:lnTo>
                    <a:pt x="5151913" y="0"/>
                  </a:lnTo>
                </a:path>
                <a:path w="6950709">
                  <a:moveTo>
                    <a:pt x="1950517" y="0"/>
                  </a:moveTo>
                  <a:lnTo>
                    <a:pt x="4611660" y="0"/>
                  </a:lnTo>
                </a:path>
                <a:path w="6950709">
                  <a:moveTo>
                    <a:pt x="4288950" y="0"/>
                  </a:moveTo>
                  <a:lnTo>
                    <a:pt x="6950677" y="0"/>
                  </a:lnTo>
                </a:path>
                <a:path w="6950709">
                  <a:moveTo>
                    <a:pt x="350424" y="0"/>
                  </a:moveTo>
                  <a:lnTo>
                    <a:pt x="935431" y="0"/>
                  </a:lnTo>
                </a:path>
                <a:path w="6950709">
                  <a:moveTo>
                    <a:pt x="0" y="0"/>
                  </a:moveTo>
                  <a:lnTo>
                    <a:pt x="584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2720" y="5005357"/>
              <a:ext cx="96401" cy="96486"/>
            </a:xfrm>
            <a:prstGeom prst="rect">
              <a:avLst/>
            </a:prstGeom>
          </p:spPr>
        </p:pic>
      </p:grpSp>
      <p:graphicFrame>
        <p:nvGraphicFramePr>
          <p:cNvPr id="70" name="object 70"/>
          <p:cNvGraphicFramePr>
            <a:graphicFrameLocks noGrp="1"/>
          </p:cNvGraphicFramePr>
          <p:nvPr/>
        </p:nvGraphicFramePr>
        <p:xfrm>
          <a:off x="470170" y="1003630"/>
          <a:ext cx="8178800" cy="5128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20800"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2771140" algn="l"/>
                          <a:tab pos="5939790" algn="l"/>
                        </a:tabLst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868170">
                        <a:lnSpc>
                          <a:spcPts val="1920"/>
                        </a:lnSpc>
                        <a:spcBef>
                          <a:spcPts val="430"/>
                        </a:spcBef>
                        <a:tabLst>
                          <a:tab pos="3039745" algn="l"/>
                          <a:tab pos="6220460" algn="l"/>
                          <a:tab pos="6907530" algn="l"/>
                          <a:tab pos="7595234" algn="l"/>
                        </a:tabLst>
                      </a:pP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00" i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419985">
                        <a:lnSpc>
                          <a:spcPts val="1680"/>
                        </a:lnSpc>
                        <a:tabLst>
                          <a:tab pos="4361180" algn="l"/>
                          <a:tab pos="5224145" algn="l"/>
                          <a:tab pos="5806440" algn="l"/>
                        </a:tabLst>
                      </a:pPr>
                      <a:r>
                        <a:rPr sz="2250" spc="-37" baseline="-33333" dirty="0">
                          <a:latin typeface="Times New Roman"/>
                          <a:cs typeface="Times New Roman"/>
                        </a:rPr>
                        <a:t>0.0</a:t>
                      </a:r>
                      <a:r>
                        <a:rPr sz="2250" baseline="-333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0.1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37" baseline="-14814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250" baseline="-14814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  <a:spcBef>
                          <a:spcPts val="1610"/>
                        </a:spcBef>
                        <a:tabLst>
                          <a:tab pos="845819" algn="l"/>
                          <a:tab pos="2132330" algn="l"/>
                          <a:tab pos="2771140" algn="l"/>
                          <a:tab pos="3898265" algn="l"/>
                          <a:tab pos="4695825" algn="l"/>
                          <a:tab pos="5133340" algn="l"/>
                          <a:tab pos="5944870" algn="l"/>
                          <a:tab pos="7892415" algn="l"/>
                        </a:tabLst>
                      </a:pP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37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75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37" baseline="185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75" baseline="185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50" i="1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15" baseline="48148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250" i="1" spc="-15" baseline="48148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2250" spc="-15" baseline="48148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2250" baseline="4814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i="1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588260" algn="l"/>
                          <a:tab pos="3187065" algn="l"/>
                          <a:tab pos="4896485" algn="l"/>
                          <a:tab pos="6227445" algn="l"/>
                        </a:tabLst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17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1:</a:t>
                      </a:r>
                      <a:r>
                        <a:rPr sz="17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(0.0)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(0.1)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(0.1)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  <a:tabLst>
                          <a:tab pos="2771140" algn="l"/>
                          <a:tab pos="4410075" algn="l"/>
                          <a:tab pos="5939790" algn="l"/>
                        </a:tabLst>
                      </a:pPr>
                      <a:r>
                        <a:rPr sz="2250" spc="-75" baseline="4074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4074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4074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4074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0.7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40740" dirty="0">
                          <a:latin typeface="Times New Roman"/>
                          <a:cs typeface="Times New Roman"/>
                        </a:rPr>
                        <a:t>1</a:t>
                      </a:r>
                      <a:endParaRPr sz="2250" baseline="40740" dirty="0">
                        <a:latin typeface="Times New Roman"/>
                        <a:cs typeface="Times New Roman"/>
                      </a:endParaRPr>
                    </a:p>
                    <a:p>
                      <a:pPr marL="117094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2436495" algn="l"/>
                          <a:tab pos="4326255" algn="l"/>
                          <a:tab pos="5146675" algn="l"/>
                          <a:tab pos="5778500" algn="l"/>
                          <a:tab pos="6227445" algn="l"/>
                          <a:tab pos="6915150" algn="l"/>
                          <a:tab pos="7597775" algn="l"/>
                        </a:tabLst>
                      </a:pP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0.2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37" baseline="-16666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250" baseline="-16666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0.2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32679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-37" baseline="32679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550" baseline="32679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32679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-37" baseline="32679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550" baseline="32679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32679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-37" baseline="32679" dirty="0">
                          <a:latin typeface="Times New Roman"/>
                          <a:cs typeface="Times New Roman"/>
                        </a:rPr>
                        <a:t>3</a:t>
                      </a:r>
                      <a:endParaRPr sz="2550" baseline="32679" dirty="0">
                        <a:latin typeface="Times New Roman"/>
                        <a:cs typeface="Times New Roman"/>
                      </a:endParaRPr>
                    </a:p>
                    <a:p>
                      <a:pPr marL="514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500" i="1" spc="-10" dirty="0">
                          <a:latin typeface="Times New Roman"/>
                          <a:cs typeface="Times New Roman"/>
                        </a:rPr>
                        <a:t>min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852805" algn="l"/>
                          <a:tab pos="2132330" algn="l"/>
                          <a:tab pos="2771140" algn="l"/>
                          <a:tab pos="3907790" algn="l"/>
                          <a:tab pos="4695825" algn="l"/>
                          <a:tab pos="5944870" algn="l"/>
                          <a:tab pos="7892415" algn="l"/>
                        </a:tabLst>
                      </a:pP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37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75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37" baseline="185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75" baseline="185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250" i="1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i="1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2497455" algn="l"/>
                          <a:tab pos="3182620" algn="l"/>
                          <a:tab pos="4892040" algn="l"/>
                          <a:tab pos="6225540" algn="l"/>
                        </a:tabLst>
                      </a:pPr>
                      <a:r>
                        <a:rPr sz="2550" i="1" baseline="1633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2550" i="1" spc="7" baseline="16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sz="2550" spc="405" baseline="1633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(0.2)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(0.7)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(0.2)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8265">
                <a:tc>
                  <a:txBody>
                    <a:bodyPr/>
                    <a:lstStyle/>
                    <a:p>
                      <a:pPr marL="196215">
                        <a:lnSpc>
                          <a:spcPts val="1555"/>
                        </a:lnSpc>
                        <a:spcBef>
                          <a:spcPts val="985"/>
                        </a:spcBef>
                        <a:tabLst>
                          <a:tab pos="5937250" algn="l"/>
                        </a:tabLst>
                      </a:pP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434340">
                        <a:lnSpc>
                          <a:spcPts val="1795"/>
                        </a:lnSpc>
                        <a:tabLst>
                          <a:tab pos="2419985" algn="l"/>
                          <a:tab pos="5778500" algn="l"/>
                          <a:tab pos="6199505" algn="l"/>
                          <a:tab pos="6912609" algn="l"/>
                          <a:tab pos="7621270" algn="l"/>
                        </a:tabLst>
                      </a:pP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37" baseline="-9259" dirty="0">
                          <a:latin typeface="Times New Roman"/>
                          <a:cs typeface="Times New Roman"/>
                        </a:rPr>
                        <a:t>0.5</a:t>
                      </a:r>
                      <a:r>
                        <a:rPr sz="2250" baseline="-9259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37" baseline="-5555" dirty="0">
                          <a:latin typeface="Times New Roman"/>
                          <a:cs typeface="Times New Roman"/>
                        </a:rPr>
                        <a:t>0.5</a:t>
                      </a:r>
                      <a:r>
                        <a:rPr sz="2250" baseline="-5555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550" i="1" spc="-37" baseline="1633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-37" baseline="16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550" baseline="1633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700" i="1" spc="-2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25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  <a:p>
                      <a:pPr marL="196215">
                        <a:lnSpc>
                          <a:spcPct val="100000"/>
                        </a:lnSpc>
                        <a:tabLst>
                          <a:tab pos="848360" algn="l"/>
                          <a:tab pos="2132330" algn="l"/>
                          <a:tab pos="5942330" algn="l"/>
                          <a:tab pos="7892415" algn="l"/>
                        </a:tabLst>
                      </a:pP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37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spc="-37" baseline="185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250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i="1" spc="-75" baseline="185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250" i="1" baseline="185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50" spc="-75" baseline="18518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250" baseline="1851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500" i="1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3956685" algn="l"/>
                          <a:tab pos="6225540" algn="l"/>
                        </a:tabLst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sz="17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3:</a:t>
                      </a:r>
                      <a:r>
                        <a:rPr sz="17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(0.5)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800" i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(0.5)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1" name="object 71"/>
          <p:cNvGrpSpPr/>
          <p:nvPr/>
        </p:nvGrpSpPr>
        <p:grpSpPr>
          <a:xfrm>
            <a:off x="1428174" y="3475830"/>
            <a:ext cx="5765165" cy="100965"/>
            <a:chOff x="1428174" y="3475830"/>
            <a:chExt cx="5765165" cy="100965"/>
          </a:xfrm>
        </p:grpSpPr>
        <p:sp>
          <p:nvSpPr>
            <p:cNvPr id="72" name="object 72"/>
            <p:cNvSpPr/>
            <p:nvPr/>
          </p:nvSpPr>
          <p:spPr>
            <a:xfrm>
              <a:off x="1428174" y="3526162"/>
              <a:ext cx="1980564" cy="0"/>
            </a:xfrm>
            <a:custGeom>
              <a:avLst/>
              <a:gdLst/>
              <a:ahLst/>
              <a:cxnLst/>
              <a:rect l="l" t="t" r="r" b="b"/>
              <a:pathLst>
                <a:path w="1980564">
                  <a:moveTo>
                    <a:pt x="0" y="0"/>
                  </a:moveTo>
                  <a:lnTo>
                    <a:pt x="19805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2854" y="3478162"/>
              <a:ext cx="96401" cy="9852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210869" y="3523830"/>
              <a:ext cx="982344" cy="0"/>
            </a:xfrm>
            <a:custGeom>
              <a:avLst/>
              <a:gdLst/>
              <a:ahLst/>
              <a:cxnLst/>
              <a:rect l="l" t="t" r="r" b="b"/>
              <a:pathLst>
                <a:path w="982345">
                  <a:moveTo>
                    <a:pt x="0" y="0"/>
                  </a:moveTo>
                  <a:lnTo>
                    <a:pt x="9819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2720" y="3475830"/>
              <a:ext cx="96401" cy="98526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309473" y="6369110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25" dirty="0">
                <a:solidFill>
                  <a:srgbClr val="FF9966"/>
                </a:solidFill>
                <a:latin typeface="Times New Roman"/>
                <a:cs typeface="Times New Roman"/>
              </a:rPr>
              <a:t>18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28E1-7944-4E5A-9475-F9D45BE8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7061834" cy="553998"/>
          </a:xfrm>
        </p:spPr>
        <p:txBody>
          <a:bodyPr/>
          <a:lstStyle/>
          <a:p>
            <a:r>
              <a:rPr lang="en-IN" dirty="0"/>
              <a:t>Rule Evaluation </a:t>
            </a:r>
            <a:r>
              <a:rPr lang="en-IN" spc="-10" dirty="0"/>
              <a:t>(cont.)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EDE56-33BB-4DCF-9D79-429417E81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574" y="1641763"/>
            <a:ext cx="8399425" cy="3600986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Antecedent evaluation gives us a firing strength(truth value)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rule, after evaluating the antecedent (AND/OR), we know how strongly the rule applies.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Rule 3 firing strength z = 0.5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2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truth value must modify the consequent membership function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Consequent is a fuzzy set (triangle, trapezoid, etc.)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reflect the influence of the rule, we adjust the output fuzzy 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136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679" y="211328"/>
            <a:ext cx="4559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Rule Evaluation </a:t>
            </a:r>
            <a:r>
              <a:rPr spc="-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0200" y="786511"/>
            <a:ext cx="8458200" cy="31925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62585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Now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antecedent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evaluation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be </a:t>
            </a:r>
            <a:r>
              <a:rPr sz="2800" dirty="0">
                <a:latin typeface="Times New Roman"/>
                <a:cs typeface="Times New Roman"/>
              </a:rPr>
              <a:t>applied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consequent.</a:t>
            </a:r>
            <a:endParaRPr sz="2800" dirty="0">
              <a:latin typeface="Times New Roman"/>
              <a:cs typeface="Times New Roman"/>
            </a:endParaRPr>
          </a:p>
          <a:p>
            <a:pPr marL="355600" marR="30480" indent="-342900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clipping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consequent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 function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level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antecedent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truth..</a:t>
            </a:r>
            <a:endParaRPr sz="2800" dirty="0">
              <a:latin typeface="Times New Roman"/>
              <a:cs typeface="Times New Roman"/>
            </a:endParaRPr>
          </a:p>
          <a:p>
            <a:pPr marL="756285" marR="424180" lvl="1" indent="-287020">
              <a:lnSpc>
                <a:spcPct val="100000"/>
              </a:lnSpc>
              <a:spcBef>
                <a:spcPts val="635"/>
              </a:spcBef>
              <a:buFont typeface="Wingdings"/>
              <a:buChar char=""/>
              <a:tabLst>
                <a:tab pos="756285" algn="l"/>
                <a:tab pos="838835" algn="l"/>
              </a:tabLst>
            </a:pPr>
            <a:r>
              <a:rPr sz="2600" dirty="0">
                <a:solidFill>
                  <a:srgbClr val="336699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latin typeface="Times New Roman"/>
                <a:cs typeface="Times New Roman"/>
              </a:rPr>
              <a:t>Since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top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membership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function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sliced,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clipped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fuzzy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loses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some</a:t>
            </a:r>
            <a:r>
              <a:rPr sz="2600" spc="-10" dirty="0">
                <a:latin typeface="Times New Roman"/>
                <a:cs typeface="Times New Roman"/>
              </a:rPr>
              <a:t> information.</a:t>
            </a:r>
            <a:endParaRPr sz="26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6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  <a:tab pos="1719580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5F116-60C9-4452-8C01-C257B825C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3817951" cy="33226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489A12-2688-4DCA-8951-D1E3DA85F7C5}"/>
              </a:ext>
            </a:extLst>
          </p:cNvPr>
          <p:cNvSpPr/>
          <p:nvPr/>
        </p:nvSpPr>
        <p:spPr>
          <a:xfrm>
            <a:off x="2836076" y="632350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b="0" i="0" u="none" strike="noStrike" baseline="0" dirty="0">
                <a:latin typeface="AdvP1612"/>
              </a:rPr>
              <a:t>Clipped membership functions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679" y="211328"/>
            <a:ext cx="4559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Rule Evaluation </a:t>
            </a:r>
            <a:r>
              <a:rPr spc="-10" dirty="0"/>
              <a:t>(cont.)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0200" y="786511"/>
            <a:ext cx="8458200" cy="23820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62585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scaling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cs typeface="Times New Roman"/>
              </a:rPr>
              <a:t>	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membership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rule </a:t>
            </a:r>
            <a:r>
              <a:rPr sz="2400" dirty="0">
                <a:latin typeface="Times New Roman"/>
                <a:cs typeface="Times New Roman"/>
              </a:rPr>
              <a:t>consequent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adjusted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multiplying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membership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degrees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truth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2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antecedent.</a:t>
            </a:r>
            <a:endParaRPr sz="2400" dirty="0">
              <a:latin typeface="Times New Roman"/>
              <a:cs typeface="Times New Roman"/>
            </a:endParaRPr>
          </a:p>
          <a:p>
            <a:pPr marL="756285" marR="207010" lvl="1" indent="-287020">
              <a:lnSpc>
                <a:spcPct val="100000"/>
              </a:lnSpc>
              <a:spcBef>
                <a:spcPts val="635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offers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preserving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shape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fuzzy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set.</a:t>
            </a:r>
            <a:endParaRPr sz="24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30"/>
              </a:spcBef>
              <a:buClr>
                <a:srgbClr val="336699"/>
              </a:buClr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imes New Roman"/>
                <a:cs typeface="Times New Roman"/>
              </a:rPr>
              <a:t>Generally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information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A6076-5D99-4748-854E-B4AB7188F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383638"/>
            <a:ext cx="3848433" cy="30101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25BE31-2189-491F-92A0-BBF85B0EF1E0}"/>
              </a:ext>
            </a:extLst>
          </p:cNvPr>
          <p:cNvSpPr/>
          <p:nvPr/>
        </p:nvSpPr>
        <p:spPr>
          <a:xfrm>
            <a:off x="4343400" y="6420655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dvP1612"/>
              </a:rPr>
              <a:t>Scaled </a:t>
            </a:r>
            <a:r>
              <a:rPr lang="en-US" sz="1800" b="0" i="0" u="none" strike="noStrike" baseline="0" dirty="0">
                <a:latin typeface="AdvP1612"/>
              </a:rPr>
              <a:t>membership functions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B3727-1E7F-4FF3-90FB-3FED812DC6F9}"/>
              </a:ext>
            </a:extLst>
          </p:cNvPr>
          <p:cNvSpPr/>
          <p:nvPr/>
        </p:nvSpPr>
        <p:spPr>
          <a:xfrm>
            <a:off x="152400" y="4343400"/>
            <a:ext cx="3733800" cy="83099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is like shrinking it while keeping the shape.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024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627630" marR="5080" indent="-2228850">
              <a:lnSpc>
                <a:spcPct val="70000"/>
              </a:lnSpc>
              <a:spcBef>
                <a:spcPts val="1395"/>
              </a:spcBef>
            </a:pPr>
            <a:r>
              <a:rPr dirty="0"/>
              <a:t>Clipped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scaled</a:t>
            </a:r>
            <a:r>
              <a:rPr spc="-5" dirty="0"/>
              <a:t> </a:t>
            </a:r>
            <a:r>
              <a:rPr spc="-10" dirty="0"/>
              <a:t>membership 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384" y="1760132"/>
            <a:ext cx="1117600" cy="5099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415"/>
              </a:spcBef>
            </a:pPr>
            <a:r>
              <a:rPr sz="1700" i="1" dirty="0">
                <a:latin typeface="Times New Roman"/>
                <a:cs typeface="Times New Roman"/>
              </a:rPr>
              <a:t>Degree</a:t>
            </a:r>
            <a:r>
              <a:rPr sz="1700" i="1" spc="25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of </a:t>
            </a:r>
            <a:r>
              <a:rPr sz="1700" i="1" spc="-10" dirty="0">
                <a:latin typeface="Times New Roman"/>
                <a:cs typeface="Times New Roman"/>
              </a:rPr>
              <a:t>Membership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8467" y="4210878"/>
            <a:ext cx="753745" cy="1905"/>
          </a:xfrm>
          <a:custGeom>
            <a:avLst/>
            <a:gdLst/>
            <a:ahLst/>
            <a:cxnLst/>
            <a:rect l="l" t="t" r="r" b="b"/>
            <a:pathLst>
              <a:path w="753744" h="1904">
                <a:moveTo>
                  <a:pt x="753138" y="176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4650" y="2280713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1.0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9064" y="4502273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0.0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064" y="3837377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0.2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6808" y="4653267"/>
            <a:ext cx="14732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Z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7893" y="2428772"/>
            <a:ext cx="3279140" cy="2227580"/>
            <a:chOff x="477893" y="2428772"/>
            <a:chExt cx="3279140" cy="2227580"/>
          </a:xfrm>
        </p:grpSpPr>
        <p:sp>
          <p:nvSpPr>
            <p:cNvPr id="10" name="object 10"/>
            <p:cNvSpPr/>
            <p:nvPr/>
          </p:nvSpPr>
          <p:spPr>
            <a:xfrm>
              <a:off x="479480" y="4210878"/>
              <a:ext cx="315595" cy="1905"/>
            </a:xfrm>
            <a:custGeom>
              <a:avLst/>
              <a:gdLst/>
              <a:ahLst/>
              <a:cxnLst/>
              <a:rect l="l" t="t" r="r" b="b"/>
              <a:pathLst>
                <a:path w="315595" h="1904">
                  <a:moveTo>
                    <a:pt x="0" y="0"/>
                  </a:moveTo>
                  <a:lnTo>
                    <a:pt x="315019" y="17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859" y="4165447"/>
              <a:ext cx="76681" cy="9261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14983" y="4210878"/>
              <a:ext cx="1960245" cy="0"/>
            </a:xfrm>
            <a:custGeom>
              <a:avLst/>
              <a:gdLst/>
              <a:ahLst/>
              <a:cxnLst/>
              <a:rect l="l" t="t" r="r" b="b"/>
              <a:pathLst>
                <a:path w="1960245">
                  <a:moveTo>
                    <a:pt x="0" y="0"/>
                  </a:moveTo>
                  <a:lnTo>
                    <a:pt x="195984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30999" y="4210878"/>
              <a:ext cx="2424430" cy="443865"/>
            </a:xfrm>
            <a:custGeom>
              <a:avLst/>
              <a:gdLst/>
              <a:ahLst/>
              <a:cxnLst/>
              <a:rect l="l" t="t" r="r" b="b"/>
              <a:pathLst>
                <a:path w="2424429" h="443864">
                  <a:moveTo>
                    <a:pt x="2255474" y="0"/>
                  </a:moveTo>
                  <a:lnTo>
                    <a:pt x="168549" y="0"/>
                  </a:lnTo>
                  <a:lnTo>
                    <a:pt x="0" y="443704"/>
                  </a:lnTo>
                  <a:lnTo>
                    <a:pt x="2424042" y="443704"/>
                  </a:lnTo>
                  <a:lnTo>
                    <a:pt x="225547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0999" y="4210878"/>
              <a:ext cx="2424430" cy="443865"/>
            </a:xfrm>
            <a:custGeom>
              <a:avLst/>
              <a:gdLst/>
              <a:ahLst/>
              <a:cxnLst/>
              <a:rect l="l" t="t" r="r" b="b"/>
              <a:pathLst>
                <a:path w="2424429" h="443864">
                  <a:moveTo>
                    <a:pt x="0" y="443704"/>
                  </a:moveTo>
                  <a:lnTo>
                    <a:pt x="168549" y="0"/>
                  </a:lnTo>
                  <a:lnTo>
                    <a:pt x="2255474" y="0"/>
                  </a:lnTo>
                  <a:lnTo>
                    <a:pt x="2424042" y="443704"/>
                  </a:lnTo>
                  <a:lnTo>
                    <a:pt x="0" y="4437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30999" y="2430359"/>
              <a:ext cx="2424430" cy="2224405"/>
            </a:xfrm>
            <a:custGeom>
              <a:avLst/>
              <a:gdLst/>
              <a:ahLst/>
              <a:cxnLst/>
              <a:rect l="l" t="t" r="r" b="b"/>
              <a:pathLst>
                <a:path w="2424429" h="2224404">
                  <a:moveTo>
                    <a:pt x="0" y="2224223"/>
                  </a:moveTo>
                  <a:lnTo>
                    <a:pt x="2424042" y="2224223"/>
                  </a:lnTo>
                  <a:lnTo>
                    <a:pt x="1583025" y="0"/>
                  </a:lnTo>
                  <a:lnTo>
                    <a:pt x="838735" y="0"/>
                  </a:lnTo>
                  <a:lnTo>
                    <a:pt x="0" y="2224223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5895" y="2950613"/>
              <a:ext cx="398780" cy="258445"/>
            </a:xfrm>
            <a:custGeom>
              <a:avLst/>
              <a:gdLst/>
              <a:ahLst/>
              <a:cxnLst/>
              <a:rect l="l" t="t" r="r" b="b"/>
              <a:pathLst>
                <a:path w="398780" h="258444">
                  <a:moveTo>
                    <a:pt x="398415" y="0"/>
                  </a:moveTo>
                  <a:lnTo>
                    <a:pt x="0" y="0"/>
                  </a:lnTo>
                  <a:lnTo>
                    <a:pt x="0" y="258269"/>
                  </a:lnTo>
                  <a:lnTo>
                    <a:pt x="398415" y="258269"/>
                  </a:lnTo>
                  <a:lnTo>
                    <a:pt x="398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44993" y="1760132"/>
            <a:ext cx="1117600" cy="50990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415"/>
              </a:spcBef>
            </a:pPr>
            <a:r>
              <a:rPr sz="1700" i="1" dirty="0">
                <a:latin typeface="Times New Roman"/>
                <a:cs typeface="Times New Roman"/>
              </a:rPr>
              <a:t>Degree</a:t>
            </a:r>
            <a:r>
              <a:rPr sz="1700" i="1" spc="25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of </a:t>
            </a:r>
            <a:r>
              <a:rPr sz="1700" i="1" spc="-10" dirty="0">
                <a:latin typeface="Times New Roman"/>
                <a:cs typeface="Times New Roman"/>
              </a:rPr>
              <a:t>Membership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68477" y="4653267"/>
            <a:ext cx="14732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Z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84434" y="3871581"/>
            <a:ext cx="2540" cy="778510"/>
          </a:xfrm>
          <a:custGeom>
            <a:avLst/>
            <a:gdLst/>
            <a:ahLst/>
            <a:cxnLst/>
            <a:rect l="l" t="t" r="r" b="b"/>
            <a:pathLst>
              <a:path w="2540" h="778510">
                <a:moveTo>
                  <a:pt x="0" y="0"/>
                </a:moveTo>
                <a:lnTo>
                  <a:pt x="2189" y="778359"/>
                </a:lnTo>
              </a:path>
            </a:pathLst>
          </a:custGeom>
          <a:ln w="1764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35895" y="2950613"/>
            <a:ext cx="398780" cy="2584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>
              <a:lnSpc>
                <a:spcPts val="1960"/>
              </a:lnSpc>
            </a:pPr>
            <a:r>
              <a:rPr sz="1700" i="1" spc="-25" dirty="0">
                <a:latin typeface="Times New Roman"/>
                <a:cs typeface="Times New Roman"/>
              </a:rPr>
              <a:t>C</a:t>
            </a:r>
            <a:r>
              <a:rPr sz="1700" spc="-2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0971" y="2419003"/>
            <a:ext cx="3397885" cy="2240280"/>
            <a:chOff x="820971" y="2419003"/>
            <a:chExt cx="3397885" cy="2240280"/>
          </a:xfrm>
        </p:grpSpPr>
        <p:sp>
          <p:nvSpPr>
            <p:cNvPr id="22" name="object 22"/>
            <p:cNvSpPr/>
            <p:nvPr/>
          </p:nvSpPr>
          <p:spPr>
            <a:xfrm>
              <a:off x="820971" y="2428174"/>
              <a:ext cx="3396615" cy="2228850"/>
            </a:xfrm>
            <a:custGeom>
              <a:avLst/>
              <a:gdLst/>
              <a:ahLst/>
              <a:cxnLst/>
              <a:rect l="l" t="t" r="r" b="b"/>
              <a:pathLst>
                <a:path w="3396615" h="2228850">
                  <a:moveTo>
                    <a:pt x="0" y="2226408"/>
                  </a:moveTo>
                  <a:lnTo>
                    <a:pt x="3393801" y="2226409"/>
                  </a:lnTo>
                </a:path>
                <a:path w="3396615" h="2228850">
                  <a:moveTo>
                    <a:pt x="2207" y="2185"/>
                  </a:moveTo>
                  <a:lnTo>
                    <a:pt x="3393801" y="0"/>
                  </a:lnTo>
                </a:path>
                <a:path w="3396615" h="2228850">
                  <a:moveTo>
                    <a:pt x="41467" y="6555"/>
                  </a:moveTo>
                  <a:lnTo>
                    <a:pt x="41467" y="2228612"/>
                  </a:lnTo>
                </a:path>
                <a:path w="3396615" h="2228850">
                  <a:moveTo>
                    <a:pt x="3393801" y="2226409"/>
                  </a:moveTo>
                  <a:lnTo>
                    <a:pt x="339599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7822" y="2427810"/>
              <a:ext cx="3352800" cy="2222500"/>
            </a:xfrm>
            <a:custGeom>
              <a:avLst/>
              <a:gdLst/>
              <a:ahLst/>
              <a:cxnLst/>
              <a:rect l="l" t="t" r="r" b="b"/>
              <a:pathLst>
                <a:path w="3352800" h="2222500">
                  <a:moveTo>
                    <a:pt x="2890286" y="2222130"/>
                  </a:moveTo>
                  <a:lnTo>
                    <a:pt x="3352206" y="2222130"/>
                  </a:lnTo>
                </a:path>
                <a:path w="3352800" h="2222500">
                  <a:moveTo>
                    <a:pt x="0" y="2222129"/>
                  </a:moveTo>
                  <a:lnTo>
                    <a:pt x="468542" y="2222129"/>
                  </a:lnTo>
                </a:path>
                <a:path w="3352800" h="2222500">
                  <a:moveTo>
                    <a:pt x="468542" y="2222129"/>
                  </a:moveTo>
                  <a:lnTo>
                    <a:pt x="1305071" y="2185"/>
                  </a:lnTo>
                </a:path>
                <a:path w="3352800" h="2222500">
                  <a:moveTo>
                    <a:pt x="2056020" y="2185"/>
                  </a:moveTo>
                  <a:lnTo>
                    <a:pt x="2892475" y="2222130"/>
                  </a:lnTo>
                </a:path>
                <a:path w="3352800" h="2222500">
                  <a:moveTo>
                    <a:pt x="1302863" y="2185"/>
                  </a:moveTo>
                  <a:lnTo>
                    <a:pt x="2051641" y="0"/>
                  </a:lnTo>
                </a:path>
              </a:pathLst>
            </a:custGeom>
            <a:ln w="17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84216" y="2280713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1.0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88594" y="4502273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0.0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8594" y="3837377"/>
            <a:ext cx="2990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Times New Roman"/>
                <a:cs typeface="Times New Roman"/>
              </a:rPr>
              <a:t>0.2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88863" y="2416735"/>
            <a:ext cx="3406775" cy="2242185"/>
            <a:chOff x="5088863" y="2416735"/>
            <a:chExt cx="3406775" cy="2242185"/>
          </a:xfrm>
        </p:grpSpPr>
        <p:sp>
          <p:nvSpPr>
            <p:cNvPr id="28" name="object 28"/>
            <p:cNvSpPr/>
            <p:nvPr/>
          </p:nvSpPr>
          <p:spPr>
            <a:xfrm>
              <a:off x="8484435" y="3871581"/>
              <a:ext cx="2540" cy="778510"/>
            </a:xfrm>
            <a:custGeom>
              <a:avLst/>
              <a:gdLst/>
              <a:ahLst/>
              <a:cxnLst/>
              <a:rect l="l" t="t" r="r" b="b"/>
              <a:pathLst>
                <a:path w="2540" h="778510">
                  <a:moveTo>
                    <a:pt x="0" y="0"/>
                  </a:moveTo>
                  <a:lnTo>
                    <a:pt x="2189" y="778359"/>
                  </a:lnTo>
                </a:path>
              </a:pathLst>
            </a:custGeom>
            <a:ln w="176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90451" y="2428174"/>
              <a:ext cx="3396615" cy="2226945"/>
            </a:xfrm>
            <a:custGeom>
              <a:avLst/>
              <a:gdLst/>
              <a:ahLst/>
              <a:cxnLst/>
              <a:rect l="l" t="t" r="r" b="b"/>
              <a:pathLst>
                <a:path w="3396615" h="2226945">
                  <a:moveTo>
                    <a:pt x="0" y="2226408"/>
                  </a:moveTo>
                  <a:lnTo>
                    <a:pt x="3394166" y="2226409"/>
                  </a:lnTo>
                </a:path>
                <a:path w="3396615" h="2226945">
                  <a:moveTo>
                    <a:pt x="6750" y="2185"/>
                  </a:moveTo>
                  <a:lnTo>
                    <a:pt x="3396537" y="0"/>
                  </a:lnTo>
                </a:path>
                <a:path w="3396615" h="2226945">
                  <a:moveTo>
                    <a:pt x="41959" y="6555"/>
                  </a:moveTo>
                  <a:lnTo>
                    <a:pt x="41959" y="2226408"/>
                  </a:lnTo>
                </a:path>
                <a:path w="3396615" h="2226945">
                  <a:moveTo>
                    <a:pt x="3394166" y="2226409"/>
                  </a:moveTo>
                  <a:lnTo>
                    <a:pt x="33965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96338" y="2425625"/>
              <a:ext cx="2424430" cy="2224405"/>
            </a:xfrm>
            <a:custGeom>
              <a:avLst/>
              <a:gdLst/>
              <a:ahLst/>
              <a:cxnLst/>
              <a:rect l="l" t="t" r="r" b="b"/>
              <a:pathLst>
                <a:path w="2424429" h="2224404">
                  <a:moveTo>
                    <a:pt x="0" y="2224315"/>
                  </a:moveTo>
                  <a:lnTo>
                    <a:pt x="2423987" y="2224315"/>
                  </a:lnTo>
                  <a:lnTo>
                    <a:pt x="1582971" y="0"/>
                  </a:lnTo>
                  <a:lnTo>
                    <a:pt x="838279" y="0"/>
                  </a:lnTo>
                  <a:lnTo>
                    <a:pt x="0" y="2224315"/>
                  </a:lnTo>
                </a:path>
              </a:pathLst>
            </a:custGeom>
            <a:ln w="176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36989" y="2434729"/>
              <a:ext cx="2540" cy="1968500"/>
            </a:xfrm>
            <a:custGeom>
              <a:avLst/>
              <a:gdLst/>
              <a:ahLst/>
              <a:cxnLst/>
              <a:rect l="l" t="t" r="r" b="b"/>
              <a:pathLst>
                <a:path w="2539" h="1968500">
                  <a:moveTo>
                    <a:pt x="2371" y="0"/>
                  </a:moveTo>
                  <a:lnTo>
                    <a:pt x="0" y="19681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605739" y="2950613"/>
            <a:ext cx="398780" cy="25844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>
              <a:lnSpc>
                <a:spcPts val="1960"/>
              </a:lnSpc>
            </a:pPr>
            <a:r>
              <a:rPr sz="1700" i="1" spc="-25" dirty="0">
                <a:latin typeface="Times New Roman"/>
                <a:cs typeface="Times New Roman"/>
              </a:rPr>
              <a:t>C</a:t>
            </a:r>
            <a:r>
              <a:rPr sz="1700" spc="-25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47662" y="2414633"/>
            <a:ext cx="3732529" cy="2244725"/>
            <a:chOff x="4747662" y="2414633"/>
            <a:chExt cx="3732529" cy="2244725"/>
          </a:xfrm>
        </p:grpSpPr>
        <p:sp>
          <p:nvSpPr>
            <p:cNvPr id="34" name="object 34"/>
            <p:cNvSpPr/>
            <p:nvPr/>
          </p:nvSpPr>
          <p:spPr>
            <a:xfrm>
              <a:off x="5127850" y="2423440"/>
              <a:ext cx="3352800" cy="2226945"/>
            </a:xfrm>
            <a:custGeom>
              <a:avLst/>
              <a:gdLst/>
              <a:ahLst/>
              <a:cxnLst/>
              <a:rect l="l" t="t" r="r" b="b"/>
              <a:pathLst>
                <a:path w="3352800" h="2226945">
                  <a:moveTo>
                    <a:pt x="0" y="2226500"/>
                  </a:moveTo>
                  <a:lnTo>
                    <a:pt x="468487" y="2226500"/>
                  </a:lnTo>
                </a:path>
                <a:path w="3352800" h="2226945">
                  <a:moveTo>
                    <a:pt x="2890286" y="2226500"/>
                  </a:moveTo>
                  <a:lnTo>
                    <a:pt x="3352206" y="2226500"/>
                  </a:lnTo>
                </a:path>
                <a:path w="3352800" h="2226945">
                  <a:moveTo>
                    <a:pt x="2056020" y="6555"/>
                  </a:moveTo>
                  <a:lnTo>
                    <a:pt x="2892475" y="2226500"/>
                  </a:lnTo>
                </a:path>
                <a:path w="3352800" h="2226945">
                  <a:moveTo>
                    <a:pt x="472866" y="2222093"/>
                  </a:moveTo>
                  <a:lnTo>
                    <a:pt x="1306767" y="2185"/>
                  </a:lnTo>
                </a:path>
                <a:path w="3352800" h="2226945">
                  <a:moveTo>
                    <a:pt x="1300564" y="2185"/>
                  </a:moveTo>
                  <a:lnTo>
                    <a:pt x="2060398" y="0"/>
                  </a:lnTo>
                </a:path>
              </a:pathLst>
            </a:custGeom>
            <a:ln w="17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48936" y="4206454"/>
              <a:ext cx="1971039" cy="2540"/>
            </a:xfrm>
            <a:custGeom>
              <a:avLst/>
              <a:gdLst/>
              <a:ahLst/>
              <a:cxnLst/>
              <a:rect l="l" t="t" r="r" b="b"/>
              <a:pathLst>
                <a:path w="1971040" h="2539">
                  <a:moveTo>
                    <a:pt x="0" y="2203"/>
                  </a:moveTo>
                  <a:lnTo>
                    <a:pt x="19710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0438" y="4161477"/>
              <a:ext cx="76984" cy="9437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181863" y="2428174"/>
              <a:ext cx="2540" cy="1969135"/>
            </a:xfrm>
            <a:custGeom>
              <a:avLst/>
              <a:gdLst/>
              <a:ahLst/>
              <a:cxnLst/>
              <a:rect l="l" t="t" r="r" b="b"/>
              <a:pathLst>
                <a:path w="2540" h="1969135">
                  <a:moveTo>
                    <a:pt x="2189" y="0"/>
                  </a:moveTo>
                  <a:lnTo>
                    <a:pt x="0" y="19685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00898" y="4206454"/>
              <a:ext cx="2424430" cy="448309"/>
            </a:xfrm>
            <a:custGeom>
              <a:avLst/>
              <a:gdLst/>
              <a:ahLst/>
              <a:cxnLst/>
              <a:rect l="l" t="t" r="r" b="b"/>
              <a:pathLst>
                <a:path w="2424429" h="448310">
                  <a:moveTo>
                    <a:pt x="1578775" y="0"/>
                  </a:moveTo>
                  <a:lnTo>
                    <a:pt x="851597" y="0"/>
                  </a:lnTo>
                  <a:lnTo>
                    <a:pt x="0" y="448129"/>
                  </a:lnTo>
                  <a:lnTo>
                    <a:pt x="2423987" y="448129"/>
                  </a:lnTo>
                  <a:lnTo>
                    <a:pt x="15787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00898" y="4206454"/>
              <a:ext cx="2424430" cy="448309"/>
            </a:xfrm>
            <a:custGeom>
              <a:avLst/>
              <a:gdLst/>
              <a:ahLst/>
              <a:cxnLst/>
              <a:rect l="l" t="t" r="r" b="b"/>
              <a:pathLst>
                <a:path w="2424429" h="448310">
                  <a:moveTo>
                    <a:pt x="0" y="448129"/>
                  </a:moveTo>
                  <a:lnTo>
                    <a:pt x="851597" y="0"/>
                  </a:lnTo>
                  <a:lnTo>
                    <a:pt x="1578775" y="0"/>
                  </a:lnTo>
                  <a:lnTo>
                    <a:pt x="2423987" y="448129"/>
                  </a:lnTo>
                  <a:lnTo>
                    <a:pt x="0" y="4481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983885-ACD4-443E-8D1D-04274F136ACE}"/>
              </a:ext>
            </a:extLst>
          </p:cNvPr>
          <p:cNvSpPr/>
          <p:nvPr/>
        </p:nvSpPr>
        <p:spPr>
          <a:xfrm>
            <a:off x="1687588" y="5024275"/>
            <a:ext cx="60848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AdvP1612"/>
              </a:rPr>
              <a:t>Clipped  and scaled membership functions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3023" y="18999"/>
            <a:ext cx="5998845" cy="9588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2261870" marR="5080" indent="-2249805">
              <a:lnSpc>
                <a:spcPct val="70000"/>
              </a:lnSpc>
              <a:spcBef>
                <a:spcPts val="1395"/>
              </a:spcBef>
            </a:pPr>
            <a:r>
              <a:rPr dirty="0"/>
              <a:t>Step</a:t>
            </a:r>
            <a:r>
              <a:rPr spc="-25" dirty="0"/>
              <a:t> </a:t>
            </a:r>
            <a:r>
              <a:rPr dirty="0"/>
              <a:t>3:</a:t>
            </a:r>
            <a:r>
              <a:rPr spc="-220" dirty="0"/>
              <a:t> </a:t>
            </a:r>
            <a:r>
              <a:rPr dirty="0"/>
              <a:t>Aggregation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rule </a:t>
            </a:r>
            <a:r>
              <a:rPr spc="-10" dirty="0"/>
              <a:t>outputs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675" y="916584"/>
            <a:ext cx="8226188" cy="3384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unification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rules.</a:t>
            </a:r>
            <a:endParaRPr sz="2800" dirty="0">
              <a:latin typeface="Times New Roman"/>
              <a:cs typeface="Times New Roman"/>
            </a:endParaRPr>
          </a:p>
          <a:p>
            <a:pPr marL="355600" marR="426084" indent="-342900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take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rule </a:t>
            </a:r>
            <a:r>
              <a:rPr sz="2800" dirty="0">
                <a:latin typeface="Times New Roman"/>
                <a:cs typeface="Times New Roman"/>
              </a:rPr>
              <a:t>consequents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previously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clipped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combine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single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20" dirty="0">
                <a:latin typeface="Times New Roman"/>
                <a:cs typeface="Times New Roman"/>
              </a:rPr>
              <a:t> set.</a:t>
            </a:r>
            <a:endParaRPr sz="2800" dirty="0">
              <a:latin typeface="Times New Roman"/>
              <a:cs typeface="Times New Roman"/>
            </a:endParaRPr>
          </a:p>
          <a:p>
            <a:pPr marL="355600" marR="382905" indent="-342900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Input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clipped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scaled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consequent </a:t>
            </a:r>
            <a:r>
              <a:rPr sz="2800" dirty="0">
                <a:latin typeface="Times New Roman"/>
                <a:cs typeface="Times New Roman"/>
              </a:rPr>
              <a:t>membership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functions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lang="en-IN" sz="2800" spc="-50" dirty="0">
                <a:latin typeface="Times New Roman"/>
                <a:cs typeface="Times New Roman"/>
              </a:rPr>
              <a:t>single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lang="en-IN" sz="2800" spc="-20" dirty="0">
                <a:latin typeface="Times New Roman"/>
                <a:cs typeface="Times New Roman"/>
              </a:rPr>
              <a:t>the overall fuzzy output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927" y="5165068"/>
            <a:ext cx="269240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5"/>
              </a:lnSpc>
              <a:spcBef>
                <a:spcPts val="100"/>
              </a:spcBef>
            </a:pPr>
            <a:r>
              <a:rPr sz="1600" spc="-25" dirty="0">
                <a:latin typeface="Times New Roman"/>
                <a:cs typeface="Times New Roman"/>
              </a:rPr>
              <a:t>0.1</a:t>
            </a:r>
            <a:endParaRPr sz="1600">
              <a:latin typeface="Times New Roman"/>
              <a:cs typeface="Times New Roman"/>
            </a:endParaRPr>
          </a:p>
          <a:p>
            <a:pPr marL="99695">
              <a:lnSpc>
                <a:spcPts val="1905"/>
              </a:lnSpc>
            </a:pPr>
            <a:r>
              <a:rPr sz="1600" spc="-5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260" y="4561986"/>
            <a:ext cx="749935" cy="877569"/>
            <a:chOff x="765260" y="4561986"/>
            <a:chExt cx="749935" cy="877569"/>
          </a:xfrm>
        </p:grpSpPr>
        <p:sp>
          <p:nvSpPr>
            <p:cNvPr id="6" name="object 6"/>
            <p:cNvSpPr/>
            <p:nvPr/>
          </p:nvSpPr>
          <p:spPr>
            <a:xfrm>
              <a:off x="775103" y="4571829"/>
              <a:ext cx="730250" cy="857885"/>
            </a:xfrm>
            <a:custGeom>
              <a:avLst/>
              <a:gdLst/>
              <a:ahLst/>
              <a:cxnLst/>
              <a:rect l="l" t="t" r="r" b="b"/>
              <a:pathLst>
                <a:path w="730250" h="857885">
                  <a:moveTo>
                    <a:pt x="0" y="857795"/>
                  </a:moveTo>
                  <a:lnTo>
                    <a:pt x="0" y="0"/>
                  </a:lnTo>
                  <a:lnTo>
                    <a:pt x="418741" y="0"/>
                  </a:lnTo>
                  <a:lnTo>
                    <a:pt x="729947" y="857795"/>
                  </a:lnTo>
                  <a:lnTo>
                    <a:pt x="0" y="857795"/>
                  </a:lnTo>
                </a:path>
              </a:pathLst>
            </a:custGeom>
            <a:ln w="196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5103" y="5326994"/>
              <a:ext cx="730250" cy="102870"/>
            </a:xfrm>
            <a:custGeom>
              <a:avLst/>
              <a:gdLst/>
              <a:ahLst/>
              <a:cxnLst/>
              <a:rect l="l" t="t" r="r" b="b"/>
              <a:pathLst>
                <a:path w="730250" h="102870">
                  <a:moveTo>
                    <a:pt x="692953" y="0"/>
                  </a:moveTo>
                  <a:lnTo>
                    <a:pt x="0" y="0"/>
                  </a:lnTo>
                  <a:lnTo>
                    <a:pt x="0" y="102630"/>
                  </a:lnTo>
                  <a:lnTo>
                    <a:pt x="729947" y="102630"/>
                  </a:lnTo>
                  <a:lnTo>
                    <a:pt x="6929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5103" y="5326994"/>
              <a:ext cx="730250" cy="102870"/>
            </a:xfrm>
            <a:custGeom>
              <a:avLst/>
              <a:gdLst/>
              <a:ahLst/>
              <a:cxnLst/>
              <a:rect l="l" t="t" r="r" b="b"/>
              <a:pathLst>
                <a:path w="730250" h="102870">
                  <a:moveTo>
                    <a:pt x="0" y="0"/>
                  </a:moveTo>
                  <a:lnTo>
                    <a:pt x="692953" y="0"/>
                  </a:lnTo>
                  <a:lnTo>
                    <a:pt x="729947" y="102630"/>
                  </a:lnTo>
                  <a:lnTo>
                    <a:pt x="0" y="102630"/>
                  </a:lnTo>
                  <a:lnTo>
                    <a:pt x="0" y="0"/>
                  </a:lnTo>
                  <a:close/>
                </a:path>
              </a:pathLst>
            </a:custGeom>
            <a:ln w="19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457" y="4691631"/>
              <a:ext cx="360045" cy="238760"/>
            </a:xfrm>
            <a:custGeom>
              <a:avLst/>
              <a:gdLst/>
              <a:ahLst/>
              <a:cxnLst/>
              <a:rect l="l" t="t" r="r" b="b"/>
              <a:pathLst>
                <a:path w="360044" h="238760">
                  <a:moveTo>
                    <a:pt x="360048" y="0"/>
                  </a:moveTo>
                  <a:lnTo>
                    <a:pt x="0" y="0"/>
                  </a:lnTo>
                  <a:lnTo>
                    <a:pt x="0" y="238147"/>
                  </a:lnTo>
                  <a:lnTo>
                    <a:pt x="360048" y="238147"/>
                  </a:lnTo>
                  <a:lnTo>
                    <a:pt x="360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21457" y="4691631"/>
            <a:ext cx="360045" cy="2387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875"/>
              </a:lnSpc>
            </a:pPr>
            <a:r>
              <a:rPr sz="1750" spc="-25" dirty="0">
                <a:latin typeface="Times New Roman"/>
                <a:cs typeface="Times New Roman"/>
              </a:rPr>
              <a:t>C1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6819" y="5795432"/>
            <a:ext cx="1584960" cy="360680"/>
          </a:xfrm>
          <a:prstGeom prst="rect">
            <a:avLst/>
          </a:prstGeom>
          <a:solidFill>
            <a:srgbClr val="EAEAEA"/>
          </a:solidFill>
          <a:ln w="19596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5"/>
              </a:spcBef>
            </a:pP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2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i="1" spc="70" dirty="0">
                <a:latin typeface="Times New Roman"/>
                <a:cs typeface="Times New Roman"/>
              </a:rPr>
              <a:t>C</a:t>
            </a:r>
            <a:r>
              <a:rPr sz="1900" spc="70" dirty="0">
                <a:latin typeface="Times New Roman"/>
                <a:cs typeface="Times New Roman"/>
              </a:rPr>
              <a:t>1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(0.1)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98711" y="4561986"/>
            <a:ext cx="1270000" cy="877569"/>
            <a:chOff x="2698711" y="4561986"/>
            <a:chExt cx="1270000" cy="877569"/>
          </a:xfrm>
        </p:grpSpPr>
        <p:sp>
          <p:nvSpPr>
            <p:cNvPr id="13" name="object 13"/>
            <p:cNvSpPr/>
            <p:nvPr/>
          </p:nvSpPr>
          <p:spPr>
            <a:xfrm>
              <a:off x="2979283" y="4571829"/>
              <a:ext cx="979805" cy="857885"/>
            </a:xfrm>
            <a:custGeom>
              <a:avLst/>
              <a:gdLst/>
              <a:ahLst/>
              <a:cxnLst/>
              <a:rect l="l" t="t" r="r" b="b"/>
              <a:pathLst>
                <a:path w="979804" h="857885">
                  <a:moveTo>
                    <a:pt x="0" y="857795"/>
                  </a:moveTo>
                  <a:lnTo>
                    <a:pt x="367492" y="0"/>
                  </a:lnTo>
                  <a:lnTo>
                    <a:pt x="612011" y="0"/>
                  </a:lnTo>
                  <a:lnTo>
                    <a:pt x="979504" y="857795"/>
                  </a:lnTo>
                  <a:lnTo>
                    <a:pt x="0" y="857795"/>
                  </a:lnTo>
                </a:path>
              </a:pathLst>
            </a:custGeom>
            <a:ln w="196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0298" y="5251136"/>
              <a:ext cx="806450" cy="0"/>
            </a:xfrm>
            <a:custGeom>
              <a:avLst/>
              <a:gdLst/>
              <a:ahLst/>
              <a:cxnLst/>
              <a:rect l="l" t="t" r="r" b="b"/>
              <a:pathLst>
                <a:path w="806450">
                  <a:moveTo>
                    <a:pt x="0" y="0"/>
                  </a:moveTo>
                  <a:lnTo>
                    <a:pt x="8059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83147" y="4691631"/>
              <a:ext cx="360045" cy="238760"/>
            </a:xfrm>
            <a:custGeom>
              <a:avLst/>
              <a:gdLst/>
              <a:ahLst/>
              <a:cxnLst/>
              <a:rect l="l" t="t" r="r" b="b"/>
              <a:pathLst>
                <a:path w="360045" h="238760">
                  <a:moveTo>
                    <a:pt x="360048" y="0"/>
                  </a:moveTo>
                  <a:lnTo>
                    <a:pt x="0" y="0"/>
                  </a:lnTo>
                  <a:lnTo>
                    <a:pt x="0" y="238147"/>
                  </a:lnTo>
                  <a:lnTo>
                    <a:pt x="360048" y="238147"/>
                  </a:lnTo>
                  <a:lnTo>
                    <a:pt x="3600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83147" y="4691631"/>
            <a:ext cx="360045" cy="2387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1875"/>
              </a:lnSpc>
            </a:pPr>
            <a:r>
              <a:rPr sz="1750" spc="-25" dirty="0">
                <a:latin typeface="Times New Roman"/>
                <a:cs typeface="Times New Roman"/>
              </a:rPr>
              <a:t>C2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5886" y="5332159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28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83994" y="5021580"/>
            <a:ext cx="269240" cy="65341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1600" spc="-25" dirty="0">
                <a:latin typeface="Times New Roman"/>
                <a:cs typeface="Times New Roman"/>
              </a:rPr>
              <a:t>0.2</a:t>
            </a:r>
            <a:endParaRPr sz="16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50"/>
              </a:spcBef>
            </a:pPr>
            <a:r>
              <a:rPr sz="1600" spc="-5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0122" y="4478127"/>
            <a:ext cx="20701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954530" algn="l"/>
              </a:tabLst>
            </a:pPr>
            <a:r>
              <a:rPr sz="1600" spc="-50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46255" y="5797902"/>
            <a:ext cx="1584960" cy="360680"/>
          </a:xfrm>
          <a:prstGeom prst="rect">
            <a:avLst/>
          </a:prstGeom>
          <a:solidFill>
            <a:srgbClr val="EAEAEA"/>
          </a:solidFill>
          <a:ln w="19596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85"/>
              </a:spcBef>
            </a:pP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2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i="1" spc="70" dirty="0">
                <a:latin typeface="Times New Roman"/>
                <a:cs typeface="Times New Roman"/>
              </a:rPr>
              <a:t>C</a:t>
            </a:r>
            <a:r>
              <a:rPr sz="1900" spc="70" dirty="0">
                <a:latin typeface="Times New Roman"/>
                <a:cs typeface="Times New Roman"/>
              </a:rPr>
              <a:t>2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(0.2)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5103" y="4571808"/>
            <a:ext cx="4832350" cy="850900"/>
          </a:xfrm>
          <a:custGeom>
            <a:avLst/>
            <a:gdLst/>
            <a:ahLst/>
            <a:cxnLst/>
            <a:rect l="l" t="t" r="r" b="b"/>
            <a:pathLst>
              <a:path w="4832350" h="850900">
                <a:moveTo>
                  <a:pt x="0" y="850444"/>
                </a:moveTo>
                <a:lnTo>
                  <a:pt x="1461873" y="850444"/>
                </a:lnTo>
                <a:lnTo>
                  <a:pt x="1461873" y="0"/>
                </a:lnTo>
                <a:lnTo>
                  <a:pt x="0" y="0"/>
                </a:lnTo>
                <a:lnTo>
                  <a:pt x="0" y="850444"/>
                </a:lnTo>
                <a:close/>
              </a:path>
              <a:path w="4832350" h="850900">
                <a:moveTo>
                  <a:pt x="1959048" y="850444"/>
                </a:moveTo>
                <a:lnTo>
                  <a:pt x="3421411" y="850444"/>
                </a:lnTo>
                <a:lnTo>
                  <a:pt x="3421411" y="0"/>
                </a:lnTo>
                <a:lnTo>
                  <a:pt x="1959048" y="0"/>
                </a:lnTo>
                <a:lnTo>
                  <a:pt x="1959048" y="850444"/>
                </a:lnTo>
                <a:close/>
              </a:path>
              <a:path w="4832350" h="850900">
                <a:moveTo>
                  <a:pt x="3906432" y="426943"/>
                </a:moveTo>
                <a:lnTo>
                  <a:pt x="4832301" y="42694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439055" y="5405159"/>
            <a:ext cx="115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43410" y="4354261"/>
            <a:ext cx="269240" cy="7613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075"/>
              </a:spcBef>
            </a:pPr>
            <a:r>
              <a:rPr sz="1600" spc="-5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r>
              <a:rPr sz="1600" spc="-25" dirty="0">
                <a:latin typeface="Times New Roman"/>
                <a:cs typeface="Times New Roman"/>
              </a:rPr>
              <a:t>0.5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05263" y="5797902"/>
            <a:ext cx="1584960" cy="360680"/>
          </a:xfrm>
          <a:prstGeom prst="rect">
            <a:avLst/>
          </a:prstGeom>
          <a:solidFill>
            <a:srgbClr val="EAEAEA"/>
          </a:solidFill>
          <a:ln w="19596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85"/>
              </a:spcBef>
            </a:pP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27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55" dirty="0">
                <a:latin typeface="Times New Roman"/>
                <a:cs typeface="Times New Roman"/>
              </a:rPr>
              <a:t> </a:t>
            </a:r>
            <a:r>
              <a:rPr sz="1900" i="1" spc="75" dirty="0">
                <a:latin typeface="Times New Roman"/>
                <a:cs typeface="Times New Roman"/>
              </a:rPr>
              <a:t>C</a:t>
            </a:r>
            <a:r>
              <a:rPr sz="1900" spc="75" dirty="0">
                <a:latin typeface="Times New Roman"/>
                <a:cs typeface="Times New Roman"/>
              </a:rPr>
              <a:t>3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(0.5)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16500" y="4570221"/>
            <a:ext cx="3841115" cy="1496695"/>
            <a:chOff x="2316500" y="4570221"/>
            <a:chExt cx="3841115" cy="1496695"/>
          </a:xfrm>
        </p:grpSpPr>
        <p:sp>
          <p:nvSpPr>
            <p:cNvPr id="26" name="object 26"/>
            <p:cNvSpPr/>
            <p:nvPr/>
          </p:nvSpPr>
          <p:spPr>
            <a:xfrm>
              <a:off x="4693568" y="4571808"/>
              <a:ext cx="1462405" cy="850900"/>
            </a:xfrm>
            <a:custGeom>
              <a:avLst/>
              <a:gdLst/>
              <a:ahLst/>
              <a:cxnLst/>
              <a:rect l="l" t="t" r="r" b="b"/>
              <a:pathLst>
                <a:path w="1462404" h="850900">
                  <a:moveTo>
                    <a:pt x="0" y="850444"/>
                  </a:moveTo>
                  <a:lnTo>
                    <a:pt x="1462362" y="850444"/>
                  </a:lnTo>
                  <a:lnTo>
                    <a:pt x="1462362" y="0"/>
                  </a:lnTo>
                  <a:lnTo>
                    <a:pt x="0" y="0"/>
                  </a:lnTo>
                  <a:lnTo>
                    <a:pt x="0" y="8504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6500" y="5901782"/>
              <a:ext cx="296916" cy="1648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75916" y="5901782"/>
              <a:ext cx="297120" cy="16489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061774" y="5434624"/>
            <a:ext cx="127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02338" y="5434624"/>
            <a:ext cx="127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14892" y="4570221"/>
            <a:ext cx="1998345" cy="867410"/>
            <a:chOff x="6614892" y="4570221"/>
            <a:chExt cx="1998345" cy="867410"/>
          </a:xfrm>
        </p:grpSpPr>
        <p:sp>
          <p:nvSpPr>
            <p:cNvPr id="32" name="object 32"/>
            <p:cNvSpPr/>
            <p:nvPr/>
          </p:nvSpPr>
          <p:spPr>
            <a:xfrm>
              <a:off x="6650741" y="4571808"/>
              <a:ext cx="1952625" cy="850900"/>
            </a:xfrm>
            <a:custGeom>
              <a:avLst/>
              <a:gdLst/>
              <a:ahLst/>
              <a:cxnLst/>
              <a:rect l="l" t="t" r="r" b="b"/>
              <a:pathLst>
                <a:path w="1952625" h="850900">
                  <a:moveTo>
                    <a:pt x="0" y="850444"/>
                  </a:moveTo>
                  <a:lnTo>
                    <a:pt x="1952115" y="850444"/>
                  </a:lnTo>
                  <a:lnTo>
                    <a:pt x="1952115" y="0"/>
                  </a:lnTo>
                  <a:lnTo>
                    <a:pt x="0" y="0"/>
                  </a:lnTo>
                  <a:lnTo>
                    <a:pt x="0" y="8504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53188" y="4991138"/>
              <a:ext cx="1950085" cy="436245"/>
            </a:xfrm>
            <a:custGeom>
              <a:avLst/>
              <a:gdLst/>
              <a:ahLst/>
              <a:cxnLst/>
              <a:rect l="l" t="t" r="r" b="b"/>
              <a:pathLst>
                <a:path w="1950084" h="436245">
                  <a:moveTo>
                    <a:pt x="1949626" y="0"/>
                  </a:moveTo>
                  <a:lnTo>
                    <a:pt x="1376567" y="0"/>
                  </a:lnTo>
                  <a:lnTo>
                    <a:pt x="1285815" y="245032"/>
                  </a:lnTo>
                  <a:lnTo>
                    <a:pt x="573059" y="245032"/>
                  </a:lnTo>
                  <a:lnTo>
                    <a:pt x="536147" y="321134"/>
                  </a:lnTo>
                  <a:lnTo>
                    <a:pt x="0" y="321134"/>
                  </a:lnTo>
                  <a:lnTo>
                    <a:pt x="0" y="436036"/>
                  </a:lnTo>
                  <a:lnTo>
                    <a:pt x="1949626" y="436036"/>
                  </a:lnTo>
                  <a:lnTo>
                    <a:pt x="194962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653188" y="4991138"/>
              <a:ext cx="1950085" cy="436245"/>
            </a:xfrm>
            <a:custGeom>
              <a:avLst/>
              <a:gdLst/>
              <a:ahLst/>
              <a:cxnLst/>
              <a:rect l="l" t="t" r="r" b="b"/>
              <a:pathLst>
                <a:path w="1950084" h="436245">
                  <a:moveTo>
                    <a:pt x="0" y="436036"/>
                  </a:moveTo>
                  <a:lnTo>
                    <a:pt x="1949626" y="436036"/>
                  </a:lnTo>
                  <a:lnTo>
                    <a:pt x="1949626" y="0"/>
                  </a:lnTo>
                  <a:lnTo>
                    <a:pt x="1376567" y="0"/>
                  </a:lnTo>
                  <a:lnTo>
                    <a:pt x="1285815" y="245032"/>
                  </a:lnTo>
                  <a:lnTo>
                    <a:pt x="573059" y="245032"/>
                  </a:lnTo>
                  <a:lnTo>
                    <a:pt x="536147" y="321134"/>
                  </a:lnTo>
                  <a:lnTo>
                    <a:pt x="0" y="321134"/>
                  </a:lnTo>
                  <a:lnTo>
                    <a:pt x="0" y="436036"/>
                  </a:lnTo>
                  <a:close/>
                </a:path>
              </a:pathLst>
            </a:custGeom>
            <a:ln w="19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16479" y="5241314"/>
              <a:ext cx="808990" cy="76200"/>
            </a:xfrm>
            <a:custGeom>
              <a:avLst/>
              <a:gdLst/>
              <a:ahLst/>
              <a:cxnLst/>
              <a:rect l="l" t="t" r="r" b="b"/>
              <a:pathLst>
                <a:path w="808990" h="76200">
                  <a:moveTo>
                    <a:pt x="0" y="76122"/>
                  </a:moveTo>
                  <a:lnTo>
                    <a:pt x="88304" y="76122"/>
                  </a:lnTo>
                </a:path>
                <a:path w="808990" h="76200">
                  <a:moveTo>
                    <a:pt x="2447" y="0"/>
                  </a:moveTo>
                  <a:lnTo>
                    <a:pt x="8084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470052" y="5429723"/>
            <a:ext cx="127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i="1" spc="-50" dirty="0"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5186" y="5901783"/>
            <a:ext cx="297120" cy="16489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7360845" y="5680044"/>
            <a:ext cx="605155" cy="600710"/>
          </a:xfrm>
          <a:prstGeom prst="rect">
            <a:avLst/>
          </a:prstGeom>
          <a:solidFill>
            <a:srgbClr val="EAEAEA"/>
          </a:solidFill>
          <a:ln w="19659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509"/>
              </a:spcBef>
            </a:pPr>
            <a:r>
              <a:rPr sz="2850" spc="-50" dirty="0">
                <a:latin typeface="Symbol"/>
                <a:cs typeface="Symbol"/>
              </a:rPr>
              <a:t></a:t>
            </a:r>
            <a:endParaRPr sz="2850">
              <a:latin typeface="Symbol"/>
              <a:cs typeface="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6800" y="4375486"/>
            <a:ext cx="8383905" cy="2096770"/>
            <a:chOff x="326800" y="4375486"/>
            <a:chExt cx="8383905" cy="2096770"/>
          </a:xfrm>
        </p:grpSpPr>
        <p:sp>
          <p:nvSpPr>
            <p:cNvPr id="40" name="object 40"/>
            <p:cNvSpPr/>
            <p:nvPr/>
          </p:nvSpPr>
          <p:spPr>
            <a:xfrm>
              <a:off x="336643" y="4385329"/>
              <a:ext cx="8364220" cy="2077085"/>
            </a:xfrm>
            <a:custGeom>
              <a:avLst/>
              <a:gdLst/>
              <a:ahLst/>
              <a:cxnLst/>
              <a:rect l="l" t="t" r="r" b="b"/>
              <a:pathLst>
                <a:path w="8364220" h="2077085">
                  <a:moveTo>
                    <a:pt x="0" y="2076902"/>
                  </a:moveTo>
                  <a:lnTo>
                    <a:pt x="8363818" y="2076902"/>
                  </a:lnTo>
                  <a:lnTo>
                    <a:pt x="8363818" y="0"/>
                  </a:lnTo>
                  <a:lnTo>
                    <a:pt x="0" y="0"/>
                  </a:lnTo>
                  <a:lnTo>
                    <a:pt x="0" y="2076902"/>
                  </a:lnTo>
                  <a:close/>
                </a:path>
              </a:pathLst>
            </a:custGeom>
            <a:ln w="195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23658" y="4991138"/>
              <a:ext cx="730250" cy="426720"/>
            </a:xfrm>
            <a:custGeom>
              <a:avLst/>
              <a:gdLst/>
              <a:ahLst/>
              <a:cxnLst/>
              <a:rect l="l" t="t" r="r" b="b"/>
              <a:pathLst>
                <a:path w="730250" h="426720">
                  <a:moveTo>
                    <a:pt x="729886" y="0"/>
                  </a:moveTo>
                  <a:lnTo>
                    <a:pt x="156826" y="0"/>
                  </a:lnTo>
                  <a:lnTo>
                    <a:pt x="0" y="426214"/>
                  </a:lnTo>
                  <a:lnTo>
                    <a:pt x="729886" y="426214"/>
                  </a:lnTo>
                  <a:lnTo>
                    <a:pt x="729886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23658" y="4991138"/>
              <a:ext cx="730250" cy="426720"/>
            </a:xfrm>
            <a:custGeom>
              <a:avLst/>
              <a:gdLst/>
              <a:ahLst/>
              <a:cxnLst/>
              <a:rect l="l" t="t" r="r" b="b"/>
              <a:pathLst>
                <a:path w="730250" h="426720">
                  <a:moveTo>
                    <a:pt x="156826" y="0"/>
                  </a:moveTo>
                  <a:lnTo>
                    <a:pt x="0" y="426214"/>
                  </a:lnTo>
                  <a:lnTo>
                    <a:pt x="729886" y="426214"/>
                  </a:lnTo>
                  <a:lnTo>
                    <a:pt x="729886" y="0"/>
                  </a:lnTo>
                  <a:lnTo>
                    <a:pt x="156826" y="0"/>
                  </a:lnTo>
                  <a:close/>
                </a:path>
              </a:pathLst>
            </a:custGeom>
            <a:ln w="196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739147" y="4679339"/>
            <a:ext cx="360045" cy="23876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1875"/>
              </a:lnSpc>
            </a:pPr>
            <a:r>
              <a:rPr sz="1750" spc="-25" dirty="0">
                <a:latin typeface="Times New Roman"/>
                <a:cs typeface="Times New Roman"/>
              </a:rPr>
              <a:t>C3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413816" y="4561986"/>
            <a:ext cx="2664460" cy="865505"/>
            <a:chOff x="5413816" y="4561986"/>
            <a:chExt cx="2664460" cy="865505"/>
          </a:xfrm>
        </p:grpSpPr>
        <p:sp>
          <p:nvSpPr>
            <p:cNvPr id="45" name="object 45"/>
            <p:cNvSpPr/>
            <p:nvPr/>
          </p:nvSpPr>
          <p:spPr>
            <a:xfrm>
              <a:off x="5423658" y="4571829"/>
              <a:ext cx="730250" cy="845819"/>
            </a:xfrm>
            <a:custGeom>
              <a:avLst/>
              <a:gdLst/>
              <a:ahLst/>
              <a:cxnLst/>
              <a:rect l="l" t="t" r="r" b="b"/>
              <a:pathLst>
                <a:path w="730250" h="845820">
                  <a:moveTo>
                    <a:pt x="729886" y="845523"/>
                  </a:moveTo>
                  <a:lnTo>
                    <a:pt x="729886" y="0"/>
                  </a:lnTo>
                  <a:lnTo>
                    <a:pt x="313653" y="0"/>
                  </a:lnTo>
                  <a:lnTo>
                    <a:pt x="0" y="845523"/>
                  </a:lnTo>
                  <a:lnTo>
                    <a:pt x="729886" y="845523"/>
                  </a:lnTo>
                </a:path>
              </a:pathLst>
            </a:custGeom>
            <a:ln w="19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23821" y="4996302"/>
              <a:ext cx="1452880" cy="0"/>
            </a:xfrm>
            <a:custGeom>
              <a:avLst/>
              <a:gdLst/>
              <a:ahLst/>
              <a:cxnLst/>
              <a:rect l="l" t="t" r="r" b="b"/>
              <a:pathLst>
                <a:path w="1452879">
                  <a:moveTo>
                    <a:pt x="0" y="0"/>
                  </a:moveTo>
                  <a:lnTo>
                    <a:pt x="14524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995994" y="4760813"/>
            <a:ext cx="966469" cy="9436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770"/>
              </a:spcBef>
            </a:pPr>
            <a:r>
              <a:rPr sz="1600" dirty="0">
                <a:latin typeface="Times New Roman"/>
                <a:cs typeface="Times New Roman"/>
              </a:rPr>
              <a:t>0.5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2400" spc="-37" baseline="-41666" dirty="0">
                <a:latin typeface="Times New Roman"/>
                <a:cs typeface="Times New Roman"/>
              </a:rPr>
              <a:t>0.2</a:t>
            </a:r>
            <a:endParaRPr sz="2400" baseline="-41666">
              <a:latin typeface="Times New Roman"/>
              <a:cs typeface="Times New Roman"/>
            </a:endParaRPr>
          </a:p>
          <a:p>
            <a:pPr marL="306705">
              <a:lnSpc>
                <a:spcPct val="100000"/>
              </a:lnSpc>
              <a:spcBef>
                <a:spcPts val="670"/>
              </a:spcBef>
            </a:pPr>
            <a:r>
              <a:rPr sz="1600" spc="-25" dirty="0">
                <a:latin typeface="Times New Roman"/>
                <a:cs typeface="Times New Roman"/>
              </a:rPr>
              <a:t>0.1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590550" algn="l"/>
              </a:tabLst>
            </a:pPr>
            <a:r>
              <a:rPr sz="1600" i="1" spc="-50" dirty="0">
                <a:latin typeface="Times New Roman"/>
                <a:cs typeface="Times New Roman"/>
              </a:rPr>
              <a:t>Z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2400" spc="-75" baseline="3472" dirty="0">
                <a:latin typeface="Times New Roman"/>
                <a:cs typeface="Times New Roman"/>
              </a:rPr>
              <a:t>0</a:t>
            </a:r>
            <a:endParaRPr sz="2400" baseline="3472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969485" y="5236195"/>
            <a:ext cx="994410" cy="203835"/>
            <a:chOff x="2969485" y="5236195"/>
            <a:chExt cx="994410" cy="203835"/>
          </a:xfrm>
        </p:grpSpPr>
        <p:sp>
          <p:nvSpPr>
            <p:cNvPr id="49" name="object 49"/>
            <p:cNvSpPr/>
            <p:nvPr/>
          </p:nvSpPr>
          <p:spPr>
            <a:xfrm>
              <a:off x="2979283" y="5245992"/>
              <a:ext cx="974725" cy="184150"/>
            </a:xfrm>
            <a:custGeom>
              <a:avLst/>
              <a:gdLst/>
              <a:ahLst/>
              <a:cxnLst/>
              <a:rect l="l" t="t" r="r" b="b"/>
              <a:pathLst>
                <a:path w="974725" h="184150">
                  <a:moveTo>
                    <a:pt x="896094" y="0"/>
                  </a:moveTo>
                  <a:lnTo>
                    <a:pt x="78311" y="0"/>
                  </a:lnTo>
                  <a:lnTo>
                    <a:pt x="0" y="183632"/>
                  </a:lnTo>
                  <a:lnTo>
                    <a:pt x="974609" y="183632"/>
                  </a:lnTo>
                  <a:lnTo>
                    <a:pt x="896094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79283" y="5245992"/>
              <a:ext cx="974725" cy="184150"/>
            </a:xfrm>
            <a:custGeom>
              <a:avLst/>
              <a:gdLst/>
              <a:ahLst/>
              <a:cxnLst/>
              <a:rect l="l" t="t" r="r" b="b"/>
              <a:pathLst>
                <a:path w="974725" h="184150">
                  <a:moveTo>
                    <a:pt x="0" y="183632"/>
                  </a:moveTo>
                  <a:lnTo>
                    <a:pt x="78311" y="0"/>
                  </a:lnTo>
                  <a:lnTo>
                    <a:pt x="896094" y="0"/>
                  </a:lnTo>
                  <a:lnTo>
                    <a:pt x="974609" y="183632"/>
                  </a:lnTo>
                  <a:lnTo>
                    <a:pt x="0" y="183632"/>
                  </a:lnTo>
                  <a:close/>
                </a:path>
              </a:pathLst>
            </a:custGeom>
            <a:ln w="19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377315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" dirty="0"/>
              <a:t> </a:t>
            </a:r>
            <a:r>
              <a:rPr dirty="0"/>
              <a:t>4:</a:t>
            </a:r>
            <a:r>
              <a:rPr spc="-5" dirty="0"/>
              <a:t> </a:t>
            </a:r>
            <a:r>
              <a:rPr spc="-10" dirty="0"/>
              <a:t>Defuzzification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840345" cy="412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Fuzziness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rules,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final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crisp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  <a:p>
            <a:pPr marL="355600" marR="113664" indent="-342900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defuzzification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aggregate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single number.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several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defuzzification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methods</a:t>
            </a:r>
            <a:endParaRPr sz="2800">
              <a:latin typeface="Times New Roman"/>
              <a:cs typeface="Times New Roman"/>
            </a:endParaRPr>
          </a:p>
          <a:p>
            <a:pPr marL="355600" marR="212725" indent="-342900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popular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centroid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technique.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</a:t>
            </a:r>
            <a:r>
              <a:rPr sz="2800" dirty="0">
                <a:latin typeface="Times New Roman"/>
                <a:cs typeface="Times New Roman"/>
              </a:rPr>
              <a:t>finds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vertical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line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would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slice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aggregate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equal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masses.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029" rIns="0" bIns="0" rtlCol="0">
            <a:spAutoFit/>
          </a:bodyPr>
          <a:lstStyle/>
          <a:p>
            <a:pPr marL="1427480">
              <a:lnSpc>
                <a:spcPct val="100000"/>
              </a:lnSpc>
              <a:spcBef>
                <a:spcPts val="100"/>
              </a:spcBef>
            </a:pPr>
            <a:r>
              <a:rPr dirty="0"/>
              <a:t>Defuzzification</a:t>
            </a:r>
            <a:r>
              <a:rPr spc="-2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3352" y="1147063"/>
            <a:ext cx="7716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9966"/>
              </a:buClr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Mathematically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centre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gravity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(COG)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be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1" y="1573784"/>
            <a:ext cx="1908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expressed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6996" y="2366674"/>
            <a:ext cx="138430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i="1" spc="155" dirty="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652" y="2389349"/>
            <a:ext cx="7911465" cy="29654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720465">
              <a:lnSpc>
                <a:spcPct val="100000"/>
              </a:lnSpc>
              <a:spcBef>
                <a:spcPts val="815"/>
              </a:spcBef>
            </a:pPr>
            <a:r>
              <a:rPr sz="3900" spc="569" baseline="-13888" dirty="0">
                <a:latin typeface="Symbol"/>
                <a:cs typeface="Symbol"/>
              </a:rPr>
              <a:t></a:t>
            </a:r>
            <a:r>
              <a:rPr sz="1750" spc="380" dirty="0">
                <a:latin typeface="Symbol"/>
                <a:cs typeface="Symbol"/>
              </a:rPr>
              <a:t></a:t>
            </a:r>
            <a:r>
              <a:rPr sz="1750" spc="-185" dirty="0">
                <a:latin typeface="Times New Roman"/>
                <a:cs typeface="Times New Roman"/>
              </a:rPr>
              <a:t> </a:t>
            </a:r>
            <a:r>
              <a:rPr sz="2025" i="1" spc="382" baseline="-18518" dirty="0">
                <a:latin typeface="Times New Roman"/>
                <a:cs typeface="Times New Roman"/>
              </a:rPr>
              <a:t>A</a:t>
            </a:r>
            <a:r>
              <a:rPr sz="2025" i="1" spc="-209" baseline="-18518" dirty="0">
                <a:latin typeface="Times New Roman"/>
                <a:cs typeface="Times New Roman"/>
              </a:rPr>
              <a:t> </a:t>
            </a:r>
            <a:r>
              <a:rPr sz="2300" spc="114" dirty="0">
                <a:latin typeface="Symbol"/>
                <a:cs typeface="Symbol"/>
              </a:rPr>
              <a:t></a:t>
            </a:r>
            <a:r>
              <a:rPr sz="1750" i="1" spc="114" dirty="0">
                <a:latin typeface="Times New Roman"/>
                <a:cs typeface="Times New Roman"/>
              </a:rPr>
              <a:t>x</a:t>
            </a:r>
            <a:r>
              <a:rPr sz="2300" spc="114" dirty="0">
                <a:latin typeface="Symbol"/>
                <a:cs typeface="Symbol"/>
              </a:rPr>
              <a:t></a:t>
            </a:r>
            <a:r>
              <a:rPr sz="2300" spc="-285" dirty="0">
                <a:latin typeface="Times New Roman"/>
                <a:cs typeface="Times New Roman"/>
              </a:rPr>
              <a:t> </a:t>
            </a:r>
            <a:r>
              <a:rPr sz="1750" i="1" spc="225" dirty="0">
                <a:latin typeface="Times New Roman"/>
                <a:cs typeface="Times New Roman"/>
              </a:rPr>
              <a:t>dx</a:t>
            </a:r>
            <a:endParaRPr sz="1750" dirty="0">
              <a:latin typeface="Times New Roman"/>
              <a:cs typeface="Times New Roman"/>
            </a:endParaRPr>
          </a:p>
          <a:p>
            <a:pPr marL="3721100">
              <a:lnSpc>
                <a:spcPts val="1525"/>
              </a:lnSpc>
              <a:spcBef>
                <a:spcPts val="405"/>
              </a:spcBef>
            </a:pPr>
            <a:r>
              <a:rPr sz="1350" i="1" spc="155" dirty="0">
                <a:latin typeface="Times New Roman"/>
                <a:cs typeface="Times New Roman"/>
              </a:rPr>
              <a:t>a</a:t>
            </a:r>
            <a:endParaRPr sz="1350" dirty="0">
              <a:latin typeface="Times New Roman"/>
              <a:cs typeface="Times New Roman"/>
            </a:endParaRPr>
          </a:p>
          <a:p>
            <a:pPr marL="367665" indent="-342265">
              <a:lnSpc>
                <a:spcPts val="3265"/>
              </a:lnSpc>
              <a:buClr>
                <a:srgbClr val="FF9966"/>
              </a:buClr>
              <a:buFont typeface="Wingdings"/>
              <a:buChar char=""/>
              <a:tabLst>
                <a:tab pos="367665" algn="l"/>
              </a:tabLst>
            </a:pPr>
            <a:r>
              <a:rPr sz="2800" dirty="0">
                <a:latin typeface="Times New Roman"/>
                <a:cs typeface="Times New Roman"/>
              </a:rPr>
              <a:t>Centroid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defuzzification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point</a:t>
            </a:r>
            <a:endParaRPr sz="2800" dirty="0">
              <a:latin typeface="Times New Roman"/>
              <a:cs typeface="Times New Roman"/>
            </a:endParaRPr>
          </a:p>
          <a:p>
            <a:pPr marL="368300" marR="5016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representing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gravity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fuzzy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set,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A,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interval</a:t>
            </a:r>
            <a:r>
              <a:rPr lang="en-IN" sz="2800" dirty="0">
                <a:latin typeface="Times New Roman"/>
                <a:cs typeface="Times New Roman"/>
              </a:rPr>
              <a:t> [</a:t>
            </a:r>
            <a:r>
              <a:rPr lang="en-IN" sz="2800" dirty="0" err="1">
                <a:latin typeface="Times New Roman"/>
                <a:cs typeface="Times New Roman"/>
              </a:rPr>
              <a:t>a,b</a:t>
            </a:r>
            <a:r>
              <a:rPr lang="en-IN" sz="2800" dirty="0">
                <a:latin typeface="Times New Roman"/>
                <a:cs typeface="Times New Roman"/>
              </a:rPr>
              <a:t>]</a:t>
            </a:r>
            <a:r>
              <a:rPr sz="2800" spc="-2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68300" marR="17780" indent="-342900">
              <a:lnSpc>
                <a:spcPct val="100000"/>
              </a:lnSpc>
              <a:spcBef>
                <a:spcPts val="670"/>
              </a:spcBef>
              <a:buClr>
                <a:srgbClr val="FF9966"/>
              </a:buClr>
              <a:buFont typeface="Wingdings"/>
              <a:buChar char=""/>
              <a:tabLst>
                <a:tab pos="36830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reasonable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estimate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obtained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calculating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sample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points.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5370" y="2212823"/>
            <a:ext cx="235648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317750" algn="l"/>
              </a:tabLst>
            </a:pPr>
            <a:r>
              <a:rPr sz="1750" i="1" spc="350" dirty="0">
                <a:latin typeface="Times New Roman"/>
                <a:cs typeface="Times New Roman"/>
              </a:rPr>
              <a:t>COG</a:t>
            </a:r>
            <a:r>
              <a:rPr sz="1750" i="1" spc="145" dirty="0">
                <a:latin typeface="Times New Roman"/>
                <a:cs typeface="Times New Roman"/>
              </a:rPr>
              <a:t> </a:t>
            </a:r>
            <a:r>
              <a:rPr sz="1750" spc="254" dirty="0">
                <a:latin typeface="Symbol"/>
                <a:cs typeface="Symbol"/>
              </a:rPr>
              <a:t></a:t>
            </a:r>
            <a:r>
              <a:rPr sz="1750" spc="125" dirty="0">
                <a:latin typeface="Times New Roman"/>
                <a:cs typeface="Times New Roman"/>
              </a:rPr>
              <a:t> </a:t>
            </a:r>
            <a:r>
              <a:rPr sz="2025" i="1" u="sng" spc="-225" baseline="2880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25" i="1" u="sng" spc="232" baseline="2880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025" i="1" u="sng" baseline="2880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25" baseline="2880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8395" y="1616567"/>
            <a:ext cx="138430" cy="2374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i="1" spc="155" dirty="0"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4720" y="1726513"/>
            <a:ext cx="926465" cy="427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96925" algn="l"/>
              </a:tabLst>
            </a:pPr>
            <a:r>
              <a:rPr sz="3900" spc="569" baseline="-13888" dirty="0">
                <a:latin typeface="Symbol"/>
                <a:cs typeface="Symbol"/>
              </a:rPr>
              <a:t></a:t>
            </a:r>
            <a:r>
              <a:rPr sz="1750" spc="380" dirty="0">
                <a:latin typeface="Symbol"/>
                <a:cs typeface="Symbol"/>
              </a:rPr>
              <a:t></a:t>
            </a:r>
            <a:r>
              <a:rPr sz="1750" spc="-180" dirty="0">
                <a:latin typeface="Times New Roman"/>
                <a:cs typeface="Times New Roman"/>
              </a:rPr>
              <a:t> </a:t>
            </a:r>
            <a:r>
              <a:rPr sz="2025" i="1" spc="382" baseline="-18518" dirty="0">
                <a:latin typeface="Times New Roman"/>
                <a:cs typeface="Times New Roman"/>
              </a:rPr>
              <a:t>A</a:t>
            </a:r>
            <a:r>
              <a:rPr sz="2025" i="1" spc="-202" baseline="-18518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Symbol"/>
                <a:cs typeface="Symbol"/>
              </a:rPr>
              <a:t>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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6262" y="1838000"/>
            <a:ext cx="74739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6545" algn="l"/>
              </a:tabLst>
            </a:pPr>
            <a:r>
              <a:rPr sz="1750" i="1" spc="165" dirty="0">
                <a:latin typeface="Times New Roman"/>
                <a:cs typeface="Times New Roman"/>
              </a:rPr>
              <a:t>x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i="1" spc="310" dirty="0">
                <a:latin typeface="Times New Roman"/>
                <a:cs typeface="Times New Roman"/>
              </a:rPr>
              <a:t>xdx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765175"/>
            <a:ext cx="2895600" cy="60293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5441" y="90932"/>
            <a:ext cx="6429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6675" algn="l"/>
                <a:tab pos="4621530" algn="l"/>
              </a:tabLst>
            </a:pPr>
            <a:r>
              <a:rPr sz="4800" dirty="0"/>
              <a:t>Centre</a:t>
            </a:r>
            <a:r>
              <a:rPr sz="4800" spc="-100" dirty="0"/>
              <a:t> </a:t>
            </a:r>
            <a:r>
              <a:rPr sz="4800" spc="-25" dirty="0"/>
              <a:t>of</a:t>
            </a:r>
            <a:r>
              <a:rPr sz="4800" dirty="0"/>
              <a:t>	</a:t>
            </a:r>
            <a:r>
              <a:rPr sz="4800" spc="-10" dirty="0"/>
              <a:t>gravity</a:t>
            </a:r>
            <a:r>
              <a:rPr sz="4800" dirty="0"/>
              <a:t>	</a:t>
            </a:r>
            <a:r>
              <a:rPr sz="4800" spc="-10" dirty="0"/>
              <a:t>(COG)</a:t>
            </a:r>
            <a:endParaRPr sz="4800"/>
          </a:p>
        </p:txBody>
      </p:sp>
      <p:grpSp>
        <p:nvGrpSpPr>
          <p:cNvPr id="4" name="object 4"/>
          <p:cNvGrpSpPr/>
          <p:nvPr/>
        </p:nvGrpSpPr>
        <p:grpSpPr>
          <a:xfrm>
            <a:off x="0" y="836675"/>
            <a:ext cx="8839200" cy="838200"/>
            <a:chOff x="0" y="836675"/>
            <a:chExt cx="8839200" cy="838200"/>
          </a:xfrm>
        </p:grpSpPr>
        <p:sp>
          <p:nvSpPr>
            <p:cNvPr id="5" name="object 5"/>
            <p:cNvSpPr/>
            <p:nvPr/>
          </p:nvSpPr>
          <p:spPr>
            <a:xfrm>
              <a:off x="0" y="836675"/>
              <a:ext cx="8839200" cy="838200"/>
            </a:xfrm>
            <a:custGeom>
              <a:avLst/>
              <a:gdLst/>
              <a:ahLst/>
              <a:cxnLst/>
              <a:rect l="l" t="t" r="r" b="b"/>
              <a:pathLst>
                <a:path w="8839200" h="838200">
                  <a:moveTo>
                    <a:pt x="8839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8839200" y="838200"/>
                  </a:lnTo>
                  <a:lnTo>
                    <a:pt x="8839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7323" y="1275309"/>
              <a:ext cx="6972300" cy="0"/>
            </a:xfrm>
            <a:custGeom>
              <a:avLst/>
              <a:gdLst/>
              <a:ahLst/>
              <a:cxnLst/>
              <a:rect l="l" t="t" r="r" b="b"/>
              <a:pathLst>
                <a:path w="6972300">
                  <a:moveTo>
                    <a:pt x="0" y="0"/>
                  </a:moveTo>
                  <a:lnTo>
                    <a:pt x="6971994" y="0"/>
                  </a:lnTo>
                </a:path>
              </a:pathLst>
            </a:custGeom>
            <a:ln w="99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14400" y="1905000"/>
            <a:ext cx="7391400" cy="4267200"/>
            <a:chOff x="914400" y="1905000"/>
            <a:chExt cx="7391400" cy="4267200"/>
          </a:xfrm>
        </p:grpSpPr>
        <p:sp>
          <p:nvSpPr>
            <p:cNvPr id="8" name="object 8"/>
            <p:cNvSpPr/>
            <p:nvPr/>
          </p:nvSpPr>
          <p:spPr>
            <a:xfrm>
              <a:off x="914400" y="1905000"/>
              <a:ext cx="7391400" cy="4267200"/>
            </a:xfrm>
            <a:custGeom>
              <a:avLst/>
              <a:gdLst/>
              <a:ahLst/>
              <a:cxnLst/>
              <a:rect l="l" t="t" r="r" b="b"/>
              <a:pathLst>
                <a:path w="7391400" h="4267200">
                  <a:moveTo>
                    <a:pt x="73914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391400" y="4267200"/>
                  </a:lnTo>
                  <a:lnTo>
                    <a:pt x="7391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2121" y="5195099"/>
              <a:ext cx="2216785" cy="0"/>
            </a:xfrm>
            <a:custGeom>
              <a:avLst/>
              <a:gdLst/>
              <a:ahLst/>
              <a:cxnLst/>
              <a:rect l="l" t="t" r="r" b="b"/>
              <a:pathLst>
                <a:path w="2216785">
                  <a:moveTo>
                    <a:pt x="0" y="0"/>
                  </a:moveTo>
                  <a:lnTo>
                    <a:pt x="2216255" y="0"/>
                  </a:lnTo>
                </a:path>
              </a:pathLst>
            </a:custGeom>
            <a:ln w="14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5533" y="5195099"/>
              <a:ext cx="13335" cy="118745"/>
            </a:xfrm>
            <a:custGeom>
              <a:avLst/>
              <a:gdLst/>
              <a:ahLst/>
              <a:cxnLst/>
              <a:rect l="l" t="t" r="r" b="b"/>
              <a:pathLst>
                <a:path w="13334" h="118745">
                  <a:moveTo>
                    <a:pt x="0" y="118389"/>
                  </a:moveTo>
                  <a:lnTo>
                    <a:pt x="13176" y="118389"/>
                  </a:lnTo>
                  <a:lnTo>
                    <a:pt x="13176" y="0"/>
                  </a:lnTo>
                  <a:lnTo>
                    <a:pt x="0" y="0"/>
                  </a:lnTo>
                  <a:lnTo>
                    <a:pt x="0" y="1183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85445" y="5195099"/>
              <a:ext cx="2533015" cy="118745"/>
            </a:xfrm>
            <a:custGeom>
              <a:avLst/>
              <a:gdLst/>
              <a:ahLst/>
              <a:cxnLst/>
              <a:rect l="l" t="t" r="r" b="b"/>
              <a:pathLst>
                <a:path w="2533015" h="118745">
                  <a:moveTo>
                    <a:pt x="0" y="0"/>
                  </a:moveTo>
                  <a:lnTo>
                    <a:pt x="0" y="118389"/>
                  </a:lnTo>
                </a:path>
                <a:path w="2533015" h="118745">
                  <a:moveTo>
                    <a:pt x="633323" y="0"/>
                  </a:moveTo>
                  <a:lnTo>
                    <a:pt x="633323" y="118389"/>
                  </a:lnTo>
                </a:path>
                <a:path w="2533015" h="118745">
                  <a:moveTo>
                    <a:pt x="1266225" y="0"/>
                  </a:moveTo>
                  <a:lnTo>
                    <a:pt x="1266225" y="118389"/>
                  </a:lnTo>
                </a:path>
                <a:path w="2533015" h="118745">
                  <a:moveTo>
                    <a:pt x="1899461" y="0"/>
                  </a:moveTo>
                  <a:lnTo>
                    <a:pt x="1899461" y="118389"/>
                  </a:lnTo>
                </a:path>
                <a:path w="2533015" h="118745">
                  <a:moveTo>
                    <a:pt x="2532873" y="0"/>
                  </a:moveTo>
                  <a:lnTo>
                    <a:pt x="2532873" y="118389"/>
                  </a:lnTo>
                </a:path>
              </a:pathLst>
            </a:custGeom>
            <a:ln w="13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45533" y="5195099"/>
              <a:ext cx="13335" cy="118745"/>
            </a:xfrm>
            <a:custGeom>
              <a:avLst/>
              <a:gdLst/>
              <a:ahLst/>
              <a:cxnLst/>
              <a:rect l="l" t="t" r="r" b="b"/>
              <a:pathLst>
                <a:path w="13334" h="118745">
                  <a:moveTo>
                    <a:pt x="0" y="118389"/>
                  </a:moveTo>
                  <a:lnTo>
                    <a:pt x="13176" y="118389"/>
                  </a:lnTo>
                  <a:lnTo>
                    <a:pt x="13176" y="0"/>
                  </a:lnTo>
                  <a:lnTo>
                    <a:pt x="0" y="0"/>
                  </a:lnTo>
                  <a:lnTo>
                    <a:pt x="0" y="1183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6705" y="2827520"/>
              <a:ext cx="105410" cy="2367915"/>
            </a:xfrm>
            <a:custGeom>
              <a:avLst/>
              <a:gdLst/>
              <a:ahLst/>
              <a:cxnLst/>
              <a:rect l="l" t="t" r="r" b="b"/>
              <a:pathLst>
                <a:path w="105409" h="2367915">
                  <a:moveTo>
                    <a:pt x="0" y="2367579"/>
                  </a:moveTo>
                  <a:lnTo>
                    <a:pt x="105416" y="2367579"/>
                  </a:lnTo>
                </a:path>
                <a:path w="105409" h="2367915">
                  <a:moveTo>
                    <a:pt x="0" y="473637"/>
                  </a:moveTo>
                  <a:lnTo>
                    <a:pt x="105416" y="473637"/>
                  </a:lnTo>
                </a:path>
                <a:path w="105409" h="2367915">
                  <a:moveTo>
                    <a:pt x="105416" y="947078"/>
                  </a:moveTo>
                  <a:lnTo>
                    <a:pt x="0" y="947078"/>
                  </a:lnTo>
                </a:path>
                <a:path w="105409" h="2367915">
                  <a:moveTo>
                    <a:pt x="105416" y="1420579"/>
                  </a:moveTo>
                  <a:lnTo>
                    <a:pt x="0" y="1420579"/>
                  </a:lnTo>
                </a:path>
                <a:path w="105409" h="2367915">
                  <a:moveTo>
                    <a:pt x="105416" y="1894079"/>
                  </a:moveTo>
                  <a:lnTo>
                    <a:pt x="0" y="1894079"/>
                  </a:lnTo>
                </a:path>
                <a:path w="105409" h="2367915">
                  <a:moveTo>
                    <a:pt x="105416" y="0"/>
                  </a:moveTo>
                  <a:lnTo>
                    <a:pt x="0" y="0"/>
                  </a:lnTo>
                </a:path>
                <a:path w="105409" h="2367915">
                  <a:moveTo>
                    <a:pt x="105416" y="0"/>
                  </a:moveTo>
                  <a:lnTo>
                    <a:pt x="105416" y="2367579"/>
                  </a:lnTo>
                </a:path>
              </a:pathLst>
            </a:custGeom>
            <a:ln w="13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82249" y="5325967"/>
            <a:ext cx="13081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50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44501" y="2819899"/>
            <a:ext cx="6348095" cy="2500630"/>
            <a:chOff x="1544501" y="2819899"/>
            <a:chExt cx="6348095" cy="2500630"/>
          </a:xfrm>
        </p:grpSpPr>
        <p:sp>
          <p:nvSpPr>
            <p:cNvPr id="16" name="object 16"/>
            <p:cNvSpPr/>
            <p:nvPr/>
          </p:nvSpPr>
          <p:spPr>
            <a:xfrm>
              <a:off x="1552121" y="2827519"/>
              <a:ext cx="6332855" cy="2486025"/>
            </a:xfrm>
            <a:custGeom>
              <a:avLst/>
              <a:gdLst/>
              <a:ahLst/>
              <a:cxnLst/>
              <a:rect l="l" t="t" r="r" b="b"/>
              <a:pathLst>
                <a:path w="6332855" h="2486025">
                  <a:moveTo>
                    <a:pt x="0" y="0"/>
                  </a:moveTo>
                  <a:lnTo>
                    <a:pt x="3166197" y="0"/>
                  </a:lnTo>
                </a:path>
                <a:path w="6332855" h="2486025">
                  <a:moveTo>
                    <a:pt x="6332377" y="0"/>
                  </a:moveTo>
                  <a:lnTo>
                    <a:pt x="6332377" y="2367579"/>
                  </a:lnTo>
                </a:path>
                <a:path w="6332855" h="2486025">
                  <a:moveTo>
                    <a:pt x="3166197" y="2367579"/>
                  </a:moveTo>
                  <a:lnTo>
                    <a:pt x="3799433" y="2367579"/>
                  </a:lnTo>
                </a:path>
                <a:path w="6332855" h="2486025">
                  <a:moveTo>
                    <a:pt x="2849491" y="0"/>
                  </a:moveTo>
                  <a:lnTo>
                    <a:pt x="3799433" y="0"/>
                  </a:lnTo>
                </a:path>
                <a:path w="6332855" h="2486025">
                  <a:moveTo>
                    <a:pt x="3799433" y="2367579"/>
                  </a:moveTo>
                  <a:lnTo>
                    <a:pt x="3799433" y="2485969"/>
                  </a:lnTo>
                </a:path>
                <a:path w="6332855" h="2486025">
                  <a:moveTo>
                    <a:pt x="4432844" y="2367579"/>
                  </a:moveTo>
                  <a:lnTo>
                    <a:pt x="4432844" y="2485969"/>
                  </a:lnTo>
                </a:path>
                <a:path w="6332855" h="2486025">
                  <a:moveTo>
                    <a:pt x="5065729" y="2367579"/>
                  </a:moveTo>
                  <a:lnTo>
                    <a:pt x="5065729" y="2485969"/>
                  </a:lnTo>
                </a:path>
                <a:path w="6332855" h="2486025">
                  <a:moveTo>
                    <a:pt x="5698965" y="2367579"/>
                  </a:moveTo>
                  <a:lnTo>
                    <a:pt x="5698965" y="2485969"/>
                  </a:lnTo>
                </a:path>
                <a:path w="6332855" h="2486025">
                  <a:moveTo>
                    <a:pt x="6332377" y="2367579"/>
                  </a:moveTo>
                  <a:lnTo>
                    <a:pt x="6332377" y="2485969"/>
                  </a:lnTo>
                </a:path>
                <a:path w="6332855" h="2486025">
                  <a:moveTo>
                    <a:pt x="4854826" y="2367579"/>
                  </a:moveTo>
                  <a:lnTo>
                    <a:pt x="6332377" y="2367579"/>
                  </a:lnTo>
                </a:path>
                <a:path w="6332855" h="2486025">
                  <a:moveTo>
                    <a:pt x="2322058" y="0"/>
                  </a:moveTo>
                  <a:lnTo>
                    <a:pt x="6332377" y="0"/>
                  </a:lnTo>
                </a:path>
                <a:path w="6332855" h="2486025">
                  <a:moveTo>
                    <a:pt x="3588178" y="2367579"/>
                  </a:moveTo>
                  <a:lnTo>
                    <a:pt x="5276983" y="2367579"/>
                  </a:lnTo>
                </a:path>
                <a:path w="6332855" h="2486025">
                  <a:moveTo>
                    <a:pt x="1160809" y="2367579"/>
                  </a:moveTo>
                  <a:lnTo>
                    <a:pt x="4221590" y="2367579"/>
                  </a:lnTo>
                </a:path>
                <a:path w="6332855" h="2486025">
                  <a:moveTo>
                    <a:pt x="0" y="2130839"/>
                  </a:moveTo>
                  <a:lnTo>
                    <a:pt x="2005352" y="2130839"/>
                  </a:lnTo>
                </a:path>
                <a:path w="6332855" h="2486025">
                  <a:moveTo>
                    <a:pt x="0" y="1894079"/>
                  </a:moveTo>
                  <a:lnTo>
                    <a:pt x="4749023" y="1894079"/>
                  </a:lnTo>
                </a:path>
                <a:path w="6332855" h="2486025">
                  <a:moveTo>
                    <a:pt x="0" y="1183897"/>
                  </a:moveTo>
                  <a:lnTo>
                    <a:pt x="6332377" y="1183897"/>
                  </a:lnTo>
                </a:path>
              </a:pathLst>
            </a:custGeom>
            <a:ln w="13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52121" y="4011417"/>
              <a:ext cx="6332855" cy="1184275"/>
            </a:xfrm>
            <a:custGeom>
              <a:avLst/>
              <a:gdLst/>
              <a:ahLst/>
              <a:cxnLst/>
              <a:rect l="l" t="t" r="r" b="b"/>
              <a:pathLst>
                <a:path w="6332855" h="1184275">
                  <a:moveTo>
                    <a:pt x="6332377" y="0"/>
                  </a:moveTo>
                  <a:lnTo>
                    <a:pt x="4274316" y="0"/>
                  </a:lnTo>
                  <a:lnTo>
                    <a:pt x="3983973" y="710181"/>
                  </a:lnTo>
                  <a:lnTo>
                    <a:pt x="1767735" y="710181"/>
                  </a:lnTo>
                  <a:lnTo>
                    <a:pt x="1675465" y="946941"/>
                  </a:lnTo>
                  <a:lnTo>
                    <a:pt x="0" y="946941"/>
                  </a:lnTo>
                  <a:lnTo>
                    <a:pt x="0" y="1183681"/>
                  </a:lnTo>
                  <a:lnTo>
                    <a:pt x="6332377" y="1183681"/>
                  </a:lnTo>
                  <a:lnTo>
                    <a:pt x="633237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52121" y="4011417"/>
              <a:ext cx="6332855" cy="1184275"/>
            </a:xfrm>
            <a:custGeom>
              <a:avLst/>
              <a:gdLst/>
              <a:ahLst/>
              <a:cxnLst/>
              <a:rect l="l" t="t" r="r" b="b"/>
              <a:pathLst>
                <a:path w="6332855" h="1184275">
                  <a:moveTo>
                    <a:pt x="0" y="1183681"/>
                  </a:moveTo>
                  <a:lnTo>
                    <a:pt x="0" y="946941"/>
                  </a:lnTo>
                  <a:lnTo>
                    <a:pt x="1675465" y="946941"/>
                  </a:lnTo>
                  <a:lnTo>
                    <a:pt x="1767735" y="710181"/>
                  </a:lnTo>
                  <a:lnTo>
                    <a:pt x="3983973" y="710181"/>
                  </a:lnTo>
                  <a:lnTo>
                    <a:pt x="4274316" y="0"/>
                  </a:lnTo>
                  <a:lnTo>
                    <a:pt x="6332377" y="0"/>
                  </a:lnTo>
                  <a:lnTo>
                    <a:pt x="6332377" y="1183681"/>
                  </a:lnTo>
                  <a:lnTo>
                    <a:pt x="0" y="1183681"/>
                  </a:lnTo>
                  <a:close/>
                </a:path>
              </a:pathLst>
            </a:custGeom>
            <a:ln w="14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5445" y="4011417"/>
              <a:ext cx="5066030" cy="1184275"/>
            </a:xfrm>
            <a:custGeom>
              <a:avLst/>
              <a:gdLst/>
              <a:ahLst/>
              <a:cxnLst/>
              <a:rect l="l" t="t" r="r" b="b"/>
              <a:pathLst>
                <a:path w="5066030" h="1184275">
                  <a:moveTo>
                    <a:pt x="0" y="946941"/>
                  </a:moveTo>
                  <a:lnTo>
                    <a:pt x="0" y="1183681"/>
                  </a:lnTo>
                </a:path>
                <a:path w="5066030" h="1184275">
                  <a:moveTo>
                    <a:pt x="633323" y="946941"/>
                  </a:moveTo>
                  <a:lnTo>
                    <a:pt x="633323" y="1183681"/>
                  </a:lnTo>
                </a:path>
                <a:path w="5066030" h="1184275">
                  <a:moveTo>
                    <a:pt x="1266225" y="710181"/>
                  </a:moveTo>
                  <a:lnTo>
                    <a:pt x="1266225" y="1183681"/>
                  </a:lnTo>
                </a:path>
                <a:path w="5066030" h="1184275">
                  <a:moveTo>
                    <a:pt x="1899461" y="710181"/>
                  </a:moveTo>
                  <a:lnTo>
                    <a:pt x="1899461" y="1183681"/>
                  </a:lnTo>
                </a:path>
                <a:path w="5066030" h="1184275">
                  <a:moveTo>
                    <a:pt x="2532873" y="710181"/>
                  </a:moveTo>
                  <a:lnTo>
                    <a:pt x="2532873" y="1183681"/>
                  </a:lnTo>
                </a:path>
                <a:path w="5066030" h="1184275">
                  <a:moveTo>
                    <a:pt x="3166109" y="710181"/>
                  </a:moveTo>
                  <a:lnTo>
                    <a:pt x="3166109" y="1183681"/>
                  </a:lnTo>
                </a:path>
                <a:path w="5066030" h="1184275">
                  <a:moveTo>
                    <a:pt x="3799521" y="0"/>
                  </a:moveTo>
                  <a:lnTo>
                    <a:pt x="3799521" y="1183681"/>
                  </a:lnTo>
                </a:path>
                <a:path w="5066030" h="1184275">
                  <a:moveTo>
                    <a:pt x="4432405" y="0"/>
                  </a:moveTo>
                  <a:lnTo>
                    <a:pt x="4432405" y="1183681"/>
                  </a:lnTo>
                </a:path>
                <a:path w="5066030" h="1184275">
                  <a:moveTo>
                    <a:pt x="5065641" y="0"/>
                  </a:moveTo>
                  <a:lnTo>
                    <a:pt x="5065641" y="1183681"/>
                  </a:lnTo>
                </a:path>
              </a:pathLst>
            </a:custGeom>
            <a:ln w="1396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62865" y="5254226"/>
            <a:ext cx="5988050" cy="7359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645160" algn="l"/>
                <a:tab pos="1278890" algn="l"/>
                <a:tab pos="1911985" algn="l"/>
                <a:tab pos="2545080" algn="l"/>
                <a:tab pos="3178175" algn="l"/>
                <a:tab pos="3811270" algn="l"/>
                <a:tab pos="4445000" algn="l"/>
                <a:tab pos="5078095" algn="l"/>
                <a:tab pos="5657850" algn="l"/>
              </a:tabLst>
            </a:pPr>
            <a:r>
              <a:rPr sz="1850" spc="-25" dirty="0">
                <a:latin typeface="Times New Roman"/>
                <a:cs typeface="Times New Roman"/>
              </a:rPr>
              <a:t>10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20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30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40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50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60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70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80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90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75" dirty="0">
                <a:latin typeface="Times New Roman"/>
                <a:cs typeface="Times New Roman"/>
              </a:rPr>
              <a:t>100</a:t>
            </a:r>
            <a:endParaRPr sz="1850">
              <a:latin typeface="Times New Roman"/>
              <a:cs typeface="Times New Roman"/>
            </a:endParaRPr>
          </a:p>
          <a:p>
            <a:pPr marR="111125" algn="r">
              <a:lnSpc>
                <a:spcPct val="100000"/>
              </a:lnSpc>
              <a:spcBef>
                <a:spcPts val="575"/>
              </a:spcBef>
            </a:pPr>
            <a:r>
              <a:rPr sz="1850" i="1" spc="-50" dirty="0"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51372" y="5765202"/>
            <a:ext cx="489584" cy="102870"/>
            <a:chOff x="7151372" y="5765202"/>
            <a:chExt cx="489584" cy="10287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7628" y="5765202"/>
              <a:ext cx="93054" cy="1027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158992" y="5816576"/>
              <a:ext cx="422275" cy="0"/>
            </a:xfrm>
            <a:custGeom>
              <a:avLst/>
              <a:gdLst/>
              <a:ahLst/>
              <a:cxnLst/>
              <a:rect l="l" t="t" r="r" b="b"/>
              <a:pathLst>
                <a:path w="422275">
                  <a:moveTo>
                    <a:pt x="421981" y="0"/>
                  </a:moveTo>
                  <a:lnTo>
                    <a:pt x="0" y="0"/>
                  </a:lnTo>
                </a:path>
              </a:pathLst>
            </a:custGeom>
            <a:ln w="147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0081" y="881963"/>
            <a:ext cx="8630285" cy="44716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530"/>
              </a:spcBef>
            </a:pPr>
            <a:r>
              <a:rPr sz="2775" i="1" spc="157" baseline="-36036" dirty="0">
                <a:latin typeface="Times New Roman"/>
                <a:cs typeface="Times New Roman"/>
              </a:rPr>
              <a:t>COG</a:t>
            </a:r>
            <a:r>
              <a:rPr sz="2775" i="1" spc="30" baseline="-36036" dirty="0">
                <a:latin typeface="Times New Roman"/>
                <a:cs typeface="Times New Roman"/>
              </a:rPr>
              <a:t> </a:t>
            </a:r>
            <a:r>
              <a:rPr sz="2775" spc="135" baseline="-36036" dirty="0">
                <a:latin typeface="Symbol"/>
                <a:cs typeface="Symbol"/>
              </a:rPr>
              <a:t></a:t>
            </a:r>
            <a:r>
              <a:rPr sz="2775" spc="179" baseline="-36036" dirty="0">
                <a:latin typeface="Times New Roman"/>
                <a:cs typeface="Times New Roman"/>
              </a:rPr>
              <a:t> </a:t>
            </a:r>
            <a:r>
              <a:rPr sz="1850" spc="70" dirty="0">
                <a:latin typeface="Times New Roman"/>
                <a:cs typeface="Times New Roman"/>
              </a:rPr>
              <a:t>(0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125" dirty="0">
                <a:latin typeface="Symbol"/>
                <a:cs typeface="Symbol"/>
              </a:rPr>
              <a:t></a:t>
            </a:r>
            <a:r>
              <a:rPr sz="1850" spc="125" dirty="0">
                <a:latin typeface="Times New Roman"/>
                <a:cs typeface="Times New Roman"/>
              </a:rPr>
              <a:t>10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Times New Roman"/>
                <a:cs typeface="Times New Roman"/>
              </a:rPr>
              <a:t>20)</a:t>
            </a:r>
            <a:r>
              <a:rPr sz="1850" spc="-27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</a:t>
            </a:r>
            <a:r>
              <a:rPr sz="1850" spc="-235" dirty="0">
                <a:latin typeface="Times New Roman"/>
                <a:cs typeface="Times New Roman"/>
              </a:rPr>
              <a:t> </a:t>
            </a:r>
            <a:r>
              <a:rPr sz="1850" spc="100" dirty="0">
                <a:latin typeface="Times New Roman"/>
                <a:cs typeface="Times New Roman"/>
              </a:rPr>
              <a:t>0.1</a:t>
            </a:r>
            <a:r>
              <a:rPr sz="1850" spc="100" dirty="0">
                <a:latin typeface="Symbol"/>
                <a:cs typeface="Symbol"/>
              </a:rPr>
              <a:t>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Times New Roman"/>
                <a:cs typeface="Times New Roman"/>
              </a:rPr>
              <a:t>(30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40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50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Times New Roman"/>
                <a:cs typeface="Times New Roman"/>
              </a:rPr>
              <a:t>60)</a:t>
            </a:r>
            <a:r>
              <a:rPr sz="1850" spc="-27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</a:t>
            </a:r>
            <a:r>
              <a:rPr sz="1850" spc="-23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0.2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70" dirty="0">
                <a:latin typeface="Times New Roman"/>
                <a:cs typeface="Times New Roman"/>
              </a:rPr>
              <a:t>(70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204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80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90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90" dirty="0">
                <a:latin typeface="Times New Roman"/>
                <a:cs typeface="Times New Roman"/>
              </a:rPr>
              <a:t>100)</a:t>
            </a:r>
            <a:r>
              <a:rPr sz="1850" spc="-26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</a:t>
            </a:r>
            <a:r>
              <a:rPr sz="1850" spc="-240" dirty="0">
                <a:latin typeface="Times New Roman"/>
                <a:cs typeface="Times New Roman"/>
              </a:rPr>
              <a:t> </a:t>
            </a:r>
            <a:r>
              <a:rPr sz="1850" spc="60" dirty="0">
                <a:latin typeface="Times New Roman"/>
                <a:cs typeface="Times New Roman"/>
              </a:rPr>
              <a:t>0.5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2775" spc="135" baseline="-36036" dirty="0">
                <a:latin typeface="Symbol"/>
                <a:cs typeface="Symbol"/>
              </a:rPr>
              <a:t></a:t>
            </a:r>
            <a:r>
              <a:rPr sz="2775" spc="-75" baseline="-36036" dirty="0">
                <a:latin typeface="Times New Roman"/>
                <a:cs typeface="Times New Roman"/>
              </a:rPr>
              <a:t> </a:t>
            </a:r>
            <a:r>
              <a:rPr sz="2775" spc="60" baseline="-36036" dirty="0">
                <a:latin typeface="Times New Roman"/>
                <a:cs typeface="Times New Roman"/>
              </a:rPr>
              <a:t>67.4</a:t>
            </a:r>
            <a:endParaRPr sz="2775" baseline="-36036" dirty="0">
              <a:latin typeface="Times New Roman"/>
              <a:cs typeface="Times New Roman"/>
            </a:endParaRPr>
          </a:p>
          <a:p>
            <a:pPr marL="106045" algn="ctr">
              <a:lnSpc>
                <a:spcPct val="100000"/>
              </a:lnSpc>
              <a:spcBef>
                <a:spcPts val="434"/>
              </a:spcBef>
            </a:pPr>
            <a:r>
              <a:rPr sz="1850" spc="100" dirty="0">
                <a:latin typeface="Times New Roman"/>
                <a:cs typeface="Times New Roman"/>
              </a:rPr>
              <a:t>0.1</a:t>
            </a:r>
            <a:r>
              <a:rPr sz="1850" spc="10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100" dirty="0">
                <a:latin typeface="Times New Roman"/>
                <a:cs typeface="Times New Roman"/>
              </a:rPr>
              <a:t>0.1</a:t>
            </a:r>
            <a:r>
              <a:rPr sz="1850" spc="10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100" dirty="0">
                <a:latin typeface="Times New Roman"/>
                <a:cs typeface="Times New Roman"/>
              </a:rPr>
              <a:t>0.1</a:t>
            </a:r>
            <a:r>
              <a:rPr sz="1850" spc="100" dirty="0">
                <a:latin typeface="Symbol"/>
                <a:cs typeface="Symbol"/>
              </a:rPr>
              <a:t>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0.2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0.2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0.2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0.2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0.5</a:t>
            </a:r>
            <a:r>
              <a:rPr sz="1850" spc="-20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0.5</a:t>
            </a:r>
            <a:r>
              <a:rPr sz="1850" spc="-20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55" dirty="0">
                <a:latin typeface="Times New Roman"/>
                <a:cs typeface="Times New Roman"/>
              </a:rPr>
              <a:t>0.5</a:t>
            </a:r>
            <a:r>
              <a:rPr sz="1850" spc="-200" dirty="0">
                <a:latin typeface="Times New Roman"/>
                <a:cs typeface="Times New Roman"/>
              </a:rPr>
              <a:t> </a:t>
            </a:r>
            <a:r>
              <a:rPr sz="1850" spc="90" dirty="0">
                <a:latin typeface="Symbol"/>
                <a:cs typeface="Symbol"/>
              </a:rPr>
              <a:t>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0.5</a:t>
            </a: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045210" marR="6534784">
              <a:lnSpc>
                <a:spcPts val="1860"/>
              </a:lnSpc>
            </a:pPr>
            <a:r>
              <a:rPr sz="1850" i="1" spc="-125" dirty="0">
                <a:latin typeface="Times New Roman"/>
                <a:cs typeface="Times New Roman"/>
              </a:rPr>
              <a:t>Degree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of </a:t>
            </a:r>
            <a:r>
              <a:rPr sz="1850" i="1" spc="-114" dirty="0">
                <a:latin typeface="Times New Roman"/>
                <a:cs typeface="Times New Roman"/>
              </a:rPr>
              <a:t>Membership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160"/>
              </a:spcBef>
            </a:pPr>
            <a:r>
              <a:rPr sz="1850" spc="-25" dirty="0">
                <a:latin typeface="Times New Roman"/>
                <a:cs typeface="Times New Roman"/>
              </a:rPr>
              <a:t>1.0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510"/>
              </a:spcBef>
            </a:pPr>
            <a:r>
              <a:rPr sz="1850" spc="-25" dirty="0">
                <a:latin typeface="Times New Roman"/>
                <a:cs typeface="Times New Roman"/>
              </a:rPr>
              <a:t>0.8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510"/>
              </a:spcBef>
            </a:pPr>
            <a:r>
              <a:rPr sz="1850" spc="-25" dirty="0">
                <a:latin typeface="Times New Roman"/>
                <a:cs typeface="Times New Roman"/>
              </a:rPr>
              <a:t>0.6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505"/>
              </a:spcBef>
            </a:pPr>
            <a:r>
              <a:rPr sz="1850" spc="-25" dirty="0">
                <a:latin typeface="Times New Roman"/>
                <a:cs typeface="Times New Roman"/>
              </a:rPr>
              <a:t>0.4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510"/>
              </a:spcBef>
            </a:pPr>
            <a:r>
              <a:rPr sz="1850" spc="-25" dirty="0">
                <a:latin typeface="Times New Roman"/>
                <a:cs typeface="Times New Roman"/>
              </a:rPr>
              <a:t>0.2</a:t>
            </a:r>
            <a:endParaRPr sz="1850" dirty="0">
              <a:latin typeface="Times New Roman"/>
              <a:cs typeface="Times New Roman"/>
            </a:endParaRPr>
          </a:p>
          <a:p>
            <a:pPr marL="1045210">
              <a:lnSpc>
                <a:spcPct val="100000"/>
              </a:lnSpc>
              <a:spcBef>
                <a:spcPts val="1510"/>
              </a:spcBef>
            </a:pPr>
            <a:r>
              <a:rPr sz="1850" spc="-25" dirty="0">
                <a:latin typeface="Times New Roman"/>
                <a:cs typeface="Times New Roman"/>
              </a:rPr>
              <a:t>0.0</a:t>
            </a:r>
            <a:endParaRPr sz="1850" dirty="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621696" y="5040121"/>
            <a:ext cx="159385" cy="680085"/>
            <a:chOff x="5621696" y="5040121"/>
            <a:chExt cx="159385" cy="68008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1696" y="5040121"/>
              <a:ext cx="159036" cy="16199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694623" y="5195099"/>
              <a:ext cx="0" cy="459105"/>
            </a:xfrm>
            <a:custGeom>
              <a:avLst/>
              <a:gdLst/>
              <a:ahLst/>
              <a:cxnLst/>
              <a:rect l="l" t="t" r="r" b="b"/>
              <a:pathLst>
                <a:path h="459104">
                  <a:moveTo>
                    <a:pt x="0" y="458716"/>
                  </a:moveTo>
                  <a:lnTo>
                    <a:pt x="0" y="0"/>
                  </a:lnTo>
                </a:path>
              </a:pathLst>
            </a:custGeom>
            <a:ln w="131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8035" y="5617164"/>
              <a:ext cx="106356" cy="10286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439431" y="5707978"/>
            <a:ext cx="527685" cy="355600"/>
          </a:xfrm>
          <a:prstGeom prst="rect">
            <a:avLst/>
          </a:prstGeom>
          <a:ln w="14338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360"/>
              </a:spcBef>
            </a:pPr>
            <a:r>
              <a:rPr sz="1850" spc="-20" dirty="0">
                <a:latin typeface="Times New Roman"/>
                <a:cs typeface="Times New Roman"/>
              </a:rPr>
              <a:t>67.4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9473" y="6349695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9966"/>
                </a:solidFill>
                <a:latin typeface="Times New Roman"/>
                <a:cs typeface="Times New Roman"/>
              </a:rPr>
              <a:t>24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</TotalTime>
  <Words>2899</Words>
  <Application>Microsoft Office PowerPoint</Application>
  <PresentationFormat>On-screen Show (4:3)</PresentationFormat>
  <Paragraphs>400</Paragraphs>
  <Slides>30</Slides>
  <Notes>10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AdvP1612</vt:lpstr>
      <vt:lpstr>Arial</vt:lpstr>
      <vt:lpstr>Calibri</vt:lpstr>
      <vt:lpstr>Symbol</vt:lpstr>
      <vt:lpstr>Times New Roman</vt:lpstr>
      <vt:lpstr>Wingdings</vt:lpstr>
      <vt:lpstr>Office Theme</vt:lpstr>
      <vt:lpstr>Fuzzy inference</vt:lpstr>
      <vt:lpstr>PowerPoint Presentation</vt:lpstr>
      <vt:lpstr>Example</vt:lpstr>
      <vt:lpstr>Identify Linguistic Variables/Values and Inputs/Output</vt:lpstr>
      <vt:lpstr>Mamdani-style fuzzy inference</vt:lpstr>
      <vt:lpstr>PowerPoint Presentation</vt:lpstr>
      <vt:lpstr>Fuzzy Membership Function</vt:lpstr>
      <vt:lpstr>Membership Function</vt:lpstr>
      <vt:lpstr>Membership Function</vt:lpstr>
      <vt:lpstr>Membership Function</vt:lpstr>
      <vt:lpstr>Membership Function</vt:lpstr>
      <vt:lpstr>Membership Functions in the Fuzzy Logic Toolbox</vt:lpstr>
      <vt:lpstr>Triangular membership function</vt:lpstr>
      <vt:lpstr>Triangular membership function</vt:lpstr>
      <vt:lpstr>Triangular membership function</vt:lpstr>
      <vt:lpstr>Trapezoidal membership function:</vt:lpstr>
      <vt:lpstr>Example </vt:lpstr>
      <vt:lpstr>Step 1: Fuzzification</vt:lpstr>
      <vt:lpstr>Step 1: Fuzzification</vt:lpstr>
      <vt:lpstr>Step 2: Rule Evaluation</vt:lpstr>
      <vt:lpstr>Rule Evaluation (cont.)</vt:lpstr>
      <vt:lpstr>Mamdani-style rule evaluation</vt:lpstr>
      <vt:lpstr>Rule Evaluation (cont.)</vt:lpstr>
      <vt:lpstr>Rule Evaluation (cont.)</vt:lpstr>
      <vt:lpstr>Rule Evaluation (cont.)</vt:lpstr>
      <vt:lpstr>Clipped and scaled membership functions</vt:lpstr>
      <vt:lpstr>Step 3: Aggregation of the rule outputs</vt:lpstr>
      <vt:lpstr>Step 4: Defuzzification</vt:lpstr>
      <vt:lpstr>Defuzzification (cont.)</vt:lpstr>
      <vt:lpstr>Centre of gravity (COG)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سيستمهاي اطلاعات مديريت</dc:title>
  <dc:creator>Mohsen Kahani</dc:creator>
  <cp:lastModifiedBy>IIITKOTTAYAM</cp:lastModifiedBy>
  <cp:revision>23</cp:revision>
  <dcterms:created xsi:type="dcterms:W3CDTF">2025-10-21T22:46:33Z</dcterms:created>
  <dcterms:modified xsi:type="dcterms:W3CDTF">2026-10-06T08:37:47Z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2022-09-30T00:00:00Z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2025-10-21T00:00:00Z</vt:filetime>
  </property>
  <property fmtid="{D5CDD505-2E9C-101B-9397-08002B2CF9AE}" pid="5" name="Producer">
    <vt:lpwstr>Microsoft® PowerPoint® 2010</vt:lpwstr>
  </property>
</Properties>
</file>