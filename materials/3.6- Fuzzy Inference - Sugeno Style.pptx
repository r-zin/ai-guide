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42:59.78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20613 9764 0,'0'0'0,"0"0"0,0 0 0,0 0 16,0 0 0,0 0-16,0 0 15,0 0-15,0 0 0,0 0 0,0 0 16,-21-2-16,-1 2 0,0 0 0,22 0 0,-12 0 15,0-2-15,-1 2 0,13 0 0,-30 2 16,1-2-16,0 1 16,29-1-16,-33 2 0,0-1 0,0 1 0,33-2 15,-36 1-15,1 0 0,0-1 0,35 0 0,-39 1 0,1 0 16,0-1-16,38 0 16,-44 2-16,1-2 0,0 0 0,43 0 0,-54-2 15,2 2-15,1 0 0,51 0 0,-56-3 0,0 1 16,0-1-1,-3-4-15,1 1 0,0 0 0,58 6 0,-63-10 0,0 0 16,0 1-16,-6-1 16,0 1-16,0-1 15,69 10-15,-76-11 16,2 3-16,-1-3 0,-22-1 16,1 0-16,0 0 0,96 12 15,-100-10-15,-1-1 0,1 0 0,1 3 0,2 1 16,0 1-16,97 6 0,-87-3 0,1 2 15,0 0-15,86 1 0,-87 3 0,3-1 0,-2-1 0</inkml:trace>
  <inkml:trace contextRef="#ctx0" brushRef="#br1" timeOffset="6650.476">20320 9742 0,'0'0'0,"0"0"0,0 0 0,0 0 15,0 0-15,0 0 16,0 0-16,0 0 15,0 0-15,0 0 0,0 0 0,0 0 0,0 0 16,0 0-16,-19-2 0,2 2 0,-1 0 0,18 0 16,-28 3-16,0-2 0,0 0 0,28-1 15,-34 2-15,2 0 0,0 0 0,32-2 0,-40 3 0,0-2 0,-1 1 16,-9-2-16,1 0 0,1 0 0,48 0 0,-54-2 16,1 1-16,-1 0 0,54 1 0,-52-2 0,-2 0 15,0 0-15,-1 1 0,3 1 0,-1-1 0,53 1 0,-54-1 16,0 0-16,1 0 0,-4-1 0,1 1 0,0 0 15,56 1-15,-76-1 0,-1 1 0,1 0 0,-18-2 16,2 2-16,0 0 0,-1 2 0,2-2 0,0 1 0,91-1 16,-91 3-16,1-1 0,0 0 0,90-2 15,-90 2-15,2 0 0,0-2 0,0 2 0,0 0 0,0-1 16,88-1-16,-84 1 0,0-1 0,1 0 0,-9 1 16,1-1-16,0 0 0,91 0 0,-92-1 0,1 1 0,0 0 15,0-1-15,1 1 0,2-1 0,88 1 0,-85-2 16,2 1-16,-1 0 0,84 1 0,-79 0 0,2 0 15,-1-2-15,4 2 0,1 0 0,-2 0 0,75 0 16,-68 2-16,0-1 0,0-1 0,8 3 0,2-2 0,0 0 16</inkml:trace>
  <inkml:trace contextRef="#ctx0" brushRef="#br0" timeOffset="10009.454">2461 16806 0,'0'0'0,"-28"-75"0,-4-13 0,-6-24 16,2 12-16,18 52 15,-3-5-15,11 25 16,10 28-16,0 0 0,0 0 16,-2-4-16,1 1 0,0 0 0,1 3 0,14 8 15,1 0-15,-1-1 0,11 4 0,0-1 16,0 0-16,-25-10 0,32 14 0,-1-1 0,0 0 0,-1 6 16,-2 1-16,1 0 0,-6 3 0,2-1 0,0 0 0,-25-22 15,13 12-15,-1 0 0,-1-1 0,-11-11 16,7 27-16,-1 0 0,0 1 0,-2-14 0,-2 1 0,1 0 0,-3-15 15,-16 24-15,2-3 0,1 3 0,3-12 0,2-1 0,0 0 16,8-11-16,-27 22 0,0-2 0,1 0 0,10-8 0,1-1 16,1 1-16,14-12 0,-26 19 0,2 1 0,0-1 15,11-7-15,0-1 0,-1 0 0,14-11 0,-14 22 16,-1 0-16,1 0 0,14-22 0,-10 13 0,3-1 16,0 0-16,4 17 0,0-2 0,0 0 0,3-27 0,-2 16 15,2-2-15,-2 2 0,6 17 0,0-1 0,1-1 16,-3-12-16,0-1 0,0 0 0,5 4 0,-2 0 15,0 0-15</inkml:trace>
  <inkml:trace contextRef="#ctx0" brushRef="#br0" timeOffset="35492.317">2495 17229 0,'0'0'15,"0"0"-15,0 0 0,0 0 16,0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46:48.3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18748 9222 0,'0'0'0,"0"0"15,0 0-15,0 0 16,0 0-1,0 0-15,0 0 16,0 0-16,0 0 0,0 0 0,0 0 0,0 0 16,0 0-16,0 0 0,0 0 0,0 0 0,0 0 15,0 0-15,9-3 0,-2 2 0,1 0 0,-8 1 16,6-1-16,-2-1 0,0 2 0,-4 0 0,2-1 16,0 1-16,0 0 0,-2 0 0,12 1 0,-1-1 0,0 0 15,-11 0-15,8 0 0,-2 0 0,0 0 0,-6 0 16,16 3-16,-2-2 0,1 2 0,-15-3 0,9 1 15,-2 1-15,0-2 0,-4 0 0,0 1 0,1-1 16,-3 0-16,0 0 0,0 0 0,-1 0 0,17 3 0,1 0 16,-1-2-16,-17-1 0,12 3 0,-3-1 0,0-1 15,-9-1-15,23 4 0,-2-2 0,-1 1 0,-20-3 16,12 2-16,-1-1 0,1 0 0,-12-1 16,18 3-16,3 0 0,-2 0 0,-19-3 0,12 1 15,-2 0-15,1 0 0,-11-1 0,22 2 0,1-1 16,0 1-16,-23-2 0,13 1 0,0-1 0,-1 2 0,-12-2 0,25 1 15,-1 1-15,-1-1 0,-9 0 0,-2-1 0,1 0 16,-13 0-16,27 2 0,-1-2 0,0 1 0,-26-1 0,15 0 16,-1 0-16,1 0 0,-15 0 0,23 0 0,0 0 15,0 0-15,-23 0 0,13 0 0,-1 0 0,-1 0 0,-11 0 16,0 0-16,23 0 0,-1 0 0,0 0 0,-22 0 16,14 0-16,-2 0 0,0 0 0,-12 0 0,24-3 0,-1 3 15,0-2-15,-23 2 0,13-2 0,-1 1 0,1 1 16,-13 0-16,23-2 0,-2 1 0,0 1 0,-21 0 15,14 0 1,-2 0-16,-1-2 0,-11 2 0,17-2 0,-2 1 0,1 0 16,-16 1-16,9-1 0,-1 1 0,1-1 0,-9 1 15,12-3-15,0 2 0,1-1 0,-13 2 0,7-1 16,-1-1-16,0 2 0,-6 0 0,5-1 0,-3 1 0,0-1 16,-2 1-16,2 0 0,-2 0 0,0 0 0,0 0 0,1 0 0,-1 0 0,0 0 0,0 0 15,10-3-15,-1-1 0,1 0 16,-10 4-16,7-2 0,-2-2 0,0 3 0,-2-1 0,-1 1 0,1-1 15,-3 2-15,1 0 0,0 0 0,0 0 16,-1 0-16,0 0 0,0 0 0,0 0 16,0 0-16,0 0 0,0 0 0,0 0 0,0 0 0,0 0 0,0 0 0,0 0 15,0 0-15,0 0 0,0 0 0,0 0 0,0 0 16,0 0-16,0 0 0,0 0 0,0 0 0,0 0 16,0 0-16,0 0 0,0 0 0,0 0 0,0 0 0,0 0 15,0 0 1,0 0-16,-4 6 0,1-2 0,1 0 0,2-4 0,-3 3 15,2 0-15,0 0 0,1-3 0,-2 1 0,2 0 0,0-1 0,0 0 16,-2 11-16,0-2 0,0 1 16,2-10-16,-1 6 0,0 0 0,0-2 0,1-4 0,2 13 0,-2-2 0,0 0 0,0-11 15,1 6 1,-1 0-16,0 1 0,0-7 0,-3 12 0,2 0 16,0 1-16,1-13 0,-1 7 0,0-1 0,0 1 15,1-7-15,-2 16 0,0 0 0,-1 0 0,3-16 0,-1 8 16,0 2-16,0-2 0,1-8 0,0 0 15,-2 17-15,0-1 0,0 1 0,2-17 0,-2 9 16,1 0-16,-1-1 0,2-8 0,0 5 0,0-2 0,0 0 16,0-3-16,-4 12 0,1-1 0,0-2 0,3-9 15,-3 7-15,1-2 0,-1 1 0,3-6 0,-1 3 16,0 0-16,0-2 0,1-1 0,0 3 0,0-3 0,0 1 16,0-1-16,-1 0 0,1 0 0,0 0 0,0 0 15,0 0-15,0 0 0,0 0 0,0 0 0,0 0 16,0 0-16,0 0 0,0 0 0,0 0 0,0 0 15,0 0-15,0 0 0,0 0 0,0 0 0,0 0 16,0 0-16,0 0 0,0 0 0,-2 6 0,0-1 0,2 0 16,0-5-16,-2 4 0,2-1 0,0 0 0,-1-2 15,1 0-15,0-1 0,0 0 0,-1 2 0,1-2 16,0 0-16,0 0 0,0 0 0,0 0 0,0 0 0</inkml:trace>
  <inkml:trace contextRef="#ctx0" brushRef="#br0" timeOffset="3294.449">18751 8962 0,'0'0'0,"0"0"0,0 0 16,0 0-16,0 0 15,0 0 1,0 0-16,0 0 0,0 0 16,0 0-16,0 0 0,0 0 0,0 0 0,0 0 0,0 0 15,0 0-15,0 0 0,0 0 0,17-5 0,-3 2 16,0 0-16,-14 3 0,10-2 0,-1 0 0,0-1 16,-9 3-16,4-1 0,0 1 0,-2 0 0,1-2 0,-2 2 15,0 0-15,-1 0 0,13 3 0,-1 0 16,-1 1-16,-11-4 0,7 0 0,0 3 15,1-1-15,-8-2 0,13 2 0,0 0 0,-1 0 0,-12-2 0,6 1 16,2-1-16,0 1 0,-8-1 0,4 2 0,-2-2 16,0 0-16,-2 0 0,19 2 0,-1-1 0,1 0 0,-19-1 15,12 2-15,-2-2 0,1 2 0,-11-2 0,17 1 16,1-1-16,0 1 0,-18-1 0,11 0 0,-3 0 0,2 0 16,-10 0-1,20 0-15,0 0 0,-1 0 0,-19 0 0,13 0 0,-3 0 0,0 0 0,-10 0 0,23 0 16,-1 0-16,0 0 0,-22 0 0,13 0 0,-2 0 15,1 0-15,-12 0 0,24-1 0,-3 0 0,1-1 0,-22 2 16,13-1 0,-1 1-16,-1-1 0,-11 1 0,24 1 0,0-1 0,-1 0 15,-9 0-15,-1 0 0,1 0 0,-14 0 0,28 3 0,-1-1 16,-1 0-16,-26-2 0,16 2 0,-2-1 0,1 0 16,-15-1-16,28 4 0,-1-2 0,0 1 0,-27-3 15,15 2-15,0-1 0,-1 0 0,-14-1 16,30 4-16,-1-2 0,0 1 0,-29-3 0,17 2 0,-1-1 0,-1 0 0,-15-1 0,27 4 15,0-3-15,0 1 0,-27-2 0,14 1 0,0-1 0,-2 2 16,-12-2-16,0 0 0,28 0 0,-2 0 16,0 1-16,-12-1 0,0 0 0,1 0 0,-15 0 0,31 1 15,-2 0-15,0 0 0,-29-1 0,18 2 16,-3-2-16,1 0 0,-16 0 0,27 1 0,-3 0 0,1 1 0,-25-2 16,15 0-1,-2 1-15,1 0 0,-14-1 0,28 1 0,-2-1 0,1 1 0,-27-1 0,15 0 0,-1 0 16,1 0-1,-15 0-15,29 1 0,-3 1 0,0-1 0,-26-1 0,18 1 16,-4 0-16,1-1 0,-15 0 0,24 0 0,-1 0 16,1 0-16,-24 0 0,13 0 0,-1 0 15,0 0-15,-12 0 0,29 0 0,-2 0 0,0 2 0,-10-2 16,-3 0-16,1 0 0,-15 0 0,25 1 0,1 1 16,0-2-16,-26 0 0,13 2 0,1-1 0,-1-1 0,-13 0 0,24 0 15,0 0-15,0 0 0,-24 0 0,13 0 16,-1 0-16,1 0 0,-13 0 0,25-1 15,-3-1-15,1 2 0,-23 0 0,14-2 0,-2 1 0,0 1 16,-12 0-16,24-2 0,-1 2 0,0 0 0,-23 0 16,13-1-16,-2 1 0,1 0 0,-12 0 0,22 0 15,-2 0-15,1 0 0,-9 0 0,-1 0 0,-1 0 16,-10 0-16,19 1 0,-1-1 0,1 0 0,-19 0 0,11 0 16,-2 0-16,1 0 0,-10 0 0,17 0 0,0-1 15,-1 0-15,-16 1 0,10-1 0,-2 0 0,0 0 16,-8 1-16,14-2 0,-3 1 0,0-1 0,-11 2 0,7-2 15,-1 1-15,-1 0 0,-5 1 0,4-2 16,-2 2-16,0-1 0,-2 1 0,13-3 0,-3 1 0,0-1 16,-10 3-16,9-2 0,-3 1 0,0-1 0,-6 2 15,3 0-15,-1-1 0,0 1 0,0-1 0,-2 1 0,0 0 16,0 0-16,1 0 0,-1 0 0,0 0 0,0 0 16,0 0-16,0 0 0,0 0 0,0 0 0,0 0 15,0 0-15,0 0 0,0 0 0,0 0 0,0 0 16,0 0-16,0 0 0,0 0 0,0 0 0,0 0 0,0 0 15,0 0-15,0 0 0,0 0 0,0 0 0,0 0 16,4-2-16,1 2 0,-1 0 0,-1 0 0,-1 0 16,0 0-16,-2 0 0,1 0 0,0 0 0,0 0 0,0 0 15,-1 0-15,0 0 0,0 0 0,0 0 0,0 0 16,0 0-16,0 0 0,0 0 0,0 0 0,0 0 16,0 0-16,0 0 0,0 0 0,0 0 0,0 0 15,0 0-15,0 0 0,0 0 0,0 0 0,0 0 0,0 0 16,0 0-16,0 0 0,0 0 0,0 0 0,0 0 15,0 0-15,0 0 0,0 0 0,0 0 0,0 0 16,0 0-16,0 0 0,0 0 0,0 0 0,0 0 16,0 0-16,0 0 0,0 0 0,0 0 0,0 0 0,0 0 15,0 0-15,0 0 0,0 0 0,0 0 0,0 0 16,0 0-16,0 0 0,0 0 0,0 0 16,0 0-16,0 0 0,0 0 0,0 0 0,0 0 0,1-4 0,-1 1 15,0 0-15,0 3 0,0 0 0,0-1 0,0-1 16,0-1-16</inkml:trace>
  <inkml:trace contextRef="#ctx0" brushRef="#br0" timeOffset="9508.579">18766 8256 0,'0'0'16,"0"0"-16,0 0 15,0 0-15,0 0 16,0 0-1,68 0-15,-68 0 0,0 0 0,0 0 16,0 0-16,13 0 0,0 0 16,1 0-16,-14 0 0,17-3 0,-3 1 0,0 1 0,-14 1 0,10-1 15,-3 1-15,0 0 0,-7 0 16,16 0-16,-1 0 0,1 0 0,-16 0 0,8 0 0,0 0 16,1 0-16,-9 0 0,22 0 0,1 1 0,0 0 0,-23-1 15,13 0-15,0 2 0,-1-1 0,-12-1 0,23-1 0,-3 1 16,1 0-16,-7-2 0,-3 2 0,0 0 0,-11 0 15,24 3-15,-2-3 0,-1 2 0,-21-2 16,14 0-16,-3 1 0,1-1 0,-12 0 0,26 0 16,-1 0-16,0 0 0,-25 0 0,16 0 0,-3 0 0,0 0 0,-13 0 0,27-1 15,1 1-15,-1 0 0,-27 0 0,15 0 16,-1 0-16,1 0 0,-15 0 16,32 1-16,-3-1 0,2 1 0,-14 1 0,0-2 15,-1 1-15,-16-1 0,30 1 0,0 0 0,0-1 0,-30 0 0,17 0 0,-1 0 0,1 0 16,-17 0-16,31-2 15,0 1-15,0-1 0,-31 2 0,0 0 0,32-1 0,-1 0 0,0-1 0,-31 2 0,15-1 16,0 1-16,-2 0 0,-13 0 0,31-2 0,-3 2 16,0-1-16,-28 1 0,32-1 0,-1 1 0,0 0 15,-15 0-15,-2 0 0,0 0 0,-14 0 0,34 1 16,-3-1-16,0 1 16,-31-1-16,18 0 0,-1 2 0,-1-2 0,-16 0 0,25 1 0,0-1 0,0 2 0,4-4 15,0 2-15,-1-1 0,-28 1 16,30-2-16,0 2 0,0 0 0,-30 0 0,16 0 0,-2 0 15,1 0-15,-15 0 0,31-1 0,-2 1 0,0-1 0,-29 1 16,16 0-16,0 0 0,-1 0 0,-15 0 0,34-2 16,-1 1-16,-1 1 0,-32 0 0,21-2 0,-3 2 15,-1-1-15,-17 1 0,35 0 0,0 0 0,-1-1 0,-34 1 16,18-1-16,1 1 0,-1 0 0,-18 0 0,35 2 0,-2-1 16,0 1-16,-15-1 0,0-1 0,-1 2 0,-17-2 15,34 0-15,-1 1 0,0 0 0,-33-1 0,18 0 16,0 0-16,-1 0 15,-17 0-15,35 3 0,-3-3 0,0 2 0,-32-2 0,32 1 0,0-1 0,0 3 0,-32-3 16,31 2 0,-2-1-16,0-1 0,1 3 0,-2-2 0,-1 0 0,-27-1 15,16 1-15,-3-1 0,1 2 0,-14-2 0,32 0 0,-2 1 16,0-1-16,-30 0 0,17 2 0,0-2 16,-1 0-16,-16 0 0,34-2 0,-3 1 0,-2 1 0,-29 0 0,34-3 0,-2 3 0,0 0 15,-32 0-15,15-2 16,1 2-16,-1-1 0,-15 1 0,32-2 0,-2 1 0,0 0 15,-13-2-15,-1 2 0,1 1 0,-17 0 0,32-1 0,-1-1 16,0 1-16,-13-1 16,-1 2-16,-1 0 0,15 0 0,-1 0 0,0 0 15,-30 0-15,17 2 0,0-2 0,-1 0 0,11 3 0,-2-3 16,0 0-16,-25 0 0,14 1 0,-2-1 0,1 1 16,14 2-16,-1-2 0,-1 0 0,-10-1 0,-1 1 15,1 0-15,-15-1 0,20 1 0,-1 0 0,0 0 0,-9-1 16,0 0-16,1 0 0,10 1 0,0-1 0,0 0 15,-21 0-15,11 0 0,0 0 0,1 0 0,8 2 16,-1-2-16,0 0 0,-10 0 0,2 0 0,0 0 0,-11 0 16,15 1-16,0-1 0,1 0 0,-8 0 0,1 0 15,-1 0-15,-8 0 0,12-1 0,1 1 0,-1 0 16,-5-2-16,1 2 0,-1 0 0,5 2 0,-1-2 0,-1 1 16,-10-1-16,7 0 0,-2 0 0,1 0 15,-3 2-15,-1-2 0,0 0 0,-1 0 0,-1 0 0,0 0 16,0 0-16,0 0 0,0 0 0,11-2 0,-1 2 15,-1 0-15,-4 0 0,0 0 0,0 0 0,-3 0 16,0 0-16,1 0 0,-2 0 0,0 0 0,0 0 0,-1 0 16,0 0-16,0 0 0,0 0 0,0 0 0,0 0 15,0 0-15,0 0 0,0 0 0,0 0 0,0 0 16,0 0-16,0 0 0,0 0 0,0 0 0,6 4 16,0-1-16,0 0 0,-2 0 0,0-2 0,1 1 0,-5-2 15,2 0-15,-1 1 0,0 0 0,1 0 0,-2-1 16,0 0-16,0 0 0,0 0 0,0 0 0,3 10 15,-2 2-15,0 0 0,0-6 0,0 1 16,0-1-16,-1-6 0,2 3 0,-2 0 0,0-2 16,-4 14-16,0-1 0,0-1 0,0-5 0,2 0 0,-1 0 15,3-8-15,3 14 0,-3-1 0,0 0 0,2-4 0,-2-1 0,0-1 16,0-7-16,-1 18 0,0-3 0,-2 3 16,3-8-16,0-2 0,0 2 0,0-10 0,-2 19 0,2-1 15,0 1-15,-1-9 0,1 1 0,0-1 0,1 11 16,0 1-16,0 0 0,-1-22 0,3 12 0,-2-1 0,0 1 15,1 12-15,-2-1 0,0 1 0,0-24 0,0 12 16,0 1-16,0-2 0,4 16 0,-2-2 0,0 0 16,-2-25-16,3 13 0,-2 1 0,0-1 0,-2 12 0,0-1 15,0 1-15,0-12 0,0 0 0,0 0 0,1-13 16,3 25-16,0 0 0,0 0 0,0-10 0,-3-2 0,2 0 16,-2-13-16,2 25 0,1 0 0,-1 1 0,-1-13 15,0 1-15,0 1 0,0 7 0,0-1 0,0 0 16,-1-21-16,1 13 0,-1-2 0,0 0 0,3 10 15,0 0-15,0-1 0,-3-20 0,3 13 0,-2-4 0,0 3 16,3 9-16,-1-1 16,-1 1-16,0-10 0,-1 0 0,0 0 0,-1-11 0,3 18 0,-1-1 0,0 0 15,0-8-15,-2 0 16,2 0-16,-2-9 0,2 4 0,-2-1 0,0 2 0,0-5 16,0 1-16,0-1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47:12.17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14893 6022 0,'0'0'0,"0"0"0,0 0 0,0 0 16,0 0-16,0 0 15,0 0 1,0 0-16,0 0 0,0 0 15,0 0-15,0 0 0,0 0 0,0 0 0,0 0 0,0 0 16,0 0-16,0 0 0,0 0 0,6 8 0,-1-2 16,0 1-16,-5-7 0,4 5 0,-1 0 0,1-2 0,-4-3 15,13 8-15,-2 0 0,1-1 0,-5-2 0,0-1 16,0 0-16,-7-4 0,26 5 0,-2-2 0,0 1 16,-24-4-16,29 1 0,0 1 0,0 0 0,-29-2 15,33-2-15,0 0 0,0 1 0,-33 1 0,37-4 0,0 2 16,0 1-16,-37 1 0,42 0 0,-2 0 0,0 0 15,-40 0-15,40-3 0,-2 1 0,0 1 0,-19-1 0,-1 2 16,1-1-16</inkml:trace>
  <inkml:trace contextRef="#ctx0" brushRef="#br0" timeOffset="1146.566">17765 6177 0,'0'0'0,"0"0"0,0 0 0,62-2 0,-26 2 16,54 4-1,8 3-15,-98-7 16,0 0-16,0 0 0,34 2 0,-2-1 0,0 1 15,-32-2-15,34 1 0,-3 1 0,0 1 0,-31-3 0,37 2 16,-2 1-16,0-2 0,-35-1 0,40 3 16,0 0-16,-1-2 0,-39-1 0,58 4 0,0-1 0,0 2 15,-58-5-15</inkml:trace>
  <inkml:trace contextRef="#ctx0" brushRef="#br0" timeOffset="1885.557">21424 6072 0,'0'0'0,"0"0"0,0 0 16,0 0 0,0 0-16,0 0 0,-67 9 15,-32-9 1,99 0-1,0 0-15,0 0 0,-42-4 0,0 0 0,-1 1 0,43 3 0,-52-5 16,-1 0-16,0 0 0,-10-2 0,1 0 16,0 1-16,62 6 0</inkml:trace>
  <inkml:trace contextRef="#ctx0" brushRef="#br0" timeOffset="5970.696">6452 5170 0,'0'0'0,"0"0"0,0 0 0,0 0 0,0 0 15,0 0 1,0 0-16,0 0 0,0 0 16,0 0-16,0 0 0,0 0 0,0 0 0,0 0 15,0 0-15,0 0 0,0 0 0,-6-11 0,0-1 16,1-1-16,5 13 0,-4-8 0,1 1 0,0-1 0,3 8 15,-1-2-15,0-1 0,0 0 0,-17 6 0,2 0 16,-1-2-16,17-1 0,-10 3 0,-1-2 16,3 1-16,3-1 0,1-1 0,0 2 0,4-2 0,-1 0 15,0 0-15,-2 0 0,-20 8 0,0-1 0,0 0 16,23-7-16,-14 4 0,-1 0 0,1 1 0,14-5 0,-21 12 16,3-1-16,-2-2 0,20-9 0,-11 8 0,1-1 15,1-2-15,9-5 0,-17 11 0,1 3 0,-1-3 0,17-11 16,-8 7-16,0 0 0,0-2 0,8-5 0,-17 17 15,4-3-15,-3 1 0,16-15 0,-8 9 16,0 0-16,-1-2 0,9-7 0,-13 18 0,1-1 0,2 0 16,10-17-16,-9 9 0,3 2 0,-1-1 0,7-10 0,-8 20 15,0-1-15,0 0 0,8-19 0,-5 12 16,1-4-16,0 3 0,4-11 0,-7 17 0,1 1 0,0 0 0,6-18 16,-5 10-16,2-2 0,0 2 0,3-10 15,-2 16-15,1 2 0,0 0 0,0-7 0,1-2 16,0 1-16,0-10 0,2 20 0,0-1 0,0-1 0,-2-18 15,1 12-15,0-2 0,0 0 0,-1-10 0,4 19 0,1 1 16,-1-1-16,-4-19 0,2 11 0,1-1 0,0 1 16,-3-11-16,2 16 0,1 2 0,0-1 0,-3-17 0,2 10 15,-1 0-15,0-2 0,-1-8 0,8 12 16,-3 0-16,0 1 0,-5-13 0,4 6 16,-1 0-16,0 0 0,-3-6 0,9 13 0,-2-1 0,1 1 0,-8-13 15,3 9-15,1-3 0,0 2 0,-4-8 0,10 10 16,-2 0-16,0 2 0,-8-12 0,7 4 0,-3 1 0,0 0 15,-4-5-15,10 9 16,-1 0-16,1-2 0,-10-7 0,6 5 0,-2 1 16,0-3-16,-4-3 0,16 5 0,-2-1 0,1 0 0,-15-4 0,9 1 15,-1 1-15,0-1 0,-8-1 0,16 3 0,-1-1 16,1-2-16,-16 0 0,10 2 0,-1-2 0,-1 1 16,-8-1-16,14-6 0,1 1 0,-1 0 0,-14 5 0,10-4 15,-3 2-15,0-2 0,-7 4 0,17-8 0,-1 1 0,1-2 0,-17 9 16,9-3-16,-1-2 0,0 1 0,11-8 15,-2 1-15,-1 0 0,-16 11 0,9-6 16,1 0-16,-1 0 0,-9 6 0,16-14 0,-3-1 0,0 1 0,-13 14 16,9-7-16,-2-1 0,0 1 0,-7 7 0,13-17 15,-1 1-15,0 0 0,-12 16 0,7-11 0,-1 3 0,0-1 16,-6 9-16,12-20 0,-1 0 0,-1 1 0,-10 19 16,7-11-16,-2 0 0,1 1 0,-6 10 0,11-24 0,1 1 15,0 1-15,-12 22 0,7-14 0,-1 1 16,0 0-16,-6 13 0,9-23 0,-1-1 0,0 0 0,-8 24 0,5-12 15,0 0-15,-1-1 0,-4 13 0,4-25 16,0 2 0,0-1-16,-4 24 0,2-12 0,0-2 0,0 0 0,-2 14 15,1-24-15,0 1 0,0 0 0,0 10 0,-1 0 0,0 0 0,0 13 0,-12-24 0,0 1 16,-1 0-16,13 23 16,-7-13-16,0 1 0,-1-1 0,8 13 0,-28-18 0,-1 2 15,0-1-15,29 17 0,-37-12 0,3 0 0,-1 0 0,3-1 0,0 1 0,0-1 16</inkml:trace>
  <inkml:trace contextRef="#ctx0" brushRef="#br0" timeOffset="7618.326">10286 5106 0,'0'0'0,"0"0"0,0 0 0,-68-8 16,28 2-16,-18-6 31,29 7-31,29 5 0,0 0 0,0 0 0,0 0 16,-21-5-16,0 2 0,1 0 0,20 3 0,-12-3 0,1 2 15,0 0-15,11 1 0,-25 1 0,2-1 0,0 1 16,23-1-16,-13 2 0,0-2 0,-1 1 0,14-1 16,-23 9-16,1-1 0,-1 0 0,23-8 0,-14 5 15,3-1-15,0 1 0,11-5 0,-19 12 0,0 0 16,0 0-16,19-12 0,-9 6 0,-1 1 0,1 0 0,9-7 0,-19 15 16,3 0-16,-1 0 0,17-15 0,-10 9 0,2 0 15,-2-2-15,10-7 0,-17 18 0,0-1 0,0 0 0,17-17 31,-9 10-31,0-1 0,0 1 0,9-10 0,-17 19 0,3 2 0,-1-2 16,15-19-16,-9 12 0,3-2 0,-1 1 16,7-11-16,-9 20 0,1-1 0,0 0 0,8-19 0,-5 12 15,2-2-15,-1 0 0,4-10 0,-9 19 0,0 1 16,-1-2-16,10-18 0,-6 11 0,2-1 0,0-1 16,4-9-16,-5 24 0,2-2 0,0 1 0,3-23 0,-3 13 15,2-1-15,-1 0 0,2-12 0,0 21 16,0 0-16,0-1 0,0-20 0,2 12 0,-2-1 15,0 0-15,0-11 0,6 22 0,-1-3 0,0 1 16,-5-20-16,3 11 0,0 0 0,0-1 0,-3-10 0,10 22 16,-2-2-16,0 0 0,-8-20 0,4 11 0,3 1 15,-2-1-15,-5-11 0,10 16 0,-1 1 0,1-2 16,-10-15-16,6 10 0,-1-2 0,0 3 0,-5-11 0,0 0 16,16 13-16,-2 0 0,1 0 0,-15-13 0,8 9 15,0-1-15,0-1 0,-8-7 0,18 12 0,-2 0 16,1-2-16,-17-10 0,10 8 0,-1-3 0,-1 1 15,-8-6-15,23 7 0,-2 0 0,1 0 0,-22-7 0,12 2 16,1 1-16,-1 0 0,-12-3 0,24-3 16,0 0-16,0 1 0,-24 2 0,14-2 0,-2 0 0,1 0 15,12-7-15,-2 0 0,1 1 0,-24 8 0,14-7 16,-1 3-16,0-1 0,-13 5 0,20-12 0,0 2 0,-1-1 16,-19 11-16,0 0 0,11-8 0,-1 3 0,0-1 15,-10 6-15,17-23 0,-3 2 0,1-1 0,-15 22 16,8-12-16,-1 1 0,1-2 0,-8 13 0,14-29 0,0 0 15,-1 1-15,-13 28 0,8-17 0,-2 2 0,3-1 16,-9 16-16,11-31 0,-2 2 0,1-2 0,-10 31 16,7-31-16,-1-2 0,0 1 0,-6 32 0,0 0 0,5-30 15,-3 0-15,0 1 0,-2 29 0,1-15 0,0 1 16,0 2-16,-1 12 0,-3-35 16,2 2-16,0-1 0,1 34 0,-6-34 0,1 2 0,0-1 0,-9 7 15,1 1-15,1 0 0,12 25 0,-26-20 0,2-3 0,0 4 16,24 19-16,-34-14 0,1-1 0,0 0 0,-4 2 15,2 1-15,0-1 0,1 1 16,2 0-16,-1-1 0</inkml:trace>
  <inkml:trace contextRef="#ctx0" brushRef="#br0" timeOffset="9102.524">13859 5135 0,'0'0'0,"0"0"16,0 0-16,0 0 0,0 0 15,0 0 1,0 0-16,0 0 15,0 0-15,0 0 0,0 0 0,0 0 0,0 0 0,0 0 32,-12-15-32,1 0 0,1 0 0,10 15 0,-8-9 0,2 0 15,-1 0-15,7 9 0,-15-6 0,-1 3 0,1 0 0,15 3 16,-10-3-16,1 3 0,1-1 0,8 1 16,-13 4-16,-1-2 0,1 1 0,13-3 0,-9 3 15,3-2-15,0 2 0,6-3 0,-20 5 0,2 2 16,-1-1-16,19-6 0,-10 4 0,0 0 0,-1-1 15,11-3-15,-20 12 0,0 0 0,0 1 0,20-13 0,-11 6 16,1 1-16,-1-1 0,11-6 0,-19 13 0,-1 0 16,0-1-16,20-12 0,-12 8 0,2-1 0,-1-1 15,11-6-15,-20 13 0,0 1 0,0-2 0,20-12 0,-12 7 16,2-1-16,-1 1 0,11-7 0,-17 16 0,1 1 16,1 0-16,15-17 0,-11 10 0,3 0 0,0 0 15,8-10-15,-13 18 0,1-1 0,0 0 0,12-17 0,-8 9 16,2 0-16,0 0 0,6-9 0,-11 22 0,0-3 15,1 0-15,10-19 0,-6 12 0,0-2 16,1 0-16,5-10 0,0 0 0,-7 24 0,2-4 0,0 3 0,5-23 16,-4 13-16,2-1 0,-1 0 0,3-12 15,-2 18-15,0 0 0,2 0 0,0-18 0,-1 10 0,1-2 16,0 2-16,0-10 0,3 19 0,1 1 0,-1 2 16,-3-22-16,2 11 0,0 0 0,0 0 0,-2-11 0,7 20 15,-3-2-15,2 1 0,-6-19 0,3 12 0,1-3 16,-1 1-16,-3-10 0,8 16 0,-2 0 0,0 1 15,-6-17-15,0 0 0,4 9 0,0 1 0,-1-2 0,-3-8 16,13 17-16,-2 0 0,0-1 0,-11-16 0,9 10 16,-3-1-16,1 0 0,9 3 0,-2 0 0,1 0 15,-15-12-15,9 6 0,-1 1 0,-1-3 0,-7-4 16,0 0-16,16 8 0,1 1 0,-2-2 0,-15-7 0,10 3 16,-2 0-16,0 2 0,-8-5 0,23 5 0,-1 1 15,-1 0-15,-21-6 0,13 3 0,-1 0 0,1 0 16,-13-3-16,20 1 0,1-1 0,0 0 0,-21 0 0,12 2 15,-2-2-15,1 0 0,-11 0 0,22-3 0,-1-1 16,0 0-16,-21 4 0,13-3 16,-3 2-16,3-2 0,-13 3 0,24-6 0,-3 1 15,1-2-15,-22 7 0,12-3 0,1 0 0,-1-1 16,-12 4-16,22-16 0,-2 0 0,-1-1 0,-19 17 0,0 0 0,11-9 16,-1 0-16,0 1 0,-10 8 0,22-22 0,-1 2 15,-1 0-15,-20 20 0,13-12 0,-3 2 0,0-1 16,-10 11-16,21-26 0,0 0 0,-1-1 0,-20 27 0,20-29 15,-1 1-15,-1-1 0,-18 29 0,10-15 0,-2 2 0,0-2 16,-8 15-16,14-34 0,-1 3 0,0-1 0,-13 32 16,11-35-16,-2 2 0,0 0 0,-9 33 0,2-34 0,-1 1 15,0 2-15,-1 31 16,-4-31-16,0-1 0,0 1 0,4 31 0,-14-32 0,1 1 0,1 0 0,12 31 16,-25-29-16,2 1 0,1 0 0,-12 0 0,3 2 0,0-1 15,31 27 1,-35-25-16,0 2 0,0-1 0,-1 0 0,1-1 0,0 2 0</inkml:trace>
  <inkml:trace contextRef="#ctx0" brushRef="#br0" timeOffset="29048.012">14921 9471 0,'0'0'0,"0"0"0,0 0 16,0 0-16,1 68 16,0-26-1,-8 37-15,7-79 16,0 0-16,0 0 0,0 0 0,-1 15 0,0-2 16,0 0-16,1-13 0,-3 29 0,2-2 0,0 3 0,1-30 0,-4 28 15,2 2-15,0 0 0,2-30 0,-2 14 0,1 1 16,0-1-16,1-14 0,-4 33 0,1-2 0,-1 0 0,4-31 15,-3 18-15,1-2 0,0 1 0,-3 13 0,1 0 16,0-3-16,4-27 0,-3 17 0,1-2 0,0 1 16,2-16-16,-5 23 0,2-2 0,2 1 0,1-22 0,-3 11 15,2 1-15,0 0 0,1-12 0,-1 4 0,1 0 16,0 1-16,0-5 0,0 0 0</inkml:trace>
  <inkml:trace contextRef="#ctx0" brushRef="#br0" timeOffset="29443.607">15161 9680 0,'0'0'0,"0"0"0,-39 52 0,4-8 16,-2-1-1,-8-5-15,7-10 16,-4-5-16,42-23 0,0 0 16,0 0-16,-13 7 0,3-1 0,0-1 0,10-5 15,-12 6-15,2 0 0,0-1 0,10-5 0,-11 8 0,3-2 16,0 0-16,8-6 0,-6 5 0,0 1 0,1-2 0,1 0 16,2-1-16,0 0 0,2-3 0,0 5 0,0-1 15,0 0-15,0-4 0,2 6 0,0-1 0,0 1 16,4 1-16,1-1 0,-1 0 15,-6-6-15,10 9 0,-1-1 0,1 0 0,4 2 0,-1-1 16,-1 0-16,-12-9 0,12 9 0,1-1 0,-1-1 16,-12-7-16,14 12 0,-1-1 0,0-1 0,-13-10 0,14 12 15,-2 1-15,1-2 0,-13-11 0,9 11 0,0-1 16,1 1-16,0-1 0,-1-1 0,1 1 0,-10-10 0,10 7 16,-2-1-16,0-1 0,-8-5 0,10 3 0,-2-2 15,0 1-15</inkml:trace>
  <inkml:trace contextRef="#ctx0" brushRef="#br0" timeOffset="29727.808">15419 9700 0,'0'0'0,"0"0"0,0 0 0,0 0 16,0 0 0,2 74-16,-7 5 15,5-79 1,0 0-16,0 0 0,0 0 0,0 0 0,-2 23 0,0 0 16,-1-1-16,3-22 0,2 20 0,-2 0 0,0 0 15,-3 2-15,3 0 0,0-1 0,0-21 0,-1 24 0,-1 0 16,2-1-16,-1-3 0,1 2 0,0-2 0,0-20 0,-1 17 15,0-4-15,0 2 0</inkml:trace>
  <inkml:trace contextRef="#ctx0" brushRef="#br0" timeOffset="30043.773">15805 9899 0,'0'0'0,"0"0"0,0 0 16,0 0-16,0 0 15,77-5 1,-9 5 0,-68 0-16,0 0 0,0 0 0,0 0 0,17-1 15,-2 1-15,1-1 0,-16 1 0,13-2 0,0 2 0,1 0 16,-14 0-16,8 2 0,0-2 0,1 0 0</inkml:trace>
  <inkml:trace contextRef="#ctx0" brushRef="#br0" timeOffset="30217.675">15813 10151 0,'0'0'15,"0"0"-15,57-5 0,9-1 16,-2-3-16</inkml:trace>
  <inkml:trace contextRef="#ctx0" brushRef="#br0" timeOffset="31537.335">16603 9846 0,'0'0'0,"0"0"0,0 0 16,0 0-16,0 0 15,17-51 1,-7 21-16,-10 30 16,0 0-16,0 0 0,0 0 0,0 0 0,10-9 0,0 2 15,-1-2-15,-9 9 0,0 0 0,7-3 16,-2-2-16,1 3 0,-6 2 0,15-1 0,-1 1 16,-1 0-16,-13 0 0,9 1 0,-3-1 0,3 0 0,-9 0 0,14 10 0,-1-1 15,-1 0-15,-12-9 0,8 7 0,-1-1 0,-1-1 16,-6-5-16,-5 25 0,-1-1 0,1 0 0,5-24 0,-15 25 15,1 0-15,1 0 0,13-25 0,-11 12 0,5-1 16,-1 1-16,7-12 16,-22 17-16,3 0 0,-1-2 0,20-15 0,-11 10 15,-1-2-15,1 1 0,11-9 0,-16 12 0,1-2 0,-1 2 16,16-12-16,0 0 0,-9 6 0,2-1 0,0 0 16,7-5-16,-4 3 0,1-1 0,1 0 0,2-2 0,-1 1 15,0-1-15,0 1 0,1-1 0,3 9 0,-2 0 0,0 0 16,-1-9-16,3 5 0,-2 1 0,0-1 0,-1-5 15,20 5-15,1-1 0,0 1 0,-21-5 0,12 2 0,0 1 16,1-2-16,-13-1 0,29 2 0,0-2 0,0 0 0,-29 0 16,17 0-16,-1 0 0,-1 0 0,-15 0 0,27-8 15,-1 1-15,0-2 0</inkml:trace>
  <inkml:trace contextRef="#ctx0" brushRef="#br0" timeOffset="31918.225">17222 9764 0,'0'0'0,"0"0"0,0 0 0,0 0 16,0 0 0,-19 70-16,-9-4 15,28-66-15,0 0 0,0 0 16,-12 19-16,2 1 0,0 0 0,10-20 15,-5 17-15,-1 1 0,1 0 0,7-4 0,-2 0 0,0-1 0,0-13 0,5 13 16,0 0-16,-1 0 0,4-1 0,-1-3 0,0 2 16,4-3-16,-1-2 0,1 2 0,-11-8 15,13 3-15,-2-2 0,1 0 0,-12-1 0,17-4 0,1-1 16,-1 0-16,5-4 0,-1 1 0,-1 0 0,-20 8 16,19-13-16,0-3 0,-1 2 0,-18 14 0,17-19 15,-3 1-15,1-1 0,-15 19 0,10-20 0,-1 1 0,1-1 16,-8 0-16,0 0 0,0 0 0,-2 20 0,-6-18 15,3 1-15,-2 1 0,-6 1 0,1 0 0,-1 1 16,11 14-16,-17-11 0,-1 1 0,1 0 0,-7 5 0,2 2 16,0 0-16,22 3 0,-23 3 0,-1 0 0,0 2 15,1-1-15,1 2 0,-1-2 0,7-1 0,3-1 16,0 1-16,13-3 0</inkml:trace>
  <inkml:trace contextRef="#ctx0" brushRef="#br0" timeOffset="32413.673">15058 10737 0,'0'0'0,"0"0"16,0 0-16,7 57 0,-2 13 15,1 0 1,-3-7-16,-3-63 0,0 0 15,0 0-15,0 0 0,-2 24 0,1-1 0,0 0 0,1-23 16,-5 22-16,3-2 0,0-1 0,-4-1 0,1-2 16,0 0-16,5-16 0,-5 12 0,2 1 0,-1-1 0,4-12 15,-3 4-15,2 0 16,0 1-16</inkml:trace>
  <inkml:trace contextRef="#ctx0" brushRef="#br0" timeOffset="32700.385">15280 10864 0,'0'0'0,"0"0"16,0 0-16,0 0 15,0 0 1,-78 40-16,8-8 16,70-32-16,0 0 0,0 0 15,-18 7-15,0 0 0,1-1 0,17-6 16,-15 6-16,1 0 0,-1 0 0,15-6 0,-9 4 0,1 1 0,-1 1 15,4-1-15,1 2 0,0-1 0,4-6 0,0 8 16,0-1-16,0-1 0,0-6 16,6 9-16,0-1 0,1 0 0,7 3 0,0-2 15,-1 1-15,5 5 0,-1-1 0,1 0 0,-18-14 0,18 16 16,0-2-16,-1 0 0,-17-14 0,19 16 0,-2-2 0,-1 1 16,-16-15-16,17 16 0,-2-3 0,1 2 0,0-4 0,-1 0 0,-1-1 15</inkml:trace>
  <inkml:trace contextRef="#ctx0" brushRef="#br0" timeOffset="33076.766">15617 10900 0,'0'0'0,"0"0"16,0 0-16,52-17 15,3 15 1,-15 11-16,-10 15 16,-30-24-16,0 0 15,0 0-15,0 0 0,7 12 0,-1-2 0,1 0 16,-3 2-16,-1 1 16,0-1-16,-3-12 0,-1 16 0,0-3 0,0 1 0,1-14 0,-4 17 0,0-3 0,-1 1 15,-3 0-15,0-4 0,0 3 0,8-14 0,-11 12 0,2 0 0,-1-1 16,10-11-16,-11 10 15,0 1-15,0-1 0,1-3 0,2 1 0,0-2 0,8-6 0,-5 7 0,-1-2 16,1 0-16,5-5 0,-2 6 16,2 0-16,0 0 0,2-1 0,0-1 0,0 0 0,-2-4 0,6 4 0,-3 2 15,0-1-15,-3-5 0,12 2 0,0 0 0,-1 0 0,10-2 16,-1 0-16,1 0 0,-21 0 0,28-6 0,-2 3 16,-1 1-16,-25 2 0,29-7 0,-1 0 0,0 0 0</inkml:trace>
  <inkml:trace contextRef="#ctx0" brushRef="#br0" timeOffset="33247.809">16130 11082 0,'0'0'0,"0"0"0,0 0 0,0 0 15,68 7-15,9-11 16,-5-8-1,-72 12-15,0 0 0,0 0 0</inkml:trace>
  <inkml:trace contextRef="#ctx0" brushRef="#br0" timeOffset="33431.194">16221 11264 0,'0'0'0,"0"0"0,74 12 0,10-16 15,-2-15 1,-31 5-16</inkml:trace>
  <inkml:trace contextRef="#ctx0" brushRef="#br0" timeOffset="33806.508">16799 10832 0,'0'0'0,"0"0"16,0 0-16,0 0 16,-21 74-16,3-24 15,9-6 1,9-44-16,0 0 0,0 0 0,0 0 15,-3 10-15,2-1 0,0 0 0,-1-2 0,2-2 16,0 1-16,0-6 0,-1 3 0,0 1 0,0-2 0,1-2 0,1 1 0,0-1 16,0 0-16,5-3 0,-1 1 0,0-1 15,-5 3-15,10-2 0,-1 0 0,0 0 0,4 0 0,-1 2 16,0-1-16,-12 1 0,13 1 0,-1-1 0,1 2 16,-13-2-16,13 2 0,0 0 0,-1 0 0,2 6 0,-1-2 15,-1 1-15,-12-7 0,12 9 0,-1 2 0,0-2 16,-11-9-16,12 12 0,-2 0 0,0 1 0,-2 1 15,-3-1-15,0-1 0,-5-12 0,5 15 0,-1-1 16,0 1-16,-4-2 0,0-1 0,0-1 0,0-11 0,-5 14 16,0-4-16,0 3 0,-8-3 0,3 1 0,0-1 15,10-10-15,-17 7 0,3 1 0,-1-1 0,15-7 16,-19 3-16,0 0 0,0 0 0,-2-10 0,0 2 0,0-2 16</inkml:trace>
  <inkml:trace contextRef="#ctx0" brushRef="#br0" timeOffset="33973.634">16731 10872 0,'0'0'0,"0"0"16,60-18-16,14 1 15,2-3-15,4-7 16</inkml:trace>
  <inkml:trace contextRef="#ctx0" brushRef="#br0" timeOffset="34304.805">17359 10737 0,'0'0'0,"0"0"15,0 0-15,-25 64 0,5 1 16,7-9-16,5-2 15,12-2 1,-4-52-16,0 0 0,0 0 16,4 18-16,-2-2 0,0 0 0,-2-16 0,8 16 15,-2-1-15,3-2 0,3 0 0,0-1 0,-1 0 0,-11-12 16,15 8-16,1-1 0,-1 0 0,-15-7 0,18 2 16,1 1-16,-2 0 0,3-10 0,-3 1 0,1 2 0,-18 4 0,20-17 15,-3 2-15,1 0 0,-18 15 16,16-22-16,-1-2 0,-1 2 0,-7-1 0,1 1 0,-1 1 0,-7 21 15,2-23-15,-1 0 0,0 2 0,-1 21 0,-6-23 0,2 3 16,-1-1-16,-12 5 0,5 1 0,-2 0 0,14 15 0,-24-10 16,3 1-16,-1 1 0,-6 2 0,0 3 0,0-1 15,28 4-15,-32-2 0,0 2 0,0 0 0,32 0 16</inkml:trace>
  <inkml:trace contextRef="#ctx0" brushRef="#br0" timeOffset="34748.83">15217 11748 0,'0'0'16,"0"0"-16,0 0 0,2 74 16,-3 7-1,-1 3-15,0-3 16,2-81-16,0 0 0,0 0 16,0 0-16,-3 25 0,2-2 0,0 1 15,-1-3-15,0 0 0,0 0 16,0-3-16,2-2 0,0 2 0,0-18 0,2 11 0,-2 0 0,0-1 0,0-10 0,6 2 15,-1-2-15,0 1 0,3-8 0,-2 1 0,0-1 16</inkml:trace>
  <inkml:trace contextRef="#ctx0" brushRef="#br0" timeOffset="35028.577">15466 11909 0,'0'0'0,"0"0"0,0 0 0,0 0 16,-50 17-16,-10 1 15,5-4 1,55-14-16,0 0 0,0 0 16,-18 4-16,1 0 0,-1-2 0,18-2 15,-14 3-15,0-1 0,1 0 0,13-2 0,-10 3 0,-1-2 0,1 1 0,10-2 0,-7 2 16,1 1-16,0 0 0,4 1 0,2 0 0,0 0 16,0-4-1,7 8-15,-1-1 0,-1 0 0,-5-7 0,11 12 0,-2 0 16,1-1-16,5 6 0,-1-2 0,-1 0 0,-13-15 0,21 17 0,-3 0 15,0 0-15,-18-17 0,22 18 0,-2-1 0,1 1 0,2 0 0,-2 1 16,1-1-16,-22-18 16,18 14-16,-3-1 0,1 0 0,-4-3 15,1-2-15,-1 1 0</inkml:trace>
  <inkml:trace contextRef="#ctx0" brushRef="#br0" timeOffset="35491.509">15775 11812 0,'0'0'0,"55"-9"0,1 6 0,-15 13 16,-12 9-1,-15 6-15,-25 2 16,11-27-16,0 0 0,0 0 0,-9 8 0,1 0 16,-1 1-16,9-9 0,-10 8 0,0-3 15,-1 2-15,0-2 0,1 0 0,-1-1 0,11-4 0,-11 4 16,1 0-16,-1 1 0,4-3 0,2 1 0,-1-2 16,6-1-16,-3 3 0,1-1 0,0 0 0,2 1 0,0-1 15,0 0-15,0-2 0,7 5 0,0 0 0,0-3 16,1 2-16,-2-2 0,0 0 0,10 10 0,1-2 15,0 1-15,-17-11 0,18 14 0,-1 1 0,1-1 0,-1 2 16,-1 1-16,1-3 0,-17-14 0,12 14 16,-1-1-16,-1 1 0,-6-2 0,-2 1 0,2-1 15,-4-12-15,-4 12 0,2-3 0,-1 2 0,-7-1 0,1-2 0,1 1 16,8-9-16,-16 8 0,0-3 0,1 1 16,-4-2-16,1-1 0,1 1 0,17-4 0,-19 0 0,2 0 15,-1 0-15,3-5 0,1 3 0,1-2 0,13 4 0,-12-8 16,3 2-16,0-1 0,6-7 0,1 3 0,-1-1 15,3 12-15,0-8 0,0-1 0,0 2 0</inkml:trace>
  <inkml:trace contextRef="#ctx0" brushRef="#br0" timeOffset="35661.494">16428 11953 0,'0'0'0,"0"0"0,0 0 0,0 0 15,0 0-15,79-6 16,-1-1 0,-78 7-16,0 0 0,0 0 0,18-1 0,0-1 15,-1-1-15,-6 2 0,-3 1 0,0-1 0,-8 1 0</inkml:trace>
  <inkml:trace contextRef="#ctx0" brushRef="#br0" timeOffset="35819.977">16368 12264 0,'0'0'0,"0"0"0,0 0 0,64 6 0,14-12 16,11-10 0,-6-7-16</inkml:trace>
  <inkml:trace contextRef="#ctx0" brushRef="#br0" timeOffset="36287.305">17572 11760 0,'0'0'0,"0"0"16,0 0-16,-85 15 15,-2 4 1,20 3-16,17 1 16,50-23-16,0 0 0,0 0 0,0 0 15,-11 8-15,0 2 0,-1-2 0,5 3 0,1 0 16,0-1-16,6-10 0,-4 17 0,2-3 0,0-1 0,2-13 0,4 21 16,1 0-16,-1-1 15,9 2-15,-1-1 0,-1-1 0,-11-20 0,16 21 0,-1 1 0,-1-2 0,0 1 16,-1 0-16,1-1 0,-14-20 0,12 21 0,-1-1 0,1 0 15,-2-3 1,-2 0-16,1-1 0,-9-16 0,3 14 0,-1 0 0,0-1 16,-5-4-16,2-2 0,0 2 0,1-9 0,-10 3 0,2-1 0,0 2 0,8-4 15,-12-2-15,0 2 16,1-1-16,-4-3 0,2 0 0,-1 0 0,14 4 0,-15-7 16,2-1-16,-1 1 0,1-3 0,0 0 0,1 1 0,12 9 0,-8-11 0,-1 1 15,0 0-15,5-2 16,0 2-16,0-1 0,4 11 0,2-13 0,-1 1 0,0-1 0,-1 13 15,8-16-15,1 2 0,0-1 0,11-2 0,-2 2 16,1-2-16,-19 17 0,29-18 0,-2 2 0,0-1 16,4-2-16,-1 0 0,0 2 0,3-2 0,-1 0 0,0 1 15,-2-1-15,-2 1 0,0-1 0</inkml:trace>
  <inkml:trace contextRef="#ctx0" brushRef="#br0" timeOffset="36578.909">17862 11814 0,'0'0'0,"0"0"0,0 0 0,-34 45 15,-14 11 1,8 0-16,8-1 31,32-55-31,0 0 0,0 0 0,-7 18 0,2-2 16,0 1-16,5-17 0,-1 17 0,1 1 0,0-1 0,0-17 0,4 18 0,0-1 0,0 1 0,5-3 31,-1 2-31,1-3 0,-9-14 0,14 11 0,-1 1 16,-1-1-16,-12-11 0,17 6 0,-1 1 0,1-2 15,1-2-15,1-3 0,-1 1 0,-18-1 0,22-6 0,0 0 16,0 0-16,-2-7 0,-1 0 0,-1 0 0,-18 13 0,15-20 16,-2 2-16,1-3 0,-14 21 0,8-21 0,-1 1 15,1-2-15,-8 22 0,0-21 0,0-1 0,0 0 16,-9 1-16,2 0 0,0 1 0,7 20 0,-18-19 16,3 1-16,-1 1 0,16 17 0,-23-13 0,1-2 15,-1 2-15,0-2 0,2 0 0,-1 1 0</inkml:trace>
  <inkml:trace contextRef="#ctx0" brushRef="#br0" timeOffset="40344.615">16680 5248 0,'0'0'0,"0"0"0,0 0 16,0 0-16,0 0 15,0 0 1,0 0-16,0 0 16,0 0-16,0 0 0,0 0 0,0 0 0,0 0 0,0 0 15,0 0-15,0 0 0,0 0 0,0 0 0,3 3 16,0-1-16,-1 1 0,-2-3 0,3 3 0,-2-3 16,0 1-16,1 0 0,-2-1 0,0 0 0,0 0 15,8 5-15,-2-1 0,1-1 0,-7-3 0,5 3 16,-2-1-16,0 1 0,-3-3 0,12-3 0,-1 3 0,-1-3 15,-10 3-15,9-2 0,-3 1 0,0-1 0,-6 2 16,20-11-16,-3 1 0,1-1 0,-18 11 0,26-14 16,-3 1-16,1 1 0,-24 12 0,34-15 15,-2 0-15,0 1 0,-32 14 0,33-16 0,-1 3 0,1-2 16,-33 15-16,28-14 0,1-2 0,0 1 0,-29 15 0,14-9 16,-1 2-16,1-1 15,-14 8-15,18-12 0,0 2 0,-1-1 0,-17 11 0,11-6 0,-3-1 0,0 0 0</inkml:trace>
  <inkml:trace contextRef="#ctx0" brushRef="#br0" timeOffset="41927.99">17735 6348 0,'0'0'0,"0"0"0,0 0 0,0 0 16,62-31-16,-22 14 15,39-5 1,-79 22-16,0 0 0,0 0 0,0 0 0,30-6 16,-2 1-16,0 1 0,-28 4 0,30-4 0,-2 1 0,-1 0 15,-27 3-15,31-3 0,0 2 0,0-1 0,-31 2 16,32-1-16,0 1 0,-1 0 0,-31 0 0</inkml:trace>
  <inkml:trace contextRef="#ctx0" brushRef="#br0" timeOffset="43131.736">19657 5211 0,'0'0'0,"0"0"0,0 0 15,0 0-15,0 0 16,0 0-16,0 0 16,0 0-16,0 0 0,0 0 15,0 0-15,0 0 0,0 0 0,0 0 0,0 0 16,0 0-16,0 0 0,0 0 0,0 0 0,36-19 15,-3 0-15,0 1 0,5-3 0,-1 2 16,-37 19-16,36-18 0,-36 18 0,41-18 0,-4 0 0,2 2 16,0 0-16,0 1 0,-1-1 0</inkml:trace>
  <inkml:trace contextRef="#ctx0" brushRef="#br0" timeOffset="44021.06">18200 12062 0,'0'0'0,"0"0"0,0 0 15,0 0-15,0 0 16,0 0-16,0 0 16,0 0-16,0 0 0,0 0 0,0 0 15,0 0-15,0 0 0,0 0 0,0 0 0,0 0 16,0 0-16,0 0 0,4 2 0,0-2 0,0 0 0,0 1 15,-2 0-15,0-1 0,-2 0 0,22-8 16,-1 0-16,0-1 0,-21 9 0,35-23 0,-2 0 16,0 0-16,3-10 0,0 0 0,1-1 15</inkml:trace>
  <inkml:trace contextRef="#ctx0" brushRef="#br0" timeOffset="44808.524">20780 5389 0,'0'0'0,"0"0"0,0 0 16,0 0-16,0 0 16</inkml:trace>
  <inkml:trace contextRef="#ctx0" brushRef="#br0" timeOffset="45682.116">22220 5053 0,'0'0'0,"0"0"0,0 0 0,0 0 16,0 0-16,0 0 15,0 0-15,0 0 16,0 0-16,0 0 0,0 0 0,0 0 15,0 0-15,0 0 0,0 0 0,0 0 0,0 0 16,0 0-16,4 19 0,-2-2 0,0-1 0,1-5 0,-2 0 16,-1-2-16,0-9 0,3 6 0,-3-3 0,0 1 15,1-1-15,-1-2 0,0 0 0,0 0 0,0-1 16,0 0-16,0 0 0,0 0 0,0 0 0,0 0 0,0 0 16,0 0-16,0 0 0,0 0 0,10 0 0,1 1 15,-1-1-15,-4 3 0,1-3 16,-1 0-16,-6 0 0,13-6 0,0 1 0,-1-1 15,-5 4-15,0 0 0,1-2 0,-8 4 0,3-2 0,-1 2 0,0-1 0,17-14 16,-3-1-16,1 0 0,-17 16 16,11-9-16,-2 0 0,1 0 0,-10 9 0,21-25 0,-1-1 15,0 1-15,3-2 0,0 1 0,0 1 0,-23 25 16,26-25-16,-1 1 0,1 1 0,-12 11 0,-2 0 0,1 2 16</inkml:trace>
  <inkml:trace contextRef="#ctx0" brushRef="#br0" timeOffset="50769.515">16620 7224 0,'0'0'0,"0"0"15,0 0-15,0 0 16,0 0-1,0 0-15,58-5 16,-58 5-16,0 0 0,0 0 0,0 0 0,11-1 0,0 0 16,1 1-16,-12 0 0,5-1 15,-1 1-15,0 0 0,-4 0 0,17-2 0,-1 2 16,1-1-16,-17 1 0,9-2 0,0 2 0,1 0 0,-10 0 0,18 3 16,1-1-16,0-1 0,-8-1 0,-2 1 0,1 0 0,-10-1 15,29-1-15,-1 0 0,0 1 0,-28 0 0,33-3 16,-1 3-16,0-1 0,-32 1 0,18-2 0,-2 2 0,-1 0 15,-15 0-15,37 0 0,0 0 0,1 0 16,-38 0-16,38 0 0,0 0 0,-1 0 0,-37 0 0,53-1 16,-1 1-16,-1-1 0,-51 1 0,61 0 0,-2-2 0,0 2 15,-59 0-15,77-3 0,-2 2 0,1 1 0,1-2 16,1 2-16,-1 0 0,-77 0 0,62 0 0,-2 0 0,0 0 16,-6-1-16,-1 0 0,-1 1 0,-52 0 0,48-3 15,-1 1-15,1 0 0,-10-1 0,-1 0 0,1 1 16,-38 2-16,34-2 15,0-2-15,0 1 0,3 2 0,-2-2 0,0 1 16,-35 2-16,43-3 0,-3 0 0,0 0 0,6 2 16,-1-3-16,1 2 0,16-2 0,-1 2 0,0 0 15,-61 2-15,84-3 0,-1-1 0,0 2 0,-4 0 16,1 2-16,0-3 0,-80 3 0,71-1 0,-1 1 0,0-1 0,-4 0 16,-1 1-16,0 0 0,-65 0 0,62-1 0,1 1 15,-1-2-15,0 1 0,0-1 0,0 2 0,-62 0 0,59-2 0,0-1 0,-1 2 16,7-1-16,0 1 0,0-1 15,-6 1-15,0 0 0,0-1 0,-59 2 0,47 2 0,1-2 16,-1 0-16,-47 0 0,22 0 0,0 0 0,-1 0 0,6 2 0,-2-2 31,0 2-31</inkml:trace>
  <inkml:trace contextRef="#ctx0" brushRef="#br0" timeOffset="57763.871">24250 5284 0,'0'0'0,"0"0"0,0 0 0,0 0 16,0 0 0,0 0-16,0 0 15,-31-50-15,31 50 0,0 0 16,0 0-16,0 0 0,-7-11 0,1-1 0,0 3 16,6 9-16,-16-3 0,2 1 15,-1-1-15,6 1 0,2 2 0,-1 0 0,8 0 0,-14 5 0,1-1 16,-1-2-16,14-2 0,-7 4 0,0-2 0,0 0 15,-13 9-15,0 1 0,1-1 0,19-11 0,-24 14 0,1 0 16,0 1-16,23-15 0,-11 8 0,0-1 16,-1 0-16,-14 8 0,0 0 0,0 0 0,26-15 0,-27 20 15,0-3-15,-1 1 0,28-18 0,-12 10 0,-2-1 16,1 0-16,-15 12 0,2-1 0,0-1 0,26-19 0,-15 12 16,0-1-16,1 0 0,14-11 0,-17 27 0,3-2 15,-1 1-15,15-26 0,-8 14 0,1 1 0,0-1 16,-11 13-16,1 0 0,-1 0 0,18-27 0,-10 14 0,0 2 15,1-2-15,9-14 0,-17 28 0,1 0 0,-1-2 16,17-26-16,-10 15 0,2 1 0,0-1 0,-7 11 16,3 1-16,-1-1 0,13-26 0,-7 15 0,1 0 0,0-1 15,6-14-15,-12 28 0,2 1 0,0-1 0,10-28 16,-8 17-16,3-1 0,0-2 0,0 11 0,3 0 16,-1 0-16,3-25 0,3 28 0,-1-1 0,0 0 15,-2-27-15,2 14 0,0-2 0,0 1 0,-2-13 0,3 25 16,0-1-16,0 1 0,1-11 0,-3 0 0,0-1 15,-1-13-15,3 28 0,-1 0 0,0-2 16,-2-26-16,1 15 0,0 1 0,0-1 16,-1-15-16,9 23 0,1 0 0,-1-1 0,-4-9 0,0-1 0,0 0 15,-5-12-15,20 18 0,-2 0 0,-1 0 16,-17-18-16,11 10 0,-1 0 0,-1-1 0,-9-9 16,24 18-16,-2 0 0,-1 0 0,-7-10 0,-3 2 0,0-1 0,-11-9 15,23 15-15,-1-1 0,0-1 0,-22-13 0,13 8 0,-2-1 16,1 1-16,18-3 0,-1 2 0,2-2 15,-31-5-15,16 3 0,1 0 0,-1 0 0,-16-3 0,32-4 16,-1 1-16,0 1 0,-31 2 0,18-3 0,-2 2 16,1-2-16,16-5 0,-2 1 0,0 1 0,-31 6 0,19-5 15,-3 3-15,1-3 0,-17 5 0,32-13 0,0-1 16,0 1-16,-1-4 0,-2 2 0,0-1 0,-14 9 16,-2-2-16,1 0 15,-14 9-15,27-20 0,-1 1 0,0-2 0,-2-1 16,-1-1-16,0 0 0,-23 23 0,12-11 0,-2-1 0,1 1 15,11-16-15,-4 0 0,3 1 0,-10 9 0,0 3 16,-1-1-16,-10 15 0,19-31 0,-2 1 0,1 0 16,-5 0-16,-1 0 0,-1-1 0,-1 1 0,-1 1 0,-1-1 0,-8 30 0,6-30 0,-1 0 15,0 1-15,-2 1 16,1-2-16,-1 1 0,-1 0 0,-2-2 0,0 1 0,0 30 16,-3-32-16,2 0 0,0 1 0,-7-3 0,2 3 15,0-2-15,-7 1 0,-1 1 0,1 0 0,13 31 0,-21-27 0,2-3 16,1 2-16,-5 1 0,0 0 0,1-1 0,-8 1 15,1 2-15,0 0 0,29 25 0,-36-22 0,0 2 0,1-2 0,-6 5 16,0 1-16,-1 0 0,-5 2 0,1 2 16,0-3-16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48:40.61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12480 12344 0,'0'0'0,"0"0"15,-70-7-15,28 3 0,-61-4 16,47 5-1,-60-1-15,116 4 0,0 0 16,0 0-16,0 0 0,-43-2 0,3 2 16,0-1-16,40 1 0,-47-1 0,1 1 0,-1-2 0,47 2 15,-58 0-15,0 0 0,1-1 0,-6 2 0,-2-1 0,3 0 16,62 0-16,-62 0 0,0 2 0,0-1 0,62-1 16,-63 1-16,0-1 0,0 0 0,-9 2 0,2-2 15,-1 1-15,71-1 0,-70 0 0,0 0 0,0 0 0,-2 0 16,2 0-16,0 0 0,70 0 0,-72 0 0,5 0 15,-1 0-15,-3 0 0,1 0 0,1 0 0,69 0 16,-71 2-16,1-1 0,-1-1 0,-1 1 0,0-1 16,-1 2-16,73-2 0,-82 0 0,-1 2 0,0-1 0,-9 1 15,2-1-15,0 1 0,90-2 0,-92 1 0,0 1 16,0-1-16,6 1 0,1-2 0,0 1 0,85-1 16,-75-1-16,-1 1 0,1-2 0,9-1 0,1 2 0,1-1 15,64 2-15,-61-4 0,1 0 0,1 0 0,1 1 16,0-1-16,-1 0 0,59 4 0,-61-2 0,0-1 15,0 1-15,-7 1 0,1-1 0,-1 2 0,-9-1 16,1 1-16,1 0 0,75 0 0,-85-2 16,1 1-16,1 1 0,-11-1 0,1-1 0,0 2 0,93 0 0,-111 0 15,3 0-15,-1 0 0,-9 4 0,0-1 16,1 0-16,-6 2 0,1 0 0,0 0 0,122-5 16,-129 6-16,3 0 0,0-1 0,126-5 0,-147 7 0,2-2 15,-1 0-15</inkml:trace>
  <inkml:trace contextRef="#ctx0" brushRef="#br0" timeOffset="9945.096">14049 13591 0,'0'0'0,"0"0"0,0 0 0,0 0 15,0 0-15,0 0 16,0 0-16,0 0 16,0 0-16,0 0 15,0 0-15,0 0 0,0 0 0,0 0 0,0 0 0,0 0 16,0 0-16,0 0 0,0 0 0,-24 3 0,-2-1 0,2-1 16,24-1-1,-15 4-15,1-3 0,-1 0 0,15-1 0,-32 5 0,0-3 0,0 2 0,32-4 0,-34 2 16,0 2-16,-1-1 0,35-3 0,-34 2 0,-1 0 0,0-1 15,-4 2 1,2-3-16,0 2 0,37-2 0,-43 0 0,1 0 0,0 1 0,42-1 0,-47 0 0,0 0 16,-1 0-16,48 0 15,-63 0-15,1 0 0,0 0 0,-18 2 0,1-1 16,0 1-16,79-2 0,-83 2 0,0-2 0,0 2 16,5 0-16,1-1 0,1 0 0,3 1 0,1 0 0,0-1 15,72-1-15,-77 4 0,1-2 0,-1 0 0,77-2 16,-83 4-16,0-2 0,0 0 0,-3 1 0,1-2 0,-1 2 0,86-3 0,-84 2 15,0-1-15,1 1 16,3-2-16,3 1 0,-1-1 0,78 0 0,-75 0 0,1-1 0,1 1 0,3-3 16,-1 0-1,1 1-15,70 2 0,-63-3 0,1 0 0,0 1 0,2-3 0,2 4 0,0-4 0,58 5 16,-59-3-16,0-1 16,1 1-16,0-1 0,2-1 0,0 2 15,56 3-15,-51-6 0,1 2 0,-1-1 0,7 1 0,3 0 16,0-1-16,41 5 0,-36-5 0,2 1 0,0-1 15,16 2-15,2 1 0,-1 0 0,-2-8 0,1 2 0,-1-2 16,19 10-16,-11-7 0,1 3 0,1 0 0,9 4 16,-15-14-16,-1 3 0,1-1 0</inkml:trace>
  <inkml:trace contextRef="#ctx0" brushRef="#br0" timeOffset="17494.002">18514 16079 0,'0'0'0,"0"0"0,0 0 15,0 0-15,-58 16 16,24-6-16,-34 1 16,32-5-1,36-6-15,0 0 0,0 0 0,-28-2 0,0 1 16,0 0-16,28 1 0,-15 0 0,-1-1 0,1 1 0,15 0 15,-34-3-15,1 1 0,-1 1 0,-2 1 0,0 0 0,0 0 16,36 0-16,-38 0 16,-1 0-16,1 0 0,-3 1 0,3-1 0,-2 0 0,40 0 15,-43 1-15,0 0 0,-1 0 0,44-1 0,-65 2 0,1-1 0,0 2 0,-14-1 16,2-1-16,1 1 0,4 1 16,2-3-16,0 1 0,10 0 0,2-1 0,0 0 15,57 0-15,-49 0 0,3 0 0,-1 0 0,-3 0 0,-1 0 16,0 0-16,-4 2 0,1-2 0,0 0 0,-5 1 15,1-1-15,0 0 0,-10 1 0,2 0 0,0-1 0,66 0 16,-82 1-16,1 1 0,-1-1 0,-7 1 0,0-1 0,0 0 16,-2 2-16,0-2 0,0-1 0,12 0 0,-1 0 15,1 0-15,15-3 0,0 1 0,0-1 0,64 3 0,-53-4 16,2 1-16,1 0 0,2 0 0,0 0 0,1-1 16,-6 1-16,0 0 0,1 1 0,-10-1 15,-1 0-15,2 1 0,-11-2 16,1 3-16,0-1 0,-17-2 0,2 3 0,0-1 0,86 2 0,-96-2 0,1 1 0,-1 0 15,7 1-15,-1 0 0,0 0 0,10 1 0,-1 0 16,0 0-16,7 2 0,1-2 0,-1-1 0,-3 3 0,0-2 16,1 0-16,-11 1 0,2 0 15,0 0-15,85-2 0,-88 4 0,-1-3 0,0 2 0,1-1 32,1 1-32,0-2 0,6 2 0,1-1 0,0-1 0,7 1 0,1-1 15,-1-1-15,6 2 0,1-2 0,0 0 0,-2 1 0,1 0 0,-1-1 0,68 0 16,-68 0-16,1 2 0,0-2 0,4-2 0,1 2 15,0 0-15,5 0 0,4-1 0,-2 0 16,12-1-16,1-1 0,-1 2 0,8-2 0,1 1 0,0 1 0,34 1 16,-35-3-16,2 1 0,-2 2 0,-1-3 0,3 2 0,-1 1 15,16-2-15,1 1 0,0 1 0,-14-1 0,0 1 16,0 0-16,31 0 0,-18 0 0,1 0 0,1 0 16,-10 1-16,1 2 0,0-2 0,12 0 0,0 0 0,1 0 0,7 0 31,0-1-31,0 0 0,-13 2 0,2 0 0,1-1 15,15-1-15,-10 1 0,2 0 0,0 0 0,-9 1 0,-1-1 16,0-1-16,9 2 0,0-2 0,0 0 0,-7 3 16,2-2-16,-1 0 0,6-1 0,2 2 0,-1-2 15,-6 1-15,1 0 0,1 0 0,12-1 0,-7 0 16,0 0-16,-1 0 0,4 1 0,2-1 0,0 0 0,2 0 16,0 0-16,0 0 0</inkml:trace>
  <inkml:trace contextRef="#ctx0" brushRef="#br0" timeOffset="26333.9">3464 8229 0,'0'0'0,"0"0"0,0 0 0,0 0 16,68-16-16,-27 4 15,23 12 1,-64 0-16,0 0 0,0 0 0,0 0 0,13 0 0,-1 0 15,-1 0-15,-11 0 0,27 2 0,1-2 0,0 1 16,-28-1-16,31 3 0,0-3 0,0 3 0,-31-3 0,32 1 16,-2 2-16,0-1 0,-30-2 0,32 2 0,0 1 15,-2-2-15,-30-1 0,35 3 0,0-2 0,1 2 16,-36-3-16,54 3 0,-1-1 0,0 1 0,-53-3 0,58 1 16,-3 0-16,1-1 0,-5 2 0,1-2 15,-4 1-15,-48-1 0,49 0 0,-2 0 0,1 0 0,-3-1 16,3-1-16,-2 2 0,-46 0 0,64-1 0,-3 1 15,1 0-15,11-1 0,-1 0 0,-2 1 0,-70 0 0,70-1 16,-3 0-16,0 0 0,-6 0 16,-1 1-16,0 0 0,-60 0 0,54 1 0,-2 0 0,1 0 15,-1 1-15,-4-1 0,3 0 0,-51-1 0,57 2 0,1-1 0,-1 0 16,1 0-16,0-1 0,0 2 0,-58-2 16,59 1-16,-1-1 0,0 0 0,-1 0 0,-1 0 15,-1 0-15,-55 0 0,71-3 0,-4 3 0,2-1 0,16-1 16,-2 2-16,-2-2 0,-81 2 0,89-3 0,-3 1 0,0 0 15,-86 2-15,76 0 0,0 0 0,-1-1 0,-10 1 16,0 0-16,0 0 0,-65 0 0,55 1 0,0-1 16,0 1-16,-4 1 0,-1-2 15,0 0-15,-50 0 0,51-2 0,1 2 0,0 0 0,-4-1 0,-2 1 0,1 0 16,-47 0-16,51-1 0,-2 1 0,1-2 0,5 1 16,0-1-16,-1 2 0,-54 0 15,58-1-15,0 0 0,0 1 0,15-2 0,0 1 0,-1-2 0,-72 3 0,84 0 16,-2-1-16,-1 0 0,-81 1 0,79-3 0,-3 1 15,1 1-15,-8-2 0,0 3 16,0-1-16,-69 1 0,72-3 0,-3 3 0,0-2 0,0 2 0,-1-1 0,-1 0 16,-67 1-16,63-2 0,-2 2 0,0-1 0,2-1 15,-1 1-15,0 1 0,-62 0 16,67-1-16,0 0 0,0 1 0,-67 0 0,65-3 0,-3 3 0,0-2 16,-2 1-16,-3 1 0,1-1 0,-58 1 15,67-2-15,0 2 0,-1 0 0,-6-1 16,-1-1-16,0 2 0,-59 0 0,51 2 0,-1-2 0,1 0 0,-11 1 15,-2-1-15,0 0 0,-38 0 0,18 0 0,-1 0 0,1 0 16,12 0-16,-2 2 0,0-1 0,-28-1 0,16 1 0,-1-1 16,-1 0-16,4 0 0,-1 0 0,1 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765048"/>
            <a:ext cx="2895600" cy="6028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00" y="765048"/>
            <a:ext cx="2895600" cy="60289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227062"/>
            <a:ext cx="1165860" cy="6309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184" y="19303"/>
            <a:ext cx="7187565" cy="958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3352" y="1061724"/>
            <a:ext cx="7933055" cy="469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16746" y="6409039"/>
            <a:ext cx="178434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4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100"/>
              </a:spcBef>
            </a:pPr>
            <a:r>
              <a:rPr dirty="0"/>
              <a:t>Sugeno</a:t>
            </a:r>
            <a:r>
              <a:rPr spc="-45" dirty="0"/>
              <a:t> </a:t>
            </a:r>
            <a:r>
              <a:rPr dirty="0"/>
              <a:t>fuzzy</a:t>
            </a:r>
            <a:r>
              <a:rPr spc="-40" dirty="0"/>
              <a:t> </a:t>
            </a:r>
            <a:r>
              <a:rPr spc="-10" dirty="0"/>
              <a:t>inference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837170" cy="454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Mamdani-</a:t>
            </a:r>
            <a:r>
              <a:rPr sz="2800" dirty="0">
                <a:latin typeface="Times New Roman"/>
                <a:cs typeface="Times New Roman"/>
              </a:rPr>
              <a:t>style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inference: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centroid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two- </a:t>
            </a:r>
            <a:r>
              <a:rPr sz="2800" dirty="0">
                <a:latin typeface="Times New Roman"/>
                <a:cs typeface="Times New Roman"/>
              </a:rPr>
              <a:t>dimensional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shape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across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continuously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varying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computationally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efficient.</a:t>
            </a:r>
            <a:endParaRPr sz="2800">
              <a:latin typeface="Times New Roman"/>
              <a:cs typeface="Times New Roman"/>
            </a:endParaRPr>
          </a:p>
          <a:p>
            <a:pPr marL="355600" marR="447675" indent="-342900" algn="just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Michio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Sugeno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suggested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single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spike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b="1" dirty="0">
                <a:solidFill>
                  <a:srgbClr val="336699"/>
                </a:solidFill>
                <a:latin typeface="Times New Roman"/>
                <a:cs typeface="Times New Roman"/>
              </a:rPr>
              <a:t>singleton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rule </a:t>
            </a:r>
            <a:r>
              <a:rPr sz="2800" spc="-10" dirty="0">
                <a:latin typeface="Times New Roman"/>
                <a:cs typeface="Times New Roman"/>
              </a:rPr>
              <a:t>consequent.</a:t>
            </a:r>
            <a:endParaRPr sz="2800">
              <a:latin typeface="Times New Roman"/>
              <a:cs typeface="Times New Roman"/>
            </a:endParaRPr>
          </a:p>
          <a:p>
            <a:pPr marL="355600" marR="153035" indent="-342900" algn="just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2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fuzzy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</a:t>
            </a:r>
            <a:r>
              <a:rPr sz="2800" spc="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gleton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fuzzy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membership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function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5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unity</a:t>
            </a:r>
            <a:r>
              <a:rPr sz="2800" spc="-1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99"/>
                </a:solidFill>
                <a:latin typeface="Times New Roman"/>
                <a:cs typeface="Times New Roman"/>
              </a:rPr>
              <a:t>at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99"/>
                </a:solidFill>
                <a:latin typeface="Times New Roman"/>
                <a:cs typeface="Times New Roman"/>
              </a:rPr>
              <a:t>a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single</a:t>
            </a:r>
            <a:r>
              <a:rPr sz="2800" spc="-2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particular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99"/>
                </a:solidFill>
                <a:latin typeface="Times New Roman"/>
                <a:cs typeface="Times New Roman"/>
              </a:rPr>
              <a:t>point</a:t>
            </a:r>
            <a:r>
              <a:rPr sz="2800" spc="-3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on</a:t>
            </a:r>
            <a:r>
              <a:rPr sz="2800" spc="-10" dirty="0">
                <a:solidFill>
                  <a:srgbClr val="336699"/>
                </a:solidFill>
                <a:latin typeface="Times New Roman"/>
                <a:cs typeface="Times New Roman"/>
              </a:rPr>
              <a:t> the 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universe</a:t>
            </a:r>
            <a:r>
              <a:rPr sz="2800" spc="-2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of</a:t>
            </a:r>
            <a:r>
              <a:rPr sz="2800" spc="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discourse</a:t>
            </a:r>
            <a:r>
              <a:rPr sz="2800" spc="-3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and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336699"/>
                </a:solidFill>
                <a:latin typeface="Times New Roman"/>
                <a:cs typeface="Times New Roman"/>
              </a:rPr>
              <a:t>zero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99"/>
                </a:solidFill>
                <a:latin typeface="Times New Roman"/>
                <a:cs typeface="Times New Roman"/>
              </a:rPr>
              <a:t>everywhere</a:t>
            </a:r>
            <a:r>
              <a:rPr sz="2800" spc="-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99"/>
                </a:solidFill>
                <a:latin typeface="Times New Roman"/>
                <a:cs typeface="Times New Roman"/>
              </a:rPr>
              <a:t>else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0CD2FD-F7A1-4748-A009-E2B8753B8DFF}"/>
                  </a:ext>
                </a:extLst>
              </p14:cNvPr>
              <p14:cNvContentPartPr/>
              <p14:nvPr/>
            </p14:nvContentPartPr>
            <p14:xfrm>
              <a:off x="818640" y="3442680"/>
              <a:ext cx="6602400" cy="282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0CD2FD-F7A1-4748-A009-E2B8753B8D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280" y="3433320"/>
                <a:ext cx="6621120" cy="284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9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Sugeno</a:t>
            </a:r>
            <a:r>
              <a:rPr sz="4400" spc="-40" dirty="0"/>
              <a:t> </a:t>
            </a:r>
            <a:r>
              <a:rPr sz="4400" dirty="0"/>
              <a:t>fuzzy</a:t>
            </a:r>
            <a:r>
              <a:rPr sz="4400" spc="-45" dirty="0"/>
              <a:t> </a:t>
            </a:r>
            <a:r>
              <a:rPr sz="4400" dirty="0"/>
              <a:t>inference</a:t>
            </a:r>
            <a:r>
              <a:rPr sz="4400" spc="-45" dirty="0"/>
              <a:t> </a:t>
            </a:r>
            <a:r>
              <a:rPr sz="4400" spc="-10" dirty="0"/>
              <a:t>(cont.)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518400" cy="232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20" dirty="0">
                <a:latin typeface="Times New Roman"/>
                <a:cs typeface="Times New Roman"/>
              </a:rPr>
              <a:t>Sugeno-</a:t>
            </a:r>
            <a:r>
              <a:rPr sz="2800" dirty="0">
                <a:latin typeface="Times New Roman"/>
                <a:cs typeface="Times New Roman"/>
              </a:rPr>
              <a:t>style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inference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similar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Mamdani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method.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Sugeno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consequent.</a:t>
            </a:r>
            <a:endParaRPr sz="2800">
              <a:latin typeface="Times New Roman"/>
              <a:cs typeface="Times New Roman"/>
            </a:endParaRPr>
          </a:p>
          <a:p>
            <a:pPr marL="355600" marR="644525" indent="-342900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Instead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mathematical </a:t>
            </a: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352" y="3451377"/>
            <a:ext cx="97155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IF AND THEN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2405" y="3451377"/>
            <a:ext cx="1575435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(x,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y)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352" y="5073777"/>
            <a:ext cx="77838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z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linguistic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variables;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universe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discourses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Y, </a:t>
            </a:r>
            <a:r>
              <a:rPr sz="2800" dirty="0">
                <a:latin typeface="Times New Roman"/>
                <a:cs typeface="Times New Roman"/>
              </a:rPr>
              <a:t>respectively;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(x,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mathematical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9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Sugeno</a:t>
            </a:r>
            <a:r>
              <a:rPr sz="4400" spc="-40" dirty="0"/>
              <a:t> </a:t>
            </a:r>
            <a:r>
              <a:rPr sz="4400" dirty="0"/>
              <a:t>fuzzy</a:t>
            </a:r>
            <a:r>
              <a:rPr sz="4400" spc="-45" dirty="0"/>
              <a:t> </a:t>
            </a:r>
            <a:r>
              <a:rPr sz="4400" dirty="0"/>
              <a:t>inference</a:t>
            </a:r>
            <a:r>
              <a:rPr sz="4400" spc="-45" dirty="0"/>
              <a:t> </a:t>
            </a:r>
            <a:r>
              <a:rPr sz="4400" spc="-10" dirty="0"/>
              <a:t>(cont.)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6523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zero-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order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Sugeno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fuzzy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352" y="2000148"/>
            <a:ext cx="97155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IF AND THEN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2405" y="2000148"/>
            <a:ext cx="855344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352" y="3536721"/>
            <a:ext cx="7899400" cy="19888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constant.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constant.</a:t>
            </a:r>
            <a:endParaRPr sz="2800">
              <a:latin typeface="Times New Roman"/>
              <a:cs typeface="Times New Roman"/>
            </a:endParaRPr>
          </a:p>
          <a:p>
            <a:pPr marL="355600" marR="1619885" indent="-342900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consequent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represented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99"/>
                </a:solidFill>
                <a:latin typeface="Times New Roman"/>
                <a:cs typeface="Times New Roman"/>
              </a:rPr>
              <a:t>singleton</a:t>
            </a:r>
            <a:r>
              <a:rPr sz="2800" spc="-5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99"/>
                </a:solidFill>
                <a:latin typeface="Times New Roman"/>
                <a:cs typeface="Times New Roman"/>
              </a:rPr>
              <a:t>spikes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8" y="1126159"/>
            <a:ext cx="8112809" cy="51283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4" rIns="0" bIns="0" rtlCol="0">
            <a:spAutoFit/>
          </a:bodyPr>
          <a:lstStyle/>
          <a:p>
            <a:pPr marL="8369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Sugeno-</a:t>
            </a:r>
            <a:r>
              <a:rPr dirty="0"/>
              <a:t>style</a:t>
            </a:r>
            <a:r>
              <a:rPr spc="-35" dirty="0"/>
              <a:t> </a:t>
            </a:r>
            <a:r>
              <a:rPr dirty="0"/>
              <a:t>rule</a:t>
            </a:r>
            <a:r>
              <a:rPr spc="-35" dirty="0"/>
              <a:t> </a:t>
            </a:r>
            <a:r>
              <a:rPr spc="-10" dirty="0"/>
              <a:t>evaluation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797810" marR="5080" indent="-2763520">
              <a:lnSpc>
                <a:spcPct val="70000"/>
              </a:lnSpc>
              <a:spcBef>
                <a:spcPts val="1395"/>
              </a:spcBef>
            </a:pPr>
            <a:r>
              <a:rPr spc="-10" dirty="0"/>
              <a:t>Sugeno-</a:t>
            </a:r>
            <a:r>
              <a:rPr dirty="0"/>
              <a:t>style</a:t>
            </a:r>
            <a:r>
              <a:rPr spc="-60" dirty="0"/>
              <a:t> </a:t>
            </a:r>
            <a:r>
              <a:rPr spc="-10" dirty="0"/>
              <a:t>aggregation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rule </a:t>
            </a:r>
            <a:r>
              <a:rPr spc="-10" dirty="0"/>
              <a:t>outputs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86939"/>
            <a:ext cx="9144000" cy="24841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A6A581-8921-486C-A66A-4F66E3EA30DE}"/>
                  </a:ext>
                </a:extLst>
              </p14:cNvPr>
              <p14:cNvContentPartPr/>
              <p14:nvPr/>
            </p14:nvContentPartPr>
            <p14:xfrm>
              <a:off x="6749280" y="2966760"/>
              <a:ext cx="1743840" cy="52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A6A581-8921-486C-A66A-4F66E3EA3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9920" y="2957400"/>
                <a:ext cx="1762560" cy="54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352" y="1145539"/>
            <a:ext cx="44005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Weighted</a:t>
            </a:r>
            <a:r>
              <a:rPr sz="3200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average</a:t>
            </a:r>
            <a:r>
              <a:rPr sz="3200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(WA):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352" y="2744469"/>
            <a:ext cx="4442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Sugeno-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style</a:t>
            </a:r>
            <a:r>
              <a:rPr sz="28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defuzzification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844039"/>
            <a:ext cx="8065008" cy="746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5522" y="3771825"/>
            <a:ext cx="3188260" cy="26084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473" y="6368838"/>
            <a:ext cx="1149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spc="-50" dirty="0">
                <a:solidFill>
                  <a:srgbClr val="FF9966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9C46E7-ED3B-4A2E-B510-832E6294FBA7}"/>
                  </a:ext>
                </a:extLst>
              </p14:cNvPr>
              <p14:cNvContentPartPr/>
              <p14:nvPr/>
            </p14:nvContentPartPr>
            <p14:xfrm>
              <a:off x="2105640" y="1726920"/>
              <a:ext cx="6782400" cy="2729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9C46E7-ED3B-4A2E-B510-832E6294FB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6280" y="1717560"/>
                <a:ext cx="6801120" cy="27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4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dirty="0"/>
              <a:t>Mamdani</a:t>
            </a:r>
            <a:r>
              <a:rPr spc="-20" dirty="0"/>
              <a:t> </a:t>
            </a:r>
            <a:r>
              <a:rPr dirty="0"/>
              <a:t>or</a:t>
            </a:r>
            <a:r>
              <a:rPr spc="-80" dirty="0"/>
              <a:t> </a:t>
            </a:r>
            <a:r>
              <a:rPr spc="-10" dirty="0"/>
              <a:t>Sugeno?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/>
              <a:t>Mamdani</a:t>
            </a:r>
            <a:r>
              <a:rPr spc="-15" dirty="0"/>
              <a:t> </a:t>
            </a:r>
            <a:r>
              <a:rPr spc="-10" dirty="0"/>
              <a:t>method</a:t>
            </a:r>
          </a:p>
          <a:p>
            <a:pPr marL="756285" lvl="1" indent="-286385">
              <a:lnSpc>
                <a:spcPct val="100000"/>
              </a:lnSpc>
              <a:spcBef>
                <a:spcPts val="63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Widely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accepted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capturing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expert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knowledge.</a:t>
            </a:r>
            <a:endParaRPr sz="2600">
              <a:latin typeface="Times New Roman"/>
              <a:cs typeface="Times New Roman"/>
            </a:endParaRPr>
          </a:p>
          <a:p>
            <a:pPr marL="756285" marR="182880" lvl="1" indent="-287020">
              <a:lnSpc>
                <a:spcPct val="100000"/>
              </a:lnSpc>
              <a:spcBef>
                <a:spcPts val="62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Allows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description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expertise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10" dirty="0">
                <a:latin typeface="Times New Roman"/>
                <a:cs typeface="Times New Roman"/>
              </a:rPr>
              <a:t> intuitive,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human-</a:t>
            </a:r>
            <a:r>
              <a:rPr sz="2600" dirty="0">
                <a:latin typeface="Times New Roman"/>
                <a:cs typeface="Times New Roman"/>
              </a:rPr>
              <a:t>like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manner.</a:t>
            </a:r>
            <a:endParaRPr sz="2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2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Entails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substantial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computational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burden.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/>
              <a:t>Sugeno</a:t>
            </a:r>
            <a:r>
              <a:rPr spc="-90" dirty="0"/>
              <a:t> </a:t>
            </a:r>
            <a:r>
              <a:rPr spc="-10" dirty="0"/>
              <a:t>method</a:t>
            </a:r>
          </a:p>
          <a:p>
            <a:pPr marL="756285" lvl="1" indent="-286385">
              <a:lnSpc>
                <a:spcPct val="100000"/>
              </a:lnSpc>
              <a:spcBef>
                <a:spcPts val="630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Computationally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effective</a:t>
            </a:r>
            <a:endParaRPr sz="2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2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spc="-20" dirty="0">
                <a:latin typeface="Times New Roman"/>
                <a:cs typeface="Times New Roman"/>
              </a:rPr>
              <a:t>Works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well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optimisation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adaptive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techniques</a:t>
            </a:r>
            <a:endParaRPr sz="2600">
              <a:latin typeface="Times New Roman"/>
              <a:cs typeface="Times New Roman"/>
            </a:endParaRPr>
          </a:p>
          <a:p>
            <a:pPr marL="756285" marR="1292860" lvl="1" indent="-287020">
              <a:lnSpc>
                <a:spcPct val="100000"/>
              </a:lnSpc>
              <a:spcBef>
                <a:spcPts val="62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Makes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very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attractive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control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problems, </a:t>
            </a:r>
            <a:r>
              <a:rPr sz="2600" dirty="0">
                <a:latin typeface="Times New Roman"/>
                <a:cs typeface="Times New Roman"/>
              </a:rPr>
              <a:t>particularly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dynamic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nonlinear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2146" y="6389623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9966"/>
                </a:solidFill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37B9C6-7EC5-411B-87AA-356D32E8DAA4}"/>
                  </a:ext>
                </a:extLst>
              </p14:cNvPr>
              <p14:cNvContentPartPr/>
              <p14:nvPr/>
            </p14:nvContentPartPr>
            <p14:xfrm>
              <a:off x="1247040" y="2944440"/>
              <a:ext cx="5418360" cy="286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37B9C6-7EC5-411B-87AA-356D32E8DA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7680" y="2935080"/>
                <a:ext cx="5437080" cy="28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DF73-49D3-4B83-8C85-5318D858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84" y="19303"/>
            <a:ext cx="7187565" cy="553998"/>
          </a:xfrm>
        </p:spPr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0F697E-9B41-4FB9-96DB-43BCF4CA19F2}"/>
              </a:ext>
            </a:extLst>
          </p:cNvPr>
          <p:cNvSpPr/>
          <p:nvPr/>
        </p:nvSpPr>
        <p:spPr>
          <a:xfrm>
            <a:off x="304800" y="9906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Design a  </a:t>
            </a:r>
            <a:r>
              <a:rPr lang="en-US" b="1" dirty="0" err="1"/>
              <a:t>Sugeno</a:t>
            </a:r>
            <a:r>
              <a:rPr lang="en-US" b="1" dirty="0"/>
              <a:t>-style fuzzy inference system to adjust fan speed based on Room Temperature and Relative Humidity.</a:t>
            </a:r>
            <a:r>
              <a:rPr lang="en-US" dirty="0"/>
              <a:t> 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Universes of discourse: Temperature (°C): 0–40; Humidity (%): 0–100; Fan Speed (% of maximum): 0–100.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Input fuzzy sets. </a:t>
            </a:r>
          </a:p>
          <a:p>
            <a:pPr rtl="0"/>
            <a:r>
              <a:rPr lang="en-US" dirty="0"/>
              <a:t>Trapezoid is trap[a, b, c, d]: membership rises from 0 at a to 1 at b, stays 1 until c, and falls to 0 at d. </a:t>
            </a:r>
          </a:p>
          <a:p>
            <a:pPr rtl="0"/>
            <a:r>
              <a:rPr lang="en-US" dirty="0"/>
              <a:t>Triangle is tri[a, b, c]: membership is 0 at a, 1 at b and 0 at 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8E86B-0114-4BC5-99DB-72DDDD0E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62228"/>
            <a:ext cx="6234342" cy="26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6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1E41-53BA-4F42-886B-43ED4183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B7C34-0760-40CD-8473-FEF49ECD8EAE}"/>
              </a:ext>
            </a:extLst>
          </p:cNvPr>
          <p:cNvSpPr/>
          <p:nvPr/>
        </p:nvSpPr>
        <p:spPr>
          <a:xfrm>
            <a:off x="304800" y="1219200"/>
            <a:ext cx="8610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Output (fuzzy singletons):</a:t>
            </a:r>
            <a:r>
              <a:rPr lang="en-US" dirty="0"/>
              <a:t> Low = 10, Medium = 50, High = 90.</a:t>
            </a:r>
          </a:p>
          <a:p>
            <a:pPr rtl="0"/>
            <a:r>
              <a:rPr lang="en-US" b="1" dirty="0"/>
              <a:t>Rule base:</a:t>
            </a:r>
            <a:endParaRPr lang="en-US" dirty="0"/>
          </a:p>
          <a:p>
            <a:pPr rtl="0">
              <a:buFont typeface="+mj-lt"/>
              <a:buAutoNum type="arabicPeriod"/>
            </a:pPr>
            <a:r>
              <a:rPr lang="en-US" dirty="0"/>
              <a:t>IF Temperature is Cool AND Humidity is Dry THEN Fan Speed is Low</a:t>
            </a:r>
          </a:p>
          <a:p>
            <a:pPr rtl="0">
              <a:buFont typeface="+mj-lt"/>
              <a:buAutoNum type="arabicPeriod"/>
            </a:pPr>
            <a:r>
              <a:rPr lang="en-US" dirty="0"/>
              <a:t>IF Temperature is Warm AND Humidity is Normal THEN Fan Speed is Medium</a:t>
            </a:r>
          </a:p>
          <a:p>
            <a:pPr rtl="0">
              <a:buFont typeface="+mj-lt"/>
              <a:buAutoNum type="arabicPeriod"/>
            </a:pPr>
            <a:r>
              <a:rPr lang="en-US" dirty="0"/>
              <a:t>IF Temperature is Hot AND Humidity is Humid THEN Fan Speed is High</a:t>
            </a:r>
          </a:p>
          <a:p>
            <a:pPr rtl="0">
              <a:buFont typeface="+mj-lt"/>
              <a:buAutoNum type="arabicPeriod"/>
            </a:pPr>
            <a:r>
              <a:rPr lang="en-US" dirty="0"/>
              <a:t>IF Temperature is Hot AND Humidity is Dry THEN Fan Speed is Medium</a:t>
            </a:r>
          </a:p>
          <a:p>
            <a:pPr rtl="0">
              <a:buFont typeface="+mj-lt"/>
              <a:buAutoNum type="arabicPeriod"/>
            </a:pPr>
            <a:r>
              <a:rPr lang="en-US" dirty="0"/>
              <a:t>IF Temperature is Cool AND Humidity is Humid THEN Fan Speed is Medium</a:t>
            </a:r>
          </a:p>
          <a:p>
            <a:pPr rtl="0">
              <a:buFont typeface="+mj-lt"/>
              <a:buAutoNum type="arabicPeriod"/>
            </a:pPr>
            <a:endParaRPr lang="en-US" dirty="0"/>
          </a:p>
          <a:p>
            <a:pPr rtl="0"/>
            <a:r>
              <a:rPr lang="en-US" dirty="0"/>
              <a:t>For </a:t>
            </a:r>
            <a:r>
              <a:rPr lang="en-US" b="1" dirty="0"/>
              <a:t>Temperature = 31 °C</a:t>
            </a:r>
            <a:r>
              <a:rPr lang="en-US" dirty="0"/>
              <a:t> and </a:t>
            </a:r>
            <a:r>
              <a:rPr lang="en-US" b="1" dirty="0"/>
              <a:t>Humidity = 70 %</a:t>
            </a:r>
            <a:r>
              <a:rPr lang="en-US" dirty="0"/>
              <a:t>: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(a) </a:t>
            </a:r>
            <a:r>
              <a:rPr lang="en-US" dirty="0" err="1"/>
              <a:t>Fuzzify</a:t>
            </a:r>
            <a:r>
              <a:rPr lang="en-US" dirty="0"/>
              <a:t> both inputs, sketching the membership functions and marking the readings. </a:t>
            </a:r>
            <a:br>
              <a:rPr lang="en-US" dirty="0"/>
            </a:br>
            <a:r>
              <a:rPr lang="en-US" dirty="0"/>
              <a:t>(b) Compute the firing strength of each rule, using min for AND.</a:t>
            </a:r>
            <a:br>
              <a:rPr lang="en-US" dirty="0"/>
            </a:br>
            <a:r>
              <a:rPr lang="en-US" dirty="0"/>
              <a:t>(c) Sketch the aggregated singleton output and compute the crisp fan speed by the weighted-average method. </a:t>
            </a:r>
          </a:p>
        </p:txBody>
      </p:sp>
    </p:spTree>
    <p:extLst>
      <p:ext uri="{BB962C8B-B14F-4D97-AF65-F5344CB8AC3E}">
        <p14:creationId xmlns:p14="http://schemas.microsoft.com/office/powerpoint/2010/main" val="3967951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567</Words>
  <Application>Microsoft Office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Office Theme</vt:lpstr>
      <vt:lpstr>Sugeno fuzzy inference</vt:lpstr>
      <vt:lpstr>Sugeno fuzzy inference (cont.)</vt:lpstr>
      <vt:lpstr>Sugeno fuzzy inference (cont.)</vt:lpstr>
      <vt:lpstr>Sugeno-style rule evaluation</vt:lpstr>
      <vt:lpstr>Sugeno-style aggregation of the rule outputs</vt:lpstr>
      <vt:lpstr>PowerPoint Presentation</vt:lpstr>
      <vt:lpstr>Mamdani or Sugeno?</vt:lpstr>
      <vt:lpstr>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سيستمهاي اطلاعات مديريت</dc:title>
  <dc:creator>Mohsen Kahani</dc:creator>
  <cp:lastModifiedBy>IIITKOTTAYAM</cp:lastModifiedBy>
  <cp:revision>5</cp:revision>
  <dcterms:created xsi:type="dcterms:W3CDTF">2025-10-22T02:01:05Z</dcterms:created>
  <dcterms:modified xsi:type="dcterms:W3CDTF">2026-10-07T04:45:18Z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2025-10-22T00:00:00Z</vt:filetime>
  </property>
  <property fmtid="{D5CDD505-2E9C-101B-9397-08002B2CF9AE}" pid="5" name="Producer">
    <vt:lpwstr>Microsoft® PowerPoint® 2016</vt:lpwstr>
  </property>
</Properties>
</file>