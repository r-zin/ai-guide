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1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2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notesSlides/notesSlide3.xml" ContentType="application/vnd.openxmlformats-officedocument.presentationml.notesSlide+xml"/>
  <Override PartName="/ppt/ink/ink19.xml" ContentType="application/inkml+xml"/>
  <Override PartName="/ppt/notesSlides/notesSlide4.xml" ContentType="application/vnd.openxmlformats-officedocument.presentationml.notesSlide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notesSlides/notesSlide5.xml" ContentType="application/vnd.openxmlformats-officedocument.presentationml.notesSlide+xml"/>
  <Override PartName="/ppt/ink/ink26.xml" ContentType="application/inkml+xml"/>
  <Override PartName="/ppt/ink/ink27.xml" ContentType="application/inkml+xml"/>
  <Override PartName="/ppt/notesSlides/notesSlide6.xml" ContentType="application/vnd.openxmlformats-officedocument.presentationml.notesSlide+xml"/>
  <Override PartName="/ppt/ink/ink28.xml" ContentType="application/inkml+xml"/>
  <Override PartName="/ppt/notesSlides/notesSlide7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8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2"/>
  </p:notesMasterIdLst>
  <p:sldIdLst>
    <p:sldId id="256" r:id="rId2"/>
    <p:sldId id="257" r:id="rId3"/>
    <p:sldId id="258" r:id="rId4"/>
    <p:sldId id="276" r:id="rId5"/>
    <p:sldId id="259" r:id="rId6"/>
    <p:sldId id="278" r:id="rId7"/>
    <p:sldId id="260" r:id="rId8"/>
    <p:sldId id="261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79" r:id="rId17"/>
    <p:sldId id="262" r:id="rId18"/>
    <p:sldId id="288" r:id="rId19"/>
    <p:sldId id="287" r:id="rId20"/>
    <p:sldId id="289" r:id="rId21"/>
    <p:sldId id="263" r:id="rId22"/>
    <p:sldId id="291" r:id="rId23"/>
    <p:sldId id="292" r:id="rId24"/>
    <p:sldId id="277" r:id="rId25"/>
    <p:sldId id="264" r:id="rId26"/>
    <p:sldId id="293" r:id="rId27"/>
    <p:sldId id="265" r:id="rId28"/>
    <p:sldId id="313" r:id="rId29"/>
    <p:sldId id="266" r:id="rId30"/>
    <p:sldId id="296" r:id="rId31"/>
    <p:sldId id="299" r:id="rId32"/>
    <p:sldId id="304" r:id="rId33"/>
    <p:sldId id="306" r:id="rId34"/>
    <p:sldId id="305" r:id="rId35"/>
    <p:sldId id="307" r:id="rId36"/>
    <p:sldId id="308" r:id="rId37"/>
    <p:sldId id="269" r:id="rId38"/>
    <p:sldId id="317" r:id="rId39"/>
    <p:sldId id="353" r:id="rId40"/>
    <p:sldId id="318" r:id="rId41"/>
    <p:sldId id="319" r:id="rId42"/>
    <p:sldId id="320" r:id="rId43"/>
    <p:sldId id="321" r:id="rId44"/>
    <p:sldId id="322" r:id="rId45"/>
    <p:sldId id="354" r:id="rId46"/>
    <p:sldId id="323" r:id="rId47"/>
    <p:sldId id="324" r:id="rId48"/>
    <p:sldId id="325" r:id="rId49"/>
    <p:sldId id="326" r:id="rId50"/>
    <p:sldId id="327" r:id="rId51"/>
    <p:sldId id="328" r:id="rId52"/>
    <p:sldId id="329" r:id="rId53"/>
    <p:sldId id="330" r:id="rId54"/>
    <p:sldId id="331" r:id="rId55"/>
    <p:sldId id="339" r:id="rId56"/>
    <p:sldId id="340" r:id="rId57"/>
    <p:sldId id="341" r:id="rId58"/>
    <p:sldId id="342" r:id="rId59"/>
    <p:sldId id="355" r:id="rId60"/>
    <p:sldId id="344" r:id="rId61"/>
    <p:sldId id="345" r:id="rId62"/>
    <p:sldId id="295" r:id="rId63"/>
    <p:sldId id="351" r:id="rId64"/>
    <p:sldId id="352" r:id="rId65"/>
    <p:sldId id="356" r:id="rId66"/>
    <p:sldId id="357" r:id="rId67"/>
    <p:sldId id="358" r:id="rId68"/>
    <p:sldId id="359" r:id="rId69"/>
    <p:sldId id="360" r:id="rId70"/>
    <p:sldId id="275" r:id="rId7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1" autoAdjust="0"/>
    <p:restoredTop sz="94660"/>
  </p:normalViewPr>
  <p:slideViewPr>
    <p:cSldViewPr>
      <p:cViewPr varScale="1">
        <p:scale>
          <a:sx n="85" d="100"/>
          <a:sy n="85" d="100"/>
        </p:scale>
        <p:origin x="1224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6:50:08.33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19625 7594 0,'0'0'0,"0"0"0,0 0 0,0 0 15,0 0-15,0 0 16,0 0 0,0 0-16,0 0 0,0 0 0,0 0 15,0 0-15,28-13 0,-2-1 0,0 1 0,-26 13 16,16-7-16,0-1 0,-1 1 16,-15 7-16,32 2 0,-3 0 15,1 0-15,-30-2 0,17 3 0,0-2 0,-1 3 16,-16-4-16,36 3 0,0-2 0,1 2 0,-37-3 0,41 1 0,-1 1 0,1-1 0,-41-1 15,41 1-15,-2-1 0,0 0 0,2-1 0,-3 1 16,0-1-16,-38 1 0,38-3 0,1 3 0,-1-2 0,-38 2 16,40-1-16,0 1 0,-1-1 0,-39 1 0,37-2 15,0-1-15,0 1 0,-37 2 0,46 0 0,-3 0 16,1 0-16,-44 0 0,22 0 0,0 0 16,0 0-16,-22 0 0,41 7 0,-2-5 0,3 1 15,-42-3 1,38 6-16,-2 0 0,0-1 0,-18-2 0,0 0 15,-1-1-15,-17-2 0,25 0 0,0 0 0,0 0 16</inkml:trace>
  <inkml:trace contextRef="#ctx0" brushRef="#br0" timeOffset="1105.011">4382 8732 0,'0'0'0,"0"0"15,0 0-15,0 0 16,0 0-16,0 0 15,76-13 1,-76 13-16,0 0 0,0 0 0,15-4 16,1 2-16,-1-2 15,-15 4-15,37-4 0,-37 4 0,34-4 0,0 3 16,-34 1-16,40-5 0,-2 3 0,1-1 0,-39 3 0,41-5 0,-2 1 0,0-1 0,3 1 0,-1 0 0,0-1 16,-41 5-16,54-6 0,-1 2 0,-2 0 15,-51 4-15,59-6 0,-1 2 0,1 1 0,-59 3 16,48-1-16,-2-1 0,1 1 0,-3-2 0,-1 2 15,-1-1-15</inkml:trace>
  <inkml:trace contextRef="#ctx0" brushRef="#br0" timeOffset="1610.288">7175 8745 0,'0'0'0,"0"0"0,0 0 16,0 0-16,0 0 15,111-5 1,10 3-16,-121 2 16,0 0-16,0 0 0,0 0 0,40-1 15,0 1-15,1 0 0,2 0 0,-2 1 0,1-1 0,-42 0 16,48 0-16,1 0 0,-1 0 0,-48 0 16,71 0-16,-3 0 0,0 0 15,20 2-15,0-1 0,0-1 16,-88 0-16,95 2 0,-2-1 0,0-1 15,12 1-15,0-1 0,-1 0 0</inkml:trace>
  <inkml:trace contextRef="#ctx0" brushRef="#br0" timeOffset="2603.201">11606 8591 0,'0'0'0,"0"0"0,0 0 16,0 0-16,0 0 16,108-9-1,5 6 1,-113 3-16,0 0 0,0 0 0,0 0 0,34 3 0,0-1 16,0 0-16,-34-2 0,36 8 0,-3-1 0,0-1 15,-33-6-15,39 7 0,0 0 0,1-2 0,7 4 16,1-3-16,-1 0 0,-47-6 0,53 7 0,-2-1 15,-1 0-15,6-1 0,-2 0 0,0 0 0,-54-5 0,61 4 16,-1-1-16,1 0 0,1-1 0,-2-2 0,0 1 16,-60-1-16,62 3 0,0 0 0,0-2 0,-62-1 15,68 4-15,-1-2 0,0 1 0,5 2 0,1-2 16,-1 1-16,-72-4 0,75 4 0,-1 0 0,-1-1 0,-73-3 16,76 5-16,-2 0 0,1-1 0,16 0 15,0 1-15,0-1 0,-91-4 0,92 4 0,0 1 0,0-2 16,-11 1-16,-1-1 0,-1 0 0,-79-3 0,71 5 15,0-2-15,-1 1 0,-70-4 0,70 2 16,-1 1-16,-1 1 16,-68-4-16,64 2 0,-2 0 0,0 1 15,-4 0-15,-1-2 0,-1 2 0,-56-3 0,51 1 0,-1 0 0,-1 1 0,-7 1 0,-3-3 16,0 1-16,-39-1 0,20 1 0,-3-1 0,1 0 0,-18 0 0,26 0 16,-2 0-16,-1 0 0,-8 0 0,-3 0 15,1 0-15,-13 0 0,16 0 0,2 0 0,-2 0 0,-16 0 16,10-1-16,-2 1 0,2 0 0,-6 0 0,-1 0 15,1 0-15,-4 0 0</inkml:trace>
  <inkml:trace contextRef="#ctx0" brushRef="#br0" timeOffset="13959.694">7812 11243 0,'0'0'0,"0"0"15,55 4-15,-21-1 16,39 3 0,-33-3-16,83 9 15,-123-12-15,0 0 0,0 0 16,0 0-16,38 5 0,-1-1 0,0 0 16,-37-4-16,19 3 0,-2-1 15,1 0-15,-18-2 0,26 6 0,-1 0 16,1 0-16,-26-6 0,32 9 0,0-4 15,-1 3-15,10-2 0,-4-1 16,2 0-16,-39-5 0,42 4 0,2 2 16,-2-1-16,-42-5 15,46 4-15,-3 1 0,1-1 0,5-1 0,-1 1 16,-1-2-16,-47-2 16,52 3-16,-1-1 0,-1-1 0,-50-1 15,51 2-15,0-1 0,-1-1 0,1 1 0,-2 0 16,1 0-16,-50-1 0,70 2 0,0 0 0,-1-1 0,5 3 0,0-1 15,-1 1-15,-73-4 0,67 3 0,-1 1 0,0-1 0,-7 1 16,-1-2-16,0 2 0,-58-4 0,52 3 0,0 1 0,0 0 16,10 0-16,-2 0 0,0 1 0,-60-5 0,74 6 0,-1 0 0,0 1 15,3 0-15,-3-2 0,0 2 0,-73-7 0,78 7 0,-2-1 0,1 1 0,-77-7 0,89 5 16,-2 1-16,-1 1 0,0 0 0,0-3 0,0 0 0,-86-4 0,74 4 16,1-1-16,-1-1 0,-10-1 0,-2 0 15,0-1-15,-62 0 0,55-2 0,-2 2 0,-1 0 0,1-3 0,-2 1 0,-1 1 16,-50 1-16,58-3 0,0 3 0,0-1 0,13-1 0,1 1 0,-1 0 0,-71 1 0,82-2 0,-3 1 15,1-1-15,5 0 0,-1 1 0,1 1 0,-85 0 16,88 0-16,-2 0 0,-1 0 0,-85 0 0,83 1 16,-2 1-16,-1 0 0,-80-2 0,83 0 0,0 1 15,-1 1-15,6-1 0,0 2 0,0-2 0,-88-1 0,89 3 16,-2-2-16,0 1 0,7 1 0,-2-1 0,0 1 16,-92-3-16,92 3 0,-1-2 0,-1 1 0,-12-1 0,0-1 15,0 1-15,-78-1 0,60-1 0,0 0 0,0 0 16</inkml:trace>
  <inkml:trace contextRef="#ctx0" brushRef="#br0" timeOffset="24023.305">2868 13841 0,'0'0'0,"0"0"0,0 0 16,0 0-16,0 0 16,0 0-16,0 0 15,0 0-15,0 0 16,0 0-16,0 0 0,0 0 0,0 0 15,0 0-15,0 0 0,0 0 0,0 0 0,0 0 0,-9 0 0,2 0 16,-1-1-16,4 0 0,-2 1 0,1 0 0,3 0 16,0 0-16,0 0 0,2 0 0,-2 0 15,2 0-15,0 0 0,0 0 0,0 0 0,0 0 0,0 0 16,0 0-16,0 0 0,0 0 0,0 0 0,0 0 16,0 0-16,0 0 0,0 0 0,0 0 0,0 0 15,0 0-15,0 0 0,0 0 0,13 2 0,1 0 16,-3 1-16,-4-2 0,0-1 0,2 2 0,3 0 0,-1-1 15,1 1-15,-12-2 0,5 1 0,2 1 0,0-1 16,-7-1-16,12 1 0,0-1 0,1 1 0,-6 1 16,0-2-16,-2 0 15,-5 0-15,15-3 0,-1 2 0,1 1 16,-7-3-16,-1 2 16,0 0-16,-7 1 0,19 2 15,-1 0-15,-3-1 16,-15-1-1,9 1-15,1-1 0,-2 1 16,17-3-16,-4 0 16,1 0-16,-22 2 0,14-2 0,-2 2 0,0 0 15,-12 0-15,26-3 0,-1 1 16,0-1-16,-25 3 0,15-1 16,-1-1-16,0 1 15,16-3-15,1 1 0,0-1 16,-31 4-16,18-2 15,-2 1-15,1-1 0,-17 2 0,41-4 0,2-1 0,-2 1 0,-41 4 0,43-4 0,1-1 0,-1 0 0,-21 2 0,0 0 0,-2 2 0,-20 1 0,34-3 0,1 2 16,-1-1-16,-34 2 0,19-2 0,0 0 0,1 1 0,-20 1 16,36-2-16,-1 0 0,1-1 15,1 2-15,1-2 0,-1 1 0,-37 2 0,19-1 0,-1 0 0,-1-1 16,19 0-16,-2 0 0,0 0 0,-34 2 0,19-2 0,1 1 0,-2 1 16,-18 0-16,29-1 0,-1-1 0,1 1 15,-29 1-15,39-2 0,-1 1 16,-1-1-16,-37 2 0,42-3 15,0 1-15,-1-1 0,-41 3 16,38-2-16,0 1 0,-1-2 16,-4 1-16,0 1 15,0-3-15,-33 4 0,17-1 0,-3 0 0,1 1 16,-15 0-16,34-5 0,0 3 0,0-2 16,-34 4-16,38-4 0,-1 0 0,1 1 0,-38 3 15,35-4-15,0 0 0,1 2 16,-36 2-16,32-3 0,-2 0 0,1 0 15,-14 1-15,-3 1 0,0 0 16,-14 1-16,33-2 0,-4 0 0,1 1 16,-30 1-16,34-2 0,-2-1 0,0 2 0,-32 1 0,36-1 0,-2-1 0,0 0 15,-34 2-15,18-2 0,-1 2 0,1 0 0,-18 0 0,21-3 0,-1 1 0,0 1 0,-20 1 0,11 0 0,-2 0 0,1-1 0,-10 1 0,5-1 16,-2 1-16,1 0 0,-9-2 0,2 2 0,-1-1 0,4 1 0,-3 0 0,0-1 0,1 1 0,2 0 0,-1 0 0,0 0 0,0 0 0,0 0 0,1 0 0,0 0 0,0 0 0,0 0 0,0 0 0,0 0 0,-1 0 0,1 0 16,0 0-16,0 0 0,0 0 0,0 0 0,0 0 0,0 0 0,0 0 0,0 0 0,0 0 0,0 0 0,0 0 0,0 0 0,0 0 0,0 0 0,0 0 15,0 0-15,0 0 0,0 0 0,0 0 0,0 0 0,0 0 0,0 0 0,0 0 0,0 0 0,0 0 0,0 0 0,0 0 16,0 0-16,0 0 0,0 0 0,0 0 0,0 0 15,0 0-15,0 0 0,0 0 0,0 0 0,0 0 0,0 0 16,0 0-16,0 0 0,0 0 0,0 0 0,0 0 16,0 0-16,0 0 0,0 0 0,1-7 0,-1 1 15,0-1-15</inkml:trace>
  <inkml:trace contextRef="#ctx0" brushRef="#br0" timeOffset="37490.517">4643 16415 0,'0'0'0,"0"0"16,0 0-16,0 0 15,0 0-15,0 0 16,0 0-16,62-13 16,-62 13-16,0 0 0,0 0 0,12-2 15,0-1-15,1-1 0,-13 4 0,20 0 16,-3 0-16,1-1 0,-9 0 15,0 1-15,1 0 0,-10 0 0,23 1 16,-1-1-16,1 0 0,-11 1 0,1-1 0,-1 0 16,-12 0-16,32-1 0,0 1 15,0 0-15,2-2 0,-2 1 0,1 0 0,-33 1 0,33-1 16,-2 0-16,0 0 0,1-1 0,-2 0 0,0 2 0,-30 0 0,43-2 0,0 0 0,1 1 0,2-1 16,-1 1-16,-1 1 0,-44 0 0,39-2 0,1 1 0,-1-1 15,-3 2-15,-2 0 0,0 0 0,-34 0 0,18-1 16,-1 1-16,-1 0 0,36 3 0,-4-2 0,3 0 0,-51-1 15,61 1-15,-1 0 0,0 1 0,-60-2 0,63 3 16,0-2-16,0 0 0,4 2 0,-2-1 16,0-1-16,-65-1 0,63 2 0,-2 0 0,0 0 15,-5-1-15,-2 1 0,0-1 0,-54-1 16,63 2-16,-2-1 0,0 0 16,5 2-16,0-3 15,0 0 1,-66 0-1,65 2-15,0-2 0,1 3 16,-66-3-16,57 0 0,1 1 16,0 0-16,-6 0 15,-2-1-15,1 1 0,-51-1 0,49 1 0,-4 0 0,3-1 16,-9 0-16,-1 0 0,0 0 0,-38 0 0,20 0 0,-2 0 0,-1 0 0,-17 0 0,28 0 0,0-1 16,0 0-16,-13 0 0,0 1 15,-1-1-15,-14 1 0,28 0 0,-2-1 0,0 0 0,-12 1 16,1 0-16,-1 0 15,-14 0-15,24 0 0,-1 1 0,0 0 16,-23-1-16,12 0 0,0 0 0,1 0 16,13 1-16,0 0 0,-1 1 0,-25-2 15,16 0-15,-3 0 0,1 0 0,6 2 0,1-1 0,0-1 0,-9 1 16,-1-1-16,-1 0 0,-5 2 0,-2-1 0,0 0 0,-3-1 0,2 1 0,-1-1 0,0 0 0,11 1 0,-1 0 0,0 0 0,-3 1 16,-1-2-16,0 0 0,9 2 0,-1 0 0,1-2 0,-8 2 0,0-1 15,0-1-15,4 1 0,-2 0 0,3 1 0,-13-2 0,7 1 0,-2-1 16,0 0-16,-3 1 0,0-1 0,0 0 0,0 0 0,-2 0 0,0 0 0,1 0 0,-1 0 0,0 0 0,16-1 0,-1 1 15,1 0-15,-16 0 0,9-1 0,1 1 0,-1 0 0,-9 0 0,14-7 16,0 1-16,-1 0 0</inkml:trace>
  <inkml:trace contextRef="#ctx0" brushRef="#br0" timeOffset="43436.318">4595 17517 0,'0'0'0,"0"0"0,0 0 0,0 0 16,0 0-16,0 0 15,0 0-15,0 0 16,0 0-16,0 0 16,0 0-16,0 0 0,0 0 0,0 0 0,0 0 0,0 0 0,0 0 0,0 0 15,0 0-15,0 0 0,2 5 0,-2 0 0,0-1 16,1-1-16,-1-1 0,0 0 0,1 0 0,-1 0 15,0-1-15,0-1 0,0 0 0,0 0 0,11 2 0,-2-1 16,0 0-16,0 0 0,-5-1 0,1 0 0,-5 0 16,2 1-16,0-1 0,0 0 0,12-1 0,-3 1 15,0-1-15,-2 0 0,-3 0 16,0 1-16,-6 0 0,0 0 0,14-2 0,-3 1 16,0 0-16,-5-1 0,1 2 0,0-1 0,-7 1 0,14-2 0,1 0 0,-1 1 15,-4-1-15,-3 2 0,0 0 0,-7 0 0,17 0 0,-1 0 16,1 0-16,-7 0 0,-2 0 0,1 0 15,-9 0-15,19 3 0,-1-3 0,-1 2 16,-7-2-16,-1 1 0,0-1 0,12 0 16,0 0-16,-1 0 0,-20 0 0,13 0 0,-3 0 15,1 0-15,10-3 0,0 2 0,-1-1 0,-20 2 0,12 0 0,-1-1 0,0 0 0,15-1 16,1 2-16,-2-1 0,-25 1 0,15-2 0,0 2 16,-3 0-16,16 2 0,-1-1 0,0 1 0,-27-2 15,14 0-15,1 0 0,-1 1 0,15 0 0,0-1 0,0 0 16,-29 0-16,18 0 0,-3 0 0,1 0 0,16 0 15,0-1-15,0 1 0,-32 0 0,17-1 0,1 1 16,0 0-16,14-2 0,-1 0 0,0 1 0,-31 1 16,18-1-16,-1 0 0,-1-1 0,19 1 0,-1 0 15,-1 0-15,-33 1 0,19 0 0,-1-1 0,-1 0 0,20-1 16,-5 1-16,1 1 0,-33 0 16,18-2-16,0 1 0,-1 1 15,19-3-15,-2 3 0,0-1 16,-34 1-16,19-1 0,-1 1 0,0-2 15,15 1-15,-1-1 16,0 1-16,-14 1 16,-1-1-16,-1 0 15,-16 1-15,32-3 0,-1 0 16,0 0-16,-14 2 16,1-1-16,-2 1 15,-16 1-15,31-3 16,-1 2-16,0-2 0,-13 1 15,-1 1-15,1 1 16,-17 0-16,30 0 0,-2 1 16,-1 1-16,-10-2 0,-3 1 15,1-1-15,-15 0 16,28 3-16,-2 0 0,0-1 16,-12-1-16,0 0 15,1 0-15,11 2 0,0-2 16,-1 1-16,-25-2 0,15 1 0,-3-1 0,3 1 15,10 1-15,-3-2 0,1 0 0,-23 0 16,14 1-16,-2-1 0,0 1 0,12 1 0,-1 0 0,0-2 0,-23 0 16,13 1-16,-1-1 0,1 1 0,10 1 15,-2-1-15,1 0 0,-10 1 16,0-2-16,-1 0 0,-11 0 0,26 3 0,-1-1 0,0 1 0,-11-1 0,-1-1 16,1-1-16,12 2 0,-1 0 0,-1 0 0,-24-2 15,15 1-15,-2 0 0,1-1 0,14 2 0,-1-2 16,1 0-16,-28 0 0,16 1 0,-1-1 15,1 0-15,14-1 16,-1 1-16,0 0 0,-29 0 0,16 0 0,0 0 16,-1 0-16,15 1 15,-1-1-15,0 0 0,-29 0 16,18 2-16,-3-2 16,1 0-16,14 0 0,0 0 0,0 0 0,1 0 15,-1 0-15,0 0 0,-15 0 0,0 0 0,-1 0 0,-14 0 0,31 0 0,-2 0 0,0 0 16,-11 0-16,-3 0 0,-1 0 0,16 1 0,-1 2 15,0 0-15,-13-2 0,-1 0 0,1 1 0,14 2 0,-2-1 16,0-1-16,-12 1 0,0-2 0,-1 0 0,13 2 0,0 0 16,0 0-16,-13 0 0,0-2 0,-1 1 0,12 2 0,0-3 15,0 2-15,9 0 0,-2 1 0,0-2 0,-15 0 0,-2 1 0,1-2 0,16 2 0,-3-1 0,2-1 16,-15 2-16,1-2 0,0 0 0,-10 0 16,-2-1-16,0 0 0,12 2 0,-1 0 0,1 0 15,-7-1-15,-1 1 0,-1-1 0,14 2 16,-1-1-16,1 1 0,-10-1 15,-1-2-15,-1 2 0,14-1 0,-3-1 16,0 0-16,-10 0 0,0 0 0,1 0 16,9-1-16,-1-1 0,0 2 0,-10-1 15,1 0-15,-1 1 0,11-3 0,-2 1 16,1 1-16,-10-1 16,1 1-16,-1 1 0,11-2 0,-3 1 15,1 1-15,-9-1 0,0 1 0,-1 0 0,11-2 0,-1 2 16,1-1-16,-8 0 0,-2 1 0,0 0 0,9-1 0,-3 1 0,1-1 0,-7-1 0,-1 2 0,-1-2 0,10 1 15,-1 0-15,1-2 0,-8 1 0,0 1 0,-1 1 16,5-4-16,-1 2 0,-1 1 0,-4-1 0,-2 1 0,0 0 0,6 0 0,1 1 0,-1-1 0,-4 0 16,-3 1-16,0 0 0,-2 0 0,-2 0 0,0 0 0,-1 0 0,0 0 15,0 0-15,0 0 0,-1 0 0,0 0 0,14-3 0,-3 1 0,1-1 0,-4 1 16,-3 1-16,2-2 0,-4 3 0,0-1 0,1 0 16,-4 1-16,0 0 0,0 0 0</inkml:trace>
  <inkml:trace contextRef="#ctx0" brushRef="#br0" timeOffset="48435.181">12097 18412 0,'0'0'0,"0"0"0,0 0 16,0 0-16,0 0 15,0 0-15,0 0 16,0 0-16,0 0 0,0 0 16,0 0-16,0 0 0,0 0 0,0 0 0,0 0 15,0 0-15,0 0 0,0 0 0,0 0 0,0 0 16,-4 5-16,2-1 0,0 1 0,0-2 0,0-1 0,-1 0 15,1 1-15,2-3 0,0 1 0,0-1 16,0 0-16,0 1 0,-1-1 0,1 0 0,0 0 16,9 6-16,-3-2 0,0 0 0,-2-1 0,0 0 15,0 0-15,11 6 0,-3-2 0,1 1 0,-6-4 0,0 1 16,0-1-16,-7-4 0,19 7 16,-19-7-16,20 7 0,-2 0 0,-7-3 0,-1 0 0,0-1 15,17 1-15,-1-1 0,0 0 0,-12-1 16,1 0-16,-1-1 0,-14-1 0,34 3 0,0-2 0,0 1 0,3 1 0,-2-3 0,0 1 0,0 0 15,0 1-15,0 1 0,-35-3 16,37 0-16,-1 0 0,0 0 0,2 0 0,-1 0 0,1 0 16,2 2-16,-1 0 0,0 0 0,23 0 0,-1 0 15,0 0-15,-61-2 0,63 3 0,1-2 16,-1 1-16,-1 0 0,-2 0 0,-1-2 16,-2 3-16,0-3 0,0 1 0,0 0 0,-1 0 15,-1 1-15,2 1 0,0-2 0,0 2 16,-57-3-16,59 2 0,-2 0 0,0 0 0,5 0 0,-1 0 0,0 1 0,-1-2 0,-2 0 0,0 0 15,-5 1-15,-1-1 0,-1-1 0,-8-1 0,-2-1 16,0 1-16,-21 0 0,0 1 0,-1 0 0,18-6 16,-3 1-16,0 0 0,3-1 0,-2 2 0,0-1 15,14 1-15,-1 1 0,1 0 0,4 1 0,-3-1 0,1 0 16,-6 2-16,1 0 0,-1 1 0,-4-2 0,-1 2 16,0 0-16,7 0 0,-2 0 0,1 0 0,2 2 15,-1-2-15,-1 0 0,0-2 0,-2 2 0,1 0 0,-4-3 16,-2 2-16,1-2 0,-5 0 0,0 1 0,0-1 15,6 1-15,0 2 0,-1-2 0,-2 1 0,1 1 16,-1-1-16,-20 1 0,1 0 0,0 0 0,1 4 16,-1-2-16,-1 2 0,-6-3 0,-3 1 15,0-1-15,16 5 0,0-2 0,0 1 0,-11-2 16,0 0-16,-1-1 0,8 4 0,-3 1 0,1 0 0,-9-4 16,1 1-16,-1 0 0,5 1 0,-2 0 15,0-1-15,-5 0 0,-1-2 0,0 0 0,-3 0 16,-2-1-16,0-1 0,-1 2 0,0-2 0,1 0 0,-1 0 15,-1 0-15,0 0 0,0 0 0,0 0 0,0 0 0,0 0 16,0 0-16,0 0 0,8 4 0,-2-1 0,0 1 16,-1-2-16,0 0 0,-1-1 0,-2 0 0,0 0 15,0-1-15,-1 1 0,-1-1 0,0 0 0,5-10 0,-2-1 16,0 0-16,0 4 0,-1 0 0,0 2 0,-2 5 16,0 0-16,0 0 0</inkml:trace>
  <inkml:trace contextRef="#ctx0" brushRef="#br0" timeOffset="57351.118">5566 15486 0,'0'0'0,"0"0"15,0 0-15,0 0 16,0 0-16,0 0 16,0 0-16,0 0 15,0 0-15,0 0 0,0 0 16,-15-15-16,3 1 0,0-2 0,3 8 0,1-1 16,0 1-16,8 8 0,-12-8 15,3-1-15,0 1 0,9 8 0,-5-4 0,-1 0 0,1 1 16,-7 0-16,-1 0 0,1 0 0,12 3 0,-8-3 0,2 1 15,-1 1-15,7 1 0,-18-3 0,1 2 0,1-1 0,5 1 16,2 0-16,0-1 0,9 2 0,-18-1 0,2 1 16,-1 0-16,7 0 0,2 0 0,-1 0 0,9 0 15,-19 2-15,2-1 0,-1 0 16,18-1-16,-12 0 0,3 0 16,-2 1-16,11-1 0,-21 1 0,0-1 15,0 0-15,10 1 0,0-1 0,-1 0 16,12 0-16,-21 5 0,0-1 0,0 0 0,21-4 0,-11 3 0,0 0 0,-1 0 0,-8 3 15,0 1-15,0-1 0,20-6 0,-12 3 0,2 1 0,-2-1 0,-8 6 16,2-1-16,-1-1 0,19-7 16,-12 5-16,3-1 0,-3 0 0,12-4 15,-21 13-15,3 0 0,-1-1 0,19-12 0,-11 8 16,1-1-16,-1 0 0,-6 8 0,-1 1 0,1-1 0,17-15 16,-11 8-16,2 1 0,0-1 0,9-8 0,-15 16 0,2-1 0,-1 1 0,5-9 15,2 2-15,1-1 0,6-8 0,-12 17 0,1 1 0,2 0 16,9-18-16,-9 8 0,4 3 0,0-1 0,5-10 0,-11 19 15,0 0-15,1 0 0,4-7 16,1-2-16,-1 1 0,6-11 0,-7 20 0,1 1 0,0-1 0,6-20 16,-4 12-16,0-2 0,2 2 0,-3 7 0,2 2 0,0-2 15,3-19-15,-3 12 0,2-2 0,0 1 0,1-11 16,-4 23-16,2-2 0,0 2 0,-2-13 16,4 3-16,-1-1 0,1-12 0,-2 23 0,1-2 0,1 2 15,0-23-15,-3 11 0,3 1 0,0-1 16,3 11-16,-1-2 0,0 1 15,-2-21-15,0 11 0,3 0 0,-2 0 16,6 9-16,-1-1 0,-2-1 0,-4-18 0,4 11 0,-1-1 16,0 0-16,-3-10 0,11 14 0,-3 0 0,0-2 15,-2-4-15,-1-1 0,0 0 0,-5-7 0,10 14 0,1-1 16,-1-1-16,-4-5 0,-1 0 16,0 0-16,-5-7 0,16 12 0,-3-1 0,1-1 0,-6-4 0,-1-1 15,-1 0-15,-6-5 0,17 11 0,-2-1 0,0 0 0,-15-10 16,8 6-16,1 0 0,-1-1 0,8 2 0,0-3 15,-1 0-15,-15-4 0,11 5 0,-3-2 0,0 0 16,10 3-16,-3 0 0,2-2 16,-17-4-16,11 4 0,-3-1 0,2 0 15,8 0-15,-1-1 0,-1 0 0,-16-2 16,11 1-16,-2 0 0,0 1 16,8 0-16,-1 0 0,1 1 0,-17-3 0,9 1 0,1 1 15,-1 0-15,11-1 0,-1 0 0,-1-1 0,-18 0 16,11 2-16,-1-2 0,1 0 0,7-4 15,-1 1-15,-1 1 16,-16 2-16,10-1 0,-1 0 0,0 0 0,11-8 16,-2 2-16,-1-1 0,-17 8 0,11-4 0,-1-1 15,0 1-15,9-6 0,-3 0 0,2 1 16,-18 9-16,10-5 0,1-1 0,-3 1 0,-8 5 0,19-14 16,-1 0-16,1 0 0,-8 7 0,-3-1 0,2 0 0,-10 8 0,17-17 0,1 0 0,-1 1 0,-5 6 0,-3 1 0,0 0 0,8-11 0,-2 2 0,1-1 0,-6 9 0,-2 0 15,1 0-15,-9 10 0,14-17 0,-1-1 0,-1 0 0,-4 8 0,-2 1 0,1 0 0,4-11 16,-1 1-16,-1-2 0,-4 9 0,0 2 15,0-1-15,-5 11 0,8-18 0,0 1 0,-1-1 16,-2 9-16,-2 0 0,0 0 0,1-9 16,0 0-16,1 0 0,-3 9 15,1-2-15,-1 2 0,-2 9 0,4-19 0,-2 2 16,0 0-16,0 7 0,-1 1 0,0-1 0,-2-11 0,1 2 16,0 0-16,0 19 0,0-12 0,0 2 15,0 0-15,-2-8 0,0 4 0,0-3 16,0 9-16,1-1 0,0 0 0,1 9 0,-3-15 0,0 0 0,0 0 0,1 5 15,0 3-15,1-1 0,-4-9 0,0 1 0,0 1 16,1 5-16,2 2 0,-2-1 0,4 9 16,-7-14-16,1-1 0,0 1 0,2 6 15,1 0-15,1 0 0,-9-4 0,4-1 0,0 1 16,7 12-16,-5-7 0,2 0 0,0 0 16,-7-1-16,2-1 0,0 1 0,1 3 0,3 1 0,1-1 0,3 5 15,-14-8-15,2 1 0,1-1 0,5 3 0,0 2 0,-1-2 0,-12 4 0,-1-2 0,2 2 0,5-1 0,4 2 16,-1 0-16,10 0 0,-26-1 0,-2 1 0,1-1 15</inkml:trace>
  <inkml:trace contextRef="#ctx0" brushRef="#br0" timeOffset="59821.341">6398 16704 0,'0'0'0,"0"0"0,0 0 0,0 0 16,0 0-16,0 0 15,0 0-15,0 0 16,0 0-16,0 0 0,0 0 16,0 0-16,0 0 0,0 0 0,-19-11 0,3 2 15,-1-1-15,17 10 0,-12-6 0,1 0 0,1 0 0,-4-1 16,1 1-16,1-1 0,12 7 16,-7-5-16,-1 3 0,1-2 15,-7-3-15,-1 2 0,1 0 16,14 5-16,-10-3 0,2 0 0,2 0 15,-13 5-15,2-1 0,-1 1 0,18-2 16,-9 2-16,0-2 16,-1 2-16,-10 2 0,-1-1 15,1 0-15,20-3 0,-11 5 0,0-5 0,-1 2 16,12-2-16,-25 2 0,1 0 16,-1-1-16,10 0 0,2-1 0,-1 0 0,14 0 0,-24 6 0,-1-3 15,-1 0-15,14 2 0,-2-5 0,1 2 0,13-2 0,-26 4 0,2-2 16,0 0-16,10 0 0,0 0 0,1-1 15,13-1-15,-25 5 0,0-2 0,1 0 0,10 0 0,1-1 16,-1-1-16,9 0 0,0-1 16,0 2-16,-12 1 0,3-1 0,-1 1 0,6-1 15,1 0-15,-1-1 0,9-1 0,-30 4 0,3 0 0,-1-2 0,-3 3 16,0-1-16,2-1 0,12 0 0,3-1 0,-1 1 0,15-3 16,-22 3-16,-1-1 0,1 1 0,8-1 0,2-1 15,1-1-15,-12 5 0,0-3 0,1 2 0,22-4 16,-14 1-16,2 1 0,-1-1 0,-9 5 0,0-2 15,0 2-15,22-6 0,-13 4 0,1-2 0,2 1 16,10-3-16,-26 8 0,3-1 0,-1-1 0,10-2 0,2-1 0,-1 1 0,-6 3 16,-1 0-16,1-1 0,19-6 0,-11 4 0,1 0 15,0-1-15,-13 5 0,2 0 0,-1 1 0,22-9 0,-12 5 16,1-1-16,-3 1 0,-4 3 0,0 1 16,0 0-16,18-9 0,-10 4 0,1 1 15,0-1-15,-7 8 16,1-2-16,-1-1 0,16-9 15,-8 7-15,0-2 16,-1 1 0,-4 6-16,-1-3 0,2 1 15,12-10-15,-8 6 0,1-1 0,1 1 16,-5 5-16,1 0 16,-1 0-16,11-11 0,-6 6 0,1 1 15,0 0-15,-5 5 0,2 0 0,0 1 0,8-13 16,-5 7-16,1 0 0,-1 0 0,0 7 0,0 0 15,1-1-15,4-13 0,-2 7 0,-2 0 0,1 0 0,1 10 16,-3-2-16,2 1 0,3-16 0,-2 9 0,1 0 0,0-1 16,4 6-16,-1 1 0,0-1 0,-2-14 0,5 8 15,-5 0-15,1 0 0,4 3 0,-1 1 0,0 1 0,-4-13 0,3 7 0,0-2 16,-2 1-16,8 7 0,-1-1 0,0-1 0,-8-11 0,6 7 16,-3 0-16,2-3 0,6 8 0,-1 0 0,1-1 0,-11-11 0,6 7 0,-1-2 0,0 1 15,11 4-15,-2-1 0,1 1 0,-15-10 0,10 4 0,-2 2 0,1-2 16,7 6-16,-2-1 0,1 0 0,-5-3 0,-3 0 0,2-2 0,-9-4 0,20 8 0,-1-1 15,0-1-15,-7-2 0,-2 0 0,1 0 0,-11-4 0,21 6 16,0-2-16,0 1 0,-9-1 0,0-2 0,-1 1 16,14 2-16,-2-1 0,1 1 0,-24-5 0,14 4 0,-2-1 15,0-2-15,14 6 0,-3 0 0,1-2 0,-24-5 0,13 4 0,1 0 0,-1-1 0,15 2 0,-2-1 16,0 0-16,-10-2 16,-3 1-16,0-1 0,15 0 0,-1 0 0,0-1 0,-11 0 0,-1-1 15,-1 0-15,12-1 0,-1 0 0,0-1 0,-12 0 16,2 1-16,-3 0 0,13-3 0,0 2 0,-1-2 0,-9 2 0,-2-1 0,1 1 15,11-1-15,-2 0 0,1 1 0,-11-1 0,1 2 0,-1 0 0,14-3 16,-2 1-16,0-2 0,-11 3 0,-1 0 16,0-1-16,13-3 0,-2 0 0,0 1 0,-11 3 15,0-1-15,1 0 0,12-4 0,-1 1 0,-1-1 0,-10 3 16,-1 0-16,1 0 0,8-6 0,1 2 0,0 1 16,-10 1-16,-1 1 0,-1-1 0,12-3 0,0-1 15,-1 0-15,-9 3 0,-1 2 0,0 0 0,11-7 0,-1 1 0,0 0 0,-10 4 16,-1 2-16,2-1 0,5-7 0,2 1 0,0-2 0,-10 7 0,0 0 15,1 0-15,-11 7 0,18-14 0,-1-1 0,-2 1 0,-4 7 16,-3-1-16,-1-1 0,9-6 0,-4 0 0,0 0 16,-3 5-16,-3 1 0,0 1 0,6-8 15,-3 2-15,0-1 0,-4 6 0,0 1 16,1-1-16,-6 9 16,8-15-16,0 0 0,0 0 0,-2 6 15,-2 1-15,0 0 0,0-8 0,-1 1 0,0 1 0,0 5 0,-2 1 16,-1 1-16,3-11 0,-2 2 0,0-1 15,1 7-15,-2 2 0,0-2 0,0 10 16,-4-21-16,1 1 0,0 0 0,0 9 0,2 0 0,0 1 0,-9-16 16,1 1-16,1 0 0,2 11 0,1 0 0,0 0 15,-6-14-15,2 1 0,0-2 0,9 29 16,-5-15-16,-1 0 0,1 0 0,-12-6 0,0 1 16,1-1-16,5 9 0,2 3 0,0-2 0,-16-7 0,2 1 0,0 0 15</inkml:trace>
  <inkml:trace contextRef="#ctx0" brushRef="#br0" timeOffset="63270.485">12188 18325 0,'0'0'0,"0"0"0,0 0 0,0 0 0,0 0 16,0 0-1,0 0-15,0 0 16,0 0-16,0 0 0,0 0 0,0 0 16,0 0-16,0 0 0,0 0 0,0 0 0,0 0 15,0 0-15,-9 5 0,1 1 0,1-1 0,1-1 16,2-1-16,0 0 0,2-2 0,-1 1 0,1-2 16,-1 0-16,3 0 0,0 0 0,15 10 0,-4-1 0,1-1 15,-4-2-15,-2-1 0,2 1 0,8-4 0,-3 2 16,1-2-16,-14-2 0,8 2 0,-1-2 15,0 2-15,10-1 0,-2-1 16,1 0-16,-8 0 16,0 0-16,1 0 0,-9 0 0,21 0 0,-1 0 15,0 0-15,-9-1 0,0 1 0,1 0 16,13 2-16,-2-2 0,1 2 16,-24-2-16,15 2 0,-2-1 0,1-1 0,15 2 0,1 0 0,0 0 0,-13-1 15,0 0-15,-1 0 0,16-1 0,-2 1 0,-1-1 16,-29 0-16,19 0 0,-4 0 15,1 0-15,19 2 0,-1-2 16,0 0-16,-2 0 0,2 0 0,-1 0 16,-33 0-16,40 0 0,1-2 0,-1 2 0,13-1 15,2 1-15,-3 0 0,7-2 16,-2 2-16,0 0 0,-7-2 0,-1 1 16,1 0-16,-50 1 0,43-1 0,-1 1 15,-1 0-15,5-2 0,-1 2 0,-1-1 16,-1 0-16,-1 0 0,0 1 0,-42 0 15,40-2-15,-3 2 0,0 0 0,6-1 0,1 1 16,-1-1-16,3-1 0,-3 2 16,1 0-16,-44 0 0,39 0 0,0 0 15,0 0-15,-3 0 0,-3 0 0,0 0 0,-1 0 16,-2 1-16,0 0 0,-30-1 0,38 1 0,-1-1 16,0 1-16,5-1 0,-3 2 0,0-1 15,2 0-15,-3-1 0,0 0 0,-38 0 16,37 1-16,-2-1 0,1 0 0,7 0 0,-2 0 0,1 0 0,8-1 0,-1 1 0,-1 0 0,-48 0 0,49-1 0,0 1 0,-1 0 0,-3 0 15,-3 0-15,0 0 0,-4 1 0,-3-1 0,0 0 0,-35 0 0,17 1 0,0-1 0,-1 0 0,22 2 0,-2-2 0,0 1 0,0 2 16,0-3-16,1 1 0,-37-1 0,34 0 0,2 2 0,-1-1 0,-2 1 0,-1-2 0,0 1 0,-1 0 0,-1-1 0,0 2 16,-14-2-16,-2 0 0,1 0 0,9 3 0,0-2 0,0 1 0,-10 1 0,-1-3 0,-1 0 15,-9 7-15,-1 0 0,0 0 0,-2-1 0,0-3 16,0 0-16,-9 3 0,2 0 16,0-1-16,1-2 0,1 0 0,0 0 0,2-2 0,2 1 15,0-2-15,10 4 0,0 0 0,-1 1 0,-3-3 0,0 1 16,0-1-16,11 1 0,-3 1 0,1-1 0,-6-1 15,-1-1-15,2 1 0,3 1 0,-1 0 16,1 0-16,-6 0 0,0-3 0,0 1 0,-4 1 16,0-2-16,0 0 0,-1 0 0,0 0 0,0 0 0,9 4 0,-1-1 0,0-1 15,-2 1-15,-2-2 0,0 1 0,-3 0 0,0-1 16,0 0-16,0-1 0,-2 0 0,0 0 0,5-11 16,-2 3-16,1-2 0,-4 10 0,0 0 0,0 0 15,2-5-15,0 0 0,0 0 0,3-7 0,-2 0 16,0 1-16,1 4 0,-2 1 0,0 1 0,0 2 0,-2 0 15,0 2-15,2-1 0,-2 1 0,0 0 16,0 1-16,0 0 0,0 0 0,0 0 0,0 0 0,0 0 16,-4-9-16,2 1 0,2 0 0,0 8 15,0 0-15,0 0 0</inkml:trace>
  <inkml:trace contextRef="#ctx0" brushRef="#br0" timeOffset="82175.749">4420 15629 0,'0'0'0,"0"0"0,0 0 0,0 0 15,89-7-15,8 0 16,6-6-16</inkml:trace>
  <inkml:trace contextRef="#ctx0" brushRef="#br0" timeOffset="82669.186">4412 16793 0,'0'0'0,"0"0"0,0 0 0,0 0 0,67-6 16,15 8 0,-40 1-16,24 9 0,-66-12 15,0 0-15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6:52:10.59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15274 10174 0,'0'0'0,"0"0"16,0 0-16,0 0 15,48-25 1,-20 10-16,64 2 15,-92 13-15,0 0 0,0 0 0,0 0 16,0 0-16,35-2 0,0-2 0,0 1 0,-35 3 16,36-3-16,-2 0 0,0 1 0,-34 2 15,41-3-15,-3 1 16,0 0-16,-38 2 0,0 0 0,39-1 16,1 0-16,-1 0 0,-39 1 15,40 1-15,-2-1 0,3 0 16,-41 0-16,39-1 15,-2 1-15,1 0 0,-38 0 0,18-1 16,0 1-16,-1 0 0</inkml:trace>
  <inkml:trace contextRef="#ctx0" brushRef="#br0" timeOffset="457.142">16952 10161 0,'0'0'0,"0"0"0,0 0 15,0 0-15,0 0 16,72 1-16,21 1 16,-93-2-16,0 0 0,0 0 0,0 0 15,0 0-15,40 4 0,-2-2 0,1 2 0,6-2 16,0 3-16,-1-3 0,11 4 0,0-2 16,-1 2-16,-54-6 0,58 2 0,-1 0 0,0-1 15,-57-1-15,59 4 0,-1 0 0,0-2 0</inkml:trace>
  <inkml:trace contextRef="#ctx0" brushRef="#br0" timeOffset="5999.742">10982 12333 0,'0'0'0,"0"0"0,0 0 16,0 0-16,0 0 15,0 0 1,0 0-16,0 0 0,0 0 16,0 0-16,0 0 0,0 0 0,0 0 0,0 0 15,0 0-15,0 0 0,0 0 0,0 0 0,0 0 16,0 0-16,0 0 0,0 0 0,-6 0 0,0 0 0,1 0 16,2 1-16,0-1 0,0 0 0,3 0 15,-18 1-15,2 0 0,-1 0 0,17-1 0,-12 0 0,4 2 16,-2-2-16,10 0 0,-24 1 15,1 0-15,-1 2 0,24-3 0,-14 1 0,2 0 0,0 0 0,12-1 16,-32 3-16,0-2 0,0 0 0,32-1 0,-37 1 16,1 2-16,0-1 0,36-2 15,-39 1-15,2 1 0,-1-1 16,38-1-16,-39 2 0,0-2 0,0 0 16,39 0-16,-46-2 0,2 0 0,-1 1 0,45 1 0,-47-3 0,-1 0 15,1 0-15,-3 1 0,0 0 0,1-1 0,49 3 16,-66-3-16,0 0 0,1-1 0,65 4 0,-71-3 15,1 1-15,-1-1 0,71 3 0,-63-3 0,2 1 0,0 0 16,61 2-16,-55-2 0,0 0 0,0-1 0,55 3 0,-46-3 0,1 0 0,1 0 0,44 3 16,-38-1-16,3-2 0,0 2 0,35 1 0,-17-1 0,0 1 15,1-1-15,16 1 0,-8-1 16,3 1-16,0 0 0,5 0 0,-6 2 0,1-2 0,-1 1 16,2-1-16,2 1 0,0-1 0,2 0 15,-1 2-15,0-2 0,0 0 0,1 0 0,-1 0 0,1 0 0,0 0 16,0 0-16,6 3 0,0 2 0,1-4 0,-7-1 15,4 3-15,-1-3 0,0 2 0,-3-2 0,3 1 16,-2-1-16,0 1 0,0-1 0,-1 0 0,0 0 0,0 0 16,1 0-16,-1 0 0,0 0 0,0 0 0,0 0 15,0 0-15,0 0 0,0 0 0,0 0 0,0 0 16,0 0-16,0 0 0,0 0 0,0 0 16,0 0-16,0 0 15,0 0-15,0 0 0,0 0 0,0 0 0,0 0 0,0 0 0,0 0 16,0 0-16,0 0 0,0 0 0,0 0 0,0 0 0,4 0 0,0 0 15,0 0-15,-4 0 0,4 0 0,-2 0 0,0 0 0,0 0 16,-2 0-16,0 0 0,0 0 0</inkml:trace>
  <inkml:trace contextRef="#ctx0" brushRef="#br0" timeOffset="7151.704">14300 12193 0,'0'0'0,"0"0"15,0 0-15,0 0 16,0 0 0,-54-18-16,21 8 15,33 10-15,0 0 0,0 0 0,0 0 16,-29-3-16,3 0 0,-1 1 0,27 2 15,-34-1-15,2-2 0,0 3 0,32 0 16,0 0-16,-37 0 0,-1 0 0,1 1 16,-8-1-16,1 0 0,0 0 0,44 0 15,-49-1-15,0 1 0,-1 0 16,-15-1-16,2 0 0,0 0 16,63 1-16,-66-1 0,1-1 0,-1 2 15,-1 2-15,1-2 0,0 0 0,66 0 16,-59 0-16,1 1 0,2-1 0,56 0 15,-45 2-15,-1-1 0,1 0 0,45-1 16,-40 3-16,-1-2 16,1-1-16,40 0 0,-41 3 0,-1 0 15,1-2-15,41-1 0,-58 3 0,2 0 0,0-2 16,-7 4-16,0-1 0,0-2 0,63-2 0,-60 4 0,0-2 0,0 0 0,60-2 0,-51 5 16,0-4-16,1 3 0,50-4 15,-52 2-15,1 1 0,1-2 0,50-1 0,-44 1 0,3 1 0,-1 0 0,42-2 0,-19 2 16,-1-2-16,1 1 0,19-1 15,-8 1-15,1-1 0,0 0 16,7 0-16,-3 0 0,1 0 0,0 0 0,2 0 0,-1 0 0,1 0 0,0 0 0,0 0 16,-9 3-16,0 0 0,2-2 0,7-1 0,-6 2 0,1 0 0,1-1 0,4-1 15,-2 1-15,0-1 0,0 0 0</inkml:trace>
  <inkml:trace contextRef="#ctx0" brushRef="#br0" timeOffset="8228.884">19536 12255 0,'0'0'0,"-66"9"0,28-4 16,-48 3-1,-4 0-15,-8 0 16,-7-3-16,105-5 15,0 0-15,0 0 0,0 0 0,-38 3 0,-1-2 0,1 0 16,38-1-16,-57 3 0,0-1 16,1 1-16,56-3 0,-82 4 0,1-1 0,1 0 15,-11 1-15,1-1 0,0 0 0,90-3 0,-81 2 0,2-1 16,-1 0-16,15 1 0,0-2 16,0 0-16,65 0 0,-56-3 0,2 3 15,0-1-15,4 1 0,1-2 0,1 2 0,48 0 0,-55-1 16,3-1-16,-1 2 0,-1 2 0,0-2 15,0 1-15,54-1 0,-54 2 0,1-2 16,-1 1-16,54-1 0,-54 3 0,3 0 16,-1-2-16,-4 4 0,0-1 0,0-1 0,56-3 15,-57 5-15,1 1 0,0-1 0,-7 1 0,3 0 0,-1 0 0,61-6 0,-68 7 0,2-1 0,-1 1 16,5 0-16,0-2 0,0-1 0,62-4 0,-49 5 0,0 0 0,1-2 0,48-3 16,-24 3-16,2-3 0,0 1 0,22-1 0,-31 1 15,1-1-15,0 2 0,30-2 0,-16 1 0,0-1 16,1 0-16,15 0 0,-7 0 0,0 0 0,3 0 0,2 0 15,0 0-15,0 0 0,2 0 0,-10-5 0,1 1 16,-1 0-16,4 1 0,1 0 16,0 0-16,5 3 0,-3-1 0,1 0 15,-1 1-15,1-1 0,2 1 0,0 0 0,-1 0 0,1 0 0,0 0 0,0 0 0,0 0 16,0 0-16,0 0 0,0 0 0,0 0 0,0 0 16,0 0-16,0 0 0,0 0 0,0 0 0,0 0 15,0 0-15,0 0 0,0 0 0,0 0 0,9-9 16,-1 2-16,0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6:53:13.27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3414 6903 0,'0'0'0,"67"10"15,-25-4 1,62-14-16,2-5 15,0 4-15,7 4 16,-113 5-16,0 0 0,0 0 0,42-2 0,-2-1 16,0 2-16,-40 1 0,42-3 0,-1 2 0,1 0 15,-42 1-15,59-1 0,0 0 0,0 0 0,10 1 16,-1 0-16,-1 0 0,-67 0 0,65 2 0,0-1 16,1-1-16,-6 3 0,-1-1 0,0 1 0,-59-3 15,66 3-15,1-3 0,-2 1 0,3 0 0,-1-1 16,1 0-16,-68 0 0,64-1 0,0 0 0,0 1 15,1-3-15,-1 0 0,-1 0 0,-63 3 16,68-5-16,-4 2 0,0-3 0,15 4 0,1-4 0,0 2 0,-80 4 16,97-5-16,0 2 0,0-3 0,-1 2 15,-1 0-15,0-1 0,-95 5 0,92-3 0,0-2 0,0 1 16,-3 0-16,-2 0 0,0-1 0,-87 5 0,83-5 0,-2 1 16,1 0-16</inkml:trace>
  <inkml:trace contextRef="#ctx0" brushRef="#br0" timeOffset="54403.476">7956 7795 0,'0'0'0,"0"0"0,0 0 0,0 0 16,0 0-1,0 0-15,0 0 16,0 0-16,0 0 0,0 0 0,0 0 0,0 0 15,0 0-15,0 0 0,0 0 0,0 0 0,0 0 16,0 0-16,14-1 0,-1 1 0,1-1 0,-6 0 16,-1 1-16,1-1 0,-5 1 0,0 0 0,0 0 15,-3 0-15,20 6 0,1 1 0,0-1 16,-21-6-16,12 6 0,1-3 0,-1 2 0,-12-5 0,29 4 16,2 0-16,-1-1 15,-30-3-15,17 3 16,-1-2-16,0 2 0,17 1 15,0 0-15,0 0 0,-33-4 16,42 5-16,-1 0 0,1 0 16,-42-5-16,43 5 0,-1-1 0,-1 0 15,-41-4-15,37 3 0,-2 0 0,0 0 16,-35-3-16,38 2 0,-2-1 16,0 2-16,-36-3 0,41 2 0,1-1 15,-1 1-15,-41-2 0,58 2 0,-2 1 16,-1-1-16,-55-2 0,54 2 0,0-2 15,0 0-15,-9 0 0,-1 0 0,-1 0 16,-43 0-16,0 0 0,39 2 0,1-1 16,-2-1-16,7 2 0,-1 0 0,-1-2 0,-43 0 0,51 1 0,-3 1 0,1-1 15,-49-1-15,47 2 0,0-2 0,-1 0 0,-46 0 0,42 1 0,-3-1 0,0 0 0,-39 0 0,0 0 0,34 1 0,0 1 0,-1-2 0,-17 0 0,-1 0 16,-1 0-16,-14 0 0,23 0 0,-2 0 0,-1 0 0,-20 0 0,13 0 0,-3 0 0,0 0 0,-10 0 0,5 1 0,0-1 0,-2 0 0,-3 0 0,-14-1 0,1 1 0,-1 0 16,14 0-16,-9 0 0,1 0 0,0 0 0,8 0 15,-5-2-15,2 2 0,0 0 0,3 0 0,-1 0 16,0 0-16,0 0 0,1 0 0</inkml:trace>
  <inkml:trace contextRef="#ctx0" brushRef="#br0" timeOffset="55821.676">11415 7820 0,'0'0'0,"0"0"0,0 0 16,0 0-1,61-23-15,-26 8 16,19 7 0,-54 8-1,0 0-15,0 0 0,0 0 0,0 0 0,10-2 0,-1 0 0,-9 2 0,10-1 16,-10 1-16,18-1 0,1 1 16,-1-1-16,-18 1 15,12-1-15,-3 1 0,0 0 0,-9 0 0,26 1 0,0 0 0,0 0 16,-26-1-16,29 3 0,0-3 0,0 2 0,-29-2 0,29 3 0,0-1 0,0 0 0,-29-2 15,0 0-15,32 1 0,-1 1 0,0-1 0,-31-1 0,34 3 0,0-2 0,-1 2 16,-33-3-16,45 5 0,1-3 0,-1 1 0,-45-3 16,49 5-16,-2 1 0,1-1 15,-48-5-15,24 4 0,-1-2 0,1 1 0,-24-3 16,53 5-16,0 1 0,-1-1 0,-52-5 16,62 6-16,0-1 0,0 1 15,-2 0-15,-2-2 0,0 1 0,-58-5 16,51 4-16,-1-1 0,1 1 0,-8 1 0,1-3 0,-1 1 15,-43-3-15,36-2 0,-1 2 0,-1 0 0,-34 0 0,49 2 0,-1-2 0,-1 1 0,7-1 0,-2 0 0,-1 0 0,-51 0 16,65 2-16,-2-2 0,0 0 0,8 1 0,0 0 16,0 0-16,-71-1 0,63 0 0,-2 0 15,0 0-15,-12-2 0,0 1 16,-1 1-16,-48 0 0,43-3 16,-2 1-16,0 1 0,-41 1 0,48-2 0,-3 0 15,1 1-15,10-1 0,-3 2 0,1-1 0,-54 1 0,60-1 0,-2-1 0,0 2 0,3-1 0,0 1 16,0-2-16,-61 2 0,69 0 0,0 0 0,1 0 0,-4-1 15,-2 1-15,0 0 0,-64 0 16,58 0-16,-2 0 0,-1-1 0,-3-1 0,-2 1 16,-1 1-16,-49 0 15,46-2-15,-1 1 0,1-1 16,4 0-16,1-1 0,0 0 16,-51 3-1,66-2-15,0 0 0,-1-1 16,-65 3-16,70-2 0,1-1 15,-1 1-15,-7-1 16,-1 2-16,0 0 0,-62 1 16,49-1-16,-2-1 0,1 2 15,-9 2-15,0-2 0,1 1 0,-40-1 0,19 1 0,-1-1 0,-1 0 0,8-1 0,0 1 0,0 0 0,-25 0 0,14-1 0,-1 1 0,-1 0 0,-12 0 0,5-2 0,0 2 0,0 0 0,-1 0 0,-3 0 0,0 0 0,-1 0 0,1 0 0,-1 0 0,0 0 0,-13-4 0,2 1 0,0-1 0,3 3 0,2-2 0,0 1 0,6 2 0,-4-2 16,2 1-16,0 1 0,2 0 0,-1-1 0,0 1 16,0 0-16,0 0 0,1 0 0,0 0 0,0 0 15,0 0-15,0 0 0,0 0 0,0 0 0,0 0 16,0 0-16,0 0 0,0 0 0,0 0 0,0 0 15,0 0-15,0 0 0,2-4 0,-2 1 0,0 1 0,0 2 16,0 0-16,1-2 0,-1 0 0,0 1 0</inkml:trace>
  <inkml:trace contextRef="#ctx0" brushRef="#br0" timeOffset="65299.516">16356 8796 0,'0'0'0,"0"0"0,0 0 16,0 0-16,0 0 16,0 0-1,0 0-15,0 0 0,0 0 16,0 0-16,0 0 0,0 0 0,0 0 0,0 0 16,0 0-16,0 0 0,0 0 0,0 0 15,8-1-15,1 0 0,-1 1 0,-8 0 0,5-1 16,-1 1-16,3 0 0,-19 4 0,1 0 0,-1 0 0,12-4 15,-9 2-15,2 1 0,0-1 0,7-2 0,-23 1 16,2 0-16,1 1 0,20-2 0,-13 1 0,1-1 0,-1 0 16,13 0-16,-32 1 0,4 0 0,-1-1 0,29 0 15,-35 1-15,2-1 0,-1 0 0,34 0 0,-35-1 16,1 0-16,0 1 0,34 0 0,-39-4 0,-1 3 0,1 0 16,39 1-16,-42-6 0,1 3 0,1-1 0,40 4 15,-44-3-15,0 0 0,1 0 16,43 3-16,-49-5 0,3 1 0,-1 1 0,-16-1 0,-1 0 15,2 1-15,62 3 0,-64-4 0,1 1 0,0 0 0,63 3 16,-59-3-16,1-1 0,0 1 0,29 1 0,2 1 16,0 0-16,27 1 0,-49 1 0,3-1 0,0 0 0,-2 1 15,1-1-15,-1 0 0,48 0 0,-47 1 0,1-1 16,1 1-16,45-1 0,-62-1 0,1 1 0,0 0 0,61 0 16,-61 1-16,0-1 0,0 0 0,1 0 15,1 0-15,0 0 0,59 0 0,-48-1 0,1 1 16,-1 0-16,48 0 0,-39-1 0,0 1 0,0-1 15,39 1-15,-19-1 0,1 1 16,1 0-16,17 0 0,-23-2 16,0-1-16,1 2 0,22 1 15,-14-4-15,3 3 0,-1 0 16,12 1-16,-5-1 0,1 1 0,0-1 16,4 1-16,0 0 15,-2 0-15,1 0 0,-1 0 16,2 0-16,-4-7 0,-1 1 0,-1 0 0,2 2 0,2 1 15,0 0-15,1 2 0,-1-2 0,2 1 0</inkml:trace>
  <inkml:trace contextRef="#ctx0" brushRef="#br0" timeOffset="84698.955">15653 11442 0,'0'0'0,"0"0"0,0 0 15,0 0-15,0 0 16,0 0-16,0 0 15,0 0-15,0 0 0,0 0 16,0 0-16,0 0 0,0 0 0,0 0 0,0 0 16,0 0-16,0 0 0,0 0 0,0 0 0,-22 2 15,1 0-15,0 1 0,21-3 0,-13 1 0,0 0 0,1 1 16,12-2-16,-24 5 0,1 1 16,-1-2-16,24-4 0,-14 4 15,2-1-15,0 0 0,12-3 0,-31 6 0,2 0 0,0 1 0,29-7 0,-31 4 16,0 1-16,0-2 0,31-3 0,-32 5 15,1-4-15,0 2 0,31-3 16,-35 3-16,1-2 16,0 2-16,-2 0 15,1 1-15,0-2 0,35-2 16,-35 2-16,1-1 16,-1 1-16,35-2 0,-33 0 0,0 0 15,0 0-15,33 0 0,-35 1 0,2-1 0,0 0 0,33 0 16,0 0-16,-36 0 0,0 0 0,-1 0 0,37 0 0,-34 0 0,2 0 0,0 0 0,32 0 0,-41-1 0,0 1 15,-1 0-15,42 0 0,-43 0 0,-1 0 0,1 0 0,43 0 0,-23 0 0,3 0 0,-1 0 0,21 0 16,-29-6-16,2 4 0,0-1 0,27 3 0,-15-2 0,1 0 0,1 0 0,13 2 0,-6 0 0,0 0 0,1-1 16,5 1-16,-2-2 0,0 2 0,0 0 0,2 0 0,-9-4 15,-1-1-15,1 1 0,9 4 0,-7-5 0,2 4 16,0-2-16,5 3 0,-2-1 0,-1 0 16,1 0-16,0 1 0,2 0 0,0 0 0,0 0 0,-1 0 15,1 0-15,0 0 0,0 0 0,0 0 0,0 0 0,0 0 16,0 0-16,0 0 0,0 0 0,0 0 0,0 0 15,0 0-15,0 0 0,0 0 0,0 0 0,0 0 16,0 0-16,-2-2 0,0 0 0,2 1 0,-2-1 16,2 1-16,0 0 0</inkml:trace>
  <inkml:trace contextRef="#ctx0" brushRef="#br0" timeOffset="85958.987">15864 12677 0,'0'0'0,"0"0"0,0 0 0,0 0 15,0 0-15,0 0 16,-51-16 0,51 16-16,0 0 0,0 0 0,0 0 0,-11-3 0,1 0 15,0 1-15,-10-3 0,0 3 0,1-1 16,19 3-16,-13-2 0,3 1 0,0 0 0,10 1 0,-26-3 16,2 1-16,0 1 0,24 1 15,-14 0-15,0 0 0,1-2 0,13 2 16,-34-3-16,2 3 0,0-1 15,32 1-15,-34-1 0,2 1 0,-1 0 16,33 0-16,-33-1 0,1-1 16,0 2-16,32 0 15,-45-2-15,1 1 0,1 0 0,43 1 16,-53-3-16,3 3 0,-1 0 0,51 0 0,-52-2 0,2 2 0,-1-2 16,51 2-16,-53-3 0,2 2 15,-1 1-15,52 0 16,-59-3-16,1 1 0,0 1 15,58 1-15,-55-5 0,-2 4 0,1-2 16,56 3-16,-54-3 0,0 0 0,1 0 0,53 3 16,-64-3-16,-1 0 0,1-1 0,64 4 0,-61-5 0,2 2 15,1-1-15,58 4 0,0 0 0,-53-3 0,1 0 0,0-1 0,52 4 16,-45-4-16,0 2 0,-1-1 0,46 3 0,-41-4 0,0 2 16,1-2-16,40 4 0,-40-2 0,2-2 0,-1 1 0,39 3 0,-34-2 0,2-2 0,0 1 15,17 2-15,-1 1 0,1-3 0,15 3 0,-7 0 0,2-1 0,0 0 0,5 1 0,-3 0 0,2 0 16,0 0-16,1 0 0,10-2 0,-1 1 0,-1-2 0,-8 3 0,7-2 0,-2 1 0,0 0 15,-5 1-15,17-2 0,-1-1 0,1 0 0,-17 3 0,0 0 0,10-1 0,-1 0 0,-1-1 16,-8 2-16,5-1 0,-2 1 0,0-1 0,-2 0 0,0 1 16,0 0-16,-1 0 0,1 0 0,-1 0 0,0 0 15,0 0-15,1 0 0,-1 0 0,0 0 0,0 0 0,0 0 16,0 0-16,0 0 0,0 0 0,0 0 16,0 0-16,0 0 0,0 0 0,0 0 0,0 0 0,0 0 15,0 0-15,0 0 0,0 0 0,0 0 0,0 0 16,0 0-16,0 0 0,0 0 0,0 0 0,0 0 15,0 0-15,-2-1 0,2-1 0,0-1 16,0 3-16,-1-1 0,1 1 0,0-1 0,0 1 0,0-1 0,0 1 16,0 0-16,0 0 0,0-1 0,0 1 0,0 0 15</inkml:trace>
  <inkml:trace contextRef="#ctx0" brushRef="#br0" timeOffset="90756.85">10344 14691 0,'0'0'0,"0"0"0,0 0 16,0 0 0,0 0-16,0 0 15,0 0-15,0 0 16,0 0-16,0 0 0,0 0 0,0 0 16,0 0-16,0 0 0,0 0 0,0 0 0,0 0 15,0 0-15,-10 4 0,0-2 0,1 2 0,9-4 16,-7 3-16,2-1 0,-1 0 0,6-2 0,-18 2 0,0-2 15,1 0-15,17 0 0,-11 1 16,1-1-16,0 0 0,-16-2 0,0 1 16,0 0-16,26 1 0,-14-2 15,-1 2-15,1-1 0,14 1 0,-34 0 0,0 0 0,-1 0 0,35 0 0,-33 1 0,0-1 16,0 0-16,33 0 0,-35 3 0,2-3 0,0 0 16,33 0-16,-36 2 0,0-1 0,-1 0 0,-17 1 0,-1-1 15,0 0-15,55-1 0,-57 2 0,2-2 16,1 2-16,54-2 0,-50 1 0,3-1 0,-1 0 0,48 0 0,-52 0 15,3 0-15,-1 0 0,50 0 0,-59 0 0,0 0 16,0 0-16,59 0 0,-67-1 0,2 1 0,0-2 16,65 2-16,-73 0 0,-1 0 0,1 0 0,6 0 15,2 0-15,-1 0 0,66 0 0,-49 2 16,-1-2-16,1 1 0,49-1 0,-24 1 0,2-1 0,0 1 16,22-1-16,-23 4 0,1-2 0,0 1 15,22-3-15,-11 2 0,-1-1 0,1 0 0,11-1 16,-4 1-16,0 1 0,0-2 0,4 0 0,-13 2 0,1 0 0,-1 1 15,13-3-15,-7 1 0,0 1 0,0-1 0,3 1 0,2-2 16,-2 0-16,4 0 0,4 0 0,-4 0 0,0 0 16,0 0-16,2-2 0,-2 2 0,0 0 0,0 0 0,1 0 15,-1 0-15,0 0 0,0 0 0,0 0 0,0 0 16,0 0-16,0 0 0,0 0 0,0 0 0,0 0 16,0 0-16,0 0 0,0 0 0,0 0 0,0 0 0,0 0 15,0 0-15,0 0 0,0 0 0,0 0 0,0 0 16,0 0-16,0 0 0,0 0 0,0 0 15,0 0-15,0 0 0,0 0 0,0 0 0,0 0 0,0 0 16,0 0-16,0 0 0,0 0 0,-1 0 0,0 0 16,0 0-16,-3 0 0,4 0 0,0 0 0,0 0 15,0 0-15,0 0 0,0 0 0,0 0 0,0 0 16,0 0-16,0 0 0,0 0 0,0 0 0,0 0 0,0 0 16,0 0-16,0 0 0,0 0 0,0 0 0,0 0 15,0 0-15,0 0 0,0 0 0,0 0 0,0 0 16,0 0-16,0 0 0,0 0 0,0 0 0,0 0 15,0 0-15,0 0 0,0 0 0,0 0 0,0 0 16,0 0-16,0 0 0,0 0 0,0 0 0,6-1 0,-2 1 16,0 0-16,-1-2 0,0 2 0,0 0 0,-3 0 15,1 0-15,0 0 0,0 0 0,-1 0 0,0 0 16,0 0-16,0 0 0,0 0 0,0 0 0,0 0 16,0 0-16,0 0 0,0 0 0,0 0 0,0 0 0,0 0 15</inkml:trace>
  <inkml:trace contextRef="#ctx0" brushRef="#br0" timeOffset="104582.123">3733 11493 0,'0'0'0,"57"10"16,-23-4-16,44-1 15,-37-5-15,67-5 16,8-1 0,-116 6-16,0 0 0,0 0 0,0 0 0,39-2 15,0 0-15,0 0 0,-39 2 0,55-3 0,-1 1 0,0-1 16,-54 3-16,64-2 0,0 2 0,0-2 0,-64 2 16,57-1-16,-2 1 0,2-1 15,-57 1-15,27 0 0,-1 0 0,0 0 0,-26 0 0,18 4 0,1 1 16,0-1-16,-9-3 0,-2 2 15,0 0-15,-8-3 0,29 5 0,-2 1 0,0-2 0,-27-4 16,16 3-16,-1-2 0,1 2 0,-16-3 16,7 1-16,-1-1 0,1 2 0,-7-2 0</inkml:trace>
  <inkml:trace contextRef="#ctx0" brushRef="#br0" timeOffset="105691.829">6846 11558 0,'0'0'0,"0"0"0,0 0 15,65-5-15,-28 2 16,22 4 0,-29-1-16,-30 0 0,0 0 0,0 0 0,0 0 15,29 3-15,-2-1 16,0-2-16,-27 0 0,19 2 0,-4-2 16,1 1-16,15 2 15,-1 0-15,0 0 0,-30-3 16,33 3-16,-1-1 0,-1 1 0,-31-3 0,34 2 0,-2 1 15,0-1-15,-32-2 0,34 3 0,-2-2 0,0-1 0,7 3 16,-2 0-16,0-2 0,-37-1 0,42 3 0,-1-1 16,-1 0-16,-40-2 0,44 4 0,-1-1 15,-1-2-15,-42-1 0,44 5 0,-1-3 16,0 1-16,31 3 0,-3-1 0,0 0 0,-71-5 0,82 8 0,-2-3 16,-1 2-16,-3 0 0,-2-1 15,1-1-15,-13 0 0,-1 0 0,0-1 16,-61-4-16,48 3 0,0 0 15,-1 0-15,-47-3 0,37 1 0,0 1 0,-1-1 16,-36-1-16,37 1 0,-2 1 0,0-2 0,6 2 0,-3-2 16,0 1-16,-38-1 0,39-1 0,3 1 15,-2 0-15,-40 0 0,35-2 16,-2 0-16,0 1 0,-33 1 0,33-3 0,-2 3 16,0-1-16,-31 1 0,39-2 0,-3 1 15,0 0-15,-36 1 0,37-2 0,-2 1 0,0-1 0,-35 2 0,37 0 0,-3 0 0,0-1 0,-34 1 16,36-2-16,-2 2 0,0 0 0,-34 0 0,35 0 0,-1 0 0,1 0 0,-35 0 0,17 0 0,0 0 15,-1 0-15,10 2 0,0-2 0,0 0 0,-26 0 0,15 1 0,-1-1 0,-1 0 0,-13 0 0,5 0 0,0 0 0,1 0 0,-6 0 16,14 0-16,1 0 0,-2 0 0,-13 0 0,9-1 0,0 1 0,-1 0 16,-5 0-16,0 0 0,0 0 0,-3 0 0,1 0 15,0 0-15,0 0 0,-1 0 0,-3-3 16,0 0-16,0-1 0,3 4 0,-3-1 0,1-1 0,0 0 16,2 2-16,-1-1 0,0 0 0,0 1 15,0-1-15,1 1 16,0 0-1,0 0-15,0 0 0,0 0 16,0 0-16,0 0 0,0 0 0,0 0 16,0 0-16,0 0 0,0 0 0,0 0 0,0 0 0,0 0 15,0 0-15,0 0 0,0 0 16,0 0-16,0 0 0,0 0 16,0 0-16,0 0 0,0 0 0,0 0 15,0 0-15,0 0 0,6-2 0,-2 1 0,0 0 0,-4 1 0,4-2 16,-2 0-16,0 1 0,-1 0 0,0 1 0,0 0 0,-1 0 15,1 0-15,-1 0 0,0 0 0,0 0 0,0 0 16,0 0-16</inkml:trace>
  <inkml:trace contextRef="#ctx0" brushRef="#br0" timeOffset="112750.235">16970 10776 0,'0'0'0,"0"0"0,0 0 0,0 0 15,0 0-15,0 0 16,0 0-1,0 0-15,0 0 0,0 0 0,0 0 0,31-12 16,1 1-16,-1 2 0,7-3 0,-1 2 0,-1 0 16,-36 10-16,37-6 0,2 0 0,0 0 15,-39 6-15,41-4 0,-2 1 0,0-2 0,-39 5 0,36-4 16,-2 1-16,2 0 0,-21 0 0,3 2 16,-2 1-16,-16 0 0</inkml:trace>
  <inkml:trace contextRef="#ctx0" brushRef="#br0" timeOffset="113519.849">19259 10724 0,'0'0'0,"0"0"0,0 0 16,64-36-16,-27 16 16,41 23-16,11 2 15,-89-5-15,0 0 0,0 0 16,0 0-16,33-1 0,-2 0 16,0-1-16,-31 2 15</inkml:trace>
  <inkml:trace contextRef="#ctx0" brushRef="#br0" timeOffset="113990.295">21216 10762 0,'0'0'0,"82"-18"16,-33 7-1,54 0-15,-47 6 16</inkml:trace>
  <inkml:trace contextRef="#ctx0" brushRef="#br0" timeOffset="126632.089">21583 11705 0,'0'0'0,"0"0"0,0 0 15,0 0-15,64-54 16,-27 22 0,37 10-16,-36 12 15,-38 10-15,0 0 0,0 0 0,29 2 16,-1-2-16,0 0 0,-28 0 0,32-2 0,-2 2 16,0 0-16,-30 0 0,14 0 0,1 0 0,-1 0 15</inkml:trace>
  <inkml:trace contextRef="#ctx0" brushRef="#br0" timeOffset="130904.488">5186 12769 0,'0'0'0,"0"0"0,0 0 16,0 0-16,0 0 15,0 0 1,0 0-16,0 0 0,0 0 0,0 0 16,0 0-16,20-5 0,1 2 0,0 0 0,-21 3 15,13-4-15,-1 3 0,1-2 0,13 5 16,-3-2-16,2 1 16,-25-1-16,0 0 0,35 2 0,-1 0 0,1 0 15,-35-2-15,49 0 0,0 0 0,0 0 16,-11-6-16,0-1 0,0 1 0</inkml:trace>
  <inkml:trace contextRef="#ctx0" brushRef="#br0" timeOffset="139850.379">5108 11911 0,'0'0'0,"0"0"0,0 0 15,0 0 1,0 0-16,0 0 16,0 0-16,0 0 15,0 0-15,0 0 0,0 0 0,0 0 0,0 0 16,0 0-16,0 0 0,0 0 0,0 0 0,-12-6 15,-1 1-15,1-1 0,12 6 0,-8-4 0,0 1 16,0-1-16,8 4 0,-3-1 0,1 0 0,0 1 16,2 0-16,-1-2 0,0 2 0,0-1 0,0 1 15,1 0-15,0 0 0,0 0 0,0 0 0,0 0 0,0 0 16,0 0-16,0 0 0,0 0 0,0 0 0,0 0 16,0 0-16,0 0 0,0 0 0,0 0 0,0 0 15,0 0-15,0 0 0,0 0 0,0 0 0,0 0 0,0 0 16,0 0-16,0 0 0,-4-3 0,1 0 0,1 0 15,2 3-15,-2-3 0,1 3 0,0-1 0,1 1 16,0-1-16,0 1 0,0 0 0,-2-2 0,2 2 16,0 0-16,0 0 0,0 0 0,0 0 0,0 0 0,0 0 15,0 0-15,0 0 0,0 0 0,0 0 0,0 0 16,0 0-16,0 0 0,0 0 0,0 0 0,0 0 16,-9-5-16,1-1 0,-1 2 0,9 4 15,-6-4-15,2 2 0,0 0 0,4 2 16,-1-2-16,-2 0 0,1 1 0,2 1 15,-12-2-15,3 1 0,0-1 0,9 2 16,-7-1-16,2 1 0,0-2 0,5 2 0,-3 0 0,1 0 16,0 0-16,2 0 0,-2 0 0,2 0 0,0 0 0,0 0 15,-12-4-15,2 1 0,0-1 0,10 4 0,-8-3 0,1 2 0,1-1 0,6 2 16,-12-4-16,-1 0 0,1 2 16,12 2-16,-7-2 0,0 0 0,1 0 15,-8-2-15,-1-1 16,1 1-16,14 4 15,-9-4-15,1 2 0,1 0 0,7 2 0,-15-4 16,0 0-16,1 0 16,14 4-16,-10-2 0,3 0 0,0-1 15,7 3-15,-15-5 0,1 2 0,1-2 0,13 5 16,-9-3-16,2 1 0,-2 0 0,9 2 16,-19-7-16,4 2 0,-3 0 0,18 5 15,-11-4-15,1 2 0,1 0 0,9 2 0,-20-5 0,3 0 16,-3 1-16,20 4 15,-11-2-15,1 0 0,-1-1 0,11 3 16,-23-4-16,3 2 0,-1-1 0,8 1 0,2 2 16,0-1-16,11 1 0,-21-3 0,-1 2 0,1 0 0,21 1 0,-14-1 15,3 0-15,0 1 0,11 0 0,-22 0 0,1 0 0,1 0 0,20 0 0,-12 0 0,1 0 16,0 0-16,11 0 0,-25 1 0,2 1 0,0-1 0,10 0 0,0 1 0,1-1 16,12-1-16,-26 2 0,0 0 0,0 1 0,26-3 0,-14 0 0,1 1 15,-1-1-15,14 0 0,-26 3 0,0 0 0,2-1 16,24-2-16,-16 1 0,2 0 0,0-1 0,14 0 15,-22 4-15,0-1 0,0 2 0,22-5 0,-12 2 0,0 0 0,1 0 0,11-2 16,-25 7-16,2-2 0,1 1 0,22-6 0,-12 3 0,-1 1 0,0-2 16,13-2-16,-24 4 0,1 0 15,0 2-15,10-5 0,0 2 0,1-1 0,12-2 0,-22 6 0,1 0 0,-1-1 16,22-5-16,-14 3 0,3 1 0,0-2 0,-7 5 0,1-2 16,-1-1-16,18-4 0,-10 5 0,1-2 0,1 0 0,8-3 0,-13 8 0,0 0 15,0 3-15,13-11 0,-8 4 0,0 2 0,1-1 0,7-5 0,-11 11 16,-1-1-16,1-1 0,11-9 0,-5 7 0,-2-2 15,0 0-15,7-5 0,-7 13 0,0-2 0,1 0 0,2-6 16,0 1-16,2 0 0,-1-1 0,2-4 0,0 2 16,0-3-16,1 0 0,0 2 0,0-2 0,0 0 0,0 0 15,0 0-15,-7 21 0,1 0 0,0-1 0,6-20 16,-5 13-16,1-2 0,0 1 0,4-12 0,6 15 16,-4-2-16,2 1 0,-4-14 0,4 8 0,-2-1 15,0 1-15,-2-8 0,6 12 0,0-1 0,0 1 0,0-5 16,-2-1-16,-2 1 0,-2-7 0,6 12 0,0 0 15,0 0-15,-6-12 0,4 7 0,0 0 16,0 0-16,-4-7 0,8 12 0,1-1 0,1 2 0,-10-13 16,5 8-16,0-2 0,1 1 0,-6-7 0,12 13 15,-1 1-15,0 0 0,-11-14 0,5 9 0,2-2 16,0 1-16,-7-8 0,13 14 0,0-2 0,-1 1 16,-12-13-16,8 8 0,-1-2 15,-1 1-15,-6-7 0,18 14 0,-2-2 0,0 2 16,-5-7-16,-1 0 0,-1 0 0,-9-7 15,18 14-15,-2-2 0,1 2 0,-17-14 0,9 6 0,1 1 0,-1-1 16,-9-6-16,23 11 0,-2-1 0,1 0 0,-22-10 0,14 5 0,-3 0 0,0-1 16,-11-4-16,29 11 0,-1 0 0,-2 0 0,-26-11 15,16 7-15,0-2 0,-1 1 0,-15-6 0,29 9 16,-2 0-16,0 0 0,-11-4 16,-2 0-16,2-1 0,16 5 0,-2-1 15,1 0-15,-31-8 0,18 5 0,-1-1 16,-1 0-16,15 3 0,-2 1 0,0-2 15,-11-2-15,-2 0 0,-1-2 0,-15-2 16,29 6-16,-1 0 0,0-1 0,-12-3 0,-1 1 16,-2-1-16,-13-2 0,32 4 0,-1-1 0,0 2 0,-12-3 0,-3 0 0,2 0 0,12 2 0,1-3 15,0 2-15,-31-3 0,17 2 0,0-1 0,-1 0 0,16-1 0,0 0 0,1 0 16,-33 0-16,17-1 0,1 1 0,-1 0 0,14-4 16,-1 1-16,-2 0 0,2-3 0,-2 1 0,2 0 15,-30 5-15,15-3 16,-1 1-16,-1-2 0,15-3 0,-1 1 0,0-2 0,-27 8 0,16-4 15,-2 0-15,0 0 0,10-9 0,0 1 0,-3 0 16,-21 12-16,13-8 0,-1 2 16,1-2-16,7-7 0,-3-2 0,1 1 15,-18 16-15,9-10 0,0 1 0,1-1 0,2-10 16,0 0-16,0 1 0,-12 19 0,7-12 16,-2 1-16,0 0 0,-2-15 0,1 1 15,-1-2-15,-3 27 0,-3-29 0,-1 1 16,1 0-16,-9 0 0,1 0 0,-3 2 0,14 26 15,-17-28-15,-1 1 0,0-1 0,-6 2 0,-1 1 16,1-2-16,24 27 0,-31-19 0,2-1 0,0 1 16,1-4-16,-1 4 0,1-2 0,3 3 0,1-1 0,0-1 15,24 20-15,-21-25 0,2 2 0,-1-2 0</inkml:trace>
  <inkml:trace contextRef="#ctx0" brushRef="#br0" timeOffset="141975.025">10221 11962 0,'0'0'0,"0"0"0,0 0 0,0 0 16,0 0-1,0 0-15,0 0 16,0 0-16,0 0 0,0 0 0,0 0 16,0 0-16,0 0 0,0 0 0,-26-9 0,1 2 15,1 0-15,24 7 0,-16-6 0,2 1 0,-1-1 16,15 6-16,-28-3 0,1-1 0,0 1 0,27 3 0,-14-3 15,-2 2-15,3-1 0,13 2 0,-33-5 0,0 2 16,0 1-16,33 2 0,-47-6 0,1 2 0,-1 0 16,47 4-16,-49-6 0,1 2 0,1-2 0,47 6 15,-49-4-15,3-1 0,-1-1 0,47 6 0,-47-4 16,4 1-16,-1 0 0,44 3 16,-48-4-16,2 0 0,-1 0 0,47 4 0,-49-3 0,3 1 0,-1-1 0,47 3 15,-43-3-15,0 0 0,-1 2 0,44 1 16,-51-5-16,-1 4 0,0-2 0,52 3 15,-55-4-15,3 3 0,-1-2 0,53 3 16,-49-2-16,1 1 0,-1 0 16,49 1-16,-40 0 0,1 1 15,-1-1-15,40 0 0,-19 2 0,1-2 16,1 0-16,4 7 0,2 1 16,0-1-16,11-7 0,-26 6 0,2-2 15,-1 1-15,25-5 0,-33 6 0,1-4 0,0 3 0,32-5 0,-56 5 0,0 1 16,0-2-16,56-4 0,-59 5 0,0 1 0,0-2 15,59-4-15,-54 5 0,1 0 0,1-1 0,52-4 16,-48 4-16,2-1 0,1 0 0,45-3 16,-39 3-16,1 0 15,-1-1-15,39-2 16,-18 1-16,0 1 16,1-2-16,17 0 0,-32 1 0,-1 1 0,1 0 15,32-2-15,-17 0 0,-1 2 0,1-2 16,17 0-16,-15 4 0,3 0 0,-1 0 0,13-4 15,-6 3-15,1-2 0,0 1 0,5-2 16,-24 8-16,1-1 0,1 1 0,22-8 16,-16 5-16,5 0 0,-2-1 0,13-4 0,-26 10 0,-1-3 15,0 1-15,27-8 0,-16 5 0,2 0 16,-1-1-16,15-4 0,-23 8 0,1 0 0,0 1 16,22-9-16,-13 4 0,1 1 0,1-1 0,11-4 0,-20 12 0,2-3 0,-1 1 0,8-4 0,1-2 0,1 2 15,9-6-15,-12 13 0,1-2 0,1 1 0,3-5 0,2-1 0,0 0 16,5-6-16,-7 13 0,1-1 0,0 0 0,2-4 0,1-2 0,0 0 0,3-6 0,-3 13 0,1-2 0,-1 0 0,3-3 0,-1-2 0,0 0 0,1-6 0,2 11 0,1-2 15,-1 2-15,2-5 0,-3-1 0,0 1 0,-1-6 0,5 11 0,0 0 0,0 0 0,-2-4 0,0-1 0,0 0 16,-3-6-16,12 11 0,-2 1 0,1-2 0,-4-4 0,-2 1 16,0-2-16,-5-5 0,15 13 0,-1-2 0,0 2 15,-4-7-15,-3 0 0,0-1 0,-7-5 0,22 11 16,0-1-16,-1 0 0,-8-4 0,-2-2 0,1 1 16,-12-5-16,23 10 0,0-1 0,0 1 0,-11-5 15,1 0-15,-1-1 0,-12-4 0,29 8 0,0 2 0,0-3 16,-12-1-16,-2-4 0,1 3 0,-16-5 0,34 9 15,0-2-15,-1 1 0,0 2 0,0-1 16,0-1-16,-33-8 0,34 9 0,0-1 0,0-1 16,6 2-16,0 0 0,-1-2 0,4 5 15,0-1-15,-1-2 0,-42-9 0,38 8 0,0-1 0,-1 0 16,-19-4-16,0 0 0,0 0 0,-18-3 16,23 1-16,0 0 0,0 0 0,-11 1 0,0-2 0,-1 0 0,21 4 15,-1-3-15,-1 1 0,-30-2 0,37 1 0,-1 2 0,1-1 16,-1-1-16,-2 2 0,0 0 0,-34-3 0,46 2 15,1 1-15,-1 1 0,0-1 0,-1-2 0,1 2 16,-46-3-16,50 3 0,-3-2 0,1 2 16,-4-2-16,-1 1 0,1 0 0,-44-2 0,39 2 0,-1-1 15,1 0-15,3 2 0,-1 0 0,1-3 0,-42 0 16,39 4-16,-1-2 0,0-1 0,2 3 0,-1-3 16,0 2-16,-39-3 0,45 3 0,-3 0 0,0 0 15,6 1-15,-3-1 0,3 0 16,-6 0-16,0 2 0,-1-4 0,-41-1 0,36 3 0,-2-2 15,0 2-15,-34-3 0,18 0 0,-2 1 16,-1 0-16,10-2 0,-1 1 16,-1 0-16,-23 0 15,14-1-15,-2 1 0,1 0 0,9-3 0,-1 0 16,0 1 0,-21 2-16,12-2 0,0 1 0,-1-1 0,-6 1 0,-1 1 15,0 0-15,-4 0 0,25-5 0,0-1 0,0 2 0,-25 4 0,15-4 0,-1 1 0,-1 0 16,13-4-16,0 0 0,0 0 15,-26 7-15,15-4 16,-1-1-16,-1 1 16,11-9-1,0 0-15,-1 1 16,-23 12-16,14-7 0,-2 0 0,1 0 16,-13 7-16,20-12 15,-1-1-15,-1 0 0,-6 6 0,-3-1 0,0 1 16,-9 7-16,16-18 0,-1 3 0,1-1 15,-7 6-15,-2 1 0,1 0 0,-8 9 0,12-22 0,-2 0 16,1 2-16,-11 20 0,6-13 16,-1 1-16,0 0 0,-1-13 0,0 1 15,-1-1-15,-3 25 0,1-14 0,1 2 16,-1-1-16,-1 13 0,-7-27 0,1 2 16,1 0-16,1 11 0,1 0 0,-1 1 0,4 13 15,-17-30-15,1 3 0,-1-1 0,17 28 16,-23-28-16,1-2 0,-1 2 0,-7 3 15,2-1-15,0 0 0,28 26 16,-35-23-16,0-1 0,0 1 0,-1-2 16,-1 1-16,1-1 15</inkml:trace>
  <inkml:trace contextRef="#ctx0" brushRef="#br0" timeOffset="151685.348">21822 14972 0,'0'0'0,"0"0"15,0 0-15,0 0 16,0 0-16,-70 9 16,28-4-1,-15 0-15,57-5 0,0 0 0,0 0 16,0 0-16,-11 2 0,2-2 0,-1 2 15,5-1-15,2-1 0,0 0 16,3 0-16,-34 3 0,0-1 16,2-1-16,-8 2 0,3-3 15,0 2-15,37-2 0,-39-2 0,2 2 0,0 0 16,37 0-16,-39-4 0,2 0 0,0 2 0,-4-3 0,1 0 0,0 1 0,40 4 0,-43-8 0,3 1 0,0 2 16,-5-2-16,3-1 0,-1 0 0,43 8 0,-41-8 0,2 0 0,0 1 0,39 7 15,-50-8-15,0-1 0,1 1 0,49 8 16,-62-10-16,1 1 0,0-2 0,61 11 15,-63-11-15,2 2 0,0-1 0,6 1 0,2 0 0,1 1 0,52 8 16,-41-7-16,1 0 0,0 0 0</inkml:trace>
  <inkml:trace contextRef="#ctx0" brushRef="#br0" timeOffset="152899.379">3582 15548 0,'0'0'0,"0"0"0,0 0 0,0 0 0,0 0 16,45 29 0,-17-12-16,28 5 15,-56-22-15,0 0 16,0 0-16,11 3 0,-1 1 0,1 0 0,-11-4 0,28 4 0,-3-1 15,1 0-15,-11 0 16,-1-2-16,1 1 0,-15-2 16,36 5-16,0-2 0,0 1 15,-36-4-15,38 4 0,-1 0 0,-1 1 0,4-2 16,-2 0-16,1 0 16,-39-3-16,41 3 0,0 1 0,1-1 0,-42-3 0,43 4 0,0 0 15,-1-1-15,6 0 0,0 0 0,-1-2 0,5 0 0,0 2 0,-3-1 0,2-1 0,0-1 0,-3 2 0,-48-2 0,46-1 0,-1 0 0,-1 1 0,-1-2 16,-1 0-16,1 0 0</inkml:trace>
  <inkml:trace contextRef="#ctx0" brushRef="#br0" timeOffset="154016.076">11770 15466 0,'0'0'15,"0"0"-15,0 0 0,57 0 16,-24-1 0,-19 0-16,-9 1 15,-3 0 1,-2 0-16,0 0 16,0 0-16,0 0 0,0 0 0,0 0 15,0 0-15,0 0 0,0 0 0,0 0 0,-2 0 0,1 0 0,0 0 0,0 0 0,-1 0 0,2 0 0,0 0 16,-13 2-16,3-2 0,0 0 0,2 2 0,2-2 15,0 0-15,6 0 0,-23 4 0,3-2 0,-1 1 0,21-3 16,-14 2-16,3-2 0,0 1 0,-21 3 16,3 1-16,-1-1 0,30-4 0,-34 5 0,0-1 15,-1 1-15,35-5 0,-46 6 0,-1 0 0,1 0 0,-6 1 16,2-2-16,-1 1 0,-9 3 0,2-3 0,0 1 16,58-7-16,-70 8 0,2 1 15,0-1-15,-5 1 0,1-2 0,-1 3 0,1-2 0,0-1 16,-1 2-16,5-1 0,2-1 0,0-1 15,66-6-15,-59 5 0,1 0 0,0 0 0,7-1 0,-1-1 0,0 0 0,2-2 16,0 2-16,0-2 0,50-1 0,-52 2 0,-1 1 16,0-1-16,-8 1 0,0-2 0,0 1 0,-11 0 0,0 0 15,-1 0-15,-1 0 0,0 0 16,1 0-16,73-2 16,-72 2-16,1-1 0,1 1 0,-1 0 0,1-1 15,-1 0-15,-1 1 0,1 0 0,-1-2 16,72 0-16,-79 2 15,0 1-15,1-1 0,-2 0 16,0 0-16,1 1 0,3-3 0,1 2 16,-1-1-16,10 1 15,0 0-15,0 0 0,66-2 0,-55 2 0,1-1 0,1 0 16,7 2-16,3-3 0,-1 0 0,23 2 0,1-2 16,0 0-16,20 0 0,-7 0 0,0 0 15,0 0-15,-1-2 0,1-1 0,1 2 0,2 0 0,0-1 0,2 1 16,2 1-16,18-7 0,0 2 0,0 0 0,-6 1 0,-1 1 0,1 0 15,8 1-15,0 1 0,0-1 0,-9 1 0,-1 1 0,1-2 0,-7 2 0,0 0 0,0 0 0,12-1 0,-2 1 16,0 0-16,-4-1 0,-2 1 0,0 0 0,-4 0 0,0 0 0,-1 0 0,-2 0 0,0 0 0,0 0 16,0 0-16,-1 0 0,0 0 0,0 0 0,0 0 0,0 0 0,0 0 0,0 0 15,0 0-15,0 0 0,0 0 0,0 0 0,0 0 16,0 0-16,0 0 0,12-3 0,-1 0 0,-1 0 0,-3 2 16,-1-1-16,1 0 0,2-5 0,-1 0 0,0 1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6:56:09.62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2526 5499 0,'0'0'16,"0"0"-16,0 0 0,0 0 0,74-8 15,-31 1 1,29 3-16,-72 4 16,0 0-16,0 0 0,0 0 15,14-1-15,-1 1 0,1-1 0,21-3 16,-1 2-16,0-1 0,-34 3 0,39-4 16,-1 0-16,-1 2 15,-37 2-15,39-5 0,-2 1 0,0 2 16,6-2-16,0 1 15,-2 1-15,-41 2 0,46-3 16,-2 1-16,1 0 0,-45 2 0,48-3 16,0 2-16,1-2 0,3 1 0,3 2 15,-2-3-15,20-1 0,-2 1 0,2-1 0,-73 4 0,76-4 0,0 0 0,-1 1 0,9-3 0,-1 3 0,-3-1 0,-80 4 0,89-6 0,-4 2 0,2-1 0,-5-2 0,1 1 0,0 0 0,-83 6 16,74-6-16,-3-3 0,2 3 0</inkml:trace>
  <inkml:trace contextRef="#ctx0" brushRef="#br0" timeOffset="13283.6">6764 4588 0,'0'0'0,"0"0"15,0 0-15,0 0 16,0 0-16,0 0 16,86-53-16,-86 53 15,0 0-15,0 0 0,0 0 0,40-18 16,-1 0-16,0 0 0,5-3 16,-3 2-16,0 1 0</inkml:trace>
  <inkml:trace contextRef="#ctx0" brushRef="#br0" timeOffset="13828.574">9320 4754 0,'0'0'15,"0"0"-15,72-47 0,67-21 16,0 14-1,9 10-15</inkml:trace>
  <inkml:trace contextRef="#ctx0" brushRef="#br0" timeOffset="14486.558">12240 4585 0,'0'0'0,"55"-22"0,26-2 16,47-2-16,4 7 16,-21 4-1</inkml:trace>
  <inkml:trace contextRef="#ctx0" brushRef="#br0" timeOffset="15430.279">15262 4578 0,'0'0'0,"0"0"15,0 0-15,0 0 16,0 0-16,0 0 16,0 0-16,0 0 15,0 0-15,0 0 0,19-15 0,0 1 0,0-1 16,-19 15-16,31-11 0,-3 1 0,1 1 0,-29 9 16,41-5-16,-3 1 0,0 0 0,-38 4 0,53-2 15,0 1-15,-1-1 0</inkml:trace>
  <inkml:trace contextRef="#ctx0" brushRef="#br0" timeOffset="24569.232">2758 9226 0,'0'0'0,"0"0"0,0 0 16,0 0-1,0 0-15,69 9 16,-29-4-1,-40-5-15,0 0 0,0 0 0,0 0 16,0 0-16,21 3 0,0-2 16,-1 2-16,-8-1 0,-2-1 0,0 0 0,-10-1 15,26 3-15,-3 0 0,0 0 0,-23-3 16,26 3-16,2 2 0,0-2 0,-28-3 0,29 3 0,0-1 16,0 3-16,-29-5 0,32 4 0,-2-1 0,0 2 15,4-4-15,0 2 0,0 1 0,-34-4 16,39 2-16,-1 0 0,0 0 0,-38-2 15,40 0-15,1 0 0,-1 0 0,-40 0 16,47 0-16,-2 0 0,1 0 0,-46 0 0,49 0 16,0 0-16,-3 0 0,32-1 0,-1 1 0,1 0 0,-78 0 0,85-2 0,-1 1 0,-1 1 0,-83 0 0,77-2 0,-3 2 0,0 0 15,-7-1-15,-3 1 0,2 0 0,-66 0 0,72-1 0,-2 1 0,1 0 16,6-2-16,1 2 0,-1 0 0,-77 0 0,80 0 0,-2 0 16,1 0-16,-2 2 0,1-2 0,-1 0 15,-77 0-15,68 2 0,-1-2 0,0 0 0,-11 2 16,0-1-16,-1 1 0,-55-2 0,51 2 0,-2 1 15,-1-2-15,-1 2 0,-1 0 0,1-2 16,-47-1-16,45 5 0,0-3 0,-1 1 16,0 1-16,-1 0 0,-1-1 15,-42-3-15,45 4 0,-3-1 0,0 1 0,-42-4 16,42 2-16,-1 1 0,0-1 16,-6 0-16,-1-2 0,0 1 0,-34-1 0,16 2 0,0-2 15,-1 0-15,14-1 0,-2-1 0,0 1 0,-27 1 16,15-1-16,0 1 0,-1 0 0,-14 0 0,0 0 0,30-5 0,0 1 15,0-2-15</inkml:trace>
  <inkml:trace contextRef="#ctx0" brushRef="#br0" timeOffset="25966.038">13631 11349 0,'0'0'16,"0"0"-16,0 0 0,0 0 15,0 0 1,0 0-16,0 0 16,0 0-16,0 0 0,0 0 0,0 0 15,-21 4-15,0-1 0,1-1 0,20-2 0,-14 2 16,3 0-16,0 0 0,11-2 0,-27 4 15,0-1-15,0 0 0,27-3 16,-31 4-16,2-1 0,-1-1 0,30-2 0,0 0 0,-29 4 0,-1-2 16,0 0-16,30-2 0,-36 2 0,1 0 15,0-1-15,35-1 0,-43 1 0,2 0 16,0 0-16,-4-3 0,1 2 16,-1 0-1,45 0-15,-46-1 0,-1 1 16,1-1-16,46 1 15,-70 0-15,2 0 0,0 0 0,-12 1 16,1-1-16,-1 0 0,80 0 0,-76 1 0,1-1 0,1 0 16,74 0-16,-67 0 0,0 1 0,-1 0 0,-1 0 0,0-1 15,-1 1-15,70-1 0,-78 2 0,2-2 0,-1 0 0,77 0 0,-80 3 0,1-3 16,0 1-16,-13 0 0,3 1 16,-1 0-16,90-2 0,-85 2 0,1-1 0,0 2 15,16 1-15,1-1 0,-1 0 0,68-3 16,-54 5-16,0-1 0,1-2 0,53-2 0,-51 5 15,1-2-15,1 1 0,-4 1 16,2-1-16,1 0 16,50-4-16,-55 4 0,1-2 0,0 0 0,4 1 0,-1 0 0,1-1 15,50-2-15,-52 2 0,2 0 0,1-1 0,-9 1 0,0 0 0,0-2 0,58 0 0,-60 1 0,0-1 0,0 2 0,60-2 0,-60 1 0,1-1 0,-1 1 0,8-1 0,-2 0 0,0 0 16,54 0-16,-43 0 0,1 0 0,1 0 0,20 0 0,3 0 0,-1 0 0,19 0 0,-19 0 0,-1 0 0,0 0 0,10-1 0,0 1 16,-1 0-16,11 0 0,-4 0 0,1 0 0,0 0 15,1 0-15,1 0 0,0 0 0,1 0 16,0-1-16,0-1 0,0 1 0,0 1 0,0-2 0,0 2 15,0 0-15,15 2 0,-1-2 0,-1 1 16,-5 1-16,1-2 0,-1 0 0</inkml:trace>
  <inkml:trace contextRef="#ctx0" brushRef="#br0" timeOffset="35630.52">15907 8437 0,'0'0'0,"0"0"0,48-29 0,18-14 15,61-34-15,34-10 16,-24 31-1,-137 56-15,0 0 0,0 0 0,22-9 0,-1 1 16,-1 0-16,-20 8 16,0 0-16,0 0 0,38-4 0,0 1 0,-1 0 15</inkml:trace>
  <inkml:trace contextRef="#ctx0" brushRef="#br0" timeOffset="35985.809">18175 8250 0,'0'0'0,"0"0"0,76-25 0,-31 10 31</inkml:trace>
  <inkml:trace contextRef="#ctx0" brushRef="#br0" timeOffset="39565.053">8893 10232 0,'0'0'0,"0"0"0,0 0 15,-70-8 1,27 2-1,-18 7-15,28 2 16,33-3-16,0 0 0,0 0 0,-26 2 16,0-2-16,1 1 0,25-1 15,-15 1-15,2 1 0,-1-2 16,14 0-16,-32 3 0,1-2 0,0 1 0,31-2 16,-34 3-16,0-2 15,0-1-15,34 0 0,-49 4 0,3-3 16,-1 2-16,47-3 0,-49 1 15,0 1-15,1-1 0,48-1 0,-55 1 0,1 1 0,0-1 16,54-1-16,-61 2 0,1-1 0,0 1 0,60-2 16,-54 3-16,-1-1 0,0 2 0,55-4 0,-57 1 0,2 1 0,1 1 0,-6-1 0,0 0 0,0 1 15,60-3-15,-67 2 0,-1 2 0,3-2 0,65-2 16,-68 4-16,3-1 0,-1 1 0,2-1 0,1 0 0,0 0 16,63-3-16,-60 3 0,1 1 0,0-2 15,3 2-15,0 0 0,3-1 0,53-3 0,-56 4 0,1 0 16,0-1-16,-10 1 0,1-1 0,0 1 15,64-4-15,-72 5 0,0-1 0,1 1 16,6-2-16,2 1 0,-1-1 0,64-3 0,-52 1 16,0 2-16,1-1 0,27-2 0,0 1 15,0-1-15,24 0 0,-32-1 0,0-1 0,0-1 0,32 3 16,-17-1-16,0 0 0,1-1 0,16 2 0,-24-4 0,0 2 0,1-2 0,23 4 0,-14-3 0,2 1 16,0 1-16,12 1 0,-25-6 0,1 1 0,-1 0 0,25 5 0,-15-4 0,3 1 0,-3 0 15,-2-2-15,-1 0 0,1 1 0,17 4 16,-9-4-16,-1 1 0,1 1 0,-16-2 0,2 1 0,0-1 0,23 4 15,-14-2-15,1 1 0,2-1 0,-7-3 0,2 1 0,1 0 16,15 4-16,-10-2 0,2 0 0,2-1 0,-6-2 16,2 1-16,0-1 0,10 5 0,-7-3 0,2 0 15,-1 2-15,4 0 0,0-1 0,1 2 0,1 0 0,-9-5 16,1 1-16,1 0 0,2 2 0,2-1 0,-2 0 16,5 3-16,-3-1 0,2 1 15,0-1-15,0 1 0,1 0 0,0 0 0,-4 0 0,4 0 0,0 0 16,0 0-16,0 0 0,0 0 0,0 0 0,0 0 15,0 0-15,0 0 0,0 0 0,0 0 0,0 0 0,0 0 16,0 0-16,0 0 0,0 0 0,0 0 0,0 0 16,0 0-16,0 0 0,0 0 0,0 0 0,0 0 15,0 0-15,-1 0 0,0-2 0,0 2 0,0-1 0,0 1 16,0 0-16,1 0 0,0 0 0,0 0 16,-2-2-16,2 2 0,0 0 0,0 0 0,0 0 15,0 0-15,0 0 0,0 0 0,0 0 0,0 0 0,3-6 16,0 0-16,-1 0 0,-2 6 0,0 0 0,5-2 15,-4-3-15,0 1 0</inkml:trace>
  <inkml:trace contextRef="#ctx0" brushRef="#br0" timeOffset="46039.65">19634 11268 0,'0'0'0,"0"0"15,0 0-15,0 0 16,0 0-16,0 0 15,0 0 1,0 0-16,0 0 0,0 0 0,0 0 0,0 0 16,0 0-16,0 0 0,0 0 15,0 0-15,0 0 0,-7-4 0,2-1 16,0 2-16,5 3 0,-3-3 0,0 1 16,0 1-16,3 1 0,-16-3 0,1 2 15,-1-1-15,6 1 0,2 1 0,-1-1 0,9 1 0,-23 1 47,-1-1-47,0 0 0,24 0 0,0 0 16,-13 1-16,13-1 0,-14 2 0,1-2 0,13 0 0,0 0 0,-32 1 0,32-1 0,-32 0 0,0 1 0,32-1 0,-35 3 0,-1-3 0,1 0 0,35 0 0,-37 2 0,1-2 0,0 0 0,36 0 0,-52 1 15,1 0-15,51-1 0,-50 1 0,50-1 0,-56 0 0,0 0 0,0 0 0,56 0 0,-61-1 0,0 0 16,0 0-16,61 1 0,-60 0 0,1-2 16,3 2-16,-7-3 0,2 2 0,0 1 15,61 0-15,-63 0 0,0-1 0,-1 1 16,64 0-16,-64-2 0,2 2 0,0-1 15,-2 1-15,1 0 0,0-1 0,63 1 16,-73 0-16,2 0 0,-1 0 0,5 1 16,1-1-16,0 0 0,66 0 15,-56 1-15,0 1 0,0-2 0,9 0 16,1 0-16,1 0 0,45 0 16,-39 0-16,1 0 0,1 0 0,20-2 15,-1 2-15,0 0 0,18 0 0,-32-1 0,2 1 16,0-1-16,30 1 0,-17-2 0,1 1 0,0 1 0,16 0 0,-27 0 0,0 0 0,0 0 0,27 0 0,-15-2 0,1 2 0,1 0 0,13 0 0,-31-1 0,0 1 0,0 0 0,31 0 0,0 0 0,-19 0 0,3 0 15,-1 0-15,17 0 0,-23-2 0,1 2 0,-1 0 16,10 0-16,2 0 0,0 0 0,11 0 0,-5 0 0,-1 0 16,1 0-16,5 0 0,-2 0 0,1 0 0,0 0 15,1 0-15,-1 0 0,1 0 0,0 0 0,0 0 16,0 0-16,0 0 0,0 0 0,0 0 16,0 0-16,0 0 0,0 0 0,0 0 0,0 0 0,0 0 0,0 0 15,0 0-15,0 0 0,0 0 0,0 0 0,0 0 16,0 0-16,0 0 0,0 0 0,0 0 0,0 0 15,7-3-15,1 1 0,-1 1 0,-7 1 0,5-2 0,-1 1 16,0-1-16,-4 2 0,3-1 0,-2 1 0,0 0 16,0 0-16,-1 0 0,0 0 0,0 0 0,1 0 15,-1 0-15,0 0 0,0 0 0,0 0 0,0 0 16,0 0-16,0 0 0,0 0 0,0 0 0,0 0 0,0 0 16,0 0-16,0 0 0,1-12 0,1 1 0,-1 1 15</inkml:trace>
  <inkml:trace contextRef="#ctx0" brushRef="#br0" timeOffset="47610.654">23985 11234 0,'0'0'0,"0"0"0,0 0 0,0 0 15,0 0-15,0 0 16,-59 16-1,23-8-15,36-8 0,0 0 16,0 0-16,0 0 0,-23 0 16,2 0-16,1 0 0,8-1 0,0 1 0,2 0 15,10 0-15,-32-4 0,2 2 16,0 2-16,30 0 0,-32-4 0,0 3 16,0-1-16,32 2 0,-35-1 0,1-2 15,0 2-15,34 1 0,-51-3 0,-1-1 0,0 3 16,52 1-16,-63-5 0,0 1 0,0 0 0,-4 0 15,0-2-15,0 2 0,67 4 0,-65-6 0,2 2 0,0-1 0,-1-1 0,1 2 0,0-1 16,-15-1-16,1 0 0,1 1 0,76 5 0,-75-6 0,3 2 0,0 1 0,12 1 0,0-1 16,0 1-16,11 2 0,1 0 0,-1 0 0,49 0 15,-22 0-15,0 0 0,1 0 0,21 0 0,-37 9 16,1 0-16,1 0 0,-5-1 0,0 1 16,-1-1-16,-8-3 0,1 1 15,1 1-15,47-7 0,-71 4 0,3 0 0,0 0 0,3-1 0,0 1 16,0 1-16,65-5 0,-55 1 0,1 1 0,0 1 15,54-3-15,-49 3 0,0 0 0,1-2 16,3 2-16,2-1 0,-1 0 0,44-2 0,-37 2 0,0-1 16,0 1-16,37-2 0,-19 1 0,3-1 0,-1 1 0,17-1 15,-24 1-15,1-1 0,-1 2 16,24-2-16,-13 1 0,1-1 16,0 0-16,12 0 15,-17 0-15,1 0 0,1 0 0,15 0 16,-10 0-16,2 0 0,0 0 0,8 0 0,-3 0 15,0 0-15,-1 0 0,4 0 0,0 0 0,-1 0 16,0 0-16,1 0 0,-10-5 0,1 1 0,0 1 16</inkml:trace>
  <inkml:trace contextRef="#ctx0" brushRef="#br0" timeOffset="57007.1">9384 13860 0,'0'0'0,"0"0"0,0 0 16,0 0-16,0 0 16,0 0-1,0 0-15,0 0 0,0 0 0,0 0 16,0 0-16,0 0 0,0 0 0,0 0 0,0 0 16,0 0-16,0 0 0,0 0 0,3-5 0,-2 1 15,0 0-15,1 0 0,-2 1 0,0 2 0,0 1 16,2-2-16,-2 1 0,0-1 0,0 2 0,-21 0 15,2-1-15,-1 1 0,8-1 0,0 1 0,0 0 0,12 0 16,-22 1 15,1-1-31,-1 0 0,22 0 0,-13 0 0,2 0 16,0 0-16,11 0 0,-30-1 0,0 1 0,0 0 0,30 0 0,-33-2 0,1 0 0,0 1 0,32 1 16,-35-1-16,0 0 0,1 0 0,34 1 0,-47-1 0,-1 0 0,1 1 0,47 0 15,-59 0-15,2-2 0,0 1 0,-1-2 0,0 2 0,0 0 16,58 1-16,-60-3 0,1 2 0,-1 0 15,60 1-15,-66-1 0,3-2 16,0 1-16,-1 1 16,0-2-16,0 1 0,64 2 15,-61-2-15,-1 1 16,2 0-16,60 1 0,-57-2 0,1 1 0,-1 1 16,8 0-16,1 0 0,-1 0 15,49 0-15,-38 1 0,-1-1 0,1 0 0,38 0 0,-33 2 0,0-2 0,0 1 16,33-1-16,-16 1 0,1 0 0,-1-1 0,16 0 0,-34 3 0,1-2 15,0 0-15,33-1 0,-19 1 0,0 0 16,0-1-16,-4 2 0,1-2 0,0 0 16,22 0-16,-11 0 0,-1 0 0,1 0 15,11 0-15,-4 0 16,0 0-16,0 0 0,4 0 0,-3-2 0,1 1 0,-1-1 16,3 2-16,-2-1 0,2-1 0,0 2 15,0-1-15,0 1 0,0 0 0,0 0 0,0 0 0,0 0 0,0 0 0,0 0 0,0 0 0,0 0 0,0 0 16,0 0-16,0 0 0,0 0 0,0 0 0,0 0 0,0 0 0,0 0 0,0 0 0,0 0 0,0 0 0,0 0 15,0 0-15,0 0 0,0 0 0,0 0 0,0 0 0,0 0 0,0 0 0,0 0 16,0 0-16,0 0 0,-3-1 0,0 0 0,0 0 0,0-1 0,2 2 16,0 0-16,1 0 0,-2 0 0,2 0 0,0 0 0,0-1 15,0 1-15,0 0 0,-1 0 0,1 0 0,0 0 0,0 0 0,0 0 16,0 0-16</inkml:trace>
  <inkml:trace contextRef="#ctx0" brushRef="#br0" timeOffset="59167.232">13248 13933 0,'0'0'0,"0"0"0,0 0 16,0 0-16,0 0 15,-51 3-15,18 0 16,33-3-16,0 0 0,0 0 16,-22 1-16,0 0 0,0-1 0,22 0 15,-12 3-15,0-2 0,-1 0 0,13-1 16,-20 2-16,1-1 0,0 1 0,-16 1 0,1 1 0,0-2 16,34-2-16,-39 5 0,2-2 0,-1 1 0,0 0 0,1-1 0,0 1 15,37-4-15,-40 2 0,3 0 0,0 1 0,37-3 0,-39 1 16,1 1-16,1-1 0,37-1 0,-40 1 15,1-1-15,-1 0 0,40 0 16,-42-2-16,2 0 0,-1 1 0,41 1 16,-44-1-16,-2-2 0,3 1 0,-2 1 0,-1-4 15,1 3-15,45 2 0,-47-4 0,3 2 0,-1 0 0,45 2 0,-64-3 0,1 0 16,0 1-16,63 2 0,-65-2 0,65 2 0,-65-3 0,0 1 0,65 2 16,-55-2-16,0-1 0,0 2 15,55 1-15,-46-3 0,1 2 16,1-1-16,-3 2 0,1-1 0,-1 0 15,47 1-15,-49 0 0,0 0 0,1 0 16,48 0-16,-48 0 0,1 0 0,-1 0 0,48 0 0,-41 2 0,0-2 0,1 0 0,40 0 16,-38 0-16,1 0 0,-1 0 0,38 0 0,-18 0 0,-1 0 15,1 0-15,18 0 0,-28 3 0,1-1 0,0-1 0,27-1 0,-16 1 0,3-1 16,0 0-16,13 0 0,-7 1 16,2-1-16,0 0 0,5 0 0,-3 2 0,2-2 0,0 0 0,-8 3 15,1 1-15,1-1 0,7-3 0,-5 4 0,1-3 0,0 3 16,4-4-16,-3 1 0,2-1 0,0 1 0,1-1 15,-3 1-15,3-1 0,0 0 0,0 0 16,0 1-16,0-1 0,0 0 0,0 0 0,0 0 0,0 0 16,0 0-16,0 0 0,0 0 0,0 0 0,0 0 0,0 0 15,0 0-15,0 0 0,0 0 0,0 0 0,0 0 16,0 0-16,5 2 0,-2-1 0,0 0 16,0 1-16,-1-1 0,0-1 15,-2 0-15,1 2 0,0-2 0,0 0 0,-1 0 0,0 0 16,0 0-16,0 0 0,1 0 0,-1 0 0,0 0 0,0 0 0,0 0 15,0 0-15,0 0 0,0 0 0,0 0 0,0 0 0,0 0 16,0 0-16,0 0 0,0 0 0,0 0 0,0 0 16,0 0-16,0 0 0,0 0 0,0 0 0,0 0 15,0 0-15,0 0 0,0 0 0,0 0 0,0 0 16,0 0-16,0 0 0,0 4 0,0-1 0,0 1 16,0-4-16,0 3 0,0-2 0,0 1 0,0-5 0,0 0 15,0 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6:57:35.81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3563 4528 0,'0'0'0,"0"0"0,0 0 0,0 0 16,0 0-16,0 0 16,70-9-1,-70 9-15,0 0 0,0 0 0,16-2 0,-3 1 0,0-2 16,-13 3-16,17-2 15,-3 0-15,1 2 0,-15 0 0,8-2 0,0 2 0,1-1 16,-9 1-16,18-3 0,0 2 0,-1-2 0,-17 3 0,11-1 0,-1 0 16,1 1-16,9 1 0,2-1 0,-1 0 0,-21 0 15,12 1-15,-2-1 0,1 0 0,-11 0 16,26 4-16,0-3 16,0 2-16,4-3 0,-1 0 0,-1 0 0,-28 0 15,17-1-15,-2 1 0,-2 0 16,-13 0-16,36 1 0,-2-1 15,0 0-15,-34 0 16,38 2-16,-1-2 0,-2 0 0,-35 0 0,38 1 0,-3-1 16,0 0-16,-35 0 0,35 1 0,0-1 0,-1 0 0,-2 2 0,0-2 15,0 0-15,-32 0 0,47 1 0,0-1 16,1 2-16,-48-2 0,48 1 0,-1-1 16,1 2-16,-48-2 15,45 3-15,0-1 16,-1 0-1,-44-2-15,42 2 0,0-1 16,0 2 0,-42-3-1,20 2-15,-1-2 0,0 0 0,25 0 0,-1 0 16,-1 0-16,-42 0 0,49-2 0,-1 1 16,1-1-16,11 1 0,-2 1 0,0-1 15,-58 1-15,61-1 0,0-1 0,0 1 0,-61 1 0,53 0 0,0-1 0,0 1 0,-53 0 16,61-2-16,-2 1 0,0-1 0,10 2 0,0 0 0,0 0 0,-69 0 0,73 2 0,-3-2 15,0 0-15,-8-2 0,-1 2 0,0 0 16,-61 0-16,48 0 0,-2-1 0,1 1 0,-47 0 0,38-3 0,-2 3 16,0-2-16,-36 2 15,34-1-15,-1 0 0,1 1 0,1 0 0,0 0 16,0-2-16,-35 2 0,36-1 0,2 1 0,0 0 0,3-2 0,-1 2 0,1 0 0,-41 0 16,48 0-16,-1 0 0,-1 0 0,1-1 0,-2 1 0,1-1 15,-46 1-15,52-1 0,1 1 0,0 0 0,8-2 0,-1 1 0,0 1 0,-60 0 0,60-1 0,-3 1 0,1-2 0,-7 2 16,0-1-16,-1 1 0,-50 0 0,51 0 0,-1 0 0,-1 0 0,5 0 0,0 0 0,-1 0 0,-53 0 0,56 1 0,0-1 0,0 0 0,-1 0 0,-1 0 0,1 0 0,-55 0 0,57 2 0,-1-2 0,0 1 0,-6 0 0,1 1 15,0-2-15,-51 0 0,44 2 0,0-1 0,1-1 0,-3 2 0,0-1 0,-1-1 16,-41 0-16,39 2 0,-1-2 0,1 0 0,-5 0 0,-1 0 16,0 0-16,-33 0 0,32 1 0,0-1 0,0 0 15,-15 0-15,-3 0 0,1 0 0,23 1 0,-2-1 16,0 2-16,-36-2 0,36 0 0,2 0 0,-2 0 0,-18 1 16,0-1-16,-1 0 0,-17 0 0,41 2 15,-3-2-15,0 0 0,7 1 0,-2-1 16,1 2-16,-44-2 0,44 1 0,-2 1 15,1-1-15,0 0 0,1 1 0,-1-2 16,-43 0-16,45 0 0,-1 0 0,-1 0 0,4-2 0,-2 2 0,0 0 16,-45 0-16,44 0 0,-3-1 0,1 1 0,0-1 0,0-1 15,-1 1-15,-41 1 0,44-2 0,0 2 0,-1 0 0,-1-3 16,-1 2-16,-1 1 0,1-2 0,0 1 0,-1 0 16,-40 1-16,41-2 0,-1 2 0,-1-1 0,2-1 0,0 2 15,-1-1-15,-40 1 0,38-1 0,0 0 16,1-1-16,-2-2 0,0 1 0,0 2 15,-37 1-15,37-5 0,-1 3 0,-1-2 0,0 1 0,0-1 0,0 1 16,-35 3-16,34-3 0,-2 0 0,-1 0 0,4-1 16,-2 1-16,-1-1 0,-32 4 0,32-2 0,0-1 0,0 0 15,-1 0-15,0 0 0,0 1 0,-31 2 0,15-2 0,0 2 16,-1 0-16,16-2 0,0 0 0,0 0 0,-12 1 16,-3-1-16,1 2 15,-16 0-15,30 0 0,0 0 0,0 0 16,-13-2-16,-1 2 0,-1 0 0,-15 0 0,26 2 0,-1-2 0,0 0 15,-25 0-15,14 0 0,-2 0 0,1 0 0</inkml:trace>
  <inkml:trace contextRef="#ctx0" brushRef="#br0" timeOffset="14383.404">4714 3748 0,'0'0'16,"0"0"-16,0 0 0,0 0 15,0 0-15,0 0 16,0 0 0,59-55-16,-59 55 0,0 0 15,0 0-15,33-23 0,-3-1 16,2-1-16,4 0 0,1 0 15,-1 2-15</inkml:trace>
  <inkml:trace contextRef="#ctx0" brushRef="#br0" timeOffset="15475.067">7494 3777 0,'0'0'0,"0"0"0,0 0 0,0 0 16,0 0-16,0 0 15,0 0 1,125-39 0,-125 39-16,0 0 0,48-18 0,0 0 15,-1 1 1,-47 17 0,53-21-16,-1 2 0,-1-2 0,-1 6 15,-3-2-15,1 2 0</inkml:trace>
  <inkml:trace contextRef="#ctx0" brushRef="#br0" timeOffset="16664.342">11386 3675 0,'0'0'0,"0"0"16,0 0-16,0 0 15,0 0-15,0 0 16,0 0 0,0 0-16,0 0 0,0 0 0,0 0 15,0 0-15,27-14 0,-1 1 0,-1 1 0,-25 12 16,33-18-16,-2 3 0,0 0 15,17-2-15,1 2 16,-2-2 0,19 2-16,-2 0 0,0 1 0</inkml:trace>
  <inkml:trace contextRef="#ctx0" brushRef="#br0" timeOffset="21943.942">11822 5635 0,'0'0'0,"0"0"0,0 0 15,0 0 1,0 0-16,0 0 15,0 0-15,0 0 16,0 0-16,0 0 0,0 0 0,0 0 0,0 0 16,0 0-16,0 0 0,0 0 0,0 0 0,7-7 15,-2-1-15,1-1 0,-6 9 0,3-4 0,0 0 16,-1-1-16,-2 5 0,3-2 0,-2-1 0,0 1 16,-1 2-16,17 0 0,-3 0 0,0 0 0,-4 0 0,-2 0 15,0 0 1,-8 0-16,20 2 0,-20-2 0,19 3 0,-1-2 15,-18-1-15,12 2 0,-3-2 16,0 1-16,-9-1 0,24-2 16,-1 2-16,-1-1 0,-22 1 15,15-1-15,-3 0 0,1 1 0,-13 0 16,32-4-16,-2 2 0,0 1 16,-30 1-16,32-3 0,0 2 15,0-1-15,-32 2 16,35-3-16,-2 2 0,0-2 15,-33 3-15,36-2 0,-2 1 0,0-1 0,-34 2 0,37-3 0,-2 2 0,0-2 0,-35 3 16,55-3-16,-2 0 0,1 0 0,-54 3 0,68-4 0,0 2 16,-1-1-16,-67 3 0,69-3 0,0 0 0,0 0 15,-69 3-15,61-2 0,-2 2 16,0-3-16,-59 3 0,53-2 16,0 1-16,-1 1 0,-52 0 15,47 0-15,-2 0 0,1 0 16,-46 0-16,39 1 0,0-1 0,0 2 0,-39-2 15,35 1-15,0 1 0,0-2 0,2 0 0,-2 0 16,1 0-16,-36 0 0,34-2 0,-2 2 0,0-1 0,-32 1 0,15 0 0,1 0 0,-1 0 16,-15 0-16,35-3 0,0 0 0,-1 2 0,-34 1 15,46-4-15,1 1 0,-2 0 0,-45 3 0,55-4 0,0 1 16,-1-1-16,-54 4 0,51-5 0,0 2 0,-1 0 16,-50 3-16,47-4 0,-1 1 0,1 0 0,-47 3 15,39-2-15,-1 1 0,1-1 0,-39 2 16,19-2-16,-1 2 0,-1-1 15,-17 1-15,33-1 0,-3 0 0,-1-1 0,-29 2 16,17 0-16,0 0 0,-1 0 0,-16 0 0,6-1 16,0 1-16,0 0 0,-6 0 0,17-2 0,-2 0 0,-1 1 15,-14 1-15,9 0 0,0-1 0,-1 1 0,-8 0 0,3-2 0,-1 2 0,2 0 0,-3 0 16,0 0-16,0 0 0</inkml:trace>
  <inkml:trace contextRef="#ctx0" brushRef="#br0" timeOffset="27953.441">4573 3770 0,'0'0'0,"0"0"15,0 0-15,0 0 16,0 0 0,0 0-16,0 0 0,66-79 15,-66 79-15,0 0 0,0 0 16,0 0-16,32-27 0,-2 2 0,0-1 15,2 8-15,-2 0 0,0 1 16,-30 17-16,15-8 0,0 1 16,-1 0-16,-14 7 15,21-12-15,0-1 0,-2 2 0,-19 11 0,0 0 16,0 0-16,12-7 0,-2 1 0,0 1 0</inkml:trace>
  <inkml:trace contextRef="#ctx0" brushRef="#br0" timeOffset="28580.445">7615 3678 0,'0'0'0,"0"0"0,51-17 16,-21 8-16,17-16 15,-25 12-15,43-20 16,-65 33-16,0 0 15,0 0-15,13-5 0,-2-2 16,-1 1-16,-10 6 16,37-12-16,-2-2 0,0 0 0,-35 14 15,39-14-15,-1 1 0,1 1 0,-19 5 0,-1 0 16,0 1-16,-19 6 0,0 0 0,7-2 0,0-1 0,0 1 16</inkml:trace>
  <inkml:trace contextRef="#ctx0" brushRef="#br0" timeOffset="29340.171">11289 3617 0,'0'0'0,"0"0"0,0 0 15,0 0-15,0 0 16,63-32-1,-25 13 1,-38 19-16,0 0 0,0 0 0,25-7 0,-2 0 0,-1 0 16,-22 7-16,15-3 0,-3-1 0,1 1 15,16 2-15,1-1 0,0 1 0,-30 1 16,31 0-16,0 0 0,0 0 0,-31 0 16,16 1-16,-1-1 0,1 0 0,-16 0 0,31 0 0,-1 0 0,0 0 0,-14 0 0,1 0 15,0 0-15</inkml:trace>
  <inkml:trace contextRef="#ctx0" brushRef="#br0" timeOffset="34502.582">3633 4524 0,'0'0'0,"0"0"0,0 0 16,0 0-1,0 0-15,0 0 16,0 0-16,0 0 16,0 0-16,0 0 0,0 0 0,0 0 15,0 0-15,0 0 0,0 0 0,0 0 0,0 0 16,0 0-16,6 8 0,0-4 0,2 2 0,-8-6 15,3 5-15,0 0 0,0-1 0,-1-3 16,-1 1-16,0-2 0,-1 0 0,0 1 0,0-1 0,0 1 0,2-1 16,-2 0-16,0 0 0,0 0 0,14-2 0,-2 0 15,-1-1-15,-4 2 0,0 0 0,0 0 16,-7 1-16,3-2 0,0 1 0,0 1 0,-3 0 0,12-1 31,-1 0-31,1 0 0,-5 0 0,-1 1 0,1 0 0,-7 0 0,2-2 0,0 2 16,0 0-16,-2 0 0,14 0 0,-2-1 0,2 1 15,-14 0-15,7-2 0,-1 2 0,1 0 0,7-1 16,0-1-16,2 2 0,-16 0 16,9-1-16,-3 1 0,1 0 0,7 1 0,-3-1 15,1 0-15,-12 0 0,7 2 0,0-2 16,-2 0-16,-5 0 0,16 1 0,-2-1 16,1 2-16,-15-2 0,9 1 0,-2-1 15,1 0-15,10 2 0,0 1 16,0-1-16,-18-2 31,10 2-31,-1-1 0,0 0 16,-9-1-16,20-1 0,-2 0 15,-1 1-15,-17 0 16,11-3-16,-1 3 0,-1-1 16,-9 1-16,22 0 0,-3-1 0,1 0 0,-8 1 0,-1 0 15,-1 0-15,-10 0 0,23 3 0,-3-2 0,1 2 0,-21-3 0,12 1 0,0-1 16,-1 1-16,-11-1 0,22-1 0,-2 1 0,-1-1 0,-19 1 0,13 0 0,-3-1 0,0 1 15,12 1-15,-1 0 0,1-1 0,-22 0 0,12 1 0,-1-1 0,1 2 0,-12-2 0,23 0 0,1 1 0,0-1 0,-24 0 0,13 0 0,0 0 0,-1 0 0,-12 0 0,25 2 0,0-2 16,-1 0-16,-9 1 0,-2-1 0,1 0 0,-14 0 0,28 1 0,-1-1 0,-1 0 0,-26 0 0,17 0 16,-3 0-16,1 0 0,-15 0 0,29 2 0,-2-2 0,0 0 0,-12 0 0,0 0 15,-1 0-15,-7 0 0,-2 0 0,1 0 0,-6 0 0,30 1 0,-4 1 16,3-2-16,-29 0 0,18 1 0,-1-1 0,-1 0 16,19 1-16,-2 0 0,0 0 0,-33-1 0,41 2 15,-2-1-15,0 0 0,-39-1 0,35 2 0,-1-1 0,1 0 16,-35-1-16,17 1 0,-1-1 0,-1 0 15,-15 0-15,34 2 0,1-1 0,-2-1 0,-33 0 16,20 2-16,-1-2 0,-1 0 0,24 1 0,-1 0 0,0-1 16,-41 0-16,44 0 0,-2 2 0,2-2 0,-44 0 15,19 1-15,1-1 0,2 0 0,-22 0 0,30-1 0,-1-1 16,1 0-16,-30 2 0,17-2 0,-2 1 0,1-1 16,-16 2-16,28-2 0,-2-1 0,0 0 0,-26 3 15,14-3-15,-1 2 0,3-2 0,10 0 0,-2 2 0,0 0 16,-24 1-16,28 0 0,1-2 0,0 1 0,-29 1 15,38-2-15,-1 1 0,-1 0 16,-36 1-16,40-1 0,-1-1 0,1 2 0,-40 0 16,37-1-16,-2 0 0,0-1 0,-35 2 0,17-1 0,0 1 0,0 0 15,-17 0-15,35 0 0,-2-2 0,0 2 0,-33 0 16,37-1-16,-2-1 0,1 1 0,1-1 0,-2 1 16,0 0-1,-35 1-15,32-2 0,0 1 16,0-1-16,-16 1 15,-1 1-15,1-1 0,-16 1 16,30-1-16,0-1 0,0 1 0,-13 0 16,0-1-16,-1 1 15,-16 1-15,22-2 0,-1 2 0,-1-1 0,-8-1 16,-2 2-16,2-1 0,-12 1 0,19-2 0,-1 1 16,-1 0-16,-7-1 0,0 2 0,-1-1 0,-5-1 15,-1 2-15,0 0 0,-3 0 0,14-1 16,-3 0-16,1 0 0,-5-1 0,0 1 0,0 1 0,-7 0 15,16 0-15,-1 0 0,1 0 0,-7 1 0,0-1 0,0 0 0,-9 0 0,17 4 0,-2 0 16,-1 0-16,-6-1 0,1 0 0,-1-1 0,-8-2 0,20 3 0,-1-1 0,1 1 16,-9-2-16,1 2 0,-1-2 0,-11-1 0,19 0 0,-2-1 0,1 1 0,-7-2 0,-2 2 0,1 0 0,-10 0 0,15 0 15,1 0-15,-1 0 0,-5 0 0,-2 0 0,0 0 0,-8 0 0,15 2 0,-3-2 0,0 0 16,-3 0-16,-3 0 0,0 0 0,-6 0 0,4 0 0,-2 0 16,0 0-16,8 0 0,-1 0 0,0 0 15,-9 0-15,6 0 0,-2 0 0,1 0 0,-3-2 16,0 2-16,0 0 0,0 0 0,-2 0 0,0 0 0,1 0 15,-1 0-15,0 0 0,0 0 0,0 0 0,0 0 0,0 0 16,0 0-16,0 0 0,0 0 0,0 0 0,0 0 16,0 0-16,0 0 0,0 0 0,0 0 0,0 0 15,0 0-15,0 0 0,5 2 0,-2-2 0,0 1 16,0-1-16,0 0 0,-1 0 0,0 0 0,-2 0 0,0 0 16,1 0-16,-1 0 0,0 0 0,0 0 0,0 0 15,0 0-15,0 0 0,0 0 0,0 0 0,-11-3 16,4 2-16,-1-1 0,8 2 0,-5-2 0,0 1 15,-1 1-15</inkml:trace>
  <inkml:trace contextRef="#ctx0" brushRef="#br0" timeOffset="47122.089">7190 6603 0,'0'0'0,"58"3"0,-23 0 0,34-1 16,-31 1-1,62-4-15,-45 1 16,-55 0-16,0 0 0,0 0 0,37-2 16,-2 1-16,1 0 0,-36 1 0,0 0 0,35-5 15,0 4-15,-1-2 0,-34 3 0,37-2 16,-2 1-16,0 0 16,-35 1-16,38-3 0,-1 2 0,0 0 0,-37 1 0,37-2 0,-1 1 15,3-1-15,-39 2 0,41 0 0,-1-2 16,0 2-16,-40 0 15,50-2-15,-1 1 0,-1-1 16,-48 2-16,48-1 0,-3-1 0,3 0 0,-48 2 0,47-1 0,-3 0 16,0 0-16,-44 1 0,49-3 0,-1 2 0,-1 1 15,-47 0-15,43-1 0,1 1 0,-1-2 16,-43 2-16,47-1 16,-3-1-16,1 1 0,-45 1 15,39-1-15,-2-1 16,0-1-16,-37 3 0,19-1 0,-1 1 15,-1-2-15,-17 2 0,6-1 0,1 1 16,-1-1-16,-6 1 0,17-8 0,-1-1 0,-1 1 16,-15 8-16,21-13 0,2 4 0,-2-1 15,-21 10-15,12-6 16,-1 1-16,1-1 16,-12 6-16,24-14 0,0 0 15,0-1-15,-24 15 0,13-9 0,1 2 0,-1 0 0,-13 7 0,18-16 0,-3 2 0,1 0 0,-16 14 16,8-9-16,0 1 0,1 1 0,-9 7 15,12-19-15,-1 2 0,1 0 0,-12 17 0,7-10 16,-2 0-16,0 1 0,-5 9 0,9-20 16,-3 0-16,0 1 0,-6 19 15,5-11-15,-2 0 0,0 0 16,-3 11-16,-4-20 0,0-2 16,0 1-16,4 21 15,-4-13-15,2 1 0,0 0 16,2 12-16,-11-23 0,2 1 0,0 1 15,9 21-15,-7-13 16,1 3-16,1-3 0,5 13 0,0 0 16,-21-19-16,1-1 0,-1 1 0,21 19 15,-12-11-15,-1 0 0,1 0 0,12 11 16,-26-18-16,2-2 0,1 1 16,23 19-16,-28-14 0,0-1 0,0-1 0,28 16 15,-29-13-15,2 1 0,0 0 0,27 12 0,-27-13 0,0 1 0,1 0 0,26 12 0,-30-12 0,1 4 0,0-2 0,-1 1 16,2 0-16,0-1 0,28 10 0,-31-6 0,0 0 0,0 0 0,0 0 0,2 1 15,0 0-15,29 5 0,-29-6 0,0 3 0,0-2 0,14 4 0,1-1 0,1 1 0,13 1 0,-32-4 0,0 1 0,0 0 0,13 0 0,2 1 0,-1 1 0,18 1 16,-35-5-16,2 2 0,0 0 0,14 1 0,0 2 0,1-3 0,18 3 0,-37 5 0,0 1 0,1 1 0,36-7 0,-20 4 0,0 0 0,0 0 0,-15-2 0,0-1 16,0 1-16,35-2 0,-21 1 0,3 0 0,-1 1 0,-15 1 0,0 2 15,0-2-15,34-3 0,-19 3 0,0-1 0,1 0 16,-14 3-16,0 0 0,0 0 16,32-5-16,-19 3 0,3 0 0,-1-1 0,-16 5 15,2 1-15,0-2 0,31-6 16,-17 4-16,1 1 0,-1-1 0,-12 7 0,1 0 15,-1 1-15,29-12 0,-17 7 0,1-1 16,1 0-16,-12 6 0,1 0 0,0-3 16,26-9-16,-14 7 0,1-1 0,-1-1 0,-11 7 0,3 0 15,-1 0-15,23-12 0,-14 7 0,2-2 0,0 2 0,-9 6 16,1 1-16,1-3 0,19-11 0,-13 10 0,3-3 16,0 0-16,-7 6 0,3 0 0,-1-1 15,15-12-15,-8 7 0,0 0 0,-1 1 0,-3 5 0,1 1 0,-1-1 0,12-13 0,-7 7 0,1 1 0,0-1 0,-6 8 0,3-2 0,0 1 0,9-14 0,-6 9 16,1-1-16,0-1 0,-1 8 0,0 0 0,-1-1 0,7-14 0,-4 8 0,2 0 15,-1 0-15,3-8 0,-4 14 0,0 2 0,0-2 0,1-7 0,1 1 0,0-1 16,2-7-16,-6 16 0,5-1 0,-1 1 0,0-7 0,1 0 0,0-1 0,1-8 0,5 15 0,0-1 16,1 0-16,-2-7 0,-2 2 0,0-1 0,-2-8 15,4 13-15,0-1 0,0 0 0,-1-5 0,-1-1 0,1 0 0,-3-6 16,1 1-16,0 2 0,0-1 0,-1-2 0,11 12 0,-1-1 0,1-2 16,-3-1-16,-2-3 0,0 2 0,-6-7 0,12 11 15,-3 0-15,0 0 0,-2-4 0,-2-3 16,0 2-16,-5-6 0,12 8 0,1-1 0,-1-1 15,-5-2-15,-1-2 0,1 1 0,-7-3 16,15 6-16,-1 0 0,-1-2 0,-5 0 0,1-2 0,-1 1 0,-8-3 0,15 6 16,0 1-16,-1-1 0,-5-1 0,-1-3 0,0 3 15,-8-5-15,20 4 0,-1 0 0,1 0 0,-8-1 16,-1 0-16,-1-2 0,-10-1 16,19 4-16,-3-1 0,1 0 0,-8 0 0,0-2 0,1-1 15,4-1-15,1-2 0,-1 2 16,-14 1-16,0 0 0,8-2 0,1 1 0,-1 1 0</inkml:trace>
  <inkml:trace contextRef="#ctx0" brushRef="#br0" timeOffset="52751.914">8819 7116 0,'0'0'0,"0"0"0,0 0 0,0 0 15,0 0-15,0 0 16,0 0-16,0 0 15,0 0-15,0 0 0,0 0 0,4-19 0,-1 2 0,0-2 16,0 8-16,-2 1 0,0-1 0,-1 11 16,-10-11-16,0 0 31,1 0-31,9 11 0,0 0 0,-6-5 0,0 0 0,6 5 0,-7-6 0,7 6 16,-18-5-16,1-1 0,0 1 0,17 5 0,-11-3 0,2 2 0,0-2 0,5 2 0,0 1 0,-1 0 15,5 0-15,-23-8 0,0 3 0,0-2 0,23 7 0,-15-2 16,1-1-16,1 0 0,13 3 0,-28-10 0,1 3 15,0 0-15,27 7 0,-15-4 0,0 1 0,1-1 0,14 4 0,-27-7 16,0 2-16,0-1 16,27 6-16,-14-4 15,-1 0-15,1 1 0,14 3 16,0 0-16,-27-5 0,0 0 0,0 0 16,12 3-16,0-1 0,1 1 0,14 2 0,-30-4 15,1 1-15,0 0 0,29 3 0,-17-3 0,2 2 0,-1 0 16,16 1-16,-31-2 0,0 0 0,0 1 0,31 1 0,-18-2 0,1 1 0,0-1 15,17 2-15,-32 4 0,2-1 0,0 0 0,30-3 0,-16 2 0,-1-1 0,0 1 0,17-2 0,-27 7 0,-1 1 16,0-2-16,28-6 0,-15 6 0,0-4 0,1 4 0,14-6 16,-28 8-16,0 1 0,0-1 0,28-8 15,0 0-15,-16 6 0,1-1 0,-1-1 0,16-4 0,-23 12 16,-1 1-16,0 1 0,24-14 16,-12 7-16,-1 0 0,1 0 15,12-7-15,-23 11 0,2-1 0,-1-1 16,22-9-16,-13 6 0,2 0 0,0-2 0,11-4 0,-18 14 0,3-3 15,-1 2-15,16-13 0,-8 8 0,0-2 16,-1 1-16,9-7 0,-13 14 0,0 2 0,1-2 16,12-14-16,-7 9 0,1 0 0,-1-1 0,7-8 0,-10 15 0,0 2 15,-1-3-15,11-14 0,-7 9 0,2 0 0,0-2 0,5-7 0,-6 16 16,-1-1-16,1 2 0,6-17 0,-3 8 0,0 1 0,0-1 0,2-4 0,0-1 16,0 0-16,1-3 0,-3 21 0,0-2 0,-2 2 15,5-21-15,-1 12 0,0 1 0,0-1 0,1-12 0,-2 22 16,2 0-16,0-1 0,0-21 0,0 12 0,0-1 15,0 1-15,0-12 0,8 17 0,-3 1 16,0 0-16,-5-18 0,5 9 0,-2 1 0,0-2 0,-3-8 16,11 15-16,-1 0 0,0-1 0,-10-14 0,0 0 15,7 8-15,-1-1 0,-1 1 0,-5-8 0,18 12 0,0-4 16,0 3-16,-8-4 0,0-1 0,1-1 16,-11-5-16,24 11 0,-1-1 0,0 1 15,-23-11-15,13 7 0,0-2 0,-1 1 0,-12-6 16,25 7-16,0-3 0,0 1 0,-25-5 15,13 3-15,0 1 0,1-2 0,-14-2 16,33 3-16,-2-1 0,0 0 0,-31-2 16,33 2-16,-2-2 0,0 0 15,-31 0-15,31-2 0,0 2 0,-1-2 0,-30 2 0,33-3 0,-2-1 0,0 2 0,-31 2 0,32-3 16,-1 1-16,0 0 0,-31 2 0,33-2 0,0-1 0,0 1 0,-33 2 0,17-2 16,-2 2-16,1-1 0,27-3 0,-1 2 0,-1-2 0,-41 4 15,41-5-15,0 0 0,-1-1 0,-19 3 0,-3 1 16,1-1-16,-19 3 0,27-8 0,-1-1 0,-1 1 0,2-3 15,-1 0 1,0 1-16,-26 10 0,13-6 0,0 0 16,-1 1-16,-12 5 0,29-12 0,-2-1 15,0 1-15,-11 3 0,-1 1 0,-1 2 0,-14 6 0,29-19 16,-2 3-16,0-3 0,-13 8 0,2 3 0,-2-3 0,-14 11 0,19-18 16,-1 1-16,-1-1 0,-7 9 0,-1-1 15,0 0-15,-9 10 0,10-22 0,0 1 0,-1 1 0,-9 20 16,5-12-16,-1-1 0,0 2 0,-8-15 0,0-2 15,0 2-15,4 26 0,-13-28 0,-1-1 0,1 2 0,-14-1 16,2 1-16,0 1 0,25 26 16,-35-25-16,0 2 15,0-1-15,-13 6 16,2-1-16,-1 1 16,47 18-16,-54-16 0,0 2 0,0-3 15,-4-1 1,1 1-16,0-1 15</inkml:trace>
  <inkml:trace contextRef="#ctx0" brushRef="#br0" timeOffset="67194.439">3021 10257 0,'0'0'0,"0"0"16,0 0-16,0 0 15,76-54-15,16-24 16,30-36-16,-122 114 16,0 0-16,0 0 0,0 0 0,56-53 15,0 1-15,0-1 0,-56 53 0,73-66 0,0 0 16,-1-1-16,-72 67 0,77-53 0,-3 1 0,0-1 0</inkml:trace>
  <inkml:trace contextRef="#ctx0" brushRef="#br0" timeOffset="79230.014">8740 10797 0,'0'0'16,"0"0"-16,101-32 15,3-1-15</inkml:trace>
  <inkml:trace contextRef="#ctx0" brushRef="#br0" timeOffset="79675.211">10132 10625 0,'0'0'0,"0"0"0,0 0 16,0 0-16,53-24 15,-4 4 1,5 13-16,-54 7 16,0 0-16,0 0 0,25 1 0,-1 0 15,-1-1-15,-23 0 0,37 3 0,-3-2 0,0 0 0</inkml:trace>
  <inkml:trace contextRef="#ctx0" brushRef="#br0" timeOffset="86497.939">9282 12287 0,'0'0'0,"0"0"0,0 0 0,0 0 16,0 0-16,0 0 15,0 0-15,0 0 16,0 0-16,0 0 0,0 0 0,0 0 16,0 0-16,0 0 0,0 0 0,0 0 0,0 0 15,0 0-15,0 0 0,-19-3 0,1 2 0,1-2 16,5 1-16,2 2 0,0-1 0,10 1 0,-26 1 203,2-1-187,0 0-16,24 0 0,0 0 0,-15 2 0,15-2 0,-14 1 0,1-1 0,13 0 0,-30 2 0,2-2 0,0 1 0,28-1 0,-32 1 0,1-1 0,0 0 0,31 0 15,-34 1-15,2 0 0,0-1 0,-5 0 0,2-1 0,-1 0 0,36 1 0,-41-2 0,1 2 0,-1 0 16,41 0-16,-47-4 0,0 3 0,1-1 0,-5-1 0,2 1 0,-1 0 0,50 2 0,-50-3 0,1 2 16,-1 0-16,2-1 0,-1 2 0,0 0 0,49 0 0,-45 2 0,0 0 0,-1 2 0,0 1 0,1-1 0,1 1 0,44-5 15,-45 5-15,1-3 0,-1 2 0,2-1 0,0 0 0,-1-1 0,44-2 0,-41 3 16,0-1-16,1 2 0,40-4 0,-39-1 0,2 1 0,-1 0 0,3-3 0,0 1 0,2 0 0,33 2 15,-19-2-15,4 1 0,-2 0 0,17 1 0,-23-7 0,1 1 0,-1 0 0,23 6 0</inkml:trace>
  <inkml:trace contextRef="#ctx0" brushRef="#br0" timeOffset="92566.225">10683 12850 0,'0'0'0,"0"0"0,0 0 16,0 0-16,0 0 16,0 0-1,0 0-15,0 0 0,0 0 16,0 0-16,0 0 0,0 0 0,0 0 0,0 0 16,0 0-16,0 0 0,0 0 0,0 0 0,0 0 15,0 0-15,0 0 0,0 0 0,0 0 0,0 0 16,0 0-16,4-2 0,-2 1 0,0 1 0,-2 0 0,3 0 15,-2 0-15,0 0 0,-1 0 0,3-1 0,-3 1 16,0 0-16,0 0 0,0 0 0,0 0 16,0 0-16,0 0 0,0 0 0,0 0 0,0 0 15,0 0-15,0 0 0,0 0 0,0 0 16,0 0-16,0 0 0,0 0 0,0 0 0,0 0 16,0 0-16,0 0 0,0 0 0,0 0 0,0 0 0,0 0 15,0 0-15,0 0 0,0 0 0,0 0 0,0 0 0,0 0 0,3 7 16,-2-1-16,0 0 0,-1-6 0,2 4 0,-2-1 15,0 2-15,1-4 0,-1 0 0,0 1 0,0-2 16,1 1-16,-1 0 0,0-1 0,0 0 0,9 0 16,-1 0-16,1 0 0,-9 0 0,6-1 0,-2 0 0,0 1 15,10-4-15,-3 0 0,0 2 0,-11 2 0,9-3 16,-3 1 0,0 0-16,-6 2 0,19-7 0,-2 0 0,1 0 0,-18 7 15,11-4-15,-2 0 0,1 1 0,-10 3 0,27-12 16,-3 1-16,1 1 0,-25 10 0,16-6 15,-3-1-15,1 2 0,-14 5 0,31-17 16,-3-1-16,1 0 0,-29 18 0,0 0 0,29-19 16,-1 1-16,0 0 0,-28 18 0,26-19 0,-2 1 0,0 0 15,-12 9-15,-1 0 0,0-1 0,-11 10 16,6-4-16,-2 1 0,0 1 0</inkml:trace>
  <inkml:trace contextRef="#ctx0" brushRef="#br0" timeOffset="112868.694">3752 14576 0,'0'0'0,"0"0"0,0 0 0,0 0 16,0 0-16,0 0 16,0 0-1,0 0-15,0 0 0,0 0 0,0 0 16,0 0-16,0 0 0,0 0 0,0 0 0,26-8 16,0 2-16,-1 1 0,-25 5 0,16-4 0,-1 0 31,2 1-31,-17 3 0,21-7 15,-1 1-15,1 0 0,-21 6 0</inkml:trace>
  <inkml:trace contextRef="#ctx0" brushRef="#br0" timeOffset="119358.545">3570 14447 0,'0'0'0,"0"0"16,0 0-16,0 0 15,0 0-15,57 15 16,-22-6 0,54-12-1,-89 3-15,0 0 0,0 0 0,16-2 0,1 1 0,1 0 16,-18 1-16,7 0 0,-1 0 0,0 0 0</inkml:trace>
  <inkml:trace contextRef="#ctx0" brushRef="#br0" timeOffset="120038.754">7081 14593 0,'0'0'0,"0"0"0,0 0 15,0 0 1,0 0-16,0 0 16</inkml:trace>
  <inkml:trace contextRef="#ctx0" brushRef="#br0" timeOffset="123408.153">16884 14566 0,'0'0'0,"0"0"16,-64 2-16,27 0 16,-22-1-1,29 0 1,-35 3-16,65-4 0,0 0 16,0 0-16,0 0 0,-12 1 0,0-1 0,1 2 0,-25-1 15,2 1-15,0-1 0,34-1 0,-37 3 16,3-2-16,0 1 0,34-2 0,-35 2 0,0-2 0,0 2 15,35-2-15,-39 3 0,1-2 0,0-1 0,38 0 16,-41 2-16,3 0 0,0-2 0,38 0 16,-37 1-16,1-1 0,0 0 0,36 0 15,-33-1-15,0-1 0,-1 1 0,34 1 0,-15-1 0,-1 1 0,1 0 16,15 0-16,-36-1 0,2-2 0,0 1 16,34 2-16,-44-2 0,3 0 0,-1 0 0,-5 0 15,0-1-15,1 2 0,46 1 16,-47-2-16,2 1 0,-1-1 0,46 2 0,-21-1 15,-1 0-15,0 1 0,-23-1 16,0-1-16,1 1 0,44 1 16,-48-3-16,1 2 0,-1-1 0,48 2 0,-42-4 0,2 1 15,-1 1-15,41 2 0,-39-6 16,1 0-16,0 2 0,-7 0 0,2-2 16,-1 1-16,44 5 0,-57-7 0,1 0 0,-1 1 0,-8-1 0,2 1 15,0-1-15,63 7 0,-58-8 0,1 2 0,0 0 0,57 6 0,-50-5 16,2-1-16,-1 1 0,49 5 15,-53-6-15,2 0 0,-1 0 16,-4 0-16,1 0 0,-1 1 0,56 5 16,-53-3-16,2-2 0,0 1 0,8 1 15,1 0-15,0 0 0,42 3 0,-21-1 0,1 1 0,1-2 16,19 2-16,-33 2 0,-1-2 0,1 0 0,33 0 0,-42 0 0,1 0 0,-1 0 0,-8 0 0,-1 0 16,0 0-16,-15-2 0,1 2 0,0-1 0,65 1 0,-60-1 0,0 1 0,0 0 0,-1-1 0,2 1 0,0 0 0,59 0 0,-63-1 0,2 1 0,0 0 15,-1-3-15,1 3 0,0-1 0,61 1 0,-54-1 16,1 1-16,0-1 0,9 2 0,1-1 0,1 1 15,42-1-15,-37 1 0,1-1 0,-1 1 16,21 1-16,-1-2 0,1 0 0,-17 2 0,1-1 0,0 2 0,32-3 16,-19 1-16,1 0 0,3-1 0,-10 5 15,0-2-15,1 1 0,10-2 0,1 0 0,-1-1 0,14-1 16,-24 4-16,1-1 0,-1 0 0,11-2 0,-1 1 0,1-1 16,13-1-16,-25 5 0,-1-4 0,2 3 15,11-2-15,-1-1 0,1 0 0,-23 3 0,0-1 16,-1 0-16,37-3 0,-37 3 0,0 0 0,0-1 15,2 1-15,-1-1 0,1 0 0,-1 1 0,3-1 16,-1 0-16,34-2 0,-34 1 0,1 1 0,0-1 0,-1 1 16,2 0-16,-1-1 0,33-1 0,-35 1 0,2 0 15,0 0-15,0 1 0,1-2 0,0 1 0,0 0 0,0-1 16,0 1-16,32-1 0,-32 4 0,2-4 0,0 1 16,-1 0-16,2-1 0,0 2 0,-1-1 15,1 2-15,0-3 0,29 0 0,-30 2 0,0 1 0,0-2 16,1 1-16,0 1 0,1-2 0,-1 1 0,0-1 15,0 1-15,29-2 0,-31 1 0,2 0 0,0-1 0,-1 2 16,0-1-16,0 1 0,30-2 0,-17 1 0,2-1 16,1 0-16,-20 0 0,2 0 0,0 0 0,13 0 15,1 0-15,0 0 0,18 0 0,-37 0 0,1 0 0,0 0 16,1-1-16,2-1 0,0 1 0,0-1 0,0 2 16,1 0-16,32 0 0,-31-2 0,1 2 0,0 0 15,1-2-15,-1 1 0,0-1 0,30 2 0,-15 0 16,1-1-16,-1 1 0,-19-1 0,0 0 0,0 0 15,34 1-15,-33-1 0,0 1 0,0-1 0,2 0 16,1 1-16,0-1 0,0 1 0,0 0 0,0 0 0,30 0 16,-33 0-16,3 0 0,-1 0 0,0 0 0,1 0 15,0 0-15,30 0 0,-31 1 0,0-1 0,0 0 16,-2 1-16,2-1 0,0 0 0,-2 1 0,-1 0 16,1-1-16,33 0 0,-35 2 0,0-1 0,0-1 15,2 1-15,0 1 0,0-1 0,33-1 16,-33 2-16,0-1 0,-1 0 0,2 2 0,1-1 15,0-1-15,2 1 0,-1 1 16,0-1-16,30-2 0,-34 2 0,2 0 0,0-1 0,-1 2 0,1-1 16,0-1-16,-18 2 0,0 0 0,2-2 0,48-1 0,-55 5 0,-1-3 0,0 2 15,4-1-15,5 0 0,-2-1 0,8 1 16,0 0-16,-1-1 0,42-2 0,-43 3 0,1 0 16,1 0-16,-2 0 0,0 1 0,1-1 0,42-3 0,-47 4 15,3 1-15,-1-1 0,1 1 0,1-2 0,-1 1 16,8-1-16,1-1 0,0 1 0,35-3 15,-18 1-15,2 1 0,-1-2 0,-14 0 16,2 1-16,0 0 0,-8 1 0,2-2 16,0 0-16,35 0 0,-41 1 0,1-1 15,0 0-15,0 1 0,0-1 16,2 0-16,38 0 0,-45 1 16,1 0-16,1-1 15,-3 3-15,1-3 16,0 1-16,-3-1 15,0 2-15,1 1 0,-9-1 16,1 0-16,0 0 0,55-2 0,-47 2 0,1-1 16,1-1-16,23 1 0,0-1 0,1 0 15,-4-1-15,1-2 0,0 2 16,24 1-16,-12-2 0,1 1 0,-1 0 16,-3-1-16,-1 0 0,1 0 0,6 1 0,1 1 15,1-1-15,-10 1 0,0 0 0,0 0 0,17 0 16,-9 0-16,-1 0 0,1 0 0,-21 0 0,1 0 15,2 0-15,-5 1 0,-1-1 0,1 0 0,-1 1 0,3-1 0,0 0 0,30 0 0,-31 0 0,2 0 0,0 0 16,15-1-16,0 1 0,-1 0 0,-18-3 0,2 0 0,0 2 0,-3-3 0,2 2 0,-1 1 0,3-1 0,0 2 0,0 0 0,15-1 16,2 1-16,-3 0 0,16 0 0,-31-3 0,3 1 0,-1 0 0,10 0 0,5 0 0,-2 0 0,-11-9 0,0 2 0,0 0 0</inkml:trace>
  <inkml:trace contextRef="#ctx0" brushRef="#br0" timeOffset="130799.65">7885 13589 0,'0'0'0,"0"0"0,0 0 16,0 0-16,0 0 15,0 0-15,0 0 16,0 0-16,0 0 0,0 0 16,0 0-16,0 0 0,0 0 0,0 0 0,0 0 15,0 0-15,0 0 0,5 6 0,0 1 0,1 0 16,-6-7-16,3 5 0,0-3 0,0 2 16,-3-4-16,2 2 0,-1 1 0,0-2 0,7 6 0,1-3 15,-1 2-15,-2-2 0,-2-1 0,0-1 0,-2 1 16,1-3-16,-1 1 0,-2-1 0,2 2 0,-2-2 15,0 0-15,19 7 0,-2 0 0,1-1 16,-18-6-16,13 5 0,-3-2 0,0 1 16,-10-4-16,34 1 0,-3-1 0,0 0 15,-31 0-15,38-14 0,2-1 0,-1 0 0</inkml:trace>
  <inkml:trace contextRef="#ctx0" brushRef="#br0" timeOffset="132777.546">11775 13580 0,'0'0'16,"0"0"-16,0 0 0,0 0 16,0 0-1,81-16-15,30-19 16,-111 35-16,0 0 15,0 0-15,42-15 0,0-2 0,1 0 0,7-3 16,1 0-16,0-1 0</inkml:trace>
  <inkml:trace contextRef="#ctx0" brushRef="#br0" timeOffset="133434.372">15230 13678 0,'0'0'0,"0"0"0,0 0 15,0 0-15,55-7 16,17-18 0,18-42-16,-90 67 15,0 0-15,0 0 0,39-29 0,-2 1 0,0-1 16</inkml:trace>
  <inkml:trace contextRef="#ctx0" brushRef="#br0" timeOffset="138639.475">8906 14502 0,'0'0'0,"0"0"0,0 0 16,0 0-16,0 0 16,0 0-16,0 0 15,0 0 1,0 0-16,0 0 0,0 0 0,-22 1 0,0-1 15,0 0-15,22 0 0,-14 0 0,1 0 0,1 0 0,-13-1 16,1-1-16,1 1 16,23 1-16,-15-2 15,3 2-15,-1 0 0,13 0 16,-32-3-16,2 2 0,0-1 0,30 2 16,-33-2-16,1 0 0,0 0 0,32 2 15,-33-2-15,0 2 0,0 0 0,33 0 0,-36-1 0,1 1 0,-1-2 0,-14 1 16,1 0-16,1 1 0,48 0 0,-53-1 0,2 0 0,1 0 0,50 1 15,-51-1-15,2-1 16,0 0-16,49 2 16,-48-5-16,3 1 0,-1 1 15,5-3-15,0 0 16,-1 0-16,1-1 16,0 1-16,-1-3 0,42 9 15,-42-6-15,0-1 0,-1-1 0,-13 1 0,1 0 0,-1-2 16,56 9-16,-54-6 0,0 2 0,0-2 0,54 6 0,-48-3 0,0-1 0,1 0 0,47 4 0,-23-2 15,0 0-15,1 2 0,22 0 0,-35-2 0,3 2 16,0 0-16,-3 0 0,0 0 0,0 2 0,35-2 0,-43 0 0,0 0 16,1 0-16,42 0 0,-43 0 0,2 0 15,0 0-15,41 0 0,-20 0 0,0 0 0,1 0 0,19 0 0,-27 0 0,2 0 0,0 0 0,12 1 16,-1-1-16,1 0 0,13 0 0,-6 2 0,2-2 0,0 0 0,4 0 0,4 1 0,0-1 0,0 1 0,-4-1 0,3 1 0,0 0 0,0 0 0,-2 0 0,0-1 0,0 0 16,-1 0-16,1 0 0,-1 0 0,0 0 15,1 0-15,-1 0 0,0 0 0,0 0 0,0 0 0,0 0 16,0 0-16,0 0 0,0 0 0,0 0 0,0 0 15,0 0-15,0 0 0,10 0 0,-4 1 0,0-1 0,0 2 16,-2-2-16,1 0 0</inkml:trace>
  <inkml:trace contextRef="#ctx0" brushRef="#br0" timeOffset="140689.516">10872 13653 0,'0'0'0,"0"0"0,0 0 16,0 0-1,0 0-15,0 0 16,0 0-1,0 0-15,0 0 0,0 0 0,0 0 0,0 0 0,0 0 0,0 0 0,0 0 16,0 0-16,0 0 0,0 0 0,-1-12 16,1-1-16,0 1 0,0 12 0,-1-8 0,1 1 15,0-1-15,0 8 0,-13-7 0,0 1 0,1-1 0,12 7 16,-8-4-16,-1 1 0,1 1 16,8 2-16,-20-9 0,1 2 15,-1 0-15,20 7 0,-11-4 16,-1 0-16,1 1 0,11 3 15,-28-8-15,1 2 0,0 0 16,27 6-16,-15-3 0,0-1 0,1 1 0,14 3 0,-32-9 0,0 2 0,0-1 16,32 8-16,-19-5 0,2 0 0,-1 1 0,18 4 0,-37-4 0,1-2 0,-1 1 0,37 5 0,-35-4 0,1 1 0,0-1 0,34 4 15,-31-3-15,0 0 0,0 1 0,31 2 0,-30-1 16,1-1-16,0-1 0,29 3 0,-14-1 0,-1 1 16,3-1-16,12 1 0,-33 0 0,0 0 0,0 0 15,33 0-15,-33 2 0,0-2 0,-1 2 0,34-2 0,-16 1 16,0-1-16,1 0 0,15 0 0,-32 2 0,1 0 15,0 0-15,31-2 0,-18 2 0,2-1 0,-1-1 16,17 0-16,-31 7 0,0 1 16,0 0-16,31-8 0,-18 4 0,1 0 0,1 0 0,16-4 15,-29 13-15,1-4 0,0 2 0,28-11 16,-16 6-16,1 1 0,-1 0 0,16-7 16,-28 12-16,3 0 0,-1 0 15,26-12-15,-16 7 0,3 0 0,-1 0 16,14-7-16,-23 12 0,1-1 0,0 1 0,22-12 0,-11 7 15,-1-1-15,0 0 0,12-6 0,-22 13 0,1-1 0,-1 1 16,22-13-16,-14 6 0,3 1 0,0-1 0,11-6 0,-20 15 0,2 1 16,1-1-16,17-15 0,-11 8 0,1 0 0,1 0 15,9-8-15,-13 17 0,-1-1 0,1 0 0,13-16 16,-8 10-16,1-1 0,0 0 0,7-9 16,-11 18-16,-1-1 0,1 2 15,4-9-15,1 0 0,1 0 0,5-10 0,-3 5 0,1-3 16,0 3-16,2-5 0,-12 20 0,1 0 0,1 0 0,10-20 0,-6 12 0,0-1 0,-1 0 0,7-11 0,-6 19 0,1-1 15,0 0-15,5-18 0,-3 9 0,1 2 16,0-3-16,2-8 0,1 18 0,0 0 0,0 0 0,-1-18 16,1 8-16,0 3 0,0-3 0,-1-8 0,4 17 15,-1-1-15,0 1 0,-3-17 16,2 10-16,0-3 0,0 1 0,-2-8 16,8 17-16,-2 0 0,0-1 0,-6-16 0,5 11 0,-2-2 15,0 1-15,-3-10 0,13 16 0,-3-1 0,0 1 0,-10-16 16,8 9-16,-2 0 0,0 0 0,-6-9 15,16 15-15,-3 0 0,0 0 0,-13-15 0,9 9 0,-2 0 0,0-1 0,11 6 0,-1-1 0,0 1 16,-17-14-16,11 7 0,-2 0 0,1 0 0,-10-7 16,20 13-16,1-2 0,0 1 15,-21-12-15,12 7 0,-1-1 0,-1 0 0,11 4 0,-2 1 0,1-1 16,-20-10-16,11 5 0,0 0 0,-1 1 0,10 3 16,-2-2-16,1 1 0,-8-4 0,-2 0 0,1 0 15,-10-4-15,23 6 0,-1 1 0,-1 0 0,-7-4 16,-2-1-16,-1 2 0,-11-4 0,24 7 0,-4 0 15,3-1-15,-10-3 0,-1 1 0,0-1 0,12 2 0,-1 0 16,0 0-16,-23-5 0,13 3 0,-2-2 16,1 2-16,14 1 0,-3 0 0,1 0 15,-9-2-15,-2 1 0,1-1 0,-14-2 16,24 5-16,-1-1 0,0 0 0,-11 0 0,1-2 16,-1 0-16,14 2 0,-2 0 0,-1-1 15,-9-1-15,-1 0 0,1 0 16,-14-2-16,25 1 0,-3 1 15,1-1-15,-10 0 0,1-1 0,-2 1 16,-12-1-16,24-2 0,-2 2 0,0-2 16,-9 1-16,-2 0 0,1-1 15,10 0-15,1-1 16,0 2-16,-23 1 0,12-3 16,1 3-16,-1-2 0,11-2 0,-1 0 0,-1 0 15,-8 2-15,-2 1 0,0-1 0,-11 2 0,23-6 0,-2 2 16,-1-1-16,-7 4 0,-2-2 0,1 0 0,-12 3 0,20-6 0,-1 0 0,-1 0 0,-7 1 0,-1 3 15,1-3-15,7-3 0,-1-2 0,-1 2 0,-16 8 0,11-5 0,-2 0 0,0 1 0,8-6 0,-2 2 16,3-1-16,-18 9 0,8-6 0,2 2 0,0-1 0,6-6 0,-1-2 0,-1 2 0,-14 11 16,9-7-16,-1 0 0,1 2 0,5-9 0,0 3 15,-1-2-15,-4 6 0,-2 0 0,0 1 0,-7 6 0,12-16 0,1 1 0,-1 1 16,-5 4-16,0 2 0,-1 1 0,-6 7 0,10-15 16,1 1-16,-1 0 0,-4 7 0,-1 1 0,0-3 15,-5 9-15,10-16 0,-1 0 0,0 1 0,-4 6 0,1 0 0,-1 0 16,-5 9-16,8-18 0,-1 0 0,1 1 0,-4 6 0,0 2 0,0 0 15,-4 9-15,4-21 0,-2 1 0,2-1 16,-1 10-16,-2-1 0,0 0 0,-1 12 0,2-20 0,-1 1 16,0 0-16,-1 19 0,1-11 0,-1 0 15,0 0-15,-3-11 0,-1 1 0,1-1 0,3 22 16,-2-11-16,0-1 0,0 0 0,-5-9 0,1 0 16,-1 0-16,7 21 0,-4-14 0,1 4 15,0-3-15,-7-10 0,0 0 0,3 0 16,7 23-16,-5-12 0,0 0 0,0 0 0,-9-13 0,3 2 0,0-1 15,11 24-15,-8-13 0,2 1 0,0-1 16,6 13-16,-16-22 0,1 1 0,-1 0 0,7 10 16,1-1-16,0 2 0,8 10 0,-26-22 0,2 1 0,0-1 0,11 11 0,-1-1 0,1 0 15,13 12-15,-28-22 0,2 1 0,0-1 0,12 10 16,-1 0-16,1 1 0</inkml:trace>
  <inkml:trace contextRef="#ctx0" brushRef="#br0" timeOffset="145732.279">5140 13721 0,'0'0'15,"0"0"-15,0 0 0,0 0 16,0 0-1,-40-41-15,16 14 16,24 27-16,0 0 0,0 0 0,0 0 16,-15-10-16,1 0 0,0 0 15,14 10-15,-10-7 0,2 2 0,0 0 16,8 5-16,-20-9 16,2 1-16,1-1 0,17 9 0,-11-3 0,0-2 15,1 1-15,10 4 0,-25-4 0,-1-2 0,1 1 0,25 5 0,-13-3 0,0 0 0,-1 2 16,14 1-16,-28-7 0,0 1 0,1 0 0,12 2 0,0 2 0,1-1 15,14 3-15,-31-2 0,1 2 16,0 0-16,30 0 16,-17 0-16,1 0 0,-1 0 0,17 0 0,-33 0 0,1 0 0,0 0 15,32 0-15,-33 3 0,2 0 0,0-1 0,16 0 16,-1-1-16,1 0 16,15-1-16,-30 5 15,3 1-15,-2-1 16,29-5-16,-15 3 15,-1 1-15,0-1 16,16-3-16,-32 8 16,2 0-16,0 0 0,30-8 15,-16 5-15,-1-2 0,1 1 0,-14 8 0,1-2 0,0 1 16,29-11-16,-18 7 0,3-1 16,0 1-16,15-7 0,-26 18 15,2-1-15,0 1 16,24-18-16,-12 10 0,-3 0 0,2 1 0,13-11 0,-21 23 0,1 1 15,1-1-15,8-10 0,2-1 16,-2 2-16,11-14 0,-15 26 0,2-2 0,-2 1 16,15-25-16,-6 12 0,-1 2 0,1 0 15,6-14-15,-10 26 0,2-1 0,0 0 16,8-25-16,-4 14 0,0-1 0,-1 1 16,0 16-16,2 0 15,0 0-15,3-30 16,-3 16-16,1 1 15,0 0-15,2-17 16,7 32-16,-1 0 0,-2-1 16,0-13-16,0 0 0,-2-2 15,-2-16-15,11 25 0,0-1 0,1 0 0,-12-24 0,7 15 0,-2-3 16,1 1-16,-6-13 0,21 22 0,0 2 0,-3-4 0,-4-7 0,-3-2 0,0 1 0,-11-12 16,27 19-16,1-2 0,0 0 0,-28-17 0,31 17 0,-1-2 0,0 0 0,1-2 15,0-1-15,0 1 0,-31-13 16,31 8-16,-2 0 0,2 2 0,-31-10 0,29 6 0,1 0 15,-2 0-15,-28-6 0,30 2 0,-2 1 16,0-1-16,3-3 0,-1 0 0,0-1 0,-30 2 0,31-1 0,-1 1 16,0-2-16,-30 2 0,31-5 0,-2 1 0,0 1 15,-1-3-15,2-1 0,-1 1 0,2-4 0,-2 3 0,1-2 0,-30 9 0,30-11 0,-2 1 16,0 0-16,-14 5 0,-1 1 0,0-1 0,17-8 0,0-1 16,-2 1-16,-28 13 15,18-8-15,-3 1 0,1 1 0,11-12 16,-2 1-16,-1 0 15,-24 17-15,14-9 0,-1-1 0,1 1 16,7-13-16,-3-1 0,-1 0 16,-5 10-16,-3 1 0,0-1 0,-9 13 15,13-27-15,-2 0 0,1 0 0,-6 13 0,-1-3 16,0 3-16,-5 14 0,5-29 0,-1 2 0,1-1 16,-3 12-16,0 1 0,0 0 0,-13-13 0,3 2 0,0-2 0,8 28 15,-17-26-15,3 1 0,-1 0 0,-2 2 0,-1 1 0,1 0 0,17 22 0,-20-24 0,3 3 0,-1-2 0,9 12 0,0 1 0,1-1 0</inkml:trace>
  <inkml:trace contextRef="#ctx0" brushRef="#br0" timeOffset="146780.425">6622 13561 0,'0'0'0,"0"0"0,0 0 16,0 0-16,-50-39 15,20 14 1,-17-1-1,47 26-15,0 0 0,0 0 0,0 0 0,0 0 0,0 0 0,-9-5 16,1 0-16,1 1 0,7 4 16,-19-3-16,0 1 0,0 0 15,9-1-15,0 3 0,-1 0 0,11 0 0,-26-4 0,-1 1 16,0-1-16,27 4 0,-16-2 0,2 0 0,-1 0 0,15 2 0,-32-1 0,2 0 0,0 1 0,30 0 0,-32 2 0,2-1 16,0 1-16,0-1 0,1 0 15,1-1-15,28 0 0,-31 5 0,2 1 0,0-1 16,29-5-1,-30 8-15,1-2 0,0 1 0,29-7 16,-16 5-16,3-2 16,-1 1-16,14-4 0,-33 16 0,1 0 15,0 0-15,32-16 16,-32 15-16,2 0 16,1 1-16,0 0 15,1 0-15,1 0 0,27-16 16,-25 18-16,1 0 0,-1 0 0,25-18 0,-11 9 0,0 0 0,1 1 0,-10 15 15,1 1-15,-1-1 0,20-25 0,-10 16 0,0-2 0,-1-1 0,11-13 16,-16 31-16,0 0 0,1-2 0,5-12 0,4 0 0,-2-1 16,8-16-16,-6 30 0,1 0 0,-1 1 0,6-31 0,-3 16 15,1 0-15,0 0 0,2-16 0,2 32 0,0 0 16,-1-1-16,1-15 0,-1 0 16,0 1-16,-1-17 0,9 29 0,-1 0 0,0 1 0,-8-30 0,6 16 0,-1 0 15,-1-1-15,-4-15 0,17 28 0,0 1 0,-1-2 0,-16-27 0,21 27 0,0-2 0,-1 1 16,6-3-16,-1-1 0,0 0 0,-25-22 0,29 21 0,-1-1 15,-1-1-15,-27-19 0,29 16 0,0 1 0,0-2 0,4-3 0,-2-2 0,0 0 0,-31-10 0,36 9 0,-2-1 0,0 2 0,-34-10 0,37 7 0,-2-2 0,0 1 0,0-1 0,1-1 16,-1 1-16,-35-5 0,34 4 0,2-1 0,-1-1 16,-35-2-16,38 1 0,-1-1 0,-1 1 15,-36-1-15,40-3 0,-2 2 0,1-2 0,1-1 0,-2-2 16,0 2-16,-38 4 0,36-7 0,3 0 0,-2 0 0,-2-7 16,-2 3-16,0-2 0,-33 13 0,31-16 15,-2 1-15,2 0 0,-2-3 0,-1 1 16,0 0-16,-28 17 0,26-18 0,-1-1 0,-1 0 0,-1 0 15,0 0-15,0-1 0,-23 20 0,19-22 0,-1 0 0,-1-1 16,1 0-16,-2 1 0,1-2 0,-17 24 0,14-25 16,-1 0-16,-1 1 0,-6 11 0,1 1 0,-1 0 0,-6 12 15,3-34-15,0 3 0,0-1 0,-1-2 0,-2 3 16,0-2-16,0 33 0,-6-30 0,2-1 0,0 1 16,-7 1-16,1-1 0,0 0 15,10 30-15,-20-32 0,3 1 0,-1 1 0,-11-2 0,1 0 16,0 0-16,28 32 0,-36-32 0,2 1 0,0-1 0,-11 1 15,3-1-15,0 0 0,42 32 0,-46-32 16,1 2-16,-1 0 0,-1 2 0,-1 2 16,1-1-16</inkml:trace>
  <inkml:trace contextRef="#ctx0" brushRef="#br0" timeOffset="165659.311">18081 18594 0,'0'0'0,"0"0"0,0 0 0,0 0 15,0 0-15,0 0 0,0 0 16,0 0 0,0 0-16,0 0 0,0 0 0,0 0 0,0 0 15,0 0-15,0 0 0,0 0 0,0 0 0,0 0 0,0 0 16,0 0-16,-5 5 0,2 0 0,0-1 0,0 0 16,0-2-16,2 1 0,-12 0 0,1 0 0,-1-3 15,5 2-15,2-1 0,0-1 0,-14 0 0,2-1 16,-1 0-16,19 1 0,0 0 0,-10-1 15,-1 1-15,1 0 0,-16 0 0,0 0 16,0 0-16,10 0 16,2 0-16,0 0 0,-17 0 0,0 0 0,0 0 15,12 0-15,3 0 0,-1 0 0,-18 2 0,0-1 16,0-1-16,35 0 0,-50 1 0,1 0 16,-1 1-16,5-2 0,-1 0 0,1 0 15,3-2-15,2 2 0,0-1 0,19 0 0,2 1 0,1 0 0,18 0 16,-37-3-16,1-1 0,1 1 0,-23-1 0,0 0 0,1 1 15,-22-2-15,0 0 0,1 1 16,1-1-16,3 2 0,0-1 0,9 0 0,-1 2 16,1-2-16,7 1 0,3 0 15,-1 1-15,6 2 0,3-1 0,-1 0 16,-2 0-16,2 1 0,-1 0 16,4 1-16,-1-1 15,1 0-15,0 2 16,1-1-16,0 0 0,-4 3 15,1-2-15,1-1 0,-5 2 0,4-2 16,-2 1-16,-8 1 16,3-1-16,-1 0 0,-8 1 0,2-2 15,0 1-15,2 0 0,0-1 0,0 1 0,6-2 16,1 0-16,-1 0 0,5-2 0,1 2 0,1-1 0,-2-1 16,1 0-16,1 2 0,-1-1 15,3 1-15,-1-1 0,6-1 0,2 2 0,0 0 0,18 0 0,2 0 16,-1 0-16,-21 3 0,1-2 0,0-1 0,-9 2 0,-1 0 15,1-1-15,-2 1 0,0 0 0,1 0 16,0 1-16,3 0 0,-2-1 16,26-2-16,-1 2 0,0-1 15,-3 2-15,1-1 16,-1 1-16,12-1 0,1-1 16,0 2-16,5-3 0,3 0 15,0 0-15,2 0 0,1 0 0,0 0 0,0 0 16,1 0-16,0 0 0,-1 0 0,1 0 0,0 0 0,-5 2 0,1-1 0,-1 0 15,1 0-15,2 1 0,-1-2 0,2 0 0,0 0 0,0 0 0,-8 1 16,0-1-16,1 2 0,2-2 0,2 0 0,0 1 0,1-1 0,2 0 0,-1 0 0,-1 0 0,3 0 0,0 0 0,0 0 0,0 0 0,0 0 0,0 0 16,0 0-16,0 0 0,13-7 0,-3 3 0,1-3 0,-3 3 0,-2 0 0,0 1 0,-6 3 0,0 0 0,0 0 0</inkml:trace>
  <inkml:trace contextRef="#ctx0" brushRef="#br0" timeOffset="167083.446">23667 18485 0,'0'0'0,"0"0"0,0 0 0,0 0 15,0 0-15,0 0 16,0 0-16,0 0 16,0 0-16,0 0 0,0 0 15,0 0-15,0 0 0,0 0 0,0 0 0,0 0 0,0 0 16,0 0-16,-14 2 0,3 0 0,-1 1 15,5-1-15,0-1 0,0 0 0,-9 2 0,1 0 0,-2-1 16,17-2-16,-7 2 0,-1 0 0,-1-2 0,-10 3 16,-1-1-16,0 1 0,9-2 0,1 1 0,-1-1 15,-15-1-15,0 0 0,0 0 0,26 0 0,-15-1 16,1 1-16,-1 0 0,-17-2 0,0 1 0,0-1 16,0 0-16,0 1 0,0-2 0,-10 1 0,2 1 15,-1 0-15,41 1 0,-48-3 0,1 2 0,1 0 16,-2 0-16,3 0 0,-1 0 0,5 1 0,1 0 0,-2 0 15,42 0-15,-38 2 0,1-2 0,0 1 0,1 1 16,3-1-16,-1 1 0,-6-4 0,1 2 0,-1 0 16,-3-1-16,0 1 15,-1 0-15,44 0 0,-41-2 16,1 1-16,0 1 0,21-1 16,0 1-16,0 0 15,-32-2-15,0 1 0,2 1 0,-1-2 16,0 0-16,1 1 0,49 1 0,-41 0 15,2 0-15,-1 0 0,22 0 0,1 0 0,-1 0 0,-4 8 0,1-1 0,-1 0 0,22-7 0,-27 8 0,1 0 0,0-1 0,-2 3 16,2-3-16,-1 0 0,12-3 0,2 1 0,-1-2 16,-16 0-16,1 0 0,0 0 15,29-3-15,-16 2 0,0 0 0,1-2 16,-6-4-16,1-1 16,-1 1-16,11 1 0,-1 0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14:14.83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7366 8243 1024 0,'0'0'0'0,"0"0"0"0,0 0 0 15,0 0 0-15,0 0 256 0,0 0-256 0,0 0 0 0,0 0 185 16,0 0-185-16,0 0 0 0,0 0 256 0,0 0-256 15,0 0 0-15,0 0 256 0,0 0-256 0,0 0 0 0,0 0 119 0,0 0-119 0,0 0 0 0,0 0 28 16,0 0-28-16,0 0 0 0,0 0-120 16,0 0 120-16,0 0 0 0,0 0-175 0,0 0 175 0,0 0 0 0,0 0-151 15,0 0 151-15,0 0 0 0,0 0-8 0,0 0 8 0,0 0 0 0,0 0 168 16,0 0-168-16,0 0 0 0,0 0 210 16,0 0-210-16,0 0 0 0,3 0 157 0,3 0-157 0,1 0 0 0,-2 0 98 15,-2 2-98-15,1-1 0 0,1 0-73 16,2 0 73-16,1 0 0 0,-1 0-80 0,0 2 80 0,4 0 0 0,-3-1-68 15,1 1 68-15,2 1 0 0,-1-2 54 0,1 1-54 0,3-2 0 0,-2 2 155 16,1 0-155-16,2 1 0 16,-1 0 107-16,2-1-107 0,1-1 0 0,-1 0 71 0,3-1-71 0,0-1 0 0,0 2-43 15,1 0 43-15,0 1 0 0,1-2-107 0,1 2 107 0,1-1 0 16,0 0-142-16,0-1 142 16,3 0 0-16,-3 0-67 0,2-1 67 0,3 2 0 0,-3-2 56 0,1 1-56 15,1 0 0-15,-3 1 112 0,3 0-112 0,0 1 0 16,-1-2 54-16,2 0-54 0,0 0 0 0,-1-1 24 0,0 1-24 0,1 1 0 0,-2-1 44 15,1 1-44-15,1 1 0 0,-1-2 8 0,-1-1-8 16,0-1 0-16,-1 0 32 0,-2 1-32 0,0-2 0 0,0 2 109 16,0-2-109-16,-2 1 0 0,1 1 199 15,-1-2-199-15,-2 1 0 0,1 0 209 0,0 0-209 0,-3 0 0 0,1 0 131 16,-3 0-131-16,-1 0 0 0,1 0 110 0,-1-2-110 0,0 1 0 0,-2 0 107 16,1 1-107-16,-2 0 0 0,0 0 111 0,-2 0-111 0,-1 0 0 15,0-1 144 1,0 2-144-16,-2-1 0 0,0 0 171 0,-1 0-171 0,-1 0 0 0,0 0 205 15,0 0-205-15,-2-1 0 0,1 1 153 0,-2 1-153 0,1-2 0 0,0 2 6 16,-2 0-6-16,1 0 0 0,-1 0 0 16,-1-1 0-16,-1-1 0 0,1 2 0 15,2 0 0-15,-1 0 0 0,-1 0 0 0,-1 0 0 0,-1 0 0 0,1 0 0 16,2 0 0-16,-1 0 0 0,-1 0 0 0,1 0 0 16,0 0 0-16,0 0 0 0,0 0 0 0,0 0 0 0,0 0 0 0,0 0 0 0,0 0 0 0,0 0 0 0,0 0 0 15,0 0 0-15,0 0 0 16,0 0 0-16,0 0 0 0,0 0 0 15,2 0 0-15,-1 0 0 0,-1 0-5 0,-1 0 5 0,-1 0 0 0,1 0-256 16,0 0 256-16,0 0 0 0,0-2-256 0,-2-1 256 0,0-1 0 16,3 2-2554-16,1 2 2554 0,1 2 0 0</inkml:trace>
  <inkml:trace contextRef="#ctx0" brushRef="#br0" timeOffset="1474.443">7908 7252 1024 0,'0'0'0'0,"0"0"0"0,0 0 0 0,0 0 0 0,0 0 256 0,0 0-256 0,0 0 0 0,0 0 62 16,0 0-62-16,0 0 0 0,-6-2 63 0,-5-1-63 0,-3-2 0 15,8 3 59-15,2 0-59 0,1 0 0 0,-2-1 37 16,-1 1-37-16,-2-2 0 0,1 0-45 16,-2 0 45-16,-1-1 0 0,1 0-53 0,1 2 53 0,0-1 0 0,-1 0-68 0,-1 1 68 15,-2 0 0-15,2 0-32 0,-2 1 32 0,0 0 0 0,1 1 15 16,-2 0-15-16,0 0 0 0,-1 1 66 0,0-1-66 0,-3-1 0 16,3 1 77-16,0 1-77 0,-2 1 0 0,2 0 46 15,-2 1-46-15,-1 1 0 0,2 0 29 16,1 0-29-16,-1 1 0 0,1 0 28 0,-2 0-28 0,0 0 0 0,0 1 4 15,1 0-4-15,-1 2 0 0,1-2 5 0,-2 1-5 0,-3 1 0 0,4 0 3 16,0 0-3-16,2 1 0 0,-2 0 36 16,0 1-36-16,-3 0 0 0,3 0 17 0,0 2-17 0,2 0 0 0,-2 0 4 15,3 0-4-15,-2 2 0 0,2-2-10 0,-3 0 10 0,0 1 0 16,1 1-4-16,2-1 4 0,0 2 0 16,0-1-27-16,2 0 27 0,-2 2 0 0,2-1-34 15,0 2 34-15,1 1 0 0,0-2-14 0,1 0 14 0,0-1 0 0,0 1-2 0,2 1 2 16,-1 0 0-16,0 0 9 0,2 0-9 0,1 0 0 0,0 0-17 15,-2 0 17-15,-2-1 0 16,4 2-8-16,1-1 8 0,1 2 0 0,-1-2 15 0,2-2-15 0,-1-1 0 0,0 3 20 0,2 2-20 16,1 0 0-16,-1-3 22 15,2 0-22-15,-1-1 0 0,1 0 31 0,2 1-31 16,0 0 0-16,-1 0 50 0,0 0-50 0,0 2 0 0,1-2 29 0,1 0-29 0,1-1 0 0,-1 1-14 0,1-1 14 16,-1 1 0-16,0-1-37 0,1-2 37 0,2 0 0 0,-2 0-13 15,2-2 13-15,0 0 0 16,0 1 13-16,1 0-13 0,2 1 0 0,-2 0 29 0,0-1-29 0,0 1 0 15,2-1 23-15,0-2-23 0,2-1 0 16,0 1 1-16,-3 1-1 0,1 0 0 0,1-2-17 0,0 1 17 16,2-1 0-16,-2 0-47 0,1-2 47 0,2 0 0 0,-2-1-26 15,2 1 26-15,1-2 0 0,-1 1-11 0,1 1 11 16,1-1 0-16,-1-1 40 0,-2-1-40 0,2-1 0 0,-1 1 31 0,2-1-31 16,0 0 0-16,-1-1 41 0,1 1-41 0,1-2 0 0,-1 1-2 0,-1-1 2 0,2-1 0 0,-2 0-8 15,0-1 8-15,-2-2 0 0,0 2-17 16,3-1 17-16,-1-1 0 0,0 0 15 15,-2 1-15-15,0-2 0 0,0 0 58 0,1 0-58 0,-1-1 0 0,0 0 77 16,0 0-77 0,0-1 0-16,-1 0 94 0,-2 2-94 0,-1-2 0 0,2 1 80 0,-1 0-80 0,0-1 0 15,1 0 44-15,-1-2-44 0,0-1 0 0,0 2-7 0,-1 0 7 0,-2-1 0 0,1 2-25 0,0-2 25 0,-2 0 0 32,1 0-5-32,0 0 5 0,1-2 0 0,-1 2 61 0,-2 0-61 0,1-1 0 15,0 1 84-15,1-1-84 0,-1 0 0 0,0 0 67 16,-1 1-67-16,1-3 0 0,1 1 43 0,-2 0-43 0,-1-1 0 15,1 1-10-15,0 0 10 0,0 1 0 0,1-1-30 16,-1 0 30-16,0-2 0 0,0 2-9 0,-2 0 9 0,1-2 0 16,0 2 71-16,1 0-71 0,-1-1 0 0,0 0 138 15,0 0-138-15,0-2 0 0,0 2 136 0,-1 0-136 0,0 1 0 0,2-1 94 16,-3 1-94-16,1 0 0 0,0 0 6 0,0-1-6 16,0 0 0-16,0 0-43 0,0-1 43 0,0-1 0 0,0 3-76 15,1-1 76-15,-1 1 0 0,0-1-17 0,0 0 17 0,0-2 0 16,0 2 74-16,0 0-74 0,0 1 0 0,0 0 145 15,-2 0-145-15,1-1 0 0,0 1 137 0,-2-1-137 0,2 0 0 0,-1 0 92 16,1 0-92-16,1 1 0 0,-2 0 24 0,2 0-24 0,0-2 0 16,-1 2 2-16,-1 1-2 0,-1 0 0 0,1 0-52 15,-2-1 52-15,1-2 0 0,0 2-8 0,0 0 8 0,0 1 0 16,0 0 23-16,-2 2-23 0,1 1 0 0,0-1 41 16,-1-1-41-16,-1 0 0 0,1 0 28 0,-1 1-28 0,-2 0 0 0,2 1-1 15,-1-2 1-15,-1 0 0 0,1 1-8 0,0 0 8 0,0 2 0 16,0-1-29-16,-2 1 29 0,-1 0 0 0,2 0-36 15,-1-1 36-15,-1 1 0 0,0 0 3 0,0 1-3 16,-1 0 0-16,0 0 19 0,-2 1-19 0,0 0 0 0,1 1 33 0,-2 0-33 16,0 0 0-16,1 0-14 0,-2 0 14 0,-1 0 0 0,0 1-26 15,0 2 26-15,-3 2 0 0,1-2-59 16,-2 1 59-16,0 1 0 0,0 0-69 0,0 1 69 0,-2 1 0 0,0 1-89 16,0 1 89-16,-3 2 0 0,3-1-94 0,-3 1 94 0,0 0 0 0,1-1-78 15,1 1 78-15,-2 1 0 0,1-1-43 0,0-1 43 0,-2 0 0 16,16-4-1516-16,7-3 1516 0,7-3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7:03:44.680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3394 7879 0,'0'0'0,"0"0"0,0 0 16,0 0-16,0 0 15,60-4 1,-24 3-16,-36 1 0,0 0 0,0 0 16,0 0-16,7 0 0,-2 0 0,-2 0 15,-3 0-15,20 0 0,-4 1 0,2-1 0,-18 0 16,11 2-16,-1-1 0,1-1 0,10 3 0,0-1 16,0 1-16,-21-3 15,11 2-15,1-1 0,-1 1 16,-11-2-16,29 5 0,-4-1 0,0 0 0,-25-4 15,16 3-15,-2-2 0,2 2 0,-16-3 16,36 5-16,-1-2 0,1 2 0,-36-5 0,35 4 0,0 0 16,1 0-16,-1-2 0,0 3 0,0-2 15,-35-3-15,39 4 0,-2-1 0,0 0 16,-37-3-16,41 2 0,0 1 0,-1 0 16,-40-3-16,61 5 0,0 0 15,-2-3-15,21 4 0,-4 0 0,2-1 0,-78-5 0,77 6 0,-3-2 16,1 1-16,-13 0 0,-2 0 0,0-1 15,-60-4-15,55 4 0,1 1 0,0-1 0,2 1 16,0-1-16,-2 1 0,-56-5 0,52 4 0,0-1 16,0-1-16,-6 1 0,0 1 15,-1-1-15,-45-3 0,41 1 0,-1 2 0,-1-3 0,-2 2 0,0-1 0,1-1 16,-38 0-16,0 0 0,42 3 0,-2-3 0,1 1 0,6 0 16,-1-1-16,-1 1 0,-45-1 0,50 1 0,0-1 0,-1 2 0,-49-2 0,54 1 0,-3-1 15,1 1-15,-52-1 0,0 0 0,42-1 0,1 1 0,-2-1 0</inkml:trace>
  <inkml:trace contextRef="#ctx0" brushRef="#br0" timeOffset="5358.776">11932 8129 0,'0'0'0,"0"0"16,54-11-16,-22 4 15,42-1-15,-33 4 16,39-1-16,-80 5 16,0 0-16,0 0 0,0 0 0,14 0 0,1 0 15,-1 0-15,-14 0 0,32 0 0,-1 0 0,0 0 16,-31 0-16,38 1 0,-1 1 15,-1-2-15,-36 0 16,48-2-16,-1 2 16,-1 0-16,-46 0 15,62 2-15,-2-2 0,0 0 16,-60 0-16,63 0 0,0 0 16,0 0-16,-4 0 0,0 0 15,0 0-15,-59 0 0,59-2 0,-2 1 0,0 1 16,-57 0-16,58-1 0,-1-1 0,0 1 0,7 0 15,-3 0-15,-1 1 0,1 0 0,-3 0 0,0 0 16,-58 0-16,53 0 0,-1 1 0,1 0 0,-53-1 0,47 1 0,-1 0 16,1 0-16,10 0 0,-4-1 0,3 0 15,-56 0-15,56 0 0,-2 0 0,-1 0 16,1 1-16,0-1 0,0 0 0,-54 0 0,53 2 0,1-2 0,0 0 0,-2 2 16,-3-2-16,1 0 0,-50 0 0,44 2 0,1 0 15,-1-1-15,-6 1 0,1-1 0,-1 1 0,-38-2 0,37 2 0,0 0 0,0 0 0,-37-2 0,37 3 0,-3-2 16,0 2-16,-34-3 0,0 0 0,17 0 0,0 0 0,0 0 0,-17 0 0,28 2 0,1-1 0,0-1 0,-12 1 0,-3-1 0,1 0 0,-15 0 0,22-1 0,-3 0 15,1 1-15,-20 0 0,12-2 0,-1 2 0,-2 0 0,-9 0 0,6 0 16,-3 0-16,0 0 0,-3 0 0,2 0 0,-1 0 16,0 0-16,-1 0 0,1 0 0,-1 0 0,0 0 15,0 0-15,13-3 0,-2 0 0,1 0 16,-4 3-16,-2-2 0,0 1 16,-6 1-16,0 0 0,3-1 0,0 1 0,-1-2 0</inkml:trace>
  <inkml:trace contextRef="#ctx0" brushRef="#br0" timeOffset="6790.363">24260 7979 0,'0'0'0,"0"0"16,0 0-16,0 0 16,0 0-16,0 0 15,0 0 1,-63-3-16,63 3 0,0 0 0,0 0 15,0 0-15,-14-1 0,2 1 0,0-1 0,12 1 16,-25 4-16,1-1 0,0-1 0,24-2 16,-14 3-16,1-3 0,1 2 0,-18 3 15,0-3-15,2 2 0,28-4 16,-33 2-16,0 0 0,0 0 16,33-2-16,-34 2 0,1-1 15,0 1-15,33-2 0,-36 1 0,1 1 0,0-2 16,35 0-16,-37 3 15,0-1-15,0-2 0,37 0 0,-56 4 0,1-2 0,-1 0 16,-1 3-16,2-1 0,-1 1 0,56-5 0,-52 7 0,0-3 0,1 2 16,2 0-16,3-1 0,-1 1 0,6-2 15,-1 0-15,1 0 0,41-4 16,-44 3-16,-1 1 0,1-2 0,-5 2 16,3-3-16,-1 2 0,47-3 0,-53 2 0,2-1 0,-1 0 15,-2 2-15,3-2 0,-1 1 0,52-2 0,-70 3 0,4 0 16,-2 0-16,-13-3 0,2 2 15,-1-1-15,80-1 0,-79 1 0,-2 1 16,3-1-16,4-1 16,1 0-16,0 0 0,3-1 15,3 1-15,-1 0 0,68 0 16,-69 0-16,-2 0 16,1 0-16,-8 1 0,0 0 15,1 0-15,77-1 0,-79 1 0,2-1 16,-1 2-16,-3-1 0,1-1 15,-1 1-15,81-1 0,-92 2 0,3-1 0,-1 1 0,-4 0 16,2 0-16,0 0 0,92-2 0,-91 2 0,1 0 0,1 1 0,10-1 0,0-1 16,1 1-16,78-2 0,-68 2 0,-1-2 0,1 0 15,7 2-15,1-1 0,0-1 0,60 0 16,-61 2-16,0-2 0,0 0 0,61 0 0,-60 1 0,3-1 0,-2 1 0,3-1 0,2 0 0,0 0 0,54 0 16,-45-2-16,2 2 0,-1-2 0,22 1 0,3 1 0,-1-2 0,20 2 15,-7 0-15,0 0 0,-1 0 0,3-4 0,1 0 0,0 0 0,4 4 0,-2-4 0,0 2 0,0 0 0,26-7 0,-2 2 0,1 0 16,-23 7-16,16-5 0,-3 2 0,0 0 0,-16-5 0,0 1 0,0-1 0,3 8 0,-4-4 0,1-1 0,0 2 0,3 3 15,-22-7-15,2 2 0,1 0 0,5 1 0,3 2 0,0 0 16,11 2-16</inkml:trace>
  <inkml:trace contextRef="#ctx0" brushRef="#br0" timeOffset="15998.913">9593 9882 0,'0'0'0,"0"0"0,0 0 15,0 0 1,48-22-16,-19 11 15,20 2 1,-49 9-16,0 0 0,0 0 0,0 0 0,8-1 0,0-1 16,1 2-16,-9 0 0,18-2 0,-1 2 15,-1-1-15,-16 1 0,9 0 0,1 0 0,-1 0 16,-9 0-16,22-2 0,-3 2 16,1 0-16,-20 0 0,11 0 0,1 0 0,-1 0 0,-11 0 0,26 0 15,0 0-15,0 2 0,-26-2 16,31 0-16,0 0 15,0 0-15,-31 0 16,32 1-16,0 0 16,0 0-16,-32-1 0,32 1 15,0 0-15,0-1 16,-32 0-16,35 3 0,-1-2 0,0 0 0,-34-1 0,39 5 0,-2-4 0,0 2 0,-37-3 16,39 3-16,-2-2 0,1 2 0,-38-3 0,52 4 0,1 0 0,0-1 0,-53-3 0,57 3 0,-3-1 15,1 0-15,-55-2 0,52 4 0,0-2 0,-1 1 0,-51-3 0,56 3 0,-1 0 0,0-2 0,-55-1 0,63 5 0,-1-4 0,0 2 16,15 0-16,-1-1 0,-1 2 0,-75-4 0,81 3 0,-2 0 0,1 0 15,-80-3-15,66 4 0,0-1 16,0 0-16,-10 0 0,-2 0 0,0-2 16,-54-1-16,48 5 0,-1-4 0,-1 2 0,-46-3 0,43 3 0,-2-2 0,0 1 15,-41-2-15,37 3 0,1-2 0,-1 1 0,2 1 16,0-2-16,1 2 0,-40-3 0,44 3 0,0 0 0,-1 0 16,1-2-16,0 3 0,-1-1 0,-43-3 0,51 4 0,-1-1 0,-1 0 15,-49-3-15,54 4 0,-1 0 0,-1-1 0,4 0 16,0 0-16,0 0 15,-56-3-15,49 3 0,1-1 0,0-1 0,-9 0 16,0 0-16,1-1 0,-42 0 0,35 0 0,-2-1 16,0 0-16,0 0 0,-1 1 0,0 0 15,-32 0-15,40-1 0,0 0 0,-1 1 0,6 0 16,-1 0-16,-1 0 0,-43 0 0,47 0 16,-1 0-16,1 0 0,-47 0 0,50 2 0,-1-2 15,0 1-15,9 2 0,0-1 0,-1-1 0,-57-1 16,60 3-16,-1 0 0,0-2 0,-13 1 15,1 1-15,-1-2 0,-46-1 16,23 2-16,-2-2 0,0 1 0,3-2 0,1 1 0,0 0 16,-25 0-16,12 0 0,1 0 0,-1 0 0,-12 0 15,6 0-15,-2 0 0,1 0 0,-3 0 0,-1 0 0,0 0 16,-1 0-16,-24 3 0,2-1 0,1 0 0,6 1 0,2-2 16,-1-1-16,14 0 0,-7 2 0,3-1 0,-1-1 0,2 1 0,2-1 0,0 0 0,1 0 15,-5 0-15,1 0 0,0 0 0,1 0 0,1 0 0,0 0 0,2 0 16,-2 0-16,2 0 0,0 0 0,-1 0 0,1 0 0,0 0 15,0 0-15,0 0 0,0 0 0,0 0 0,0 0 0,0 0 0,-1 0 16,1 0-16,0 0 0,0 0 0,0 0 0,0 0 16,0 0-16,0 0 0,0 0 0,0 0 0,0 0 15,0 0-15,0 0 0,0 0 0,0 0 0,0 0 16,0 0-16,0 0 0,0 0 0,3 1 16,-2-1-16,0 0 0,1 0 0,-2 0 15,0 0-15,0 0 0,1 0 0,-1 0 0,0 0 16,0 0-16,-6-6 0,2-1 0,0 1 0</inkml:trace>
  <inkml:trace contextRef="#ctx0" brushRef="#br0" timeOffset="23100.485">10691 10922 0,'0'0'0,"0"0"16,0 0-16,0 0 16,-57 25-1,23-10-15,-30-6 16,64-9 0,0 0-16,0 0 0,0 0 15,-12 1-15,0 1 0,1-2 0,11 0 16,-27 1-16,0-1 0,0 0 0,27 0 15,0 0-15,-32 1 0,2 1 0,0-1 0,30-1 16,-33 4-16,1-2 0,0 0 0,32-2 16,0 0-16,-48 4 0,-1-2 0,1 1 0,48-3 0,-61 3 0,1-1 15,0 2-15,60-4 0,-65 3 0,0 1 16,-1-1-16,66-3 0,-61 2 0,0 0 16,0 0-16,61-2 0,-52 3 0,-1-3 15,0 0-15,53 0 0,-50 0 0,0 0 16,0-2-16,50 2 15,-56-1-15,0 1 0,0 0 0,56 0 16,-64 3-16,1-3 0,0 0 16,63 0-16,-64 1 0,0-1 0,0 1 15,64-1 1,-72 2-16,3-2 0,0 0 16,69 0-16,-79 3 0,1-2 15,-1-1-15,79 0 16,-83 2-16,1 0 0,-1-1 0,83-1 15,-92 3-15,2-1 0,0 0 0,-1 1 0,0 0 0,0 0 16,91-3-16,-82 3 0,1 0 0,0 0 0,81-3 0,-69 5 0,2-2 0,0 0 16,67-3-16,-61 6 0,2-1 15,-1 0-15,3 0 0,-1 0 16,0 0-16,-12 3 0,1-2 0,0 0 16,69-6-16,-82 8 15,1 0-15,2-1 0,79-7 16,-79 10-16,2-2 15,-1 1-15,12-1 0,0 0 16,0-1-16,66-7 16,-55 9-16,1-1 0,0-1 15,54-7-15,-49 7 0,0-1 0,1 0 16,48-6-16,-50 7 0,2-1 0,1 2 0,47-8 16,-50 7-16,3-3 0,-1 0 15,48-4-15,-46 6 0,-1-1 0,1-1 0,46-4 0,-43 4 0,2 1 16,0-2-16,-2 1 0,1-2 0,0 1 0,42-3 0,-44 3 0,2 0 0,-1-2 0,43-1 15,-21 2-15,0-1 0,0 0 0,21-1 0,-28 0 0,2-1 0,-1 1 0,27 0 0,-15-1 0,2 0 0,-1 0 0,21-6 16,-2 2-16,0-1 0,-5 6 0,6-4 0,-1 1 0,1 0 0,-6 3 16,2-2-16,0 0 0,0 2 0,0-1 0,-2-1 0,0 2 0,0 0 0,-12-6 0,2 1 0,2 0 0,2 2 0,-1 0 0,1 0 0,6 3 15,-2-2-15,-1 1 0,1-1 0,0 1 0,2 1 0,0 0 0,0 0 0,-1 0 0,1 0 0,0 0 0,0 0 0,0 0 0,0 0 16,0 0-16,0 0 0,0 0 0,0 0 0,0 0 0,0 0 0,0 0 0,0 0 0,0 0 0,0 0 0,0 0 0,0 0 0,0 0 0,0 0 0,0 0 0,0 0 16,0 0-16,-4-3 0,0-1 0,-1 0 0,5 4 0,-3-3 0,1 1 0,0-1 0,2 3 0,0 0 0,-1-2 0,0 2 0,0-1 0</inkml:trace>
  <inkml:trace contextRef="#ctx0" brushRef="#br0" timeOffset="46218.652">4581 11026 0,'0'0'0,"0"0"0,0 0 0,0 0 15,0 0-15,0 0 16,0 0-16,0 0 15,0 0-15,0 0 0,0 0 0,0 0 0,0 0 16,0 0-16,0 0 0,0 0 0,0 0 0,0 0 0,17-5 16,1-1-16,0-1 0,-18 7 0,11-5 0,-1 2 15,1-1-15,-11 4 0,26 0 16,-1-1-16,0 0 0,-25 1 0,16 2 0,-3-2 0,0 0 0,-13 0 16,34 0-16,-2 0 0,0 0 15,-32 0-15,41 3 0,0-3 0,1 1 16,-42-1-16,47 1 0,1-1 0,-1 2 15,-47-2-15,58 2 0,0-1 0,1 0 0,-59-1 0,57 2 0,-1-2 0,-1 1 0,-2 1 0,-2-2 16,-1 0-16,-50 0 0,51-2 16,-2 2-16,-1 0 15,-48 0-15,58 0 0,-1 0 16,0 0-16,17 0 0,0 0 16,-1 0-16,-73 0 0,83-1 0,0 0 15,0 1-15,-10-1 0,0 0 16,-1 0-16,-72 1 0,66-2 0,-1 0 0,1 2 0,-1-1 15,-2 0-15,0-1 0,-63 2 0,60-2 0,0 0 0,0 0 0,-9-2 0,0 0 0,0 2 0,-51 2 0,44-5 0,-1 4 0,1-3 0,-3 1 0,0-1 0,1 1 16,-42 3-16,48-4 0,-1 1 0,-1 0 0,-46 3 0,51-2 0,-1-1 16,-1 1-16,3 1 0,-1 1 0,-1-2 15,-50 2-15,56-2 0,-2 2 0,2 0 0,3-2 0,-1 2 16,1-1 0,-59 1-16,60 0 0,1 0 0,-1 0 0,3-3 0,-1 2 0,0 0 0,-62 1 15,65-2-15,1 1 0,-1 1 0,-65 0 0,63-2 0,-2 2 0,0 0 16,-6 0-16,-1 0 0,0 0 0,-54 0 0,46 0 15,0 0-15,-1 0 0,1 0 0,-3 0 0,1 0 16,-44 0-16,57 0 0,-3 2 0,1-2 0,6 1 16,-1 0-16,0 0 0,-60-1 0,60 1 0,0 0 0,-1 0 15,-29-1-15,-1 2 0,0-2 0,-29 0 0,32 1 16,-1 1-16,0-2 0,-31 0 0,17 1 0,-1-1 0,-1 1 16,-8-1-16,-1 0 0,-1 0 0,-5 0 0,2 2 15,0-2-15,0 0 0,0 1 0,-2 1 0,0 1 16,0-3-16,0 2 0,0-2 0,0 2 0,0-2 15,0 0-15,0 0 0,0 0 0,0 2 0,0-2 16,0 0-16,-13 2 0,-1-1 0,1 0 0,13-1 0,-8 0 16,-1 2-16,1-2 0,5 1 0,0-1 15,0 0-15,2 2 0,0-2 0,0 0 0,0 0 16,1 0-16,0 0 0,-1 0 0,1 0 0,0 0 16,0 0-16,0 0 0,0 0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7:05:00.77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8905 9504 0,'0'0'0,"0"0"16,0 0-16,0 0 16,0 0-16,0 0 15,0 0 1,0 0-16,0 0 0,0 0 0,0 0 15,0 0-15,0 0 0,0 0 0,0 0 0,8 20 0,-2-1 16,0-1-16,-6-18 0,5 11 0,-2 0 0,0 0 0,-3-11 16,-2 17-1,1-2-15,0 0 0,1-15 0,-1 9 0,0-2 0,0 1 0,1-8 0,2 21 0,-1-1 16,0 0-16,-1-20 0,1 12 16,0 0-16,0 0 0,-1-12 15,-1 25-15,1 0 0,0 0 16,0-25-16,-1 14 0,1 0 15,0 0-15,-1 11 0,1 0 0,0 0 16,0-25-16,-1 15 0,1-2 0,0 1 0,0-14 0,-1 23 0,1 0 16,0-1-16,0-22 0,-1 12 0,1 0 0,0 1 15,0-13-15,-3 20 0,0-2 0,0 0 0,3-18 0,-3 11 16,2-1-16,0 0 0,0-5 0,0-2 0,0 0 0,1-3 0,0 2 0,0-2 0,0 2 16,0-2-16,0 0 0</inkml:trace>
  <inkml:trace contextRef="#ctx0" brushRef="#br0" timeOffset="1038.627">8812 9494 0,'0'0'0,"0"0"16,0 0-16,0 0 16,0 0-16,0 0 15,35-57 1,-35 57-16,0 0 0,0 0 0,0 0 0,12-15 15,-2 2-15,0 0 0,-10 13 16,9-8-16,-2 2 0,0 0 0,2 0 16,1 2-16,-1-1 0,-9 5 15,11-2-15,1 1 0,-1 0 0,-11 1 16,15 0-16,1 0 0,0 0 16,-5-1-16,-1 1 0,1 0 15,5-1-15,1-1 16,-1 0-16,-16 2 0,19-1 0,-3 0 0,1 1 15,-17 0-15,16-3 0,-1 2 0,1 0 0,-16 1 0,15 5 0,1-3 0,-1 1 16,-2 0-16,1 0 0,-1 0 0,-13-3 0,14 5 0,-1-1 0,1 0 0,-5 1 0,-1-1 0,1-1 0,1 6 0,0-1 0,1 0 0,-11-8 0,8 9 0,0 0 0,0-2 16,-8-7-16,8 9 0,-3 0 0,0-2 0,-5-7 15,5 11-15,0-1 0,0-1 0,-5-9 0,4 13 16,-3-4-16,0 2 0,-1-11 0,-1 11 0,1-1 16,0 0-16,-5 0 0,1-1 0,0 1 0,4-10 0,-5 8 15,1-1-15,0 3 0,4-10 0,-9 9 16,3 0-16,0 0 0,6-9 15,-9 11-15,1-3 0,1 1 0,-3 1 0,1 1 0,-1-1 16,10-10-16,-14 11 0,4 1 0,-2-1 16,12-11-16,-12 8 0,0 0 0,1 0 0,11-8 0,-14 7 0,0-1 0,1 0 15,-5-2-15,3 0 0,-1 1 0,16-5 16,-17 6-16,0-2 0,0 2 0,17-6 0,-17 4 0,-1-1 16,1 0-16,0-2 0,1 0 0,-1 1 0,17-2 0,-16-2 15,1 2-15,1 0 0,14 0 0,-15-3 0,2 2 16,-1-1-16,14 2 0,-13-2 0,0-1 0,1 0 0,12 3 15,-10-2-15,0-1 0,1 1 0,2 0 0,1 0 16,-1 0-16,7 2 0,-4-1 16,1-1-16,0 1 0,3 1 0,-2-2 15,1 2-15,0 0 0,0-2 0,1 1 16,0 1-16,0 0 0,2-3 0,-2 2 0,0 0 0,0 1 0,2-2 16,-2 2-16,0-1 15,3 0-15,-2-1 0,0 0 0,-1 2 0,2-3 0,2 2 0,0-1 16,-4 2-16,6-3 0,0 1 0,0 0 15,-6 2-15,7-2 0,0 1 0,-1 0 0,-6 1 0,10 1 16,0-1-16,1 0 0,-11 0 0,12 3 0,-1-2 0,-1 1 0,-10-2 16,9 4-16,0-1 0,1 2 0,-10-5 0,10 4 15,-2 2-15,1-2 0,-9-4 0,11 7 0,-2-1 16,1 0-16,-10-6 0,10 6 0,0-1 0,1 0 0,-11-5 16,9 7-16,0-3 0,1 2 0,-10-6 0,0 0 0,10 9 0,-1-1 15,0 1-15,-9-9 0,9 11 0,-3-3 16,0 2-16,-6-10 0,7 11 15,1-2-15,-1 1 0,-7-10 0,9 13 0,-2 1 0,1-3 16,-8-11-16,8 12 0,-2 0 0,0 0 16,-6-12-16,5 11 0,3 1 0,-2 0 0,-6-12 15,7 12-15,-2-1 0,0 1 0,-5-12 0,13 12 0,-2 0 0,1-2 16,-12-10-16,10 9 0,0-1 0,1 2 0,-11-10 0,10 8 16,-1-1-16,1 1 0,-10-8 0,9 9 0,-2-1 15,0 2-15,-7-10 0,10 4 0,0 1 0,-1 1 0,-9-6 16,12-2-16,-2 2 0,0-1 0,-10 1 0</inkml:trace>
  <inkml:trace contextRef="#ctx0" brushRef="#br0" timeOffset="6034.839">7057 6574 0,'0'0'0,"0"0"0,0 0 16,0 0-16,0 0 15,0 0 1,0 0-16,0 0 0,0 0 16,0 0-16,0 0 0,-12-18 0,2 0 0,-1-1 15,11 19-15,-7-10 0,1-2 0,0 3 0,6 9 16,-20-9-16,2 2 0,1 1 0,5 1 16,3 3-16,0-1 0,9 3 0,-5-2 15,2 2-15,-1-1 0,1 0 0,2 1 0,0 0 0,0-2 16,1 2-16,0 0 0,-1 0 0,1 0 0,0 0 15,-57-10-15,2 0 0,-1 0 0,56 10 16,-35-6-16,2 1 0,-1-1 0,11 6 16,1 0-16,0 0 0,22 0 0,-34 0 0,0 0 15,0 0-15,34 0 0,-35 1 16,0 0-16,0-1 16,35 0-16,-33 4 0,1-2 15,0 1-15,32-3 0,-15 1 0,-1 0 16,1 0-16,-18 7 0,0-1 0,0 1 15,33-8-15,-32 13 0,2-1 0,0 1 0,30-13 16,-29 10-16,1 1 0,0 0 0,28-11 0,-14 6 16,1-1-16,0 1 0,13-6 0,-26 17 0,1 0 15,-2 1-15,27-18 0,-13 12 0,-1-3 0,1 2 16,13-11-16,-21 17 0,1 1 0,1-3 0,19-15 0,-10 11 16,-1-3-16,1 0 0,10-8 0,-14 23 0,1-2 0,0 1 0,13-22 15,-8 13-15,2-1 0,0-1 0,6-11 0,-4 21 0,2-1 0,0-1 0,2-19 0,-2 11 0,2 0 0,0-1 0,0-10 0,4 22 0,0 2 0,0-4 0,-4-20 0,4 13 0,-2 0 16,0-1-16,-2-12 0,12 23 0,-3-2 0,0 2 15,-9-23-15,7 12 0,-1 0 0,-1-1 0,-5-11 16,18 21-16,0-2 0,-2 0 0,-16-19 0,13 10 16,-3 0-16,1 1 0,-11-11 0,23 17 0,1-1 15,0 2-15,-24-18 0,14 10 0,0 0 16,-1-2-16,-13-8 16,30 21-16,0-2 0,0 1 0,-30-20 15,17 11-15,-1 1 0,1 1 16,-17-13-16,36 7 0,0 0 0,0 2 15,-36-9-15,21 4 0,-1-1 0,-1 2 0,-19-5 0,37 2 0,0 0 0,-1 0 16,0-1-16,-1 1 0,0-2 16,-35 0-16,35 2 0,-2-1 0,-1 1 0,-32-2 15,34-3-15,-2 1 0,0-1 0,-32 3 16,16-2-16,-1 1 0,-1-2 0,-14 3 0,35-8 0,0 0 0,1 1 0,-36 7 0,34-10 0,-2-1 0,0 0 0,-32 11 0,15-5 0,1 1 0,-1-2 16,-15 6-16,31-17 0,-1 1 0,0-2 0,-30 18 0,18-9 15,-3 0-15,1-1 0,8-12 0,-3 1 16,1-1-16,-22 22 0,11-13 0,2 2 0,-2-1 15,-11 12-15,19-24 0,-3 2 0,1-1 16,-7 10-16,-2 0 0,1 1 0,-9 12 0,9-24 0,-1 1 16,0-1-16,-2 11 0,-3 1 0,0-1 0,-3 13 0,-6-29 0,0 3 15,1-2-15,5 28 0,-15-26 0,0-1 0,0 1 16,-7 4-16,0-1 0,1 0 0,21 23 0,-32-20 16,0-1-16,0-1 0,-8 4 0,2-1 0,0 1 15,38 18-15,-44-15 0,2-2 0,0 2 16,-3-1-16,3 3 0,-1-1 0,43 14 0,0 0 0,0 0 0</inkml:trace>
  <inkml:trace contextRef="#ctx0" brushRef="#br0" timeOffset="10584.108">16032 9447 0,'0'0'0,"0"0"0,0 0 0,0 0 15,0 0 1,0 0-16,0 0 16,0 0-16,0 0 0,0 0 0,0 0 15,0 0-15,0 0 0,0 0 0,0 0 0,0 0 16,0 0-16,6-12 0,0 1 0,0-1 0,-6 12 15,4-8-15,0 0 0,-1 2 0,-3 6 0,2-3 16,-1-1-16,0 2 0,-1 2 0,15-5 0,1 3 0,-1-1 16,-5 1-16,-2 1 0,0-1 0,-8 2 0,21 1 0,-2 0 15,1-1-15,-20 0 0,12 0 0,-1 0 16,-1 0-16,-10 0 16,4 1-16,0-1 0,1 0 0,-5 0 0,16-1 0,1 0 15,-1 0-15,-16 1 0,9-1 16,1 1-16,-1-2 0,-9 2 0,15-1 0,-2-2 0,0 1 15,-13 2-15,8-2 0,-1 1 0,0 0 0,-7 1 16,4-2-16,-2 2 0,-1 0 0,2 0 16,-3 0-16,0 0 0,0 0 0,0 0 0</inkml:trace>
  <inkml:trace contextRef="#ctx0" brushRef="#br0" timeOffset="11219.318">16265 9356 0,'0'0'0,"0"0"0,0 0 0,0 0 0,0 0 15,0 0 1,-4 59-16,4-59 0,0 0 15,0 0-15,-2 17 0,2 0 0,0-3 16,0-14-16,-2 15 0,0-4 0,0 1 0,0 1 16,2-1-16,0 0 0,0-12 0,2 13 0,-2 1 15,0-1-15,0-13 0,-2 13 0,1 0 16,0 1-16,0 1 0,1 1 16,0 0-16,0-16 0,0 16 0,0 0 15,0 0-15,0-16 0,-2 17 0,2-3 16,0 0-16,0-14 0,0 16 15,0-2-15,0 2 0,-1-2 16,1-1-16,0-1 0,0-12 0,0 14 0,0 1 0,0-2 16,0-13-16,-1 14 0,1-1 0,0 1 0,-4-1 15,3-1-15,0 2 0,1-14 0,-1 11 0,0 1 0,0 0 0,1-12 0,3 10 0,-2 1 0,0-1 16,-1-10-16,4 12 0,-2-2 0,0 0 0,-2-10 16,3 11-16,-1-3 0,0 3 0,2-1 0,-2-1 15,0-1-15,-2-8 0,2 6 16,0 0-16,0 0 0,-2-6 0,2 5 0,0-1 0,-1 0 0,-1-4 15,-4 5-15,3-1 0,0 1 0,1-5 0,-3 3 0,2 0 0,0 0 16,1-3-16,-1 2 0,0 0 0,0-1 0,1-1 0,-1 2 0,1-1 0,0-1 16,0 0-16,-4 0 0,0 0 0,0 1 15,-2-1-15,3 0 0,0 0 0,3 0 0,-7 1 0,2-1 0,0 0 0,5 0 16,-5 2-16,0-2 0,1 0 0,-3-2 0,1 0 0,0 1 16,6 1-16,-7-3 0,2 1 0,0 0 15,-4 0-15,0 1 0,-1-1 0,10 2 0,-10-2 16,1-1-16,-1 0 0,10 3 0,-14-4 0,1 0 15,1 0-15,12 4 0,-14-5 0,1 1 0,1-1 0,-6 0 16,2 0-16,-1 0 0,17 5 0,-19-7 0,2 3 16,-1-1-16,18 5 0,-17-9 0,1 1 0,1 1 15</inkml:trace>
  <inkml:trace contextRef="#ctx0" brushRef="#br0" timeOffset="16693.565">19779 6561 0,'0'0'0,"0"0"0,0 0 16,0 0 0,0 0-16,0 0 15,0 0 1,0 0-16,0 0 0,0 0 0,0 0 0,0 0 0,0 0 15,0 0-15,0 0 0,0 0 0,0 0 0,0 0 16,0 0-16,-6-14 0,2 1 0,0-4 0,4 17 16,-3-8-16,1-2 0,0 2 0,2 8 0,-1-5 15,0 3-15,0-2 0,-8-3 0,2 1 0,0-1 16,7 7-16,-5-3 0,1 0 0,-1-1 0,5 4 16,-7-6-16,0 0 0,0 0 0,7 6 0,-5-3 15,0-1-15,1 1 0,4 3 0,-3-2 0,2 1 16,0-1-16,1 2 0,-11-6 0,-1 0 15,1-1-15,11 7 0,-7-4 0,0 1 0,1 1 0,6 2 0,-18-7 16,1 1-16,1 0 0,16 6 0,-11-3 0,1 0 16,2 0-16,8 3 15,-18-5-15,3 2 0,-1-3 0,16 6 16,-10-3-16,2 1 0,-1 0 0,9 2 16,-18-5-16,0-1 0,1 2 15,17 4-15,-11-4 0,2 1 0,0 1 0,9 2 16,-19-5-16,2 0 0,1 0 0,16 5 0,-9-4 15,-1 1-15,1 1 0,9 2 0,-19-3 0,3 0 16,-1 2-16,17 1 0,-9-3 0,0 2 0,-1 1 16,10 0-16,-20-3 0,-1 0 0,0 1 15,21 2-15,-12-2 0,2 0 0,-2 1 0,12 1 0,-21-2 0,-1 2 16,0-2-16,22 2 0,-12-1 0,0-1 16,1 2-16,11 0 15,-21 0-15,2 0 0,-1-1 0,20 1 0,-12 0 0,1 0 0,1 0 16,10 0-16,-23 0 0,3 0 0,-1 0 0,8 0 0,1 0 15,0 0-15,12 0 0,-22 4 0,1-1 0,1 1 0,20-4 0,-12 2 0,1 1 16,0-1-16,11-2 0,-24 4 0,1 0 0,0 2 16,23-6-16,-13 2 0,0 1 0,1 0 0,12-3 0,-24 5 15,3 1-15,-1 0 0,22-6 0,-12 4 0,-1-2 0,1 1 0,12-3 16,-21 10-16,2-1 0,1 0 0,18-9 0,-12 6 0,2-1 0,0 0 0,10-5 0,-21 9 16,1 0-16,1-2 0,19-7 0,-12 5 15,2 0-15,0-1 0,10-4 0,-17 10 0,2 0 0,-1-1 16,16-9-16,-8 6 0,0-1 0,-1 1 0,9-6 0,-14 12 0,1 0 15,-1 1-15,14-13 0,-8 6 0,1 0 0,-1 1 0,8-7 16,-11 12-16,2-1 0,-2-1 0,11-10 0,-6 7 16,2-1-16,-1 0 0,5-6 0,-10 12 0,1-1 15,1 0-15,8-11 0,-5 7 0,1-1 0,0 0 16,4-6-16,-7 13 0,3 1 0,-1-1 0,5-13 16,-3 9-16,1-2 0,0 1 0,2-8 0,-1 14 15,0 1-15,0-2 0,1-13 0,0 8 0,0 0 16,0-1-16,0-7 0,2 11 0,-1 0 0,0 0 0,-1-11 15,2 6-15,-2 1 0,0-1 0,0-6 0,5 12 16,0-2-16,0 1 0,-5-11 0,4 6 0,-1 0 16,0 0-16,-3-6 0,1 4 0,0-3 0,0 0 15,-1-1-15,10 14 0,-2 0 0,1 0 0,-9-14 0,5 7 16,0 1-16,-1 0 0,-4-8 0,14 13 0,-4-1 16,0 0-16,-10-12 0,7 5 0,0 2 0,-1 0 15,-6-7-15,14 10 0,-1-1 0,-1 0 0,-12-9 0,8 6 16,-1-4-16,-1 3 0,-6-5 0,15 10 0,1-1 15,-2 0-15,-14-9 0,10 6 0,-2-1 0,0 0 16,-8-5-16,17 9 0,-1 0 0,1-1 0,-17-8 16,10 6-16,-2-1 0,1 1 0,-9-6 15,18 4-15,0 0 0,-1 1 0,-17-5 0,11 3 0,-2 0 0,0-1 16,-9-2-16,20 5 0,-1 0 0,-1-1 0,-18-4 16,12 4-16,-3-2 0,0 0 0,-9-2 15,26 3-15,-1 0 0,0-1 0,-25-2 0,14 3 0,0-1 16,-1-1-16,-13-1 0,28 1 0,-1-1 0,0 2 15,-27-2-15,15 1 0,0 1 0,-1-2 0,-14 0 16,26-3-16,-2 3 0,-1 0 0,-23 0 0,15-2 0,-3 1 16,1 1-16,-13 0 0,31-1 0,-2-3 0,0 2 15,-29 2-15,17-1 0,-1-1 0,-1 1 0,16-2 16,2 1-16,-1 0 0,-32 2 0,19-3 0,-2 2 0,1 1 16,11-7-16,-2 3 0,0-1 0,-27 5 0,15-3 15,0 0-15,-1 0 0,13-3 0,-2 1 0,0-2 16,-11 3-16,0 1 0,-1 0 0,-13 3 15,26-5-15,0-1 0,-1 1 0,-9 2 0,-3 0 16,1 1-16,-14 2 16,25-8-16,-3 0 0,1 1 0,-8 3 15,-3-1-15,0 1 0,-12 4 0,20-10 0,-1 1 0,-1 0 0,-6 5 16,-3-1-16,0 1 0,-9 4 0,21-12 0,-1 1 16,-1-2-16,-7 7 0,-2 0 0,0 1 15,-10 5-15,19-13 0,-2 4 0,1-3 16,-9 4-16,1 3 0,-1-1 0,-9 6 0,11-11 15,1 1-15,-1 0 0,-4 4 16,-2 0-16,1 0 0,-6 6 0,10-12 0,-2 1 0,0 0 0,-2 4 16,-2 0-16,0 1 0,-4 6 0,3-15 0,-1 2 0,0 0 0,-1 4 0,0 1 15,-1 1-15,0 7 0,-1-12 0,0 2 0,0 0 0,-1 3 0,2 1 0,0 1 0,0 5 16,-6-13-16,1 2 0,-1 1 0,2 2 0,1 3 0,0-1 16,3 6-16,-9-10 0,1-1 0,-1 3 0,3 1 15,1 2-15,0-1 0,5 6 0,-13-8 0,1 0 16,0 0-16,3 4 0,3 0 0,-1-1 0,7 5 15,-15-7-15,0 0 0,-1 0 0,7 2 16,1 0-16,0 2 16,8 3-16,-19-5 0,0-4 15,1 3-15,6 1 0,3 2 16,0-1-16,-12 0 0,1-1 16,1 2-16,19 3 0,-12-3 0,2 1 15,0 0-15,-10 0 0,3 2 16,-1 0-16,18 0 15,-11-1-15,1 1 0,1 0 0,9 0 0,0 0 16,-5 1-16,2-1 0,0 0 0</inkml:trace>
  <inkml:trace contextRef="#ctx0" brushRef="#br0" timeOffset="18859.314">19379 7069 0,'0'0'0,"0"0"0,0 0 16,0 0-16,0 0 16,0 0-1,0 0-15,0 0 0,0 0 16,0 0-16,0 0 0,-16-14 0,0 0 0,1 1 16,15 13-16,-9-10 0,-1 3 0,1-1 0,9 8 0,-12-9 15,0 1-15,1 2 0,11 6 16,-6-2-16,0-2 0,1-1 0,5 5 15,-15-8-15,1 1 0,1 0 0,13 7 16,-9-5-16,0 1 16,1 1-16,8 3 0,-19-7 0,1 0 15,-1 0-15,19 7 16,-11-3-16,1 1 0,-1-3 16,11 5-16,-17-5 0,1 0 0,1 2 15,15 3-15,-10-3 0,1 0 0,-1 2 16,10 1-16,-22-2 0,1 1 0,1-1 15,20 2-15,-13-1 0,1 1 16,-1 0-16,13 0 0,0 0 0,-24-3 0,-1 0 16,0 0-16,25 3 15,-14-2-15,0 1 0,1-1 0,13 2 0,-22 3 0,0-2 0,1 1 16,7 1-16,3-2 0,-2 0 0,13-1 0,-4 0 0,0 0 0,0 0 0,-13 3 0,3-3 0,-1 1 16,15-1-16,-9 2 0,1-1 0,0-1 0,-25 9 0,1-1 15,-1 0-15,33-8 0,-34 6 0,2-1 0,0 1 16,32-6-16,-16 4 0,0-1 15,1 0-15,15-3 0,-25 7 0,2 0 0,0 1 0,11-3 0,0-2 16,-1 1-16,13-4 0,-19 14 0,0-2 0,0 1 0,19-13 16,-12 8-16,4-1 0,-2 0 0,10-7 0,-18 16 0,1-1 0,1 0 0,16-15 0,0 0 0,-10 9 0,1-1 0,0 0 15,9-8-15,-10 15 0,0-1 0,1-1 0,9-13 0,-7 8 0,3 1 0,-2-2 0,6-7 0,-10 16 0,2-2 0,-1 0 16,9-14-16,-6 9 0,2 0 0,0-2 0,4-7 0,-4 12 0,0-2 16,0 1-16,4-11 0,-2 7 0,-1-1 15,1-1-15,2-5 0,0 11 0,0-1 0,0 1 0,0-11 16,0 7-16,0-2 0,0 1 0,0-6 0,8 15 15,-3-3-15,0 3 0,-5-15 0,3 8 0,0-1 16,0 1-16,-3-8 0,11 15 0,-1-1 0,0 1 0,-10-15 16,8 8-16,-4-1 0,2 0 15,-6-7-15,17 12 0,-1 1 0,-1-1 0,-15-12 0,10 7 0,-1-1 16,0 1-16,-9-7 0,20 8 0,-2-1 0,-1 1 0,-17-8 16,11 5-16,0-1 0,-1-2 0,-10-2 0,24 11 15,0-2-15,-1 1 0,-23-10 0,15 6 0,-4-1 0,3 0 16,-14-5-16,27 6 0,0-3 0,-1 2 0,-26-5 15,16 3-15,-2-2 0,1 2 0,-15-3 0,28 7 16,-1 0-16,-1 1 0,-26-8 0,16 4 0,-2-1 16,1 1-16,-15-4 0,31 3 0,-2 1 0,0-1 15,-29-3-15,30 1 0,0 0 0,0 0 0,-30-1 16,15 1-16,0-1 0,-1 0 0,-14 0 0,31 0 0,-1 0 16,0 0-16,-30 0 0,17 0 0,-2 0 0,3 0 15,-18 0-15,28-4 0,0 1 0,-1-1 0,-27 4 16,15-4-16,-1 1 0,1 2 0,-15 1 15,28-9-15,0 3 0,0 0 0,-28 6 16,16-4-16,-1 1 0,-1 0 0,-14 3 0,28-12 0,-2 1 0,0-2 16,-26 13-16,14-5 0,0-2 0,-1 0 15,-13 7-15,24-13 0,-3 1 0,1-1 16,-22 13-16,13-5 0,-2-3 0,0 1 0,-11 7 16,18-18-16,-2-1 0,1 2 0,-8 7 0,0 0 0,-1 0 15,-8 10-15,9-21 0,-1 0 0,1-1 0,-5 11 16,0-1-16,-1 2 0,-3 10 0,3-22 0,-1 2 0,0 0 15,-1 8-15,0 0 0,0 2 0,-1 10 0,-12-22 0,1 3 0,-1-3 16,4 12-16,1-2 0,-1 1 0,8 11 0,-31-19 0,1 2 16,0-1-16,30 18 0,-38-10 0,0 1 15,2-1-15,-6 4 0,4-1 0,-1 2 16,39 5-16,-39-10 0,-1 1 0,1-1 0</inkml:trace>
  <inkml:trace contextRef="#ctx0" brushRef="#br0" timeOffset="33660.009">18408 3693 0,'0'0'0,"0"0"0,0 0 16,0 0-16,0 0 15,0 0-15,0 0 16,0 0-16,0 0 16,0 0-16,0 0 0,0 0 0,0 0 0,0 0 0,0 0 15,0 0-15,0 0 0,0 0 0,11-2 0,-3-1 16,1 0-16,-3 0 0,-1 2 0,0-1 0,-5 2 16,24-8-16,-2 3 0,-1-1 15,-21 6-15,35-12 0,-1 2 0,0-1 0,11-5 16,0 0-16,-1 0 0</inkml:trace>
  <inkml:trace contextRef="#ctx0" brushRef="#br0" timeOffset="37327.49">17855 5711 0,'0'0'0,"0"0"0,0 0 0,0 0 16</inkml:trace>
  <inkml:trace contextRef="#ctx0" brushRef="#br0" timeOffset="83541.749">12438 11571 0,'0'0'0,"0"0"16,0 0-16,0 0 15,0 0 1,0 0-16,0 0 16,0 0-16,0 0 0,0 0 0,0 0 0,0 0 15,0 0-15,0 0 0,0 0 0,0 0 0,0 0 16,30-9-16,-2 1 0,0 1 0,-28 7 0,40-16 16,-2-1-16,1 2 15,-39 15-15,0 0 0,21-9 0,-1 1 16,0-2-16</inkml:trace>
  <inkml:trace contextRef="#ctx0" brushRef="#br0" timeOffset="91038.455">19737 11476 0,'0'0'0,"0"0"0,0 0 16,0 0-16,0 0 16,0 0-1,0 0-15,0 0 16,0 0-16,0 0 0,0 0 0,0 0 0,0 0 0,0 0 15,0 0-15,0 0 0,0 0 0,0 0 0,6 3 0,-2 0 16,0-1-16,1 0 0,-3-1 0,0 1 0,-2-2 16,1 1-16,0-1 0,0 2 0,-1-2 0,0 0 0,0 1 15,0-1-15,15-11 0,-1 0 0,-1 0 16,-13 11-16,22-16 0,-1-2 0,-1 2 16,-20 16-16,27-21 0,-1 1 0,0 0 0,-26 20 0,27-20 15,0 1-15,-1 0 0,-26 19 0,26-19 0,0 2 16,0-1-16,-13 9 0,-1 0 0,-1 0 0,-11 9 15</inkml:trace>
  <inkml:trace contextRef="#ctx0" brushRef="#br0" timeOffset="96368.686">12312 11601 0,'0'0'0,"0"0"0,0 0 16,0 0 0,82-39-16,12 2 15,-47 21 1,-47 16-16</inkml:trace>
  <inkml:trace contextRef="#ctx0" brushRef="#br0" timeOffset="97414.851">20197 11254 0,'0'0'0,"0"0"16,0 0-16,0 0 15,0 0-15,0 0 16,0 0 0,0 0-16,0 0 0,0 0 0,0 0 15,0 0-15,-15 14 0,3-4 0,0 3 0,12-13 16,-9 7-16,2-1 0,0 1 0,-22 16 16,1 0-16,0 1 15,28-24-15,-36 27 0,2-2 16,0 0-16</inkml:trace>
  <inkml:trace contextRef="#ctx0" brushRef="#br0" timeOffset="113618.549">1326 6993 0,'0'0'0,"0"0"0,0 0 15,0 0-15,0 0 16,0 0 0,0 0-16,0 0 15,0 0-15,0 0 0,0 0 0,0 0 16,0 0-16,0 0 0,0 0 0,0 0 0,0 0 0,0 0 15,-1 18-15,1 1 0,0-2 0,0-17 0,-1 12 16,1-2-16,0 1 0,-3 12 0,-1-1 0,-1 0 16,1-9-16,2-1 0,-1 0 0,3-12 0,-4 25 15,1-2-15,0 1 0,0-12 0,2 1 0,-1-1 16,2-12-16,-4 18 0,2 0 0,0 0 0,1-9 16,1 0-16,-3 0 0</inkml:trace>
  <inkml:trace contextRef="#ctx0" brushRef="#br0" timeOffset="113796.666">1486 7407 0,'0'0'15,"0"0"-15,0 0 0,0 0 16</inkml:trace>
  <inkml:trace contextRef="#ctx0" brushRef="#br0" timeOffset="117327.386">1987 6781 0,'0'0'0,"0"0"0,0 0 0,18 51 15,-8-22-15,15 61 16,-9-40-1,-16-50-15,0 0 0,0 0 0,0 0 0,-4 35 16,3-1-16,0 1 0,1-35 0,-5 34 0,-3 1 16,2-2-16,-4 1 15,1 1-15,2-1 32,7-34-17,-6 16-15,2 0 0,1 0 16,-7 5-1,4-3-15,1 2 16,5-20-16,-6 10 0,3-1 16,1 0-16</inkml:trace>
  <inkml:trace contextRef="#ctx0" brushRef="#br0" timeOffset="117741.465">1879 6875 0,'0'0'0,"0"0"0,19-66 15,9 5 1,9 15-1,12 16-15,2 11 16,3 13-16,-54 6 16,0 0-16,0 0 0,17 3 0,-1-2 0,-1 1 15,-15-2-15,17 6 0,0 0 0,0-1 16,-3 7-16,-1-1 0,0 0 0,-13-11 16,12 13-16,-2 1 0,0 0 0,-3 4 15,-2-2-15,0 2 16,-5-18-16,0 17 0,0 3 15,0-4-15,-11 3 0,2 0 16,1-1-16,-7-1 0,-1 2 16,1-1-16,15-18 0,-22 16 0,2-1 15,1 0-15,-2-2 16,3 0-16,0-1 16,18-12-16,-19 8 0,4-1 15,-3 0-15,4-1 0,2 0 0,-1 0 16,13-6-16,-10 4 0,3 2 0,-2-1 0,5 0 0,0-3 0,1 1 0,3-3 15,-3 0-15,3 0 0,0 0 0,5-2 0,-2 2 0,0-1 0,-3 1 0,10 3 0,-4 1 16,2-2-16,5 5 0,-1-1 0,2 0 0,-14-6 0,15 8 0,2 0 0,-3 1 0,4 3 16,-3 1-16,2-2 0,-17-11 0,14 15 0,1-1 0,-1 0 0,0 1 0,-5-2 0,3 0 0,-3 4 0,0-2 15,0 0-15,-9-15 0,7 15 0,0 0 0,-2-1 0,-1-2 0,-1 0 0,-1 0 0,-2-12 0,2 10 0,-1-1 16,0 0-16,2-1 0,-1 0 0,-2-1 0,0-7 0,-2 7 0,2-1 0,-3 1 0,1-10 0,2 3 0,0 0 0</inkml:trace>
  <inkml:trace contextRef="#ctx0" brushRef="#br0" timeOffset="117918.653">2454 7272 0,'0'0'0,"0"0"0,0 0 15,0 0-15,23 61 16,-7-6 0,-14-18-16,-2-37 0,0 0 15,0 0-15,0 0 0,-2 7 0,1-1 0,0 1 16,-2-5-16,1 0 0,0-2 0,-1-4 0,1 1 15,0 0-15</inkml:trace>
  <inkml:trace contextRef="#ctx0" brushRef="#br0" timeOffset="118021.373">2465 7127 0,'0'0'0,"0"0"0,0 0 15</inkml:trace>
  <inkml:trace contextRef="#ctx0" brushRef="#br0" timeOffset="118316.285">2719 7211 0,'0'0'0,"0"0"0,0 0 16,0 0-1,-23 71-15,6-3 16,20-12-16,-3-56 16,0 0-16,0 0 0,0 0 0,5 16 15,1 0-15,0 0 0,0-4 0,0-1 16,0 0-16,-6-11 0,12 11 0,-1-1 0,0-1 0,8-3 16,0-1-16,0 0 15,-19-5-15,22-2 0,-1 1 16,0-1-16,1-8 0,0 1 15,0-1-15</inkml:trace>
  <inkml:trace contextRef="#ctx0" brushRef="#br0" timeOffset="118718.177">3100 6899 0,'0'0'0,"0"0"16,27 79-16,-7 12 15,-17-6-15,-2 2 16,-1-11-16,3-19 16,-3-57-16,0 0 0,0 0 0,0 0 15,1 16-15,-1 0 0,0 0 16,0-4-16,0 1 0,0-3 16,1-3-16,-1 0 0,0 0 15,0-7-15,1 2 0,-1 0 0,0 2 0,4-8 0,-2 1 16,0 1-16,3-8 0,-3 0 0,-1 0 0,-1 10 15,5-15-15,-1 0 0,1 1 0,-5 14 16,7-18-16,-1 0 0,0 0 0,3 1 0,1 1 0,-3 0 0,-7 16 16,10-14-16,-1 0 0,-1 2 0,1 2 0,-2 1 0,2 0 0,2 5 0,-1 0 0,1 1 0,0 4 0,-1 1 15,1-2-15,-11 0 0,9 5 0,-1 0 0,1 0 16,0 5-16,-2-2 0,0 1 0,2 3 16,-3-2-16,0 1 0,-3 1 0,-1 3 0,1-1 15,-3-14-15,2 14 0,-1-1 0,2 2 16,-1 0-16,-2-1 0,0 0 0,0-14 15,4 13-15,-4-2 0,2 0 0,0 0 16,1-1-16,1 1 16,-4-11-16,3 4 0,0 0 0,2 0 0,5-5 0,-4-2 0,1 2 0,0-1 15,-1-1-15,0 1 0</inkml:trace>
  <inkml:trace contextRef="#ctx0" brushRef="#br0" timeOffset="119061.124">3832 7272 0,'0'0'0,"0"0"16,0 0-1,0 0-15,-53 46 16,4 4-16,10-5 16,39-45-16,0 0 0,0 0 15,-9 11-15,0 1 0,1 1 0,2-5 0,2 2 16,0-3-16,4-7 16,-2 5-16,0 0 0,-1-1 15,6 0-15,-3-4 16,0 2-16,0-2 15,4-2-15,-2 2 0,0 0 16,5-7-16,0 1 0,1 1 0,-8 5 0,13-13 0,-2 2 0,1 0 16,1-1-16,0-2 0,-1 2 0,-12 12 0,11-11 0,1 0 0,-1-1 0,1 3 15,-1 2-15,-1-1 0,-10 8 0,7-5 0,2 3 0,-3-2 0,1 8 16,0 1-16,1-2 0,-8-3 0,6 9 0,-1-1 0,0-1 0,-1 6 0,-2 0 16,0 0-16,1 2 0,-1-4 15,1 3-15,1-2 0,-2-1 0,0 1 0,-2-12 0,1 9 16,-1-3-16,0 1 0,-3-7 0,3 1 0,-2 0 15,0-3-15,0 1 0,-1 1 0</inkml:trace>
  <inkml:trace contextRef="#ctx0" brushRef="#br0" timeOffset="119348.539">4007 7303 0,'0'0'0,"0"0"16,0 0-16,0 0 0,72 32 16,-14 10-1,-22 3-15,-36-45 0,0 0 16,0 0-16,0 0 0,7 16 0,-2-1 15,0-1-15,-6 1 0,1-2 16,0 1-16,0-14 0,-6 10 0,2-1 0,0 1 0,-3-6 0,4 3 16,-2-3-16,5-4 0,-4 1 0,2 1 0,0-1 0,-3-2 0,2-1 0,0 1 15,3 1-15,-6-7 0,4 2 0,-2-1 0,1-2 16,1-2-16,0 3 0,2 7 0,4-16 0,-2 0 16,0 1-16,4-3 0,0 1 0,-1-1 0,-5 18 0,11-18 15,-2 2-15,1 0 0,2-2 0,1 2 16,-1-2-16,-12 18 0,18-20 0,-4 3 0,1-1 15,1-3-15,1 0 16,-4 1-16,-4 7 0,0-2 0,-1 2 0,-4 7 16,0 0-16,0 0 0,-4 6 0,31-32 0,0 0 15,0 0-15,-31 32 0</inkml:trace>
  <inkml:trace contextRef="#ctx0" brushRef="#br0" timeOffset="119718.56">4650 6814 0,'0'0'0,"0"0"0,0 0 0,31 65 16,-5 13-1,-21 0-15,-12 6 16,5-8-16,2-76 16,0 0-16,0 0 0,-2 26 0,-2-1 0,1-2 0,3-23 15,-3 23-15,1-2 0,1 1 0,-1-3 0,1 1 16,0-2-16,1-18 0,3 15 0,-2 0 0,0-2 16,4-1-16,-1-3 0,0 2 0,-4-11 0,6 5 0,-1 2 15,0-1-15,-5-6 0,8-1 0,-3 1 0,0-2 16,3-2-16,-4-2 0,1 0 0,-5 6 15,7-13-15,-2-2 0,-2 2 0,0-2 0,-2 2 0,0-3 16,-1 16-16,-3-14 0,2 1 0,0 0 0,-4 4 0,1 2 16,0-2-16,-2 4 0,3 1 0,1 0 0,2 4 15,-16 0-15,1 0 0,1 0 0,-5 4 0,0 0 16,1 2-16,18-6 0,-22 11 0,3-3 0,-1 3 16,2 0-16,2 1 0,-1 0 0,17-12 0,-11 11 15,-3 1-15,2-1 0,4-3 0,0-1 0,-1 0 16,9-7-16,-4 7 0,-1-2 0,1 0 0,4-5 15,2 6-15,-1 0 0,0-1 0,6 1 0,-2-3 16,1 1-16,-6-4 0,11 6 0,0-1 0,1 1 0,7-4 16,-1 1-16,-1 0 0,4-8 0,0 2 0,-1-2 15,-20 5-15</inkml:trace>
  <inkml:trace contextRef="#ctx0" brushRef="#br0" timeOffset="120490.276">1197 8213 0,'0'0'0,"0"0"0,0 0 0,0 0 16,0 0-16,18-58 15,-5 16 1,-13 42-16,0 0 0,0 0 0,6-8 15,-2 0-15,2 1 0,-6 7 0,7-5 16,-1 1-16,1 1 0,-7 3 0,9-2 0,-1 2 0,0 0 16,-8 0-16,9 4 0,-1-2 0,-2 0 0,-6-2 15,7 7-15,0-1 0,0-2 0,0 4 0,-5 1 0,1-2 16,-3-7-16,4 11 0,-2 0 0,1-1 0,-3-10 0,2 12 16,-2 0-16,0-1 0,-3 3 0,1-1 15,0 1-15,2-14 0,-7 13 0,0-2 0,2 0 16,5-11-16,-9 10 0,0 0 0,0 1 0,-1 0 15,2 0-15,-2 0 0,10-11 0,-9 12 0,1 0 0,1 0 16,7-12-16,-5 11 0,-3-2 0,2 0 0,6-9 16,-3 8-16,1-1 0,0 0 0,6 0 0,-1 0 0,-1 1 15,-2-8-15,7 4 0,0 0 16,0 1-16</inkml:trace>
  <inkml:trace contextRef="#ctx0" brushRef="#br0" timeOffset="120599.637">1602 8487 0,'0'0'0,"0"0"16,0 0-16,0 0 15</inkml:trace>
  <inkml:trace contextRef="#ctx0" brushRef="#br0" timeOffset="121341.849">2059 7974 0,'0'0'0,"0"0"0,0 0 16,0 0-16,67-24 15,2 6 1,-16 4-16,-4 3 0,-49 11 16,0 0-16,0 0 15,14-4-15,2 0 0,-2 1 0,-14 3 0,15-5 16,-2 0-16,-1 2 0,0 1 0,-3-1 0,1 0 0,-3 0 0,0 0 0,0 2 16,-7 1-16,3-2 0,0 0 0,0 1 0,-1-1 15,1 2-15,-2 0 0,-1 0 0,-4 2 0,4-2 0,0 1 16,-2 2-16,2-1 0,-2 1 0,2-3 0,-5 6 15,3-2-15,-2 2 0,0-1 0,1-1 16,0-1-16,-3 10 0,3-1 0,-2-1 0,5-11 16,-4 16-16,0-2 0,0-1 0,2 5 15,1-2-15,-1 1 0,2-17 0,-3 19 16,0 0-16,1 1 0,2 2 16,0 0-16,0 1 0,0-23 15,1 23-15,2-1 0,-1 2 0,-2-24 0,5 20 0,-3 3 16,2-2-16,0 3 0,-2-1 0,1-1 0,-3-22 15,-2 23-15,1-2 0,0 2 16,-4-5-16,1 0 0,2 0 0,-7-2 0,3-1 16,0 0-16,6-15 0,-11 14 15,0-1-15,0 0 0,0-3 16,-1-1-16,1 1 0,11-10 16,-18 7-16,4-2 15,-1 1-15,0-4 16,1 0-16,1 1 0,13-3 15,-15 0-15,0 0 0,-1 0 0,2 0 0,1-2 16,0 0-16,13 2 0,-13-4 0,1-1 16,1 1-16,1-5 0,1 1 0,1 0 0,8 8 0,-3-12 15,0-1-15,0 3 0</inkml:trace>
  <inkml:trace contextRef="#ctx0" brushRef="#br0" timeOffset="122164.735">2564 8313 0,'0'0'0,"0"0"16,0 0-16,-12 53 15,8-2 1,6-11-16,9-3 16,-11-37-16,0 0 0,0 0 0,8 12 0,-3-2 15,1-1-15,1 0 0,1-1 0,1-1 0,-9-7 16,11 5-16,0-2 0,1 2 0,-12-5 0,14 2 16,1-2-16,-3 2 0,8-7 0,-5 1 0,2 3 0,-17 1 15,17-10-15,0 2 0,-3-1 0,-4-2 0,1 0 16,-1 0-16,-10 11 0,6-16 0,-3 2 0,1-1 15,-6 2-15,1-1 0,0-1 0,1 15 0,-8-12 16,3 0-16,-2-1 0,-6 3 0,1 1 0,-1-1 16,13 10-16,-17-8 0,1-1 0,-1 1 0,3 1 15,-2 2-15,2 0 0,14 5 0,-16-5 0,4 0 0,-1 1 16,4 0-16,0 0 0,-1 1 0,10 3 0,-5-4 16,0 3-16,0-2 0,4 0 0,-1 0 15,2 1-15,0 2 0,8-4 0,-1-1 0,1 3 0,-8 2 16,15-7-16,0 2 0,-1 0 0,8-3 0,-2 2 15,1-1-15,-21 7 0,25-8 16,0-1-16,1 1 16,-2 0-16,2-1 15,0 0-15,-26 9 16,29-10-16,-2-1 16,1 1-16,-1-1 0,-2 0 15,1 1-15,-26 10 0,23-13 0,-2 1 16,-1-2-16,-2 0 15,-5 0-15,2-1 0,-15 15 16,10-15-16,-2 0 0,1-1 0,-8 0 16,0-1-16,-1 2 0,0 15 0,-7-14 0,0 0 15,1 0-15,-3 3 0,0-1 0,-1 0 0,10 12 0,-9-9 16,-2-1-16,1 2 0,-1 2 0,0 1 0,-1 1 0,12 4 0,-13-2 0,1 2 0,1-1 0,3 6 16,-1-2-16,1 1 0,8-4 0,-9 13 0,2-3 0,-1 0 0,5 5 0,1 0 0,0-1 0,2-14 0,1 20 0,-1 0 0,0-1 0,2 6 15,-1-3-15,0 2 0,-1-24 0,5 26 0,-2 2 0,0-3 0,2 3 0,-1 1 0,1-1 0,-5-28 0,5 28 0,2-1 0,-1-1 16,-6-26-16,3 25 0,-2-1 0,1 1 0,2-6 0,-2 0 0,0 1 0,-2-20 15,6 13-15,0 1 0,-3-2 0,-3-12 0,6 9 0,-2-2 16,1 0-16,-5-7 0,4 5 0,2-1 0,-1-1 16,-5-3-16,8-1 0,-4 1 0,1-1 0,1-6 15,2 2-15,-3 0 16,-5 5-16,7-11 0,-1 2 0,0-1 0,-6 10 16,10-13-16,-1 3 0,-2-2 0,-7 12 15,14-10-15,-3 1 16,-1-1-16,-10 10 0,12-6 0,-1 0 15,1 2-15,-12 4 0,14-2 16,-2 1-16,2-1 0,-3 5 16,2-1-16,-1-1 0,-12-1 0,10 9 0,1-3 15,-1 1-15,-10-7 0,9 11 0,0-1 0,-3 1 0,-6-11 0,5 10 16,-2 1-16,1-1 0,-4-10 0,4 12 0,-4-3 16,1 1-16,-1-10 0,-1 13 0,1-1 15,-2-1-15,0-3 0,1 1 0,0 0 0,1-9 0,-1 5 0,0-1 16,0 0-16,1-4 0,3-1 0,-2-2 0,0 1 0</inkml:trace>
  <inkml:trace contextRef="#ctx0" brushRef="#br0" timeOffset="122491.335">3640 8279 0,'0'0'16,"0"0"-16,0 0 0,19 72 16,-10-26 15,-4 6-31,-3-23 0,-2-29 0,0 0 0,0 0 15,0 3-15,0 0 0,0 1 0,0-4 0,2 1 0,-2 1 0,0-2 0,0 1 16,0-1-16,0 0 0,0 0 0,-2-4 0,2 0 16,0 1-16,0 0 0,0 1 0,0 0 0,0 2 0,5-18 15,-2 2-15,0 0 0,-3 16 0,2-9 0,0-1 0,0 2 16,-2 8-16,10-21 0,-1 1 0,-1 1 0,-3 7 16,0 1-16,0 1 0,-5 10 0,18-13 0,0 1 15,-3 1-15,-15 11 0,11-6 0,-1 0 0,-1 0 16,-9 6-16,21 7 0,-3-2 0,2 1 0,-20-6 15,12 4-15,0 0 0,-3-1 0,-9-3 0,14 22 0,1 2 16,-1-2-16,-14-22 0,9 15 16,-1-2-16,-1 0 0,-4 19 15,0-1-15,2 2 0,-5-33 0,-7 33 0,2-1 16,0 0-16,5-32 0,-4 16 0,2-1 0,-2 1 0</inkml:trace>
  <inkml:trace contextRef="#ctx0" brushRef="#br0" timeOffset="123293.264">1278 9251 0,'0'0'0,"0"0"0,0 0 16,0 0-16,0 0 15,0 0-15,1-54 16,-1 54-16,0 0 0,0 0 15,0 0-15,1-12 0,-1 1 0,0 0 0,0 11 0,10-9 16,0 1 0,1 0-16,-11 8 0,8-3 0,-4-1 0,1 1 0,10 4 15,-2 0-15,1 0 0,-14-1 0,7 1 0,1 1 16,-1-2-16,-7 0 0,8 12 0,-1-1 0,1 0 16,-5-4-16,0 0 0,0-1 15,-3-6-15,-2 13 0,1 2 0,0-3 16,1-12-16,-2 9 0,1-3 0,1 1 0,0-7 15,-13 11-15,1-1 0,1-2 0,4-1 0,-2-2 16,2 0-16,7-5 0,-12 9 0,-1 1 0,1-1 0,12-9 16,-8 5-16,3-1 0,-3 1 0,8-5 0,-2 3 0,0-1 15,-1-1-15,3-1 0,-1 2 0,0-2 0,0 1 0,12 3 0,1 1 16,-1-1-16,-11-4 0,8 3 0,0 0 0,-3-1 16,-5-2-16,18 8 0,0 0 0,-3 0 0,-15-8 0,11 4 15,-1 0-15,-1 1 0,1 8 0,1-1 0,-2 0 16,-9-12-16,6 8 0,0-1 0,-2-1 0,-4-6 0,-4 16 0,2 0 0,0 0 0,2-16 15,-3 8-15,0 1 0,1 0 0,2-9 0,-16 13 16,2 0-16,-1-1 0,6-5 0,1-1 0,-1 0 16,9-6-16,-22 7 0,1-2 15,0 0-15,8-2 0,1 1 0,-1-3 16,13-1-16,-19-3 0,1 0 0,-1 1 16,19 2-16,-11-4 0,1 3 15,1-1-15,4 1 16,2 1-16,0-2 0</inkml:trace>
  <inkml:trace contextRef="#ctx0" brushRef="#br0" timeOffset="123360.294">1562 9501 0,'0'0'0,"0"0"0,0 0 16,0 0-16</inkml:trace>
  <inkml:trace contextRef="#ctx0" brushRef="#br0" timeOffset="126648.531">2256 9343 0,'0'0'0,"0"0"0,0 0 16,0 0-16,6-65 15,-5 27-15,1 22 16,-2 16-16,0 0 0,0 0 16,0 0-16,-12-10 0,3 2 0,-1-1 0,10 9 15,-7-5-15,2 0 0,1 0 0,4 5 16,-18 7-16,2 1 0,1-2 16,-6 10-16,1 1 0,1-2 0,19-15 15,-12 11-15,3-2 0,-2-1 0,11-8 0,-16 27 16,2-2-16,-3 1 0,17-26 15,-11 15-15,4 1 0,-2-1 16,9-15-16,-4 26 0,2-1 0,0-1 16,0-9-16,2-2 15,-1 0-15,1-13 0,17 21 0,0 0 16,-3-1-16,-14-20 0,10 12 0,-1-2 16,1 0-16,9 2 0,0-1 0,-1-1 15,-18-10-15,11 5 0,-1 0 16,-1 1-16</inkml:trace>
  <inkml:trace contextRef="#ctx0" brushRef="#br0" timeOffset="126955.186">2460 9407 0,'0'0'0,"0"0"0,0 0 0,36-42 16,13 18 0,1 20-16,-6 16 15,-44-12-15,0 0 0,0 0 0,13 8 16,2 1-16,-3 0 0,-2 3 0,0-2 0,-2 1 15,-8-11-15,7 16 0,-2-2 0,1 2 0,-5 0 0,-1 0 16,0-1-16,0-15 0,-5 16 16,-1-1-16,1-1 0,0-4 0,1-2 0,-2 2 15,6-10-15,-8 7 0,-1-2 0,1-1 0,8-4 16,-6 3-16,-1-2 0,1 1 0,2-5 16,1 2-16,0-1 0,-1-3 0,0 1 0,1-2 0,3 6 0,0-7 15,0 1-15,0-2 0,3-3 0,1 0 0,-2 1 16,-2 10-16,9-15 0,-2 2 0,1 0 0,4-1 0,0 1 15,0 0-15,-12 13 0,12-13 0,2-2 16,-2 2-16,5 1 0,-3 0 0,2-1 16</inkml:trace>
  <inkml:trace contextRef="#ctx0" brushRef="#br0" timeOffset="127304.391">3015 9319 0,'0'0'0,"0"0"15,0 0-15,0 0 16,-11 63-1,2-3-15,6-10 16,3-50-16,0 0 0,0 0 0,0 0 16,0 12-16,0 1 0,0-1 15,4-3-15,1 2 0,-3-3 0,-2-8 16,7 7-16,-2 0 0,1 0 0,-6-7 0,12 1 0,-3 1 0,0-1 16,5-2-16,-2-1 0,0 1 0,-12 1 15,15-7-15,-2 0 0,1 0 0,-3-3 0,1 0 0,-1-1 16,-11 11-16,7-14 0,0 1 0,1-2 0,-8 15 15,4-15-15,-2 0 0,1 1 0,-4 0 16,0 1-16,0 1 0,1 12 16,-5-11-16,-1 0 15,1 0-15,-2 1 0,-2 2 16,0-1 0,9 9-16,-15-5 0,5 0 15,-4 0-15,-1 3 0,0 0 0,-1 0 16,16 2-16,-16 2 0,1 0 0,0 0 15,15-2-15,-11-2 0,-1 2 0,3-2 0</inkml:trace>
  <inkml:trace contextRef="#ctx0" brushRef="#br0" timeOffset="127745.196">3316 9261 0,'0'0'0,"0"0"0,0 0 15,19 57-15,-1 10 16,-4-11-16,1-12 16,-15-44-16,0 0 15,0 0-15,5 11 0,-1 0 0,1 0 0,-5-11 0,6 6 16,0 1-16,0-2 0,-6-5 0,8 3 0,1-2 15,0 2-15,1-6 0,0 2 0,2 0 0,-12 1 0,11-6 16,2 2-16,-2 0 0,5-5 0,-3 3 0,-2-2 16,-11 8-16,12-8 0,-1-1 0,-1 0 0,-3 3 15,-1 0-15,1 0 0,-2 0 0,0 1 0,-1-1 16,-4 6-16,7-5 0,-5 1 0,1 1 0,-1 0 16,0 3-16,-2-1 0,0 1 0,3 2 0,-2 1 0,0-1 15,1 4-15,0-1 0,-1 0 0,-1-5 0,2 9 0,-1-1 16,0 0-16,-1-8 0,6 10 0,-3-3 0,0 3 15,5-5-15,-2 2 0,1 0 0,-7-7 0,8 6 16,1-4-16,-2 4 0,4-6 0,-1 0 0,0 0 16,-10 0-16,12-3 0,-1 0 0,0 1 15,-11 2-15,13-6 0,0 0 0,-1 0 0,2-4 16,0 1-16,-1 0 0,-13 9 0,9-11 0,1-2 0,-1 2 16,0-4-16,-2 0 0,2-1 0,-9 16 0,3-15 15,1 1-15,0-3 0,-4 17 0,1-15 0,0-2 16,0 1-16,-3 4 0,1 0 0,-2 1 0,3 11 0,-8-11 15,0 0-15,1 0 0,-2 4 0,1 1 0,-2 0 0,10 6 16,-11-3-16,2 0 16,-2 0-1,5 2-15,0-1 0,0 1 16,3 1-16,1 0 0,-2 0 0</inkml:trace>
  <inkml:trace contextRef="#ctx0" brushRef="#br0" timeOffset="128035.278">4038 9204 0,'0'0'0,"0"0"15,34 43-15,-4 0 16,-12-3 0,-13-7-16,-6-11 15,1-22-15,0 0 0,0 0 16,-2 5-16,2-2 0,0 0 0,0-3 0,-1 0 0,1 0 0,0 0 16,3-3-16,-3 0 0,0 1 15,0 2-15,1-8 0,0 0 0,0 1 0,-1 7 0,4-12 16,0 2-16,1-2 0,-1 0 0,0 1 0,0-1 15,-4 12-15,9-13 0,-2 1 0,2-2 0,0 1 0,2 1 16,-1-2-16,-10 14 16,14-10-16,-1 1 0,-1 1 0,-12 8 0,15-9 0,-1 2 15,0 0-15,4 8 0,-3-1 0,1 0 16,-16 0-16,15 6 0,1 0 0,-3 0 0,2 4 0,0 0 0,-1 0 0,-14-10 0,9 15 16,0 2-16,1-3 0,-7 4 0,-2 1 0,0-1 15,-1-18-15,-9 20 0,1-1 0,1 0 0,-1-7 0,1 0 16,-1 1-16</inkml:trace>
  <inkml:trace contextRef="#ctx0" brushRef="#br0" timeOffset="128618.682">1312 10124 0,'0'0'0,"0"0"0,0 0 15,0 0-15,0 0 16,0 0-16,13 54 16,-5-10-16,-8-44 15,0 0-15,0 0 0,1 10 0,0 2 0,2-1 16,-3-11-16,2 8 0,0 0 0,-2 0 0,0-8 15,3 7-15,1 0 0,-2-1 0,7 1 0,-3-1 0,2 0 16,-8-6-16,12 4 0,1-1 0,-1 0 16,3-2-16,1 1 0,0 0 0,-16-2 0,19-2 0,-2 2 15,0-1-15,-17 1 0,16-4 0,-2 2 0,1-1 16,-15 3-16,14-9 0,-1 2 0,0-1 0</inkml:trace>
  <inkml:trace contextRef="#ctx0" brushRef="#br0" timeOffset="128822.054">1541 10199 0,'0'0'0,"0"0"16,0 0-16,0 0 15,0 0-15,-9 69 16,5 4 0,0 1-16,4-74 0,0 0 0,0 0 15,-1 25-15,1 0 0,-3 0 0,3-25 16,-2 22-16,1-1 0,-1 2 15,1-11-15,1 1 0,0-1 16,-1-6-16,1-1 0,0 0 0,0-2 0,0-2 16,0 2-16</inkml:trace>
  <inkml:trace contextRef="#ctx0" brushRef="#br0" timeOffset="128920.365">1775 10531 0,'0'0'0,"0"0"0,0 0 16,0 0-1</inkml:trace>
  <inkml:trace contextRef="#ctx0" brushRef="#br0" timeOffset="140822.698">2073 10255 0,'0'0'0,"0"0"0,0 0 0,0 0 0,0 0 16,20 63 0,-8-26-16,-12 14 15,0-51-15,0 0 16,0 0-16,0 0 0,0 0 0,-2 10 0,2-1 16,0 0-16,0-9 0,-4 19 0,2-2 0,0 1 15,2-18-15,-2 11 0,1-3 0,0 3 0,-2 5 0,3 1 0,-2 0 16,2-17-16,-2 10 0,2-1 0,0 0 0,0-9 0,-1 3 0,1 1 15,0-1-15,0-3 0,5 8 0,0-1 16,1 0-16,-6-7 0,4 4 0,0 0 16,0 0-16,7-3 0,-2-1 0,3 0 0,-12 0 0,5-1 0,1 1 15,0 0-15,-6 0 0,18 1 0,-1-1 0,0 0 0,-17 0 16,10 0-16,0 0 16,-1 0-16,-9 0 0,21 2 0,-3-1 0,2 0 15,-20-1-15,10 1 0,0 0 0,1-1 16,-11 0-16,19-2 0,1 1 0,0 0 0,-9 1 15,0-2-15,-1 1 0,-5-1 0,-1 2 0,0 0 0,-4 0 0,9-7 0,1 0 16,-3 1-16</inkml:trace>
  <inkml:trace contextRef="#ctx0" brushRef="#br0" timeOffset="141199.945">2433 10514 0,'0'0'0,"0"0"0,0 0 16,0 0-16,0 0 15,-3970 11-15,8055-5 16,-4085-6-16,0 0 0,0 0 16,11 0-16,1 0 0,-3 0 0,0-3 0,-2 1 0,1 2 15,-8 0-15,8-7 0,-3 2 0,1 0 0,-1-3 16,0 1-16,-1 0 0,-4 7 0,3-8 0,-2 1 16,0-1-16,-3 1 0,2-1 0,0 1 0,0 7 15,-3-7-15,3 1 0,-2-1 0,-3 2 0,1 0 0,1 1 16,3 4-16,-9-1 0,1 0 0,-1 0 0,-3 3 15,2-2-15,-1 2 0,11-2 16,-13 6-16,3 0 0,-2 1 0,1 2 0,0-1 0,0 0 16,11-8-16,-9 11 15,1 0-15,-1-1 0,2 1 0,1 0 16,1 0-16,5-11 16,-4 11-16,0 0 0,2 0 15,4 0-15,2-2 0,-2 0 0,-2-9 16,8 8-16,-1 0 0,-2-1 0,6 2 0,-2-2 0,0 0 0,-9-7 15,14 6-15,-2-1 0,2 1 0,1-3 0,2 0 0,-1-1 0,-16-2 16,20-5-16,-2 0 0,-1 1 0,-6-2 0,1 1 0,-1 3 16</inkml:trace>
  <inkml:trace contextRef="#ctx0" brushRef="#br0" timeOffset="141643.049">2970 10231 0,'0'0'0,"0"0"16,0 0-16,0 0 15,17-52 1,-13 7-16,-11 12 16,7 33-16,0 0 0,0 0 0,0 0 0,-6-6 15,1-1-15,1 1 0,-7 2 0,3 1 0,0 0 0,8 3 16,-13 2-16,2-2 0,0 1 0,-1 3 15,2-2-15,-1-1 0,11-1 0,-11 6 0,2 0 0,-1-1 16,0 5-16,1-1 16,0 1-1,9-10-15,-8 12 0,0 1 16,1-1 0,7-12-1,-4 16-15,1-1 16,1-1-16,2 7 15,0-2-15,0 0 16,0-19-16,4 22 16,-3-1-16,2 0 0,2 2 15,-1 0-15,1-2 16,-5-21-16,3 25 0,-1-1 16,0-1-16,1 4 0,-3-4 0,0 2 0,0-25 15,0 24-15,-3-2 0,2 3 0,-2-10 0,2 1 0,1-2 0</inkml:trace>
  <inkml:trace contextRef="#ctx0" brushRef="#br0" timeOffset="141702.242">2761 10576 0,'0'0'0,"0"0"0,45-33 0,10 2 15,-7 1-15,1-7 16,-18 12 0</inkml:trace>
  <inkml:trace contextRef="#ctx0" brushRef="#br0" timeOffset="141918.595">3210 10129 0,'0'0'0,"0"0"16,0 0-16,36 53 16,-11 5-1,-7 3-15,-11 0 16,-7-61-16,0 0 0,0 0 0,2 20 16,-2-1-16,0 0 0,0-19 0,-4 20 0,2-1 0,0 0 15,-3 2-15,0-2 0,-1 1 0,6-20 0,-6 12 16,2 0-16,0 0 0,1-7 0,1 0 0,-1 0 15</inkml:trace>
  <inkml:trace contextRef="#ctx0" brushRef="#br0" timeOffset="142024.568">3149 10571 0,'0'0'0,"0"0"0,0 0 16,0 0-16,0 0 16,57-15-1,-1-9-15,-56 24 0,0 0 16</inkml:trace>
  <inkml:trace contextRef="#ctx0" brushRef="#br0" timeOffset="142284.733">3728 10115 0,'0'0'0,"0"0"0,0 0 16,0 0-1,51 60-15,-17 8 16,-13-2 0,-21-66-16,0 0 0,0 0 0,2 24 0,-1 0 15,0 0-15,-1-24 0,-2 24 16,2-3-16,0 2 0,0-23 0,-2 21 16,2 1-16,0-2 15,3-8-15,-2 1 0,0-1 0</inkml:trace>
  <inkml:trace contextRef="#ctx0" brushRef="#br0" timeOffset="142618.379">3996 10563 0,'0'0'0,"0"0"15,0 0-15,0 0 16,0 0-16,64-6 16,-13-12-1,-51 18-15,0 0 0,0 0 0,0 0 16,0 0-16,13-10 0,-2 1 0,1 0 15,-2-3-15,-2 0 16,1 0-16,-9 12 0,6-13 0,0 1 16,0-1-16,-6 13 15,5-11-15,-3 0 0,-2 1 0,3 1 0,-2 1 16,0 1-16,-1 7 0,-5-6 0,5 1 0,-2 0 0,2 5 16,-9-4-16,2 1 0,0 1 0,-4 3 0,2 1 15,-1-1-15,10-1 0,-11 6 0,0-1 0,0 0 0,-1 6 16,2-3-16,0 2 0,0 0 0,1 1 15,0 0-15,9-11 0,-2 12 0,-3 0 16,2-1-16,3-11 0,1 12 0,-1 0 16,0-1-16,5 0 0,-2 2 0,0-2 15,-3-11-15,10 9 0,0 2 0,1-1 0,4-6 0,1 2 16,-1-1-16,-2-4 0,-3 1 0,0-1 0</inkml:trace>
  <inkml:trace contextRef="#ctx0" brushRef="#br0" timeOffset="143052.815">4552 10390 0,'0'0'0,"0"0"0,-55 30 15,6 3 1,13-7-16,16-4 16,6-10-16,14-12 15,0 0-15,0 0 0,0 0 0,0 1 0,0-1 0,0 0 16,5-2-16,-1-1 0,-1 1 0,-3 2 0,7-4 16,-1 0-16,0-2 0,5 0 0,-2-2 0,0 1 15,-9 7-15,12-5 0,-1-2 0,0 1 0,-1 1 0,-1 0 16,0-1-16,-9 6 0,12-1 0,-2-1 0,0 1 15,-10 1-15,11 3 0,-2 0 0,-2 0 0,0 7 16,0-3-16,-1 2 0,-6-9 0,5 13 0,-2 1 16,1-1-16,0 6 0,-1-1 0,1-1 0,-1 7 15,-3 0-15,0-2 0,0-22 0,-3 29 0,0 0 0,1-2 16,-4 4-16,2-1 0,1 0 0,3-30 0,-8 28 16,0-3-16,1 2 0,7-27 0,-7 18 15,1 1-15,0 2 0,0-7 0,2 0 0,1-2 16,3-12-16,-7 7 0,3-1 0,0 0 0,-1-4 0,-1 0 15,2 0-15,4-2 0,-4-3 0,0 0 0,1 0 16,-4-6-16,2-1 0,1 2 0,4 8 0,-5-14 0,0 3 16,0-1-16,-1-1 0,2 1 0,-1-1 0,5 13 15,-3-12-15,0-2 0,2 3 0,2-3 0,-1 3 16,0-2-16,0 13 0,8-11 0,-3-1 0,0-1 16,-5 13-16,13-12 0,-1-1 0,-1 1 0,8-4 0,-3 3 15,2-3-15,-18 16 0,22-17 0,1 0 0,0-1 16,6-5-16,-2 2 0,0 1 0,-2-4 0,1 2 15,0 0-15,-26 22 0,23-24 0,-3 3 0,1 1 16</inkml:trace>
  <inkml:trace contextRef="#ctx0" brushRef="#br0" timeOffset="143585.608">5081 10316 0,'0'0'0,"0"0"0,0 0 16,0 0-16,0 0 15,-55 42-15,20-4 16,35-38-16,0 0 15,0 0-15,-5 11 0,1 0 0,0-1 0,4-10 16,3 7-16,-1 1 0,0-1 0,-2-7 0,10 4 0,1-1 16,-2 1-16,-9-4 0,15 1 0,0-1 0,-1 0 15,5-3-15,-2 0 0,-1 0 0,-16 3 0,16-10 16,-2-1-16,-1 1 0,-13 10 0,12-15 0,-4 2 0,1 0 16,-9 13-16,1-16 0,-1 0 0,0 0 15,0 16-15,-4-14 0,1 0 0,0 0 16,-7 1-16,0 0 0,1 1 0,9 12 0,-8-12 0,0 2 15,-1 0-15,9 10 0,-6-10 0,0 2 0,0-1 0,6 9 16,-4-6-16,1 0 0,-1 0 0,2-1 0,2 2 16,0-2-16,0 7 0,7-6 0,-2-1 0,0 1 15,-5 6-15,16-7 0,0 0 0,-1-2 0,-15 9 16,24-8-16,-2 0 0,0-2 0,-22 10 0,27-14 0,-1 1 16,1 0-16,2-5 0,0 2 0,0 0 15,-29 16-15,25-20 0,-1 0 0,-1 0 0,-23 20 0,17-18 16,-2-2-16,1 1 0,-16 19 0,8-13 0,-1 1 0,1-2 15,-8 14-15,2-11 0,0 3 0,0-4 0,-2 12 16,-6-8-16,0 1 0,-1 0 0,7 7 0,-11-3 16,2 3-16,-1-3 0,-1 6 0,0-2 0,-1 1 15,12-2-15,-10 9 0,1-2 0,-1 0 0,10-7 0,-9 16 16,1-2-16,-1 0 0,9-14 0,-5 22 0,1-2 16,1-1-16,3-19 0,0 26 0,0-2 0,0 1 15,0-25-15,3 31 0,1 0 0,0-1 0,-4-30 0,10 32 16,-4-3-16,1 1 0,1 0 0,-1-2 0,-1 1 15,-6-29-15,4 28 0,-1-3 0,0 2 0,-3-27 16,2 19-16,-2 1 0,0 2 16,-7-6-16,4 1 0,-1-1 0,4-16 0,-5 7 0,-1-2 0,1 1 15</inkml:trace>
  <inkml:trace contextRef="#ctx0" brushRef="#br0" timeOffset="143703.54">5377 10357 0,'0'0'16,"0"0"-16,0 0 15,75-32-15,8 8 16,0-1-16</inkml:trace>
  <inkml:trace contextRef="#ctx0" brushRef="#br0" timeOffset="151701.537">2425 11026 0,'0'0'0,"0"0"0,0 0 15,0 0 1,0 0-16,11 64 16,-5-26-16,-6-38 15,0 0-15,0 0 0,2 29 16,-2-3-16,0 1 0,0-27 16,3 15-16,-3-1 0,0 0 0,0-14 15,-5 30-15,-1 1 0,1-2 16,5-29-16,-4 16 0,1 1 15,1 0-15,2-17 16,-7 22-16,2 0 0,1 0 0,1-10 0,1 0 0,0-1 16,2-11-16,0 5 0,-2-3 0,1 3 0</inkml:trace>
  <inkml:trace contextRef="#ctx0" brushRef="#br0" timeOffset="152212.743">2275 11103 0,'0'0'0,"0"0"0,36-57 0,9 8 32,-4 20-32,11 11 0,-2 4 15,2 17-15,-52-3 0,0 0 16,0 0-16,0 0 0,20 4 0,-5 0 0,2 0 16,-1 6-16,0-2 0,-3 1 0,-13-9 15,14 12-15,-2-1 0,1 3 16,-7 2-16,0-1 0,0 1 0,-6-16 0,3 16 15,-1 1-15,-2 0 0,-5-3 0,1 3 16,0-1-16,4-16 0,-10 13 0,-1-1 16,2 1-16,-9-1 0,2 0 0,-1-1 0,17-11 15,-21 7-15,2-2 0,-1 1 0,-1-3 0,4 1 0,-3 0 0,20-4 16,-19 1-16,1 2 0,1 0 0,1-3 0,0 1 0,1-1 16,2-1-16,1 1 0,1 0 0,11 0 0,-8 0 0,1-2 0,1 1 0,3 2 15,1 1-15,-1-2 0,3 0 0,3 0 0,-1 1 0,-2 1 0,7 3 16,-1-1-16,2 0 0,-8-4 0,11 9 0,-2-2 15,3 0-15,2 4 0,0-1 0,-1-1 16,-13-9-16,17 14 16,-2 0-1,-1-3-15,4 4 16,1-1-16,-1 0 0,-18-14 16,20 15-16,1-2 0,-3 0 15,-2-1-15,0-1 0,-1 0 16,-2-2-16,-1 2 0,-1-3 0,-11-8 15,10 7-15,1 1 0,-1-1 0,-2-1 16,0 0-16,2-1 0,-10-5 0,11-3 0,-2 1 0,0 0 16,-1-5-16,0 3 0,2 0 0</inkml:trace>
  <inkml:trace contextRef="#ctx0" brushRef="#br0" timeOffset="152351.174">2893 11393 0,'0'0'0,"0"0"0,0 0 0,0 0 16,0 0-16,11 52 15,-3-3-15,-8-49 0,0 0 16,0 0-16,-1 14 0,0-1 15,0 0-15,1-13 0,-4 10 0,3-1 0,-1 0 16,2-9-16,-3 2 0,0 1 0,2-1 16,-3-7-16,2-1 0,0-1 15</inkml:trace>
  <inkml:trace contextRef="#ctx0" brushRef="#br0" timeOffset="152454.758">2914 11315 0,'0'0'0,"0"0"16,0 0-16,0 0 15,0 0 1</inkml:trace>
  <inkml:trace contextRef="#ctx0" brushRef="#br0" timeOffset="152668.322">3218 11316 0,'0'0'0,"0"0"16,0 0-16,0 0 15,0 0-15,-50 52 16,12-2 0,38-50-16,0 0 0,0 0 0,-10 15 15,3-1-15,0 1 0,3-3 0,0 1 16,1-1-16,3-12 0,2 10 0,-2-1 0,1 1 0,7 1 0,-4-2 0,1 2 16,-5-11-16,14 9 0,-3-1 0,0 2 0,8-6 15,-2-1-15,0 1 0,6-7 0,0 2 0,-1-2 16,-22 3-16,26-9 0,-3 1 0,1 1 15,-2-8-15,1 3 0,0-4 0</inkml:trace>
  <inkml:trace contextRef="#ctx0" brushRef="#br0" timeOffset="153068.691">3593 11083 0,'0'0'15,"0"0"-15,0 0 0,0 0 16,0 0-16,10 57 15,0 21 1,-10-78-16,0 0 0,0 0 0,-1 28 0,1-2 16,0 2-16,-3-2 0,0 1 15,0 0-15,3-27 0,-2 23 0,1-2 0,1 1 0,0-4 16,1 0-16,0-1 0,-1-17 0,2 10 0,0 0 0,1 0 0,-2-6 0,0 2 16,0-3-16,-1-3 0,2 1 0,2 0 0,-1 1 15,0-5-15,-1 1 0,0 0 16,-2 2-16,7-8 0,-2-1 0,0 1 15,4-7-15,-1 2 0,0-1 0,-8 14 0,9-13 16,-1 0-16,1 1 0,-9 12 0,9-12 16,0 2-16,0-1 0,2 3 0,-1-1 15,-1 1-15,-9 8 0,10-5 0,1-1 16,-1 1-16,1 7 0,-1-2 0,-1 0 16,-9 0-16,11 6 0,0-3 0,-2 0 0,0 5 0,0 2 0,-1-2 15,-8-8-15,6 14 0,-1-2 0,1 1 0,-3 4 16,2-2-16,-1 0 0,-4-15 0,1 15 0,0 2 0,0-2 0,0-1 15,-1 1-15,0-1 0,0-14 0,2 13 0,-2-2 0,0 1 0,4-6 0,0-2 0,0 0 0,2-2 16,-3-1-16,0 1 0</inkml:trace>
  <inkml:trace contextRef="#ctx0" brushRef="#br0" timeOffset="153520.919">4310 11415 0,'0'0'0,"0"0"0,0 0 0,0 0 15,0 0 1,-60 29-16,7 9 16,53-38-16,0 0 0,0 0 0,-13 15 0,2 2 15,-1-2-15,12-15 0,-7 14 0,0-1 0,0-1 16,3-4-16,2 2 0,1-2 0,1-8 0,2 7 16,0-1-16,1-1 0,4-3 0,-2 0 0,0 0 15,-5-2-15,11-6 0,1 2 0,-1-1 0,5-5 0,-3 1 16,1 1-16,-14 8 0,16-14 0,0-1 0,-1 2 15,2-3-15,-3 1 0,2 1 16,-16 14-16,11-13 16,-1 2-16,0-1 15,-2 5-15,-3 0 16,0 0-16,-5 7 0,4-3 0,-1 2 16,3-2-16,-2 6 0,-1-2 0,1 2 15,-4-3-15,5 7 0,1 0 16,-1 0-16,0 5 0,-1-1 15,0 2-15,-4-13 0,5 12 16,-1 2-16,1-1 0,2 3 16,-1-1-16,-1 0 0,-5-15 15,8 16-15,-2 0 0,1-1 0,-1-3 16,-1-1-16,0 0 0,-5-11 16,4 3-16,2-2 0,-3 2 0,0-3 0,-1 0 15,1 0-15</inkml:trace>
  <inkml:trace contextRef="#ctx0" brushRef="#br0" timeOffset="153730.16">4603 11423 0,'0'0'0,"0"0"0,0 0 0,64 30 0,-2 18 15,-19 4-15,-20-18 16,-23-34-16,0 0 0,0 0 0,3 6 16,0-2-16,0 2 0,-3-6 0,0 12 0,0-1 0,0 0 0,-2 0 15,0-1-15,0 0 0,2-10 0,-3 7 0,0 1 16,0-2-16,-2-5 0,3-1 0,0 0 0,2 0 16,-3-4-16,0 1 0,0-2 0,1-5 15,0 1-15,0 1 0,2 8 0,-2-17 16,1 1-16,0 1 0,6-5 0,-2-1 15,0 1-15,-3 20 0,9-23 0,-1 1 16,-1 1-16,6-5 0,1 1 0,-1-1 0,-3 9 16,0 0-16,-1 0 0,-9 17 0,7-8 15,-4 0-15,2-1 0,-3 7 0,0-1 0,0 0 0</inkml:trace>
  <inkml:trace contextRef="#ctx0" brushRef="#br0" timeOffset="154053.739">5330 10983 0,'0'0'0,"0"0"0,0 0 0,26 51 16,-11 19-1,-18 15-15,-12 2 0,15-87 16,0 0-16,0 0 0,-6 27 16,3 2-16,-3-2 0,1-1 0,2 1 15,0-2-15,3-25 0,-2 19 0,1 1 0,0 0 0,2-4 0,0-2 16,0 3-16,-1-17 0,3 11 0,-2-1 0,0 1 16,4-5-16,-1 0 0,0 0 0,-1-3 15,0-1-15,0 1 0,-3-3 0,3-4 0,-1 1 16,0-1-16,-1-4 0,-1 0 0,0 1 0,-1-1 0,1 3 0,0-2 15,0 7-15,-8-4 0,2 0 0,0-2 16,-6 5-16,3 0 0,0-1 0,9 2 0,-14 2 0,1-2 16,-1 0-16,14 0 0,-17 3 0,1 2 0,1-2 0,-4 5 0,1 0 15,1-1-15,17-7 0,-15 7 0,3 0 0,0 1 16,3-2-16,2-2 0,0 2 0,7-6 0,-4 4 16,2 0-16,0 0 0,4 0 0,-1-1 0,0 1 0,-1-4 15,8 4-15,-1-1 16,0-2-16,7-1 0,-2 0 0,1 0 0,-13 0 0,18-6 15,1 0-15,0 2 0,2-7 0,1 0 0,0-1 0</inkml:trace>
  <inkml:trace contextRef="#ctx0" brushRef="#br0" timeOffset="154132.471">5556 11579 0</inkml:trace>
  <inkml:trace contextRef="#ctx0" brushRef="#br0" timeOffset="154841.255">1458 12003 0,'0'0'0,"0"0"0,0 0 0,0 0 15,-17 52-15,-5 2 16,1 1-16,-1-8 16,22-47-16,0 0 0,0 0 0,0 0 15,-6 11-15,-1-1 0,0-1 0,4-2 0,1-2 0,-2 1 16,4-6-16,-2 5 0,0-3 0,1 3 0,2-3 15,1 1-15,0-1 0,-2-2 0,9 3 16,1-1-16,0 0 0,-10-2 0,18 2 0,-4 0 16,2 0-16,5 3 0,-2-1 0,-1-1 0,-18-3 0,21 5 15,-1-1-15,-2 0 16,-18-4-16,17 10 0,0-2 0,1 1 0,-4 6 16,-2-2-16,-1 0 0,-11-13 0,7 16 0,2 0 15,-1 1-15,-8-17 0,6 17 0,-4-2 16,1 2-16,-5-2 0,1-1 0,1 1 0,0-15 0,-9 13 0,1-2 0,0 1 15,8-12-15,-16 11 0,-2-1 0,2 0 0,-7-2 0,0-1 0,0 1 0,23-8 0,-26 0 16,-2-1-16,2 0 0,-2-10 0,3-1 16,-2 2-16,11 0 0,-1 1 0,2 0 0,7 3 0,2 2 15,-1 0-15</inkml:trace>
  <inkml:trace contextRef="#ctx0" brushRef="#br0" timeOffset="154968.982">1333 12075 0,'0'0'0,"0"0"15,0 0-15,57-30 16,11 4 0,8 7-16,-14 6 15</inkml:trace>
  <inkml:trace contextRef="#ctx0" brushRef="#br0" timeOffset="155110.555">1910 12428 0,'0'0'15,"0"0"-15,0 0 0,0 0 0,0 0 16</inkml:trace>
  <inkml:trace contextRef="#ctx0" brushRef="#br0" timeOffset="155397.338">2615 12085 0,'0'0'0,"0"0"0,35 54 15,-6 9-15,-9 12 16,-16 9-16,-5 2 16,-4 6-1,5-92-15,0 0 0,0 0 16,0 0-16,-4 26 0,0 0 0,-1-1 16,1-8-16,2-2 0,0 1 15</inkml:trace>
  <inkml:trace contextRef="#ctx0" brushRef="#br0" timeOffset="155825.507">2498 12275 0,'0'0'0,"0"0"0,0 0 16,15-54-16,6-1 15,12 9-15,17 5 16,11 6-16,-61 35 15,0 0-15,0 0 0,24-9 0,-2 0 0,-1 1 16,-21 8-16,25-7 0,0 1 0,0-1 16,-1 3-16,-1 1 0,1 1 0,-3 3 15,1 0-15,-1-1 0,-21 0 16,20 9-16,-1-1 0,1-1 0,-6 4 16,0 2-16,-1-2 0,-13-11 0,10 20 0,-3-1 0,0 1 0,-6 5 0,-1-2 15,0 1-15,-8 2 0,1 0 16,-3 2-16,10-28 0,-16 22 0,1-1 0,1 2 0,-7-7 0,1 0 0,-2 0 0,22-16 0,-25 12 0,3 0 15,0 0-15,-2-4 0,2 0 0,0-1 0,22-7 16,-23 5-16,-1-1 0,0-1 0,1 0 0,3-2 16,-1 1-16,3-2 0,1 0 15,0 0-15,17 0 0,-17 1 0,2-1 16,1 0-16,4-1 0,2 1 0,-1 0 0,9 0 16,-6 1-16,3-1 0,-3 0 0,4 0 0,1 1 0,0 0 0,1-1 0,10 3 0,-5-2 15,1 2-15,5 1 0,1 1 0,-1 0 0,-11-5 0,18 10 16,-3-1-16,1 0 0,6 2 0,-1-2 0,0 0 15,1 4-15,-1-1 0,2-1 0,-23-11 16,22 13-16,0-1 0,1 0 0,0-6 0,-3 1 16,1 0-16,-21-7 0</inkml:trace>
  <inkml:trace contextRef="#ctx0" brushRef="#br0" timeOffset="156368.685">2552 11934 0,'0'0'15,"0"0"-15,0 0 0,0 0 16,0 0-16,0 0 16,58 32-1,-26 18 1,-32-50-16,0 0 0,0 0 0,0 0 15,4 21-15,-4-21 0,2 21 0,0 0 16,-4 4-16,1 0 0,0 0 16,1-25-1,-2 29-15,0 0 0,0-2 16,0 0-16,1 1 0,1-1 0,-4-1 0,3-1 16,-1 1-16,2-26 0,-3 23 0,1 0 0,0-1 0,0-2 15,1 1-15,0-2 0,-1-2 0,1-2 0,0 1 0,1-16 0,-1 13 16,1-2-16,-2 1 0,4-2 0,-2-1 0,1 1 0,-1-10 0,4 6 0,0 1 15,0-1-15,6-2 0,-4 0 0,1-1 0,8-1 0,-2-1 16,1 0-16,-14-1 0,19-1 0,-1 0 0,-1-1 0,6-1 0,-1-1 0,-1 1 0,-21 3 0,26-1 0,-3 1 0,-1-2 0,0-1 16,0 2-16,-1-1 0,1-1 0,-3 2 0,2-1 0,-21 2 15,18-3-15,1 1 0,0-1 0,0-2 0,-3 1 16,0-1-16,-4 2 0,-4 0 0,1-1 0</inkml:trace>
  <inkml:trace contextRef="#ctx0" brushRef="#br0" timeOffset="156770.02">3296 12518 0,'0'0'0,"0"0"0,0 0 16,69 6-16,-6-5 15,-18-8-15,-11-5 16,-3-11-16,-31 23 15,0 0-15,0 0 0,10-8 0,1 1 16,-1-1-16,-10 8 0,5-8 0,0 0 16,1 0-16,-2 0 0,-2 1 0,0 0 0,-3 0 0,1-1 15,0 0-15,-3 4 0,-3 0 0,2-1 0,4 5 0,-11-3 16,2 2-16,-1-1 0,-2 5 0,0-1 0,0-1 16,-3 5-16,0 0 0,2 0 15,13-6-15,-17 10 0,2-1 16,-1 0-16,3 2 0,0-1 15,2 0-15,11-10 0,-11 14 0,4-1 0,0-1 16,2 3-16,1 0 0,0 0 0,5 0 16,-1 0-16,0 0 0,0-15 0,5 16 15,-2-2-15,0-1 0,8 1 0,-1 0 0,0-1 0,-10-13 0,16 13 0,-3-3 0,2 2 16,4-5-16,1-1 0,0 0 0,3-7 0,0 0 0,0 0 16,-23 1-16,25-10 0,-3 2 15,1-2-15</inkml:trace>
  <inkml:trace contextRef="#ctx0" brushRef="#br0" timeOffset="157148.794">4034 12266 0,'0'0'0,"0"0"16,49-37-16,-2-3 16,-3 0-1,-13-4-15,-13 7 16,-18 37-16,0 0 0,0 0 0,2-10 15,0-1-15,0 1 0,-2 10 16,-4-11-16,2 3 0,-1-1 0,-7 1 0,2 1 0,-1 0 0,-5 3 16,0 0-16,1 1 0,13 3 15,-18 2-15,2 1 0,1-1 16,-3 2-16,2 2 0,-1-1 0,17-5 0,-17 10 0,2 0 0,0-2 0,0 7 16,2 0-16,1-1 0,12-14 0,-9 20 0,0 0 0,1-1 0,2 5 0,1-2 15,-1 0-15,6-22 0,-2 28 0,2 0 0,0-1 16,4 2-16,-2 1 0,0-1 0,-2-29 0,5 34 15,-2-3-15,0 1 0,2 0 16,-1 2-16,0-3 0,-4-31 0,1 28 16,1 1-16,-1-1 15,-1-10-15,0-1 0,0-1 16,-1-7-16,1-2 0,0 1 16,-2-5-16,2 0 0,0-1 15,0-2-15</inkml:trace>
  <inkml:trace contextRef="#ctx0" brushRef="#br0" timeOffset="157258.898">3822 12591 0,'0'0'0,"0"0"16,60-14-16,20-8 16,-5-7-1,-3-6-15,-4-9 16,-68 44-16,0 0 16,0 0-16</inkml:trace>
  <inkml:trace contextRef="#ctx0" brushRef="#br0" timeOffset="157452.652">4399 12122 0,'0'0'16,"0"0"-16,0 0 0,0 0 15,10 81 1,-1 11-16,-1 0 16,-8-92-16,0 0 0,0 0 0,0 0 15,0 28-15,0 2 0,0 0 16,-5-2-16,2 2 0,-1-2 0,4-28 15,-7 26-15,1 1 0,0-1 0,-1-8 16,1-1-16,1-1 0,5-16 0,4 7 0,-2-2 0,-1 1 16</inkml:trace>
  <inkml:trace contextRef="#ctx0" brushRef="#br0" timeOffset="157585.088">4306 12602 0,'0'0'0,"0"0"0,55-7 0,20-2 15,-1-11 1,0-12-16,-3-9 16</inkml:trace>
  <inkml:trace contextRef="#ctx0" brushRef="#br0" timeOffset="157785.816">5114 12120 0,'0'0'0,"0"0"16,0 0-16,37 49 16,-9 15-1,-2 3-15,-11 5 16,-10 5-16,-5-77 0,0 0 16,0 0-16,0 0 0,1 26 0,-1-1 0,0 0 0,-2 0 15,0-2-15,0 1 0,0-5 0,1-2 0,-1 2 16,0-9-16,2 0 0,0 0 0</inkml:trace>
  <inkml:trace contextRef="#ctx0" brushRef="#br0" timeOffset="158143.153">5456 12626 0,'0'0'0,"0"0"0,0 0 0,0 0 16,61-23-16,-8-9 15,-19-6-15,-14 2 16,-20 36-16,0 0 0,0 0 0,3-12 16,-2 1-16,0-1 0,-1 12 0,0-12 0,0 1 15,0 0-15,-4 2 0,2 0 16,0-1-16,2 10 0,-9-6 0,2-1 16,0 1-16,-6 3 15,2 0-15,0 0 0,11 3 16,-14 0-16,1 0 0,-1 0 0,-1 6 15,2-1-15,-1-1 0,14-4 0,-11 10 16,-1-1-16,1-1 0,0 3 0,1-1 0,1 0 0,9-10 16,-6 14-16,2-1 0,0-1 0,6 4 0,-2-1 0,0-1 0,7 3 0,-1-2 0,0 0 0,-6-15 0,13 13 0,-2 0 0,0 0 0,9-5 0,-1 2 0,-1-2 15,-18-8-15,25 5 0,-2 1 0,-1 0 0,6-6 16,-2 0-16,0 0 0,-26 0 0,30-6 0,0 1 16,0 1-16,2-6 0,0-2 0,0 0 15</inkml:trace>
  <inkml:trace contextRef="#ctx0" brushRef="#br0" timeOffset="158686.335">6094 12496 0,'0'0'0,"0"0"0,0 0 0,0 0 16,-68 18-1,8 1-15,24-1 16,36-18-16,0 0 16,0 0-16,0 0 15,-9 5-15,3-2 0,0 2 16,6-5-16,-3 2 0,2 0 0,0 1 15,8-2-15,-4 2 0,1-1 0,-4-2 0,14-1 0,-3 1 0,0 0 16,5-4-16,-2 0 0,1 1 0,-15 3 16,16-6-16,1 1 15,0 1-15,-17 4 0,17-4 16,0-1-16,-1 3 0,0-2 0,-3 2 0,1-2 16,-14 4-16,13-1 15,-2 1-15,2 0 16,-5 5-16,-1 1 15,0-2-15,-2 0 0,0 0 0,-2 0 0,-3-4 0,3 16 0,2 0 0,-1 0 16,-1 6-16,-1-1 0,1 1 16,-3-22-16,2 25 0,-1 0 0,0 0 0,-3 2 15,0 0-15,-1 1 0,3-28 0,-5 29 0,0 0 16,0-1-16,0 0 16,-1-1-16,0 2 0,6-29 0,-5 24 0,0-2 15,0 1-15,0-4 0,-1-2 0,0 1 0,6-18 16,-6 11-16,1 1 0,0 0 0,-2-4 0,1-1 15,1 0-15,5-7 0,-6 3 0,1-2 16,0 1-16,5-2 0,-7-3 0,1 0 16,1 0-16,0-9 0,0 2 0,0-1 0,5 11 0,-4-15 0,0 1 15,1-1-15,1-1 0,2 1 0,0 0 0,0 15 16,5-15-16,0 1 0,-2 0 0,8-1 0,-2 2 16,2 0-16,-11 13 0,12-14 0,0 0 15,1 0-15,-13 14 0,15-14 0,1 2 16,-1-1-16,1 1 0,-1 0 15,1 0-15,-6 5 0,1-1 0,-1 1 0,-10 7 16</inkml:trace>
  <inkml:trace contextRef="#ctx0" brushRef="#br0" timeOffset="159426.319">3278 13253 0,'0'0'0,"-42"66"0,0 4 0,-12 17 16,6-8-16,23-34 16,30-35-16,20-12 15,-25 2 1,0 0-16,0 0 0,10 0 0,2 0 16,0-2-16,-12 2 0,14-2 0,0 1 15,-3 0-15,5-4 16,-3 2-16,1 0 0,1-5 15,0 1-15,1-1 0,-16 8 16,16-13-16,-1 1 0,-1-1 0,-14 13 0,15-14 0,-2 3 0,-1-1 0,-5-1 0,0 1 0,0 1 0,-7 11 0,2-10 0,1 2 0,-1 0 0,-7-2 16,2 0-16,-2 1 0,5 9 0,-11-11 0,-1 4 0,1-1 0,-4-2 0,0 1 0,1-1 15,14 10-15,-19-7 0,3 0 0,-3 1 0,5-1 16,1 1-16,0 0 0,13 6 0,-11-6 16,1 1-16,0 1 0,10 4 0,-7-4 15,2 2-15,1-1 0,4 3 0,-3-4 16,3 1-16,0-2 0,12 1 0,-2-2 0,1 2 15,-11 4-15,21-10 0,-1 2 0,1 1 0,-21 7 16,29-12-16,-1 3 0,0-1 0,-28 10 0,30-13 0,0-1 0,0 1 0,-30 13 16,33-17-16,-3 0 0,2 1 0,-32 16 15,27-19-15,1 0 0,-3 0 16,-7 1-16,0 2 16,-1-2-16,-17 18 15,7-13-15,1-1 0,-1 0 16,-7 14-16,-4-10 0,2-1 15,0 1-15,2 10 0,-12-9 0,3 3 16,0 1-16,9 5 0,-14-3 0,1 0 0,-1 1 0,14 2 0,-12 1 16,-3 1-16,2 0 0,2 6 0,1-2 0,0 2 0,10-8 0,-8 11 0,-1 1 0,0 1 0,9-13 0,-4 17 0,0 2 0,1-2 0,3-17 0,2 26 0,0-1 0,0 0 0,-2-25 0,5 30 15,-1 0-15,1 1 0,2 4 0,0-3 0,-2 2 0,-5-34 16,9 34-16,-1-3 0,-1 2 0,-7-33 0,6 31 16,0 0-16,0 0 0,-6-31 0,4 29 0,-2-3 15,-1 0-15,-2-5 0,1-1 0,0-2 0,0-18 16,-2 9-16,2-3 0,-3 2 15,3-8-15,-2-1 0,1 0 0,0-1 0</inkml:trace>
  <inkml:trace contextRef="#ctx0" brushRef="#br0" timeOffset="159597.343">3421 13503 0,'0'0'0,"0"0"0,0 0 15,0 0-15,94-20 16,5-10-1,-8-4-15,-91 34 16,0 0-16,0 0 0,16-7 0,-2 1 16,1 0-16,-15 6 0,0 0 0,34-15 0,-2 0 15,0 1-15</inkml:trace>
  <inkml:trace contextRef="#ctx0" brushRef="#br0" timeOffset="160051.688">4232 13127 0,'0'0'0,"0"0"0,0 0 0,0 0 16,56 1-16,2 1 16,0-2-1,0-2-15,-58 2 16,0 0-16,0 0 0,20-4 16,-4 1-16,1 0 15,-17 3 1,18-4-16,-1-1 0,-1-1 15,-3 2-15,-3-1 16,0 1-16,-10 4 0,8-4 16,-1 2-16,0 0 15,-1 0-15,-4 1 0,2 0 16,-4 0-16,0-3 0,0 2 0,0 2 16,-4-1-16,3 0 0,0 0 0,-5 2 0,1 0 0,0 0 15,5-1-15,-8 6 0,0-3 0,3 2 16,-1 4-16,2-1 0,0-1 0,1 4 15,-2 1-15,2-3 0,3-9 0,-4 17 0,2-3 0,0 1 16,0-5-16,1 1 0,0-1 0,7 13 0,-1 1 0,0 0 16,-5-24-16,6 27 0,-1 1 15,0 0-15,5-2 0,-3 1 0,0-1 16,1-2-16,0-1 0,1 1 16,-9-24-16,7 21 0,0 0 0,0-2 0,-3-2 15,1-2-15,0 1 0,-5-16 0,0 12 0,0 0 16,0-1-16,-5 0 0,1-3 0,1 1 0,-6-5 0,-1 1 0,0 0 0,10-5 0,-15 1 0,-1 1 0,1-1 0,-3-3 0,1 1 0,-1 1 15,-1-6-15,0 1 0,0 1 0,19 4 0,-16-11 0,-1 0 0,2 3 0,5 0 0,2 0 0,0 1 0,3 2 0,2 2 0,0-2 0</inkml:trace>
  <inkml:trace contextRef="#ctx0" brushRef="#br0" timeOffset="161350.972">4848 13437 0,'0'0'0,"0"0"0,0 0 16,-8 56-16,-3-3 15,5-5 1,8-8-16,-2-40 15,0 0-15,0 0 0,0 0 0,4 12 16,-2 0-16,0-4 0,5 2 0,-4-2 16,2-1-16,5 1 0,-1-1 15,0-1-15,-9-6 0,12 4 16,-1-1-16,1-1 0,1-3 16,-1 1-16,1-1 15,-13 1-15,13-7 0,1 0 16,-1 1-16,2-6 15,-3 1-15,0 0 16,0-7-16,-2 4 0,0-3 0,-10 17 0,4-18 0,-2 2 0,0-1 0,-6 1 16,0 1-16,1 2 0,3 13 0,-10-14 0,1 1 0,-1 1 0,-4 0 0,0 1 15,-1-1-15,15 12 0,-17-8 0,2 1 0,-1-1 0,1 0 0,0 2 16,1-2-16,14 8 0,-13-4 0,0 1 0,1-2 0,2 2 0,1 1 0,2 0 0,7 2 0,-5-1 0,1-1 16,-1 1-16,8-1 0,-1 0 0,-2 0 0,0 2 0,9-4 0,0 0 0,1 1 15,8-2-15,0 0 0,-1 0 0,-17 5 0,24-7 0,-1 0 16,-3 1-16,5-3 0,-2 0 15,0 2-15,-23 7 0,24-11 0,0 0 16,-1 1-16,2-4 0,-2 1 0,-1-1 0,-22 14 0,20-18 0,0-2 16,-1 1-16,-5 1 0,-1 1 0,1 1 15,-14 16-15,8-19 0,-1 2 0,0 0 16,-7-1-16,0 2 16,0 0-16,0 16 15,-7-15-15,0 2 0,2-1 16,-7 4-16,2 2 15,0 1-15,10 7 0,-13-7 0,1 2 0,-1 0 0,2 2 16,2 0-16,-1 1 0,10 2 0,-10 3 0,0 1 0,-1-1 0,3 8 0,0 0 0,0-1 16,8-10-16,-5 19 0,1 0 0,0-2 0,0 7 0,1 1 0,0 0 0,3-25 0,-1 29 0,0 0 0,0 0 0,3 5 0,-2 0 0,0-2 0,0-32 0,4 37 0,-3-1 15,1-2-15,1 0 0,-1-1 0,1-1 0,-3-32 0,4 28 0,1 0 0,-1 0 0,1-5 0,0 0 0,0 0 0,-4-7 0,0 0 16,1 0-16,-2-16 0,2 11 0,-1 1 0,3-3 16,-4-9-16,4 7 0,-1-2 0,0 0 15,1-2-15,-1-2 0,0 1 0,-3-2 0,8-6 0,-3 1 16,0-1-16,-5 6 0,10-14 0,1 1 0,-1 0 15,-10 13-15,13-18 0,0 0 0,-1 2 0,-12 16 16,12-14-16,2 0 0,-3 0 0,-11 14 0,12-9 0,0 0 16,-1 0-16,-11 9 0,14-7 0,-3 0 0,1 0 15,-12 7-15,13-3 0,-2 0 0,1 1 0,-12 2 16,11 1-16,3 0 0,-2-1 0,-12 0 0,11 6 0,-1-1 16,-1 0-16,-2 4 0,0 0 0,1-1 0,-8-8 15,5 13-15,-2-1 0,0-1 0,-3-11 0,3 14 16,-1-4-16,-2 2 0,0 1 0,0-1 0,0-1 15,0-11-15,-3 10 0,2 0 0,0 0 0,-1-3 0,0 1 16,0-1-16,2-5 0,0-1 0,0 0 0,4-7 16,-2 2-16,0 0 0,5-7 0,-1 3 15,-1-1-15,4-10 0,-1 2 0,-2 0 0,-6 17 0,9-17 16,-1 1-16,1 0 0,-9 16 0,0 0 16,13-27-16,-2-1 0,0 2 0,1 6 0,-1 3 0,1 0 0,-12 17 15,9-4-15,0 0 0,-1 1 16,-2 8-16,0-1 0,-2 2 0,-4-6 0,3 5 0,-1 0 15,0-1-15,2 4 0,-2 0 0,1-1 0,1 5 16,-1-3-16,0 2 0,-3-11 0,3 15 16,-1 0-16,0 0 0,-3 1 0,1 1 0,0 0 15,0-17-15,-2 15 0,0-1 0,0 1 0,-1-4 0,1 0 0,0-1 0,2-10 16,-3 8-16,3-1 0,-2-1 0,1-4 0,1 0 16,0 1-16,-1-3 0,1 0 0,0 0 0,1-4 15,-1 1-15,0-1 0,3-6 0,-3 0 16,1 0-16,4-6 0,-2-1 15,0 2-15,3-3 16,0 0-16,0 0 0,-6 18 0,10-16 0,-3 0 0,0 1 0,4 4 16,-2-1-16,0 0 0,-9 12 0,12-6 0,-1 0 15,0 0-15,3 4 0,-2 1 16,0 0-16,2 5 0,-1-2 16,1 1-16,-14-3 0,12 7 15,0 0-15,-1-1 16,-2 5-16,1-3 0,-1 3 0,-9-11 15,7 14-15,0 0 0,1 0 16,-3 1-16,-2-1 0,0 2 16,-3-16-16,-3 14 0,2 1 15,0 0-15,-5-1 0,1 0 16,1 2-16,4-16 0,-4 7 0,0 2 0,1-2 16,5-7-16,-1 0 0,0 0 0,3-5 0,1 0 15,1 1-15,0-3 0,1 1 16,0 1-16,1-1 0,0 2 0,-1-1 15,-7 5-15,6-1 0,0-2 0,1 1 16,-3 5-16,0-1 0,0 1 0,-1 0 16,-1-1-16,0 0 0,0-2 0,-2 0 0,0 0 0,1-7 15,0 1-15,0 1 0</inkml:trace>
  <inkml:trace contextRef="#ctx0" brushRef="#br0" timeOffset="-83127.806">10574 7106 0,'0'0'0,"0"0"0,0 0 16,0 0-16,0 0 15,0 0 1,0 0-16,0 0 0,0 0 0,0 0 16,0 0-16,0 0 0,0 0 0,0 0 0,0 0 15,0 0-15,0 0 0,0 0 0,0 0 0,22-16 16,-2 0-16,-1-1 0,-19 17 0,13-10 0,-1 1 15,1-1-15,-13 10 0,21-6 16,-1-1-16,0-1 0,-20 8 0,10-4 16,0 2-16,1-2 0,-11 4 0,23-9 15,0 1-15,0 0 0,-23 8 0,12-6 0,1 1 16,-1 1-16,-12 4 0,32-13 0,-2 3 0,0-1 0,-30 11 16,33-12-16,-2 0 0,0-1 15,-15 8-15,-2-1 0,1 1 0,-15 5 0,33-11 0,-1 1 16,0-1-16,-32 11 0,32-11 0,-1 0 0,2-1 15,-33 12-15,30-10 16,-1 0-16,0-1 0,-29 11 0,38-14 0,0 0 16,-1 0-16,-37 14 0,45-16 0,-1 1 0,1 0 0,-45 15 0,39-13 0,-2 2 0,0-2 0,-37 13 0,34-10 0,-3 0 15,0 1-15,-31 9 0,0 0 0,15-5 0,0 1 0,-1 0 0,-14 4 0,27-8 16,-1 3-16,0-2 0,-26 7 0,14-2 0,-1-3 16,1 2-16,-14 3 0,34-5 0,0 0 15,0-1-15,-34 6 0,37-4 0,-1-2 0,-1 2 0,-35 4 0,36-4 16,-2 0-16,0 1 0,-34 3 0,31-4 0,0 1 15,0 0-15,-31 3 0,16-2 0,-2 1 0,1 0 16,-15 1-16,33 0 0,0 0 0,0 0 0,-33 0 0,33 2 16,-1-2-16,0 1 0,-32-1 0,31 1 0,-1 2 15,0-2-15,-30-1 0,0 0 0,30 5 16,-1-3-16,0 3 0,-29-5 0,30 6 0,-1 0 16,0 0-16,-29-6 0,15 2 0,-1 0 0,-1 1 15,-13-3-15,30 9 0,0 2 0,0-1 16,-30-10-16,31 11 0,-2-1 0,0 1 0,-29-11 0,14 6 0,1-2 15,-1 1-15,-14-5 0,25 10 0,-1 0 0,-1 0 16,-23-10-16,14 6 0,-2 0 0,1-1 0,-13-5 0,0 0 16,23 12-16,-4-1 0,3-1 0,-22-10 0,11 8 15,1-3-15,-1 1 0,-11-6 0,19 15 0,-1 0 16,1 1-16,-19-16 16,10 9-16,-1-2 0,1 2 0,10 9 15,-1 0-15,0 0 0,-19-18 16,0 0-16,10 10 0,0-1 0,1 2 0,-11-11 0,16 13 15,0-1-15,-1 1 0,-7-7 0,0 0 0,1 1 0,-9-7 0,12 9 0,-1 0 16,-1-1-16,-4-2 0,-1-3 0,1 1 0,-6-4 16,2 2-16,0 0 0,0 0 0,-2-2 0,9 11 15,-2-2-15,1 2 0,-3-5 0,-1 0 0,0 1 0,-4-7 0,3 4 0,-2-2 0,0 0 16,-1-2-16,0 0 0,2 0 0,-2 2 16,0-2-16</inkml:trace>
  <inkml:trace contextRef="#ctx0" brushRef="#br0" timeOffset="-82731.148">13510 6979 0,'0'0'0,"0"0"15,0 0-15,0 0 16,0 0 0,0 0-16,63 10 15,-63-10-15,0 0 0,0 0 16,14 3-16,-1-1 0,-1 0 0,-12-2 0,19 5 15,-2-2-15,1 2 0,-18-5 0,0 0 0,9 2 16,0 0-16,1 0 0,-10-2 0,14 4 0,1-1 16,-1 1-16,-14-4 15,8 3-15,1-1 0,-1-1 0,-8-1 0,17 8 16,-1-3-16,1 1 0,-7-2 16,-1 0-16,-1-2 0,-8-2 15</inkml:trace>
  <inkml:trace contextRef="#ctx0" brushRef="#br0" timeOffset="-82544.742">13935 6897 0,'0'0'0,"0"0"16,0 0-16,0 0 16,0 0-16,0 0 15,0 0 1,0 0-16,0 0 0,0 0 0,14 12 0,-1-3 0,1 2 15,-14-11-15,7 17 0,0-2 0,1 2 0,-8-17 16,-1 22-16,0-2 0,0 1 0,-2-5 0,1 1 16,0-3-16</inkml:trace>
  <inkml:trace contextRef="#ctx0" brushRef="#br0" timeOffset="-81607.666">13898 7494 0,'0'0'0,"0"0"16,0 0-16,0 0 15,0 0-15,-47-35 16,4 5 0,43 30-16,0 0 0,0 0 15,-13-7-15,0 1 0,-1-1 0,14 7 0,-15-6 0,1 0 16,1 1-16,13 5 0,-18-4 0,3-2 0,-1 1 15,-1 0-15,-1 0 0,1 1 16,17 4-16,-21-5 0,0 2 16,1 1-16,20 2 0,-23-6 0,1 1 15,-1 1-15,23 4 0,-21-5 0,0 0 16,0 1-16,0-3 0,1 1 0,0 0 16,20 6-16,-25-4 0,1 2 0,-1-1 0,-1-1 15,0 2-15,0 0 0,26 2 16,-27-3-16,1 1 15,-1 0-15,27 2 0,-27-2 16,1 1-16,0 1 0,1-4 0,1 2 0,-1-1 16,25 3-1,-27-1-15,1 1 0,0-1 0,26 1 16,-26-2-16,1 0 0,-1 0 0,26 2 0,-28-1 0,2-1 0,0 1 0,-1 0 0,1-1 0,1 1 0,25 1 0,-31 0 0,2-2 0,0 1 16,29 1-16,-32 3 0,2 0 0,0-2 0,0 1 0,0-1 0,0 0 0,30-1 0,-29 0 0,0 0 15,0 2-15,29-2 0,-31 1 0,2 1 0,0-1 0,1 1 0,2 0 0,0-1 0,10-1 0,0 0 0,1 0 0,15 0 0,-24 0 0,1 0 0,1 0 16,-1 0-16,0 0 0,0 0 0,23 0 0,-25 4 15,1-1-15,0 0 0,24-3 0,-23 6 16,1-2-16,-1 0 0,23-4 16,-21 4-16,1-1 0,-1 0 0,2 2 0,2 1 0,-1-1 0,18-5 15,-17 6-15,-1-1 0,0 0 0,18-5 16,-16 6-16,-1-1 0,1-1 0,16-4 0,-18 7 16,3 0-16,-1 0 0,0-3 0,1 0 15,1 0-15,14-4 0,-14 6 0,1 1 0,-1-2 16,1 2-1,0-1-15,-1-1 0,14-5 16,-14 9 0,1-2-16,1 0 15,12-7-15,-14 4 0,3 1 16,0-2-16,11-3 16,-13 3-16,3 0 0,0-2 0,10-1 0</inkml:trace>
  <inkml:trace contextRef="#ctx0" brushRef="#br0" timeOffset="-81229.213">11299 7303 0,'0'0'0,"0"0"0,0 0 15,0 0 1,0 0-16,-37 40 15,15-15 1,22-25-16,0 0 0,0 0 0,0 0 16,-21 20-16,3-2 0,-1 0 0,19-18 0,0 0 0,-10 10 0,0 0 15,-1 0-15,11-10 0,0 0 0,-17 16 16,0-2-16,1 1 0,16-15 0,-10 8 0,2 1 16,0-1-16,8-8 0,-17 12 0,2 1 0,-1-1 15,16-12-15,-8 8 0,0-1 16,-1-1-16,9-6 0,-3 4 0,0-1 0,0-1 0,3-2 15,-1 1-15,0-1 0,0 1 0,0 0 16,1-1-16,0 0 0,0 0 0,-2 9 0,1-5 0,0 3 0,1-7 16,0 0-16,-2 4 0,2 0 0,0 0 0,0-4 0,11 4 0,-1-1 0,1 0 0,-11-3 15,7 2-15,-1 1 0,0-1 0,-6-2 0,23 2 16,-2 0-16,2 1 0,-23-3 0,13 3 0,-1-3 16,1 0-16,-13 0 0,28 3 0,-2 1 0,-1-1 15,-25-3-15</inkml:trace>
  <inkml:trace contextRef="#ctx0" brushRef="#br0" timeOffset="-78294.819">17696 3896 0,'0'0'0,"0"0"0,0 0 0,0 0 15,0 0 1,0 0-16,0 0 16</inkml:trace>
  <inkml:trace contextRef="#ctx0" brushRef="#br0" timeOffset="-77618.781">17482 6934 0,'0'0'0,"0"0"0,0 0 0</inkml:trace>
  <inkml:trace contextRef="#ctx0" brushRef="#br0" timeOffset="-17515.756">6625 6249 0,'0'0'0,"0"0"0,0 0 16,0 0-16,0 0 15,0 0 1,0 0-16,0 0 16,0 0-16,0 0 0,0 0 0,0 0 0,0 0 0,0 0 15,0 0-15,0 0 0,0 0 0,0 0 0,-13-7 16,-1-1-16,1 0 0,5 4 0,-1-1 0,1-1 0,8 6 16,-15-2-16,-1-1 0,1 0 0,15 3 15,-10-1-15,2-1 0,0 1 16,8 1-16,-18-4 0,1 1 15,-1 0-15,18 3 16,-10-3-16,-1 3 0,1-1 0,10 1 0,-22 1 16,-1-1-16,0 0 0,23 0 0,-15 0 15,3 0-15,0 0 0,12 0 0,-31 10 0,0 0 0,0-2 0,31-8 16,-19 7-16,2-2 0,1 1 0,16-6 0,-35 17 0,2 0 0,0 1 0,33-18 16,-32 19-16,1 0 0,0 0 0,31-19 0,-27 20 0,0 0 15,0-1-15,27-19 0,-27 23 0,2 1 16,0-2-16,25-22 0,-23 23 0,-1 2 15,0-1-15,24-24 0,-23 26 0,2-1 16,-1 1-16,3 0 0,2 0 0,-1 0 16,18-26-16,-15 30 0,-1 0 0,1 0 0,15-30 0,-9 17 0,3-3 15,0 1-15,6-15 0,-4 31 0,2-1 0,0 1 0,2-31 16,-1 18-16,0 0 0,0-2 16,1-16-16,5 35 0,-2-2 0,0 2 0,-3-35 15,3 18-15,0 1 0,-2 0 0,-1-19 0,14 28 0,-2 0 16,1-2-16,-13-26 0,17 27 0,-1-2 0,-1 2 15,-15-27-15,20 23 0,-5 1 0,2-1 0,-17-23 0,23 22 0,-1-3 0,1 1 0,-23-20 0,28 15 0,-2 0 0,0 2 0,7-7 0,-2 0 16,0 0-16,-31-10 0,37 9 0,-1 0 0,0 0 16,-36-9-16,37 10 0,2-2 0,-3 1 0,-36-9 0,39 6 15,-2-3-15,1 2 0,-38-5 0,40 0 0,-1-1 16,0 1-16,-39 0 0,41-4 0,-2 3 16,0-1-16,-39 2 0,41-7 15,-2 0-15,0 1 0,-39 6 0,44-10 16,-2 0-16,0-1 0,-42 11 15,42-16-15,-2 0 0,0 1 0,-2-4 16,0 1-16,-1 0 0,-37 18 0,34-23 0,0 2 0,0-2 16,-2-3-16,-2 0 0,0 1 15,-30 25-15,25-26 0,-1-2 0,0 1 16,-3 0-16,1-3 0,0 1 0,-22 29 16,18-33-16,1 0 0,-1 0 0,-18 33 0,13-37 15,-1 2-15,1 0 0,-7 0 0,-2 0 16,0-1-16,-4 36 0,-2-35 15,1-2-15,0 1 0,-9 3 16,0 0-16,1 1 16,9 32-16,-17-34 15,-1 2-15,0 0 0,18 32 16,-27-32-16,1 0 0,-1 1 0,-10 3 16,0 3-16,0 0 15,37 25-15,-43-20 0,-2 1 0,0-1 16,-7 4-16,2 3 15,-2-1-15,52 14 0,-58-7 0,0 2 16,0 0-16,-5 9 16,1-1-16,0 1 0,62-4 0,-66 10 0,0 1 0,0-1 15,0 3-15,-1-1 16,1-2-16</inkml:trace>
  <inkml:trace contextRef="#ctx0" brushRef="#br0" timeOffset="-13450.215">19460 7138 0,'0'0'0,"0"0"16,0 0-16,0 0 15,0 0-15,0 0 16,0 0-16,0 0 15,0 0-15,0 0 0,0 0 16,0 0-16,0 0 0,0 0 0,-9-18 0,0 2 16,1 0-16,8 16 0,-6-11 0,2 1 0,-1 0 15,5 10-15,-10-12 0,1 2 16,0 0-16,9 10 0,-6-6 0,0 0 0,1 2 0,-12-4 16,1-1-16,1 2 15,15 7-15,-11-5 0,3 1 0,0 0 0,8 4 16,0 0-16,-20-9 0,0 3 0,1-1 15,9 3-15,-1 0 0,1 0 0,10 4 16,-24-7-16,0-1 0,1 1 0,23 7 0,0 0 0,-14-5 0,1 3 0,-1-4 16,14 6-16,-29-10 0,1 1 0,0 0 15,28 9-15,-15-7 0,-1 2 0,1 1 16,15 4-16,-34-9 0,2 1 0,0 0 16,32 8-1,-34-9-15,4 1 16,-1 1-16,31 7 15,-17-5-15,3 2 0,-2-2 0,16 5 16,-34-5-16,1 2 0,0 0 16,33 3-16,-34-2 0,1-1 15,0 1-15,33 2 0,-17 0 0,2-1 16,-1 1-16,16 0 0,-33 4 0,1 0 0,0 0 0,32-4 0,-33 2 16,2 3-16,0-4 0,31-1 0,-16 2 0,1 0 0,-1-1 0,16-1 0,-30 8 0,1 0 15,1 1-15,28-9 0,-17 6 0,0-2 0,1 0 0,16-4 0,-29 14 16,1-3-16,0 1 0,28-12 0,-15 7 15,-1 0-15,1 0 0,15-7 0,-22 17 0,1 1 0,1-2 0,8-6 16,1-2-16,-1 2 0,12-10 0,-13 15 0,1 1 0,-1-1 0,13-15 0,-6 7 0,0 2 0,0-1 16,6-8-16,-11 23 0,2-1 0,2 0 0,7-22 0,0 0 0,-4 14 0,0-2 0,-1 0 0,-1 11 0,2-3 0,-1 0 0,5-20 0,-4 12 0,2 0 0,0-2 0,2-10 0,-4 17 15,3 1-15,0-1 0,1-17 0,-1 10 0,-1-1 0,2 1 16,0-10-16,8 21 0,-3 1 0,0 0 0,-5-22 0,0 0 16,5 11-16,-2 1 0,0 0 15,-3-12-15,11 20 0,-2-1 0,0 1 0,-9-20 0,7 9 16,-1 1-16,-1-1 0,16 4 0,0 1 0,0-3 0,-21-11 15,13 7-15,0 0 0,-1-2 16,-12-5-16,22 10 0,-1 1 0,1-1 0,-22-10 0,12 6 0,-1 0 16,0 1-16,-11-7 0,0 0 0,32 7 15,-2 3-15,0-3 0,-30-7 0,32 7 0,-2-1 16,0 0-16,-30-6 0,30 5 0,-1-1 0,0-2 0,-29-2 0,28 3 16,0 0-16,0-1 0,5 1 0,-1-1 0,0-1 15,-32-1-15,31-1 0,-2 1 0,0 0 0,-29 0 16,32-3-16,0-1 0,0 3 0,-32 1 0,34-3 15,-1 0-15,0 0 0,-33 3 0,32-4 0,-1 0 0,0-3 16,-2 1-16,0 0 0,0-2 0,-29 8 0,29-9 16,0 1-16,0-2 0,0 2 0,-1-1 15,0 1-15,-28 8 0,31-10 0,-2 3 0,0-2 0,2 0 0,-4-1 16,3 1-16,-30 9 0,29-11 0,-2-3 16,0 1-16,-13 7 0,-2-1 0,0 1 0,-12 6 0,29-18 15,-2 2-15,0 0 0,-27 16 0,17-9 0,-3-1 16,1 1-16,2-13 0,0 0 0,-1-1 0,-16 23 15,9-11-15,1-1 0,-1-1 0,-3-15 0,-2 0 16,1 0-16,-5 28 0,3-14 0,-2-1 0,0-2 16,-1 17-16,-13-29 0,1 1 0,0 0 15,-12 1-15,0 0 16,0 0-16,24 27 0,-35-23 16,1-1-16,0 2 0,-12 1 15,3 3-15,0 0 0,43 18 16,-56-15-16,1 2 0,-1 0 0,-3 3 0,-1 3 0,0-1 0,60 8 0,-64-7 0,0 0 15,0 0-15</inkml:trace>
  <inkml:trace contextRef="#ctx0" brushRef="#br0" timeOffset="21008.678">18318 8147 0,'0'0'0,"0"0"0,0 0 16,0 0-16,0 0 16,38-52-1,-12 20-15,-26 32 0,0 0 16,0 0-16,4-5 0,-1 2 0,0-2 15,-3 5-15,11-12 0,-3 2 16,0 0-16,-8 10 0,6-7 0,-1 2 16,-1 0-16,-4 5 0,32-7 0,-1 3 15,0 0-15,-31 4 0,48-5 0,-1 0 0,-1 1 16,13 11-16,0 0 16,0 0-16,-59-7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7:08:42.55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7467 5878 0,'0'0'0,"0"0"0,0 0 0,0 0 15,77 0 1,-30 1-16,53 4 16,-100-5-16,0 0 0,0 0 15,54 2-15,-2 1 0,1 0 0,-53-3 0,53 4 0,-1-1 16,1 1-16,-53-4 15,63 4-15,0-1 0,0 0 16,16 1-16,-1 0 16,1-1-16,-79-3 15,78 5-15,-1-2 0,-1 1 16,-5-1-16,-3-1 16,0-1-16,-68-1 0,63-1 15,-2 1-15,0 0 0</inkml:trace>
  <inkml:trace contextRef="#ctx0" brushRef="#br0" timeOffset="423.534">11725 6028 0,'0'0'0,"0"0"0,70-24 16,16 5 0,14 6-16,15 4 15,14 6-15,-129 3 16,0 0-16,0 0 0,53-1 0,-2-1 0,1 2 15,-52 0-15,61 0 0,-1 0 0,0 0 16,7 2-16,-2 0 0,0-2 0,-65 0 16,72 2-16,-3-2 0,0 1 0</inkml:trace>
  <inkml:trace contextRef="#ctx0" brushRef="#br0" timeOffset="3878.613">17787 5090 0,'0'0'0,"0"0"0,0 0 0,31-49 16,-14 19-1,-21-8 1,0 18-16,4 20 0,0 0 16,0 0-16,-8-12 0,2 0 0,-1 0 0,7 12 0,-4-6 15,1 1-15,0-2 16,3 7-16,-18-13 0,1 0 0,-1 0 16,18 13-16,-11-7 0,1 1 15,-1 0-15,11 6 0,-31-13 0,2 0 0,0 1 16,29 12-16,-33-11 0,2 3 15,0-2-15,31 10 0,-31-7 0,0 0 16,0 0-16,31 7 0,-34-5 0,2-1 0,0 2 16,32 4-16,-36-6 0,1 3 0,0 0 0,35 3 0,-39-4 0,1-1 0,0 2 0,-2-1 0,0 1 15,1-1-15,39 4 0,-40-5 0,-1 2 0,1 0 0,40 3 0,-53-4 0,2 0 16,-1-1-16,52 5 0,-59-3 0,0-1 0,2 0 0,0 4 0,3 0 0,-1 0 16,55 0-16,-27 0 0,0 0 0,0 0 0,27 0 0,-36 3 15,0-2-15,0 0 0,-5 1 16,1-1-16,0 1 0,40-2 15,-44 4-15,2-2 0,-1 0 0,43-2 16,-43 5-16,1-1 0,0-1 0,42-3 16,-41 5-16,2-1 0,0 0 0,39-4 15,-41 9-15,3-2 0,0 0 16,38-7-16,-42 14 0,-1-3 0,1 2 0,0 3 16,3-1-16,-1-1 0,40-14 0,-34 19 0,0-2 15,0 0-15,34-17 0,-33 15 16,1 1-16,0-1 15,32-15-15,-29 15 0,2 0 0,-1-1 16,28-14-16,-15 7 0,3-1 0,-1 2 16,13-8-16,-25 23 0,-1 1 0,0-1 15,26-23-15,-24 25 0,1 0 16,1 0-16,22-25 0,-24 23 0,1 0 16,0 0-16,1 0 0,1 1 0,0 0 0,21-24 15,-11 12-15,1-2 0,-1 2 0,-1 16 16,-1-1-16,1 0 0,12-27 0,-8 16 0,2 0 15,-1-1-15,3 15 0,0 0 0,0 0 16,4-30-16,-2 17 0,0 0 16,0-2-16,6 15 15,-1 0-15,0-2 0,-3-28 16,2 17-16,0-1 0,0 0 0,-2-16 16,13 27-16,-3 1 0,0 0 0,-10-28 0,7 15 15,-1-1-15,0 1 0,12 10 0,-2 0 0,1-1 16,-17-24-16,19 22 0,1 0 0,0 0 15,-20-22-15,23 20 0,1-1 0,0 1 0,-24-20 0,27 16 0,-1-3 0,-1 0 0,8-1 0,-1 0 16,3 0-16,-35-12 0,36 7 0,-1 0 0,0 1 0,2 0 0,0 0 16,1 1-16,-38-9 0,40 7 0,0-1 0,1 0 0,-1-2 0,-2 1 0,0-3 0,-38-2 0,44 3 0,-3 0 0,0-1 0,5 2 0,-3-2 0,1 1 0,2 0 15,1-2-15,-1 1 0,-46-2 0,49 1 0,-3 0 0,1 2 0,4-4 0,-3-1 0,1 0 0,-49 2 0,49-2 16,-2-1-16,1 1 0,3 0 0,-1 0 0,-1 1 0,-49 1 0,56-5 0,0 2 0,0 0 0,0-1 0,-2 0 16,1 1-16,-1-5 0,1 2 0,-3-1 0,-52 7 15,54-12-15,-2 2 0,-1 0 0,1-2 0,-1 0 0,-1 2 0,-50 10 0,50-15 0,-1 3 0,-1-1 0,2-4 0,-3 1 16,1-2-16,-48 18 0,46-18 0,0 0 0,-1 0 15,-2-3-15,-3 0 0,0 1 0,-40 20 16,40-22-16,-3 2 0,0 1 16,-2-4-16,-2 3 0,0-2 15,-33 22-15,30-24 0,-1 2 0,0-1 0,-29 23 0,22-27 0,-1-1 16,-1 0-16,-12-1 0,0-1 0,-1 0 16,-7 30-16,-6-33 0,2 0 0,-1 0 0,-15-1 0,0 0 0,3 0 0,17 34 0,-32-32 0,0-1 15,2 2-15,-16 0 0,2 2 0,-1 0 0,45 29 16,-53-29-16,2 2 0,-1-2 0</inkml:trace>
  <inkml:trace contextRef="#ctx0" brushRef="#br0" timeOffset="35640.975">10545 9921 0,'0'0'0,"0"0"0,55-9 16,-23 4-1,27 1 1,-29 2-16,55 0 16,-85 2-16,0 0 0,0 0 15,0 0-15,18 0 0,-3 0 0,1 0 0,-16 0 16,32 0-16,0 0 0,0 1 15,-32-1-15,37 0 0,-1 0 16,0 0-16,-36 0 0,50-1 0,-2 1 16,1 0-16,-49 0 0,56 0 0,1 0 0,-2 0 15,-55 0-15,64 0 0,-2 0 0,0 0 0,-62 0 16,62 0-16,-2 0 0,-1 1 0,9 0 0,-2-1 0,0 0 0,-66 0 0,76 0 0,0 0 0,-1 0 0,-4-1 0,-2 1 16,0 0-16,-69 0 0,64-1 15,0 1-15,0 0 0,4-2 0,-1 2 16,0 0-16,-67 0 0,65 2 0,-2-2 0,0 0 15,-63 0-15,56 1 0,0 0 0,0-1 16,-4 5-16,1-4 0,0 0 16,-53-1-16,60 4 0,-2-2 0,-1 1 15,20 2-15,-3-2 0,1 0 0,-75-3 0,80 6 0,0-2 0,-1 1 16,0 1-16,0-2 0,-1 0 16,-78-4-16,80 5 0,-1 1 15,1 0-15,-80-6 0,87 5 0,-3 0 0,1 1 0,-2 1 0,-1-1 0,-1-1 0,-81-5 16,78 10-16,-1-3 0,1 0 0,-9 1 0,0-1 0,0 0 0,-69-7 0,72 8 0,-1-1 0,0 0 0,-71-7 0,80 9 15,-1-1-15,-1 0 0,4 0 0,-1 0 0,1-1 0,-82-7 16,93 6-16,-1 1 0,0-1 0,-6-2 0,-1 0 0,-2 0 16,-83-4-16,81 2 0,-3 0 0,3 1 0,3-1 15,0-2-15,-1 1 0,-83-1 0,92 2 0,-1-1 16,0-1-16,-91 0 0,96 1 0,-2 1 16,0-1-16,16 2 0,-3-2 15,1 1-15,-108-2 16,122 4-16,0-3 15,0 2-15,-13-1 0,0 0 16,-1 0-16,-108-2 16,101 2-16,-1 0 0,-1-1 0,-16 1 15,-3-2-15,1 0 16,-81 0-16,77 0 0,-2 1 0,0 0 0,0 2 0,-2-1 16,1-1-16,-74-1 15,65 3-15,-1 0 0,2-1 0,-4 1 16,0 1-16,0-2 0,-62-2 15,61 2-15,0 1 0,0 0 0</inkml:trace>
  <inkml:trace contextRef="#ctx0" brushRef="#br0" timeOffset="43022.758">1901 14424 0,'0'0'0,"0"0"0,0 0 15,0 0-15,0 0 16,0 0-16,0 0 16,0 0-16,0 0 15,0 0-15,0 0 0,0 0 0,0 0 16,0 0-16,-3 22 0,1-2 0,-1 0 0,3-20 15,-2 13-15,0 0 0,1-2 0,-7 9 16,1-1-16,-2 0 0,3-9 0,2 1 16,-2-1-16,6-10 0,-7 21 0,0-4 15,-1 1-15,4-6 0,0-2 0,0-1 0,4-9 0,-6 17 0,1-1 0,-1-1 0,3-7 0,0 1 16,0-1-16,3-8 0,-6 13 0,3-1 0,-3 2 16,3-7-16,1 0 0,-1 1 0,3-8 0,-1 3 0,0-1 15,0 0-15,0-1 0,1-1 0,0 0 0,0 0 16,-3 11-16,3-1 0,-2-1 0,2-3 0,-2 0 15,1-2-15,0-1 0,1-2 0,0 1 0,0-1 16,0 0-16,0 0 0,0-1 0,-1 1 0,1-1 16,0 0-16,7 7 0,-2 0 0,2 0 0,-2-3 15,-1 0-15,-2 0 0,-2-4 0,1 2 0,1-1 0,-1 1 16,7 8-16,1-1 0,0 0 0,-9-9 0,4 7 16,1-2-16,-2 1 0,8 4 0,-2 3 15,0-3-15,-3-4 0,0 0 0,-1 0 0,-5-6 0,11 15 16,1 0-16,-1 0 0,-11-15 0,6 10 0,1-1 0,-1-1 15,7 0-15,0 1 0,-1-1 0</inkml:trace>
  <inkml:trace contextRef="#ctx0" brushRef="#br0" timeOffset="44743.905">12532 14532 0,'0'0'0,"0"0"0,0 0 0,0 0 15,0 0 1,0 0-16,0 0 16,0 0-16,0 0 0,0 0 0,0 0 0,0 0 15,0 0-15,0 0 0,0 0 0,0 0 0,0 0 16,0 0-16,-3-14 0,0 2 0,0-1 15,1 6-15,0-1 0,0 1 0,2 7 0,-3-3 0,3 0 16,0 0-16,-1 2 0,1 0 0,0 0 0,0 1 16,0-1-16,0 1 0,0 0 0,0 0 0,0 0 0,0 0 15,0 0-15,0 0 0,0 0 0,0 0 0,0 0 16,0 0-16,0 0 0,0 0 0,0 0 0,0 0 16,0 0-16,-3 1 0,2-1 0,0 1 0,1-1 15,-1 1-15,0-1 0,0 0 0,0 1 0,1-1 16,0 0-16,0 0 0,-1 0 0,1 0 0,0 0 0,0 0 15,2 12-15,0-1 0,0 1 0,-2-12 0,1 6 16,1 1-16,-1-1 0,-1-6 0,8 14 0,-3-3 16,0 1-16,-5-12 0,3 8 0,0-3 0,0 2 15,-3-7-15,10 11 0,-1 1 0,0 0 0,-3-6 16,0-2-16,-1 2 0,-5-6 0,2 3 16,0 0-16,0 0 0,-2-3 15,9 8-15,0 0 0,-1 1 16,-8-9-16,6 4 0,-2 0 15,0 1-15,-4-5 0,3 2 0,-2 0 0,0 0 16,-1-2-16,3 2 0,-3-2 0,0 0 0,1 0 0,-1 0 16,0 0-16,0 0 0,0 0 0,0 0 0,0 0 15,0 0-15,0 0 0,0 0 16,4 4-16,0 2 0,0-2 16,-4-4-16,3 2 0,-1 0 0,0 0 15,-1 1-15,0-3 0,0 2 16,-1-2-16,1 0 15,-1 0-15,0 0 0,0 1 16,0-1-16,0 0 0,0 0 16,0 0-16,0 0 0,0 0 0,0 0 15,0 0-15,0 0 0,0 0 0,0 0 0,0 0 0,0 0 16,0 0-16,-1 13 0,1-2 0,0 1 0,0-12 0,-1 6 0,1 2 0,0-1 16,-6 13-16,0 0 0,0 0 0,6-20 0,-6 11 0,3-1 0,0 2 0,3-12 15,-15 27-15,1-1 0,1 1 0,13-27 0,-8 15 0,0 0 0,1 0 0,-4 3 0,0 0 0,1 2 0</inkml:trace>
  <inkml:trace contextRef="#ctx0" brushRef="#br0" timeOffset="46215.202">1398 14283 0,'0'0'0,"0"0"0,0 0 16,-45 60-16,16-23 16,-15 48-16,0 5 15,44-90 1,0 0-16</inkml:trace>
  <inkml:trace contextRef="#ctx0" brushRef="#br0" timeOffset="50273.632">2309 15148 0,'0'0'0,"0"0"0,0 0 16,0 0-16,0 0 16,0 0-16,0 0 15,0 0-15,0 0 0,0 0 0,0 0 16,0 0-16,0 0 0,0 0 0,0 0 15,0 0-15,0 0 0,17 8 0,-1-2 0,1 0 0,-17-6 16,11 4-16,-1 1 0,0-1 0,-7-2 0,1-1 16,0 2-16,-4-3 0,15 0 47,0 1-47,-2 0 0,-13-1 0,10 2 15,-1-2-15,-2 0 0,9 3 0,-1-1 0,2 0 0,-17-2 0,7 1 0,1 0 0,1 1 0,-9-2 0,21 3 16,-1 0-16,0 0 0,-8-2 0,-2 1 0,2 0 0,-12-2 0,25 5 0,0-2 0,-1 0 15,-8 0-15,-3-1 0,1-1 16,-14-1-16,32 4 0,0 0 0,-2 1 0,-13-3 16,0-1-16,-1 2 0,-16-3 0,36 3 0,-1 0 0,0 0 0,12 2 15,-1-1-15,-1 0 0,-45-4 0,52 5 0,0-1 0,-3 0 0,-49-4 0,48 4 0,-2-1 0,1 1 0,-8-2 16,0 0-16,2 1 0,-41-3 0,36 2 0,-1-1 16,1 0-16,-36-1 0,35 2 0,0-2 0,0 1 15,14 0-15,-1 1 0,-1-1 16,-47-1-16,57 2 0,1 0 0,-2 1 15,11-2-15,0 1 0,1-1 0,-68-1 16,72 3-16,0-2 0,0 1 16,-72-2-16,64 2 0,-1 0 15,-2-1-15,3 1 0,-2-1 16,0-1-16,-62 0 0,58 0 0,0 2 0,0-2 16,-9 0-16,-1 0 0,1 0 0,-49 0 0,40-2 0,0 2 15,1-1-15,-7-1 16,0 1-16,0 0 0,-34 1 0,35-2 0,-1 1 15,0 0-15,-34 1 0,42-2 0,-2 2 0,0-1 16,18-1-16,-1 2 0,0-1 0,-57 1 16,71-2-16,-1 2 0,-1-1 15,3 1-15,0-2 0,1 2 16,-13-3-16,0 3 0,0 0 16,-60 0-16,46-2 0,1 1 0,-2 1 0,-6-3 15,-2 2-15,-1 0 0,-36 1 0,33-2 0,-1 0 0,0 0 16,-1-1-16,0 1 0,0 1 0,-31 1 15,32-3-15,-2 1 0,0 0 0,14-2 0,0 1 0,-1 2 16,9-3-16,-2-1 0,-1 2 0,-49 3 0,47-3 0,-1 1 0,1-2 0,-8 2 0,0 0 0,0 1 0,-3-1 16,-2 1-16,0-1 0,-34 2 0,17-3 0,-1 3 0,-1-1 0,16 0 0,0 0 0,0 1 0,-14-1 0,0 0 15,-1 0-15,-16 1 0,24 0 0,-2-2 0,-1 2 0,-8 0 0,-2 0 0,-1 0 0,5-1 0,-2 1 0,1 0 0,-14 0 0,8-2 0,-2 2 0,0 0 0,-2 0 16,-1 0-16,-1 0 0,11-1 0,-1 0 0,0-1 16,-3 2-16,-2-1 0,1 1 0,-8 0 15,4-1-15,-2 1 0,0 0 0,14-5 0,0 1 0,-1 1 16,-4 1-16,-3-1 0,0 0 0,-8 3 15,20-3-15,-3 0 0,1 1 0,-7 0 0,-1-1 0,-1 2 0,-4 1 16,-2-1-16,0 0 0,-3 1 0,9 5 0,1-1 16,-1 0-16,-2-1 0,-3-2 0,0 2 0,-2-1 15,0-2-15,0 1 0,-2-1 0,1 1 0,-1-1 16,0 0-16,1 0 0,-1 0 0,0 0 0,0 0 16,0 0-16,0 0 0,0 0 0,0 0 0,0 0 15,0 0-15,0 0 0,0 0 0,0 0 0,0 0 0,0 0 16,7-5-16,1 1 0,-1-1 0,-7 5 15,5-2-15,-1-2 0,0 2 0</inkml:trace>
  <inkml:trace contextRef="#ctx0" brushRef="#br0" timeOffset="52313.738">12348 15209 0,'0'0'0,"0"0"16,0 0 0,0 0-16,0 0 15,0 0-15,0 0 16,0 0 0,0 0-16,0 0 0,0 0 0,0 0 0,0 0 0,0 0 15,0 0-15,0 0 0,0 0 0,0 0 0,-7 3 16,0 1-16,-2-1 0,9-3 0,-4 2 0,0 0 0,0-1 15,4-1-15,-3 1 0,2 1 0,0-2 0,-10 0 0,1-2 16,0 1-16,10 1 0,-7-1 0,1 1 0,1 0 16,5 0-16,-14-2 0,-1 0 0,1-1 15,4 3-15,3-1 0,0 1 0,7 0 0,-21-3 16,3 3-16,-1-3 0,19 3 0,-12-1 0,1 1 0,1-2 16,-15 0-16,1 2 0,1-2 0,23 2 15,-15 0-15,3-1 0,-1 0 0,13 1 0,-30-2 0,0 1 16,1 0-16,29 1 0,-40-3 0,2 1 15,0 0-15,-6 0 16,3 1-16,0-1 0,41 2 16,-42-1-16,3 0 0,0-1 0,3 1 0,0 1 15,1 0-15,35 0 16,-37-2-16,1 2 0,0 0 0,36 0 16,-36 0-16,1 0 0,1 0 15,-2 2-15,0-2 0,0 0 0,36 0 16,-38 1-16,1-1 15,1 1-15,36-1 0,-40 2 0,0-2 16,-1 1-16,41-1 16,-40 3-16,2-3 15,-2 0-15,0 1 16,-1-1-16,-1 0 0,42 0 16,-40 1-16,2-1 0,-1 0 15,39 0-15,-42 1 0,2-1 16,0 1-1,-5-2 1,1 0 0,-1 0-1,45 1-15,-39-1 0,2 1 16,-1 0-16,38 0 0,-17 0 0,0 0 0,-1 0 0,18 0 16,-27-2-16,0 2 0,-1 0 0,15-1 0,-2 1 0,1 0 15,14 0-15,-6 0 0,1 0 0,-1 0 0,6 0 0,-2 0 0,0 0 0,0 0 16,1 0-16,1 0 0,0 0 0,0 0 0,6 3 0,0-3 0,-1 1 0,-5-1 0,4 2 0,-1-1 15,0-1-15,-1 2 0,-1-2 0,0 0 0,-1 0 0,2 0 0,-2 0 0,0 0 0,0 0 0,0 0 16,0 0-16,0 0 0,0 0 0,0 0 0,0 0 0,0 0 16,0 0-16,0 0 0,0 0 0,0 0 15,0 0-15,0 0 0,0 0 0,0 0 0,0 0 0,0 0 16,0 0-16,0 0 0,0 0 0,0 0 0,0 0 0,0 0 0,0 0 16,0 0-16,-1 3 0,0-2 0,0 0 0,1-1 0,-2 1 15,2-1-15,0 1 0,-1 1 0,1-2 0,0 0 0,-1 0 0,1 0 0,0 0 0,0 0 16,0 0-16,0 0 0,0 0 0,0 0 0,0 0 0,0 0 0,0 0 0,0 0 0,0 0 15,0 0-15,0 0 0,0 0 0,0 0 0,0 0 0,0 0 0,0 0 0,0 0 0,0 0 0,0 0 0,0 0 0,0 0 0,0 0 0,0 0 16,0 0-16,0 0 0,0 0 0,0 0 0,0 0 0,0 0 0,0 0 0,0 0 0,0 0 16,0 0-16,0 0 0,0 0 0,0 0 0,0 0 0,0 0 15,0 0-15</inkml:trace>
  <inkml:trace contextRef="#ctx0" brushRef="#br0" timeOffset="55374.359">16494 15108 0,'0'0'0,"0"0"0,0 0 0,0 0 0,0 0 15,0 0 1,-68 25-16,68-25 0,0 0 0,0 0 15,0 0-15,-14 6 0,2-2 0,-1 0 0,-14 3 16,0-2-16,1 1 0,26-6 0,-31 6 0,1-3 16,0 2-16,30-5 0,-33 4 15,0 0-15,2-2 0,31-2 0,-35 2 0,2 3 16,0-3-16,-4 1 0,1 0 0,0-3 0,36 0 0,-42 2 0,3-1 16,0 0-16,39-1 0,-39 1 0,-1 1 0,1-1 0,39-1 15,-52 3-15,2 0 0,-1-1 0,-9 1 0,0 1 16,0-1-16,60-3 15,-65 4-15,2-2 0,0 0 16,1 1-16,0-1 0,0 1 16,6-1-16,1-2 0,3 1 0,4-1 15,3 0-15,-1 0 16,46 0-16,-42-1 0,1 0 0,1 0 16,-7 1-16,1 0 0,1 0 15,-2 0-15,2 0 0,-1 0 0,46 0 0,-42 2 0,0-2 0,1 0 16,41 0-16,-37 3 0,2-2 0,0-1 0,35 0 0,-44 2 0,2 0 15,-1 0-15,43-2 0,-46 3 0,0-2 0,1 3 0,3-2 0,1 0 0,1 1 0,40-3 16,-20 1-16,2 0 0,-1 1 0,19-2 16,-19 3-16,0 0 0,0 0 0,10-1 0,0 0 0,-1-1 0,10-1 0,-4 0 15,1 2-15,0-2 0,3 0 0,-1 0 0,0 0 0,0 0 0,0 1 0,1-1 0,0 0 0,0 0 0,0 0 0,0 0 16,0 0-16,0 0 0,0 0 0,0 0 0,0 0 16,9 2-16,-2 0 0,1-1 0,-3 2 0,-1-3 15,0 0-15,-1 2 0,-2-2 0,0 0 0,-1 0 16,2 0-16,-2 0 0,0 0 0</inkml:trace>
  <inkml:trace contextRef="#ctx0" brushRef="#br0" timeOffset="57824.828">23877 15362 0,'0'0'0,"0"0"0,-53-4 0,22 1 16,-21 2-16,24 1 15,-32 1-15,28 0 16,32-1-16,0 0 0,0 0 16,-29 2-16,2-2 0,0 0 0,27 0 15,-15 1-15,-1-1 0,1 0 0,-31 2 16,2-1-16,0-1 16,44 0-16,-53 3 0,2-2 15,1 1-15,-8 1 0,0-1 16,0-1-16,58-1 15,-76 3-15,2-1 0,0 0 16,74-2-16,-74 2 0,3-1 16,0 0-16,13 0 0,-1-1 15,2 0-15,10-1 0,1-1 16,-1 2-16,47 0 0,-40-4 16,2 2-16,0-1 0,4-1 15,0 0-15,1 0 16,-2 0-16,0 0 0,0-2 0,-13 1 0,1 0 15,-1 1-15,-16-1 0,2 0 0,0 2 16,62 3-16,-69-5 0,1 0 0,0 1 0,-7-1 16,3 1-16,-1-1 15,-13-1-15,1 2 0,0-2 16,-8 2-16,2-1 0,-1-1 16,92 6-16,-91-4 0,0 0 15,0-2-15,12 2 16,-1 1-16,1 0 0,9 1 15,3 0-15,0 1 0,11 1 0,2 0 0,1 0 16,53 0-16,-47 1 0,2 1 16,-1-2-16,0 1 15,2 0-15,0 1 0,-4-1 16,3 1-16,-1-2 0,46 0 16,-55 3-16,1-1 0,0-2 15,-18 1 1,1-1-16,1 2 15,0-1-15,2-1 0,-1 2 0,69-2 16,-57 1-16,-1 0 16,0 0-16,12 0 0,1-1 0,-1 0 15,9 0-15,0 0 0,0 0 16,37 0-16,-19 1 0,3-1 0,-1 0 0,-13-1 0,2 1 0,0 0 16,12 0-16,0 0 0,1 0 0,-4 0 15,2 0-15,-1-1 0,9-1 16,-1 2-16,3 0 0,7 0 0,-4 0 0,1 0 15,0 0-15,2 0 0,0 0 0,0 0 16,0 0-16,1 0 0,0 0 0,0 0 0,11-1 0,-1-1 0,1 1 16,-3-2-16,-2 3 0,0 0 15,-2-2-15,-1 2 0,-1 0 0,5-9 0,-1 1 0,0-1 16</inkml:trace>
  <inkml:trace contextRef="#ctx0" brushRef="#br0" timeOffset="70541.664">1967 14421 0,'0'0'0,"0"0"0,0 0 15,0 0-15,0 0 16,0 0-16,0 0 15,0 0-15,0 0 16,0 0-16,0 0 0,0 0 0,0 0 0,0 0 16,0 0-16,0 0 0,0 0 0,7-3 0,-1 0 15,1 0-15,-2 1 0,-2 1 0,0 0 0,-3 1 16,3-2-16,-1 1 0,-2 1 0,2 0 0,-2 0 0,0 0 16,0-2-16,0 2 0,0 0 0,0 0 0,0 0 15,0 0-15,0 0 0,0 0 0,0 0 0,0 0 16,0 0-16,0 0 0,0 0 0,0 0 0,0 0 15,0 0-15,0 0 0,0 0 0,0 0 0,0 0 16,0 0-16,0 0 0,-2 5 0,-2-1 0,1 0 16,3-4-16,-3 2 0,2 0 0,-1 0 0,-6 6 15,1-1-15,-1-1 0,8-6 0,-3 6 0,-1-3 0,0 0 16,-11 10-16,2-1 0,-2-1 0,15-11 16,-9 8-16,3-1 0,-3 1 0,-3 3 15,-1 1-15,1-2 0,12-10 16,-9 6-16,3 0 0,1 0 0,-12 8 0,4-2 0,-3 1 0,16-13 0,-9 8 0,2-2 15,-3 2-15,10-8 0,-15 14 0,-1 0 0,2-2 16,5-4-16,0 0 0,1-1 0,8-7 0,-12 12 0,1 1 16,1-2-16,3-3 0,1-2 0,2 0 15,4-6-15,-2 3 0,-1 1 0,1-2 0,-7 9 0,5 0 16,-4 0-16,8-11 0,-4 6 0,2 0 16,-2 0-16,2-3 0,1 0 0,1 0 0,-2-3 0,2 1 15,0 0-15,0-1 0,0 0 0,0 0 0,0 0 0,0 0 16,0 0-16,0 0 0,0 0 0,0 0 0,0 0 15,0 0-15,0 0 0,0 0 0,0 0 0,0 0 0,0 0 16,0 0-16,0 0 0,0 0 0,0 0 0,0 0 16,0 0-16,0 0 0,0 0 0,0 0 0,2 4 15,-2-2-15,1-1 0,0 1 0,0 0 0,0-2 16,-1 0-16,1 2 0,-1-2 0,0 1 0,2-1 0,-2 0 16,0 0-16,10-1 0,-2-1 0,2-1 15,-10 3-15,6-1 0,0 0 0,0 1 0,-4 0 0,0 0 16,0 0-16,7 3 0,-2 1 0,1 0 15,-8-4-15,5 1 0,1 2 0,-2-1 0,-4-2 0,10 10 16,-3-1-16,-1 1 0,-1-4 0,-3-1 0,3 0 16,-5-5-16,9 13 0,-2-2 0,0 1 0,-7-12 15,4 7-15,0-1 0,2 1 0,3 7 0,0-2 0,0 2 16,-9-14-16,7 7 0,-3 1 0,1-1 0,4 6 16,-1-1-16,1 1 0,-9-13 0,6 7 0,-2 0 15,1 0-15,5 4 0,-1 2 0,0-2 0,-9-11 0,5 8 16,1-3-16,-1 2 0,-5-7 0,2 3 0,-1 0 15,1-1-15,0-2 0,-2 1 0,0 0 0,0 0 16,0-1-16,0 0 0,6 5 0,-3-3 0,1 1 16</inkml:trace>
  <inkml:trace contextRef="#ctx0" brushRef="#br0" timeOffset="73340.269">12350 14327 0,'0'0'0,"0"0"0,0 0 16,0 0-16,0 0 15,0 0-15,0 0 16,0 0-16,0 0 0,0 0 15,0 0-15,0 0 0,0 0 0,0 0 0,0 0 16,0 0-16,0 0 0,17 12 0,-3 1 0,1-1 0,-15-12 16,9 7-16,-1 0 0,0 0 0,-8-7 15,9 11-15,-1-1 0,0 0 16,-4-4-16,1 0 0,-1 0 0,-4-6 0,8 11 16,-2 1-16,0-1 15,-6-11-15,6 7 0,-3 1 16,0-2-16,-3-6 0,9 13 0,-2-1 15,0 1-15,-7-13 0,6 6 0,-2 1 16,0 0-16,-4-7 0,10 14 16,-1-3-16,-1 3 0,-2-7 15,-2-1-15,0 3 0,-4-9 0,10 10 0,-2 2 16,0-1-16,-8-11 0,5 6 0,0 1 0,1-2 0,1 4 0,1 2 16,-1-1-16,-7-10 0,6 6 0,-3-1 0,-1 0 15,-2-5-15,4 3 0,-3-2 0,0 1 0,-1-2 0,1 0 0,-1 1 0,0-1 0,0 0 0,1 2 0,-1-2 16,0 0-16,0 0 0,0 0 0,0 0 0,0 0 0,0 0 0,0 0 15,0 0-15,0 0 0,0 0 0,0 0 0,4 4 0,0 0 16,0 1-16,-4-5 0,3 4 0,0-1 0,-1-1 16,-1-1-16,0 1 0,0-2 0,-1 0 0,1 1 0,-1-1 15,0 0-15,1 0 0,-1 0 0,0 0 0,0 0 0,0 0 0,0 0 0,0 0 0,0 0 16,0 0-16,0 0 0,0 0 0,0 0 0,0 0 0,0 0 16,0 0-16,0 0 0,0 0 0,0 0 15,0 0-15,0 0 0,-1 3 0,1 0 0,0 0 0,0-3 16,0 3-16,0-1 0,0-1 0,-1 1 0,1-1 15,0-1-15,0 0 0,-5 10 0,1 1 0,1-1 16,0-6-16,1 2 0,0 0 0,2-6 16,-6 11-16,0 2 0,2-3 15,4-10-15,-4 7 0,1-1 0,0 0 0,-6 7 16,1-1-16,-1 1 0,9-13 16,-6 6-16,0 1 0,2 0 0,4-7 15,-10 16-15,-2-2 0,3 1 0,3-7 0,0 0 0,1-1 0,5-7 16,-11 17-16,2-2 0,-1 0 0,10-15 0,-5 8 0,0 0 0,0 0 0,-2 9 15,-1-2-15,1 0 0,7-15 16,-4 9 0,1-1-16,0 2 0,3-10 15,-7 12-15,-1 1 0,1-1 0,3-5 16,0 0-16,0 0 0</inkml:trace>
  <inkml:trace contextRef="#ctx0" brushRef="#br0" timeOffset="78172.978">1962 14459 0,'0'0'0,"0"0"0,0 0 16,0 0-16,0 0 15,0 0-15,0 0 16,0 0-16,0 0 15,0 0-15,0 0 0,0 0 0,0 0 0,0 0 0,0 0 16,0 0-16,0 0 0,0 0 0,-6-1 0,1 1 16,2-1-16,-2-1 0,3 2 0,-2-1 0,-3 5 15,-1-1-15,0 0 0,8-3 0,-4 2 0,1 0 16,-2 0-16,-6 11 0,-1-3 0,1 2 0,11-12 16,-8 9-16,2-2 0,-1 0 0,7-7 15,-9 13-15,-1 2 0,2-1 16,1-5-16,2-2 0,2 0 0,3-7 15,-11 16-15,1-1 0,0 0 16,10-15-16,-6 8 0,-1 0 0,2-1 0,-4 2 16,0 0-16,0-2 0,9-7 15,-5 4-15,0 1 0,1-2 16,4-3-16,-4 3 0,3-3 0,0 2 0,-5 5 16,-1-2-16,1 1 0,6-6 15,-4 5-15,1-3 0,1 1 0,-1-1 0,2-1 0,-2 0 0,3-1 0,0 1 0,0-1 0,0 0 16,0 0-16,0 0 0,0 0 0,0 0 0,0 0 0,0 0 0,9 3 0,-3 0 0,1 0 0,-3-2 15,2 2-15,-3-1 0,-3-2 0,4 0 0,-4 0 0,2 2 0,0-2 0,-2 0 0,0 0 16,0 0-16,0 0 0,0 0 0,0 0 16,0 0-16,0 0 0,0 0 0,0 0 0,0 0 0,0 0 15,0 0-15,0 0 0,0 0 0,9 12 0,-3-1 0,2-1 16,-8-10-16,5 6 0,-1 1 16,0 0-16,4 4 0,-1 2 0,-1-1 0,-6-12 0,5 7 15,-2 0-15,0-1 0,-3-6 0,8 16 0,1-4 0,-3 1 16,-1-5-16,-2-2 0,1 2 0,-4-8 0,12 19 0,-3 1 15,0-2-15,-2-7 0,0 0 0,-3-1 0,-4-10 16,2 5-16,1-2 0,-1 1 0,0-2 0,-2-1 16,0 1-16</inkml:trace>
  <inkml:trace contextRef="#ctx0" brushRef="#br0" timeOffset="79868.421">12218 14258 0,'0'0'0,"0"0"16,0 0-16,0 0 16,0 0-16,0 0 15,0 0 1,0 0-16,0 0 0,0 0 0,0 0 15,0 0-15,0 0 0,0 0 0,0 0 0,14 19 16,1-3-16,-1 1 0,-14-17 0,11 10 0,-3 0 16,0 0-16,1 3 0,0 0 0,-1 0 0,-8-13 15,4 7-15,0 0 0,-1-1 0,-3-6 0,13 16 16,-4-1-16,0 1 0,-9-16 0,8 9 0,-3 0 0,0-1 16,-5-8-16,13 18 0,0 0 0,-1-1 0,-4-8 15,-1 1-15,-1-1 0,-6-9 16,14 17-16,1 0 0,-1 0 0,-14-17 0,9 10 0,-2-2 0,0 1 15,-7-9-15,15 14 0,0 0 0,-1 1 0,-14-15 16,9 9-16,-2-2 0,0 0 0,8 4 16,-4-1-16,2 1 0,-13-11 0,8 6 0,-3-1 15,2 0-15,-7-5 16,9 5-16,1-1 0,-1 0 0,-9-4 0,6 3 0,-2-2 16,0 1-16,-4-2 0,3 1 0,-1-1 0,0 1 0,0 1 15,-2-2-15,0 0 0,0 0 0,0 0 0,0 0 0,0 0 0,0 0 16,0 0-16,0 0 0,0 0 0,0 0 0,0 0 0,0 0 0,0 0 15,0 0-15,0 0 0,0 0 0,0 0 0,0 0 16,0 0-16,0 0 0,0 0 0,0 0 0,5 1 16,0 1-16,0-1 0,-5-1 0,3 2 0,-1-1 15,0 0-15,1 0 0,-2-1 0,0 0 0,-1 0 16,-7 7-16,3 0 0,0 1 0,0-2 0,1-2 0,0 1 16,3-5-16,-11 8 0,3 2 0,0-1 15,1-3-15,3 1 0,-2-3 0,6-4 0,-13 14 0,-1 2 0,1 0 16,13-16-16,-7 8 0,0 0 0,-1 1 0,8-9 15,-11 14-15,0 1 0,-1 0 0,12-15 0,-6 10 16,0-3-16,0 1 0,-4 3 0,3 0 0,-1-1 16,8-10-16,-5 6 0,0-1 0,1 1 0,4-6 15,-7 10-15,1-1 0,0 2 0,2-5 0,1-2 16,-1 2-16,4-6 0,-1 3 0,0 0 0,0-1 16,1-2-16,-2 1 0,2-1 0,0 2 0,0-2 0,0 0 15,0 0-15,0 0 0,0 0 0,0 0 16</inkml:trace>
  <inkml:trace contextRef="#ctx0" brushRef="#br0" timeOffset="86973.601">12199 15252 0,'0'0'0,"0"0"16,0 0-16,0 0 16,0 0-16,0 0 15,0 0 1,0 0-16,0 0 0,0 0 0,0 0 15,0 0-15,-21 6 0,-1-2 0,0 0 0,9 1 16,-1-3-16,1 2 0,13-4 0,-19 2 78,2-1-78,-1 0 0,18-1 16,-11 2-16,1-2 0,1 0 0,9 0 0,-24 0 0,2-3 0,-1 2 0,10 1 0,1 0 0,0-2 0,12 2 0,-26 0 0,1 0 0,0 0 0,25 0 0,-14-2 0,0 2 0,1 0 0,13 0 15,-44-2-15,2 2 0,0-2 0,42 2 0,-26-2 0,2 1 0,0 1 0,-10-3 0,0-1 0,0 1 0,34 3 0,-36-4 0,2-1 0,0 2 0,34 3 0,-37-5 16,3 1-16,0 0 0,-13 0 0,1-2 0,1 2 16,45 4-16,-25-3 0,2 1 0,0 0 0,13 1 15,2 1-15,0-2 0,-37-3 0,1 1 16,-1 0-16,45 4 16,-69-6-16,2 0 0,0 1 15,67 5-15,-78-5 0,2-1 16,-1 2-16,77 4 0,-62-5 0,0 3 15,0-1-15,62 3 0,-30-2 0,1 1 0,2-1 16,-5 5-16,0-3 0,0 0 16,32 0-16,-17 2 0,1-1 0,1-1 15,15 0-15,-17 6 0,2-2 0,-1-1 16,16-3-16,-9 4 0,0-2 0,3 1 0,2-1 16,2-2-16,0 1 15,2-1-15,-1 1 0,0-1 0,0 0 0,1 0 0,-12 2 0,0-1 16,1 0-16,4 1 0,-1-2 15,1 1-15,7-1 0,-4 1 0,1-1 0,2 0 0,1 0 0,-1 0 16,0 0-16,0 0 0,1 0 0,-9-6 0,1 2 0,0-1 16,3 2-16,0 0 0,-1 0 0,6 3 0,-3-1 0,2-1 0,0 1 15,-1 1-15,2 0 0,0 0 0,0 0 0,-1-2 0,1 2 16,0 0-16,0 0 0,0 0 0,0 0 0,0 0 0,0 0 16,0 0-16,0 0 0,0 0 0,0 0 0,0 0 0,0 0 15,0 0-15,0 0 0,0 0 0,0 0 0,0 0 0,0 0 16,0 0-16,0 0 0,0 0 0,0 0 0,0 0 15,0 0-15,0 0 0,0-1 0,0 1 0,0-1 0,0-1 16,0 1-16,0 1 0,0 0 0,0-2 0,0 2 0,0 0 16,0 0-16,0 0 0,0 0 0,0 0 0,0 0 15,0 0-15,0 0 0,0 0 0,0 0 0,0 0 0,0 0 16,0 0-16,0 0 0,0 0 0,0 0 0,0 0 0,0 0 0,0 0 0,0 0 0,0 0 16,0 0-16,0 0 0,0 0 0,3-4 0,0 2 0,0-1 0,-1 1 0,1 0 0,-1 0 0</inkml:trace>
  <inkml:trace contextRef="#ctx0" brushRef="#br0" timeOffset="88705.464">16647 15124 0,'0'0'0,"0"0"16,0 0-16,0 0 15,0 0-15,0 0 16,0 0-16,0 0 15,0 0-15,0 0 0,0 0 0,0 0 16,0 0-16,0 0 0,0 0 0,0 0 0,0 0 16,0 0-16,2-3 0,-1 0 0,0-1 0,-1 4 15,1-2-15,0 1 0,0-1 0,-10 1 0,0 0 16,1 0-16,8 1 0,-6-1 0,1 1 0,0-1 16,-9 1-16,1 0 0,-1 0 0,14 0 0,-7-2 0,0 2 15,-1 0-15,8 0 0,-20-1 0,0 1 16,1 0-16,6 0 0,3 0 0,-1 0 0,11 0 15,-23-1-15,-1 1 0,0 0 0,24 0 0,-33-1 0,0 1 16,0 0-16,1 0 0,0 0 0,0 0 0,32 0 16,-16 1-16,1-1 0,-1 0 0,16 0 15,-26 2-15,3 0 0,-1-2 16,24 0-16,-29 3 0,1-2 0,0 1 16,-3 0-16,1 2 0,0-2 0,30-2 0,-44 4 0,1 1 15,1-2-15,42-3 0,-56 4 0,1 1 16,1-1-16,-10 0 0,2 3 0,0-3 15,62-4-15,-67 6 0,3-2 0,0 2 16,64-6-16,-59 5 0,1-1 0,1 0 16,9 0-16,2-1 0,-1 1 0,47-4 15,-43 1-15,1 2 0,1-1 0,41-2 0,-45 4 0,3-3 16,0 1-16,-7-1 0,3 1 16,-1 0-16,47-2 0,-43 2 0,-1-1 0,1 0 0,6-1 0,1 0 15,-1 0-15,37 0 0,-18 0 0,1 0 0,1 0 0,16 0 0,-34-1 0,2 1 0,-1 0 0,33 0 0,-45 0 0,0 0 0,1 0 0,0 1 16,1-1-16,1 0 0,42 0 0,-36 1 0,1-1 0,-1 1 15,36-1-15,-16 1 0,-1-1 0,1 0 0,16 0 16,-26 2-16,1 0 0,0-2 0,11 2 0,0-2 16,1 1-16,13-1 0,-4-4 0,0 1 0,0 0 15,4 3-15,-1-4 0,0 3 0,0-1 0,6-3 16,-2 1-16,0-1 0,-3 5 0,3-3 0,-1 0 16,0 1-16,-2 2 0,-11-4 0,1 3 0,1-2 15,2 2-15,2 0 0,0 0 0,5 1 16,-4-1-16,2 1 0,0 0 0,2 0 0,-1 0 0,0 0 15,0 0-15,1 0 0,0 0 0,0 0 0,0 0 0,-1 0 0,1 0 16,0 0-16,0 0 0,0 0 0,0 0 0,0 0 16,0 0-16,0 0 0,0 0 0,-10-2 0,2 2 15,-2 0-15,5-2 0,0 1 0,0 1 0,5 0 0,-2-2 16,0 2-16,0 0 0,0 0 0,2 0 16,0 0-16,-3 0 0,3 0 0,0 0 15,0 0-15,0 0 0,0 0 0,0 0 16,0 0-16,0 0 0,0 0 0,0 0 0,0 0 0,0 0 15,0 0-15,0 0 0,0 0 0,0 0 0,0 0 0,0 0 0,0 0 16,0 0-16,0 0 0,0 0 0,0 0 0,0 0 0,0 0 16,0 0-16,0 2 0,0-2 0,0 0 0,0 0 15,0 0-15,0 0 0,0 0 0,0 0 0,0 0 16,0 0-16,14-8 0,-2 1 0,3 0 0</inkml:trace>
  <inkml:trace contextRef="#ctx0" brushRef="#br0" timeOffset="90620.474">23885 15262 0,'0'0'0,"0"0"0,0 0 0,0 0 0,0 0 16,0 0 0,0 0-16,-73-10 15,73 10-15,0 0 0,0 0 0,-15-3 0,1 2 16,1-1-16,13 2 0,-22-3 0,1 1 15,-1 1-15,22 1 0,-12-3 0,1 3 0,0 0 16,-19 1-16,2 1 0,0-1 0,28-1 16,-31 2-16,1 2 15,0-2-15,-1 3 0,1-1 0,-1 0 16,31-4-16,-31 4 0,0 3 0,0-3 0,31-4 0,-33 6 0,0-2 16,0 0-16,-17 3 0,2-1 0,-1 0 0,49-6 15,-49 6-15,1-1 0,-1 1 0,4-2 0,1 0 0,1 0 16,43-4-16,-42 2 0,0 2 15,1-2-15,41-2 0,-36 1 0,2-1 16,0 0-16,-5 0 16,1 0-16,0 0 0,38 0 0,-46-1 0,1 0 15,-1 0-15,-4-3 16,0 3-16,0-1 0,-2 0 16,1-1-16,0 0 0,2-3 15,1 1-15,1 1 0,-3-2 0,1 3 0,-1-1 16,50 4-16,-53-4 0,3 0 15,-1 1-15,-18-4 0,2 3 0,-1-1 16,-4 0-16,4 1 0,-1-1 0,3 2 0,2-1 16,0 1-16,64 3 0,-58-3 15,2-1-15,-2 1 0,7 3 0,0 0 0,1 0 0,0 2 16,0-1-16,1 1 0,49-2 0,-45 3 0,3 0 0,0-1 16,-6 2-16,3-3 0,-1 2 0,-23 1 0,1-2 0,0 1 0,68-3 0,-80 3 0,0 0 0,1-1 0,7 2 0,3-4 0,0 2 0,12 0 0,1-2 0,0 0 0,56 0 15,-43 0-15,1 0 0,-1 0 0,8-4 0,1 0 0,0 0 0,3 0 0,1-1 0,0 1 0,30 4 0,-15-2 0,1 0 0,0 1 0,-14-4 0,0-1 16,0 1-16,-2-2 0,0 2 0,0 0 0,30 5 0,-29-5 0,0 0 0,0 0 15,15 3-15,0-1 0,1 1 0,-19-3 16,2-1-16,0 2 0,30 4 0,-17-3 0,1 0 0,-1 1 16,-10-2-16,0 1 0,1 0 15,11 0-15,1 3 0,-1-1 16,15 1-16,-18-3 0,0 3 16,0-1-16,9-1 0,0 1 0,0 1 0,-4 0 15,3 0-15,-1 0 0,11 0 0,-6 1 0,1-1 0,0 0 16,3 0-16,0 0 0,0 0 0,-7 3 15,1-1-15,0 0 16,8-2-16,-4 2 0,0-1 0,0 1 16,0-1-16,3-1 0,0 0 0,-1 2 0,2-2 15,0 0-15,0 0 0,-7 11 0,0 0 0,0-2 16,2-2-16,1 0 0,0-1 0,1-2 0,2-3 16,0 2-16,-2-10 0,0 0 15,0 0-15,1 3 0,1 0 0,0-1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7:11:06.85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14386 5139 0,'0'0'0,"0"0"0,0 0 15,0 0 1,0 0-16,0 0 16,0 0-16,0 0 15,0 0-15,0 0 0,0 0 0,0 0 0,0 0 16,0 0-16,0 0 0,0 0 0,0 0 15,0 0-15,0 0 0,0 0 0,-29-10 0,1 0 0,1 0 16,27 10-16,-33-4 0,2 0 16,0 1-16,16 2 0,-1-1 15,1 2-15,15 0 0,-34 3 0,0-2 16,0 2-16,34-3 16,-39 4-16,3 0 0,-1 0 0,37-4 15,-36 3-15,0 0 0,-1 0 0,37-3 16,-50 4-16,3-1 0,0-1 0,47-2 15,-51 4-15,2-1 0,-1-1 0,50-2 0,-51 1 16,2 2-16,-1-1 0,50-2 0,-45 1 0,1-1 0,1 1 0,-3 2 16,2-3-16,-1 1 0,45-1 0,-58 1 0,3-1 0,-2 1 15,-10-2-15,-1 0 0,1 1 0,67 0 0,-65-2 0,0 2 0,0-2 0,2 1 0,1 0 0,0-1 16,62 2-16,-71-1 0,-1-1 0,1 2 0,-9-1 0,2-1 0,-1 2 16,79 0-16,-83-3 0,1 3 0,0-1 0,1 0 0,0 1 0,0 0 15,81 0-15,-81 2 0,0 0 0,0-1 0,0 2 16,1 2-16,1 0 0,79-5 15,-80 7-15,1-2 0,1 1 16,78-6-16,-76 8 0,1-1 0,0 0 0</inkml:trace>
  <inkml:trace contextRef="#ctx0" brushRef="#br0" timeOffset="12067.413">4944 6817 0,'0'0'0,"0"0"0,0 0 0,0 0 16,0 0-1,0 0-15,0 0 16,0 0-16,0 0 0,0 0 16,0 0-16,0 0 0,0 0 0,0 0 0,0 0 15,0 0-15,0 0 0,0 0 0,0 0 0,-12 19 16,1 1-16,0-3 0,3-5 0,2-1 15,0-1-15,6-10 0,-14 22 32,0-3-32,2 2 0,12-21 15,-9 12-15,3 0 0,0-1 0,6-11 0,-16 27 0,3-2 0,1 0 0,2-11 16,3-1-16,1 2 0,6-15 0,-13 27 0,5-1 0,-2 2 0,10-28 16,-5 14-16,-1 1 0,1-1 0,5-14 0,-10 28 15,0 1-15,-1-3 0,11-26 0,-6 16 0,1-1 16,0 0-16,5-15 0,-14 29 15,3 0-15,0 1 0,3-13 16,1-1-16,1-1 0,6-15 16,-11 23-16,1-1 0,1 0 15,9-22-15,-6 11 0,1 0 0,-1 0 16,6-11-16,-7 17 0,0-2 0,0 0 16,7-15-16,-5 10 0,0-3 15,1 0-15,4-7 0,-1 4 0,-1-2 16,2 3-16,0-5 0,2 8 0,-2-1 15,0 2-15,0-9 0,0 5 0,0 0 0,0-1 0,1-3 16,-1 2-16,0-2 0,0-1 0,0 2 16,0-2-16,0 0 0,0 0 0,0 0 0,0 0 15,0 0-15,0 0 0,0 2 0,0-2 0,0 0 0,0 0 0,0 0 16,0 0-16,11 3 0,-2-1 0,0 0 0,-9-2 16,6 2-16,0-1 0,-1 2 0,-5-3 0,2 0 15,0 1-15,0-1 0,9 6 0,1 0 0,-2 0 0,-10-6 16,7 3-16,-1 1 0,1-1 0,-7-3 0,11 12 0,0-2 15,1 0-15,-12-10 0,6 6 16,0-1-16,0 1 0,-6-6 0,17 18 0,-3 1 16,1-1-16,-15-18 0,9 13 0,-2-5 0,2 3 0,-9-11 0,20 22 0,0-1 15,0 3 1,-20-24-16,11 12 0,0 1 0,1-1 0,-12-12 0,21 22 0,1 0 16,0 0-16,-22-22 0,13 12 0,-1 1 0,-1-2 0,-11-11 0,25 25 15,-3 0-15,0-2 0,-7-9 0,-3-1 0,1 0 0,-13-13 0,6 5 0,-3 0 0,2-1 0</inkml:trace>
  <inkml:trace contextRef="#ctx0" brushRef="#br0" timeOffset="14133.492">18187 6863 0,'0'0'0,"0"0"0,0 0 16,0 0 0,36 43-16,-14-17 15,-14-17-15,-8-9 0,0 0 0,0 0 16,1 2-16,0-2 0,0 1 0,0 1 16,-1-2-16,0 0 15,0 0-15,22 15 0,-3-1 0,1-1 16,-20-13-16,12 9 0,1-1 0,-2 0 15,-11-8-15,22 17 0,-3-3 16,1 2-16,-20-16 16,11 8-16,0 1 0,-1-1 0,7 4 0,-1 1 15,1-1-15,-17-12 16,0 0-16,9 7 0,-1-1 0,1 1 16,-9-7-16,16 17 0,1-1 15,-1 1-15,-16-17 0,11 11 16,-3-3-16,0 0 0,-8-8 0,13 14 15,0 0-15,-1 0 0,-12-14 16,8 7-16,-2 1 0,0-2 0,-6-6 0,3 4 16,-1-2-16,0 1 0,-2-3 0,7 10 0,1 0 15,-1 0-15,-7-10 0,5 7 0,-1-2 0,0 0 16,-4-5-16,1 4 0,1-2 0,-1 1 0,-1-3 0,9 9 0,-3 0 16,0 1-16,-6-10 0,4 6 0,-1-1 15,0 0-15,-3-5 0,0 0 0,4 3 0,-3 0 16,0-3-16,-1 0 0,1 2 0,-1-2 0,0 1 0,0-1 0,0 1 0,0-1 0,0 0 0,0 0 15,-7 12-15,2 2 0,0-3 0,5-11 0,-3 9 0,0-2 0,0 0 0,3-7 0,-2 4 0,1-2 0,0 2 16,1-4-16,-8 15 0,2 1 0,0-1 0,6-15 0,-5 10 0,2-2 16,0 1-16,3-9 0,0 0 0,-8 17 0,1 1 0,0 0 15,7-18-15,-4 10 0,-1-1 0,2 1 0,3-10 0,-15 21 0,3 1 16,-1 2-16,13-24 0,-7 11 0,0 1 0,0 0 0,7-12 16,-13 26-16,1 0 15,-1 0-15,13-26 16,-14 28-16,1 1 0,1-1 15,12-28-15,-16 28 0,1 0 16,1-1-16,6-13 16,1-1-16,0 1 0</inkml:trace>
  <inkml:trace contextRef="#ctx0" brushRef="#br0" timeOffset="20168.347">6220 8228 0,'59'-4'0,"31"1"16,19 0-16,16-1 16,56-3-1,100-1-15,-21 5 16,-260 3-16,0 0 0,0 0 0,0 0 16,66 3-16,0-3 0,0 1 0,-19 0 0,-3 2 15,1 0-15,-45-3 0,35 4 0,-2-1 16,0 0-16,5 1 0,0-1 15,-1-1-15,-37-2 0,52 5 0,0-3 16,0 2-16,-52-4 0,60 4 0,0 1 0,0-2 16,9 1-16,-2 0 0,0 0 0,-67-4 15,78 4-15,-3-1 0,1 1 0,0 0 0,1-1 16,-1 0-16,-76-3 0,71 3 0,-1-2 16,-1 1-16,-69-2 0,58 0 0,-2 2 0,-1-1 0,-7-2 0,2 1 0,-2 0 15,-48 0-15,47-2 0,-3 2 0,1 0 0,-2-1 0,0 1 0,1 0 0,-44 0 16,48-1-16,-1 1 0,-1 0 0,-46 0 0,50 1 0,-2-1 0,-1 0 15,4 0-15,-1 0 0,1 0 0,-51 0 0,50 0 16,-3 0-16,1 0 0,-48 0 0,38-1 0,0 1 16,0-1-16,-20-1 0,0 2 0,-1 0 0,-17 0 0,32-5 15,-2 1-15,0 1 16,-30 3-16,32-5 0,-1 1 0,0 0 0</inkml:trace>
  <inkml:trace contextRef="#ctx0" brushRef="#br0" timeOffset="21257.687">11848 8129 0,'0'0'0,"0"0"16,0 0-16,0 0 15,0 0 1,0 0-16,0 0 15,0 0-15,0 0 0,0 0 0,0 0 16,0 0-16,0 0 0,0 0 0,0 0 0,0 0 16,0 0-16,0 0 0,-9-10 0,0 0 0,1 0 15,8 10-15,-5-6 0,0-1 0,-1 2 0,6 5 16,-2-3-16,0 0 0,0 2 0,2 1 0,-2-2 0,2 2 16,0-2-16,0 2 0,19 4 0,-3 0 15,1-1-15,-17-3 0,11 2 0,0 0 0,-1 1 0,-10-3 16,23 0-16,-2 0 0,1 1 15,-22-1-15,14 0 63,-2 0-63,0 0 0,-12 0 0,34 4 0,-2-2 0,1 0 0,1 2 0,-1 0 0,0 0 0,-33-4 0,34 2 0,0 0 0,0-2 16,-34 0-16,38 2 0,-1-1 0,-1-1 0,-36 0 0,38 0 0,0 0 0,0 0 0,-38 0 0,43 0 0,-2 0 15,0 0-15,-41 0 0,46-1 0,-2 0 0,1 0 0,13 1 0,0-2 0,-1 1 0,-57 1 0,75-3 16,-1 2-16,1-1 0,-75 2 15,64-5-15,-2 1 0,0-1 0,-5 0 16,-3 2-16,1 0 0,-55 3 16,53-4-16,-2 1 0,-1 0 15,10 0-15,0 0 0,0-2 16,-60 5-16,63-3 0,-1-1 0,0 2 0,4-3 0,-1 2 16,-1-2-16,-64 5 0,67-3 0,-2 0 0,0-1 0,-65 4 15,64-1-15,0-2 0,0 1 0,-2 1 0,-1 0 0,0 1 16,-61 0-16,60 0 0,-1 0 0,0 0 0,-59 0 15,60 1-15,0-1 0,-1 0 0,3 0 0,-2 1 0,0 0 16,-60-1-16,68 1 0,0 1 0,0-1 0,9 0 0,-1 1 0,1-1 0,-77-1 0,80 2 0,0-2 16,-1 1-16,-79-1 0,74 0 0,-1 1 0,1-1 15,-6 2-15,0-2 0,0 0 0,-68 0 0,60 1 0,0 1 0,0-2 0,-10 3 16,-1-1-16,1-1 0,-50-1 0,40 3 0,1 0 0,-1 1 0,-40-4 0,36 3 16,-2 0-16,0 0 0,-34-3 0,41 5 0,-2-1 15,0-1-15,7 3 0,-2-2 0,0 1 0,-44-5 16,54 7-16,-1-3 0,0 2 0,-53-6 0,54 4 15,1-1-15,0 1 0,-9-2 0,-1 0 16,-1 0-16,-44-2 0,0 0 0,0 0 16,47-2-16,-3 0 0,1 0 15</inkml:trace>
  <inkml:trace contextRef="#ctx0" brushRef="#br0" timeOffset="27495.502">4337 9745 0,'0'0'0,"0"0"0,0 0 15,62-14-15,-25 5 16,58 8 0,6 1-16,-101 0 15,0 0-15,0 0 0,0 0 0,35 1 0,-1 1 16,-2-1-16,3-1 0,0 1 0,0-1 0,-35 0 15,57 3-15,-4-3 0,1 1 16,-54-1-16,62 2 0,-3 0 0,1 1 16,-60-3-1,62 1-15,0 0 0,0 0 0,2 3 16,-2-2-16,0 1 0,-62-3 0,71 2 0,-1 1 0,0-1 0,7 0 0,-2 2 0,1-2 16,-76-2-16,74 3 0,1-1 0,-1 0 0,-11 1 15,0-3-15,0 0 0,-63 0 0,50 0 16,-3 0-16,1 0 0,-48 0 15,0 0-15,0 0 0,0 0 0,23-2 16,-2 2-16,1-1 0</inkml:trace>
  <inkml:trace contextRef="#ctx0" brushRef="#br0" timeOffset="28371.572">11782 9626 0,'0'0'16,"0"0"-16,0 0 0,0 0 16,-72 21-1,-20 0 1,-18-8-16,110-13 0,0 0 15,0 0-15,0 0 0,-45 3 0,2 0 0,0-2 0,-13-2 16,0 1-16,0 0 0,56 0 0,-75-2 0,-1 0 16,1 1-16,75 1 0,-92-2 0,1 0 0,0 0 15,-16 0-15,2-1 16,0 0-16,105 3 16,-135 1-16,3-1 0,0 0 15,132 0-15,-144 6 0,0-3 0,1 1 16,-8 7-16,1-3 0,0 1 15,150-9-15,0 0 0,0 0 0,0 0 16,-143 12-16,2 0 0,-1 0 0</inkml:trace>
  <inkml:trace contextRef="#ctx0" brushRef="#br0" timeOffset="61254.714">7109 13344 0,'0'0'0,"0"0"0,0 0 16,0 0-16,-79-8 15,33 3 1,-56-3-16,-15-1 16,117 9-16,0 0 15,0 0-15,-46-5 0,1 2 16,-1-1-16,46 4 0,-64-5 0,1-1 15,0 2-15,-25-3 0,4-1 0,-2 2 16,86 6-16,-99-9 0,1 0 0,1 1 0,5-2 0,0 1 16,1 0-16,91 9 0,0 0 0,0 0 0,-70-10 0,2 1 0,0 0 0</inkml:trace>
  <inkml:trace contextRef="#ctx0" brushRef="#br0" timeOffset="63925.81">21516 13200 0,'0'0'0,"0"0"0,-58-11 15,23 3-15,-57-7 16,-11 6 0,-1 1-16,104 8 15,0 0-15,0 0 0,0 0 0,-39-3 0,-1 0 0,1 1 16,39 2-16,-44-2 0,1-1 0,1 1 15,-29-3-15,1 2 0,0-1 16,70 4 0,-77-3-16,-1-1 15,1 1-15,13 1 16,-1 1-16,0-1 0</inkml:trace>
  <inkml:trace contextRef="#ctx0" brushRef="#br0" timeOffset="64335.469">18911 13143 0,'0'0'0,"0"0"16,0 0-16,0 0 16,0 0-16,-79-14 15,-14 10 1,93 4-16,0 0 0,0 0 0,0 0 16,-33 2-16,0-2 0,1 0 0,32 0 15,-38 1-15,2 1 0,0 0 0,36-2 16,-44 2-16,3-1 15,0 1-15,-19 0 16,0-2-16,0 0 16,60 0-16,-66-2 0,2 1 0,0-1 0,12-3 15,1 2-15,1-1 0,50 4 0,-55-4 0,3 0 0,-1 0 0,-10-1 16,2 2-16,0-1 16,61 4-16,-74-3 0,0-1 0,-1 2 15,-10-2-15,1 2 0,-1-1 16,-3948 3-16,7975-2 0,-4031-1 0,0 0 0,89 3 0</inkml:trace>
  <inkml:trace contextRef="#ctx0" brushRef="#br0" timeOffset="97104.788">18937 15194 0,'0'0'0,"0"0"0,0 0 0,0 0 15,0 0 1,0 0-16,0 0 15,0 0-15,0 0 0,0 0 16,0 0-16,0 0 0,0 0 0,0 0 0,0 0 16,-21 2-16,3-1 0,-1 0 0,7 0 0,0-1 0,1 1 15,11-1-15,-26-2 0,1 0 16,1-1-16,9 1 0,2 1 0,-2-1 0,15 2 0,-33-1 16,-1 1-16,0 0 0,34 0 0,-38 0 0,1 0 0,1 1 15,36-1-15,-38 2 0,1-1 0,0 2 0,-2 1 0,1-1 16,0 0-16,38-3 0,-42 5 0,0-2 15,1 1-15,-14 0 0,1-1 0,1 0 16,53-3-16,-57 1 0,0 1 0,0-2 16,14-2-16,0 2 0,1-1 15,4-2-15,-1 1 0,1 0 0,38 2 0,-39-5 0,1 2 0,-1 0 16,39 3-16,-38-4 0,0-1 0,0 2 0,19 1 16,0 1-16,1-1 0,18 2 0,-45-3 0,2 2 0,2-1 0,-3 1 0,3 1 0,0 0 15,41 0-15,-38 3 0,3-3 0,0 2 0,35-2 16,-32 2-16,0 3 0,0-3 0,15-1 0,3 1 15,-1-1-15,15-1 0,-22-4 0,0 2 0,0 0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7:13:39.34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8243 7040 0,'0'0'0,"0"0"0,0 0 15,0 0-15,0 0 16,54-29-1,-23 10-15,-31 19 16,0 0-16,0 0 0,0 0 0,24 0 47,-1 0-47,0 0 16,-23 0-16,13 1 0,0 0 0,-1-1 0,-12 0 0,29 3 0,0 0 15,0-2-15,-29-1 0,34 2 0,0-2 0,0 0 0,-34 0 0,43 0 0,-1 0 0,0 0 0,13 0 0,-1-2 0,-54 2 0,54 0 0,-54 0 16,71 3-16,-2-1 0,0 1 0,14 3 0,0-2 0,-1 2 0,-82-6 0,98 6 15,-4-1-15,2 1 16,6-1-16,0-2 0,1 0 16</inkml:trace>
  <inkml:trace contextRef="#ctx0" brushRef="#br0" timeOffset="9276.849">8955 9366 0,'0'0'0,"67"6"15,60-9 1,19-7-16,-8 1 0,-1 0 15,-2 4 1,-135 5 0,0 0-16,0 0 0,0 0 0,44-1 0,-2-1 0,0 1 15,-42 1-15,51-3 16,-1 0-16,1 3 0,7-4 0,-2 1 16,0 2-16,-56 1 0,59-5 15,-2 3-15,-1-2 0,2 1 0,0 0 16,-1 1-16,-57 2 15,71-5-15,1 1 0,-1 0 16,-71 4-16,79-5 0,-2 0 16,1 1-16,0 0 0,0-1 0,-1 2 0,-77 3 0,73-4 0,-2 1 15,0 0-15,-9 2 0,-2 1 0,0-2 0,-60 2 0,58 2 0,-2-2 0,0 0 0,-3 1 0,-1-1 0,0 1 0,-52-1 16,61 2-16,-1 1 0,0-2 0,3 3 0,0-2 0,-1 0 0,-62-2 0,65 4 0,-3-1 0,0 0 0,-62-3 0,61 4 0,-2-1 0,0 0 0,-59-3 16,65 4-16,-1 0 0,0 0 0,11 0 0,1 0 0,-1-1 15,-75-3-15,86 5 0,-2 0 0,-1-1 16,0 2-16,0-2 15,0 0-15,-8 0 16,0-1-16,0 1 0,-75-4 0,70 2 0,-2-1 0,1 0 16,-8 1-16,-2-2 0,1 1 0,-60-1 0,58 1 15,-1-1-15,0 0 0,4 1 0,-2-1 0,0 1 16,-59-1-16,68 1 0,-2-1 0,0 0 0,7 2 0,-2-2 16,0 1-16,-71-1 0,73 2 0,-3 0 0,0-1 0,8 1 15,-2-2-15,1 1 16,-77-1-16,71 2 0,-1-1 15,1 1-15,-17-2 0,0 0 0,0 0 16,-54 0-16,43 0 0,1-2 0,-1 2 16,-7-2-16,0 1 15,1 0-15,-37 1 0,36-2 0,0 1 0,0-1 0,-18 2 0,-1-1 0,1-1 16,-18 2-16,35-2 0,-1 1 0,0 0 0,-34 1 0,20-1 0,-2 0 0,1 0 0,7-1 0,0 1 0,0 0 0</inkml:trace>
  <inkml:trace contextRef="#ctx0" brushRef="#br0" timeOffset="19892.75">3159 11531 0,'0'0'0,"0"0"0,0 0 16,60 18-16,-24-6 15,19-1 1,-26-5 0,-29-6-16,0 0 0,0 0 0,25 3 0,-3-2 0,1 0 15,-23-1-15,13 1 0,0 1 16,-1-2-16,-12 0 0,32 1 0,-1 1 15,0-1-15,-13-1 0,0 1 16,-1 1-16,-17-2 0,7 0 0,-1 0 0,0 0 0,-2 0 0,-2 0 0,0 0 0,-1 0 0,-1 0 0,0 0 16,0 0-16,61 4 0,-1 0 0,1-1 0,17 2 15,-1 0-15,1-1 0,-78-4 0,73 4 0,-3 2 0,0-1 16,-70-5-16,58 4 0,-2 0 0,0-1 0,-56-3 16,45 3-16,-1 0 0,-1-2 0,0 3 0,0-1 15,-1 0-15,-42-3 0,47 4 0,-2-1 16,1-1-16,-46-2 0,42 3 0,-1-1 15,1 1-15,-42-3 0,21 2 16,-1-1-16,0 1 0,-20-2 16,22-2-16,-1 2 0,0 0 15,-21 0-15,12-1 0,-2 1 0,1 0 16,-11 0-16,5-2 0,-2 2 0,0 0 0,0 0 0,-2 0 0,0 0 0,-1 0 16,-3-6-16,0 0 0,0-1 0,3 7 0,-3-3 0,2 0 15,0 0-15,1 3 0,-2-3 0,2 2 0,0-1 0,-1 1 0,1 1 16,0 0-16,0 0 0,-1 0 0,1 0 0,0 0 0,0 0 0,0 0 0,0 0 0,0 0 0,0 0 15,0 0-15,0 0 0,0 0 0,0 0 0,0 0 16,0 0-16,0 0 0,0 0 0,0 0 16,0 0-16,0 0 0,0 0 0,0 0 15</inkml:trace>
  <inkml:trace contextRef="#ctx0" brushRef="#br0" timeOffset="20484.291">5844 11539 0,'0'0'0,"0"0"0,0 0 0,0 0 15,0 0 1,0 0-16,0 0 16,0 0-16,0 0 0,0 0 0,0 0 15,0 0-15,0 0 0,0 0 0,29 0 0,-3-2 16,2 0-16,-5 0 0,-1 2 47,0-1-47,-22 1 0,18-1 0,-1-1 0,-1 1 15,-1-1-15,-1 2 0,1 0 0,-15 0 0,12 3 0,2-1 0,-14-2 0,11 2 0,2-2 0,1 0 0,-1 1 0,-13-1 0,16-1 0,-3 0 0,1 1 16</inkml:trace>
  <inkml:trace contextRef="#ctx0" brushRef="#br0" timeOffset="21593.832">7109 11559 0,'0'0'0,"0"0"0,0 0 16,0 0-16,0 0 15,0 0-15,0 0 16,0 0-16,0 0 0,0 0 15,0 0-15,0 0 0,0 0 0,0 0 0,0 0 0,0 0 16,0 0-16,5-9 0,-2 2 0,0-1 0,-3 8 16,4-6-16,0 0 0,-1 1 0,1 3 15,0 0-15,0 2 0,-4 0 0,5 0 0,0 0 16,1 0-16,1 1 0,-2-1 0,0 0 0,-5 0 0,7-1 0,1 1 16,-1 0-16,2 0 0,0 0 15,1 0-15,-10 0 0,0 0 0,12-2 0,0 2 0,-12 0 0,11 0 0,2 2 16,-1-2-16,-1 0 0,-11 0 0,13 0 0,0 0 15,-1 0-15,0 0 0,-2 0 0,2 0 16,-12 0-16,17-2 0,-2 1 0,1-1 0,2 2 16,-2 0-16,1 0 0,-17 0 0,18 3 15,0-3-15,-1 2 0,2-2 0,-3 1 0,-4033 1 0,8050-2 16,-4011-2-16,-4 2 0,1 0 16,2-1-16,-3 1 0,1-2 0,-19 2 0,20-2 0,-1 1 15,0 1-15,1 0 0,-1 0 0,0 0 0,2 3 16,-1-1-16,-2-2 0,-18 0 0,24 2 0,-2 0 0,0 1 0,0-2 0,0 0 0,0 1 15,-22-2-15,23-2 0,-1 1 0,1 1 0,2 1 0,-2-1 16,-1 0-16,-7 1 0,-1 0 0,1-1 0,-15 0 16,25 3-16,-2-2 0,1 1 0,4-1 0,0 0 15,0 1-15,-28-2 0,27 2 0,-1 0 0,-1-2 0,-25 0 16,25 1-16,0 0 0,0 0 0,2 1 0,-2 1 16,1-1-16,-26-2 0,29 2 0,-2-2 0,0 2 0,0 1 15,0-1-15,0-1 0,-27-1 0,26 2 0,1-2 16,0 1-16,0 1 0,-1-1 15,0 0-15,-26-1 0,28 2 0,-1 1 0,-1-2 0,-26-1 16,29 1-16,0 0 0,0 0 0,2 0 0,-2-1 16,0 0-16,-29 0 0,30-1 0,-2 1 0,0 0 0,1 1 15,-1-1-15,0 0 0,-28 0 0,39 3 0,-2-1 0,-1 0 16,-36-2-16,46 1 0,-3 1 0,1-1 16,-4 1-16,-2-2 0,0 1 0,-38-1 15,36 3-15,-2-3 0,0 1 16,-34-1-16,36 2 0,0-1 15,0-1-15,-36 0 0,43 4 0,-2-2 16,-1-1-16,-40-1 16,44 3-16,-4-1 0,0 1 15,-40-3-15,38 2 0,-2 2 16,0-2-16,-36-2 16,30 2-16,-1-1 0,2 2 15,-31-3-15,27 0 0,0 0 0,-1 0 0,-26 0 16,26 2-16,-1-1 0,0 1 15,-25-2-15,24 0 0,-2 0 16,1 0-16,-23 0 0,29 2 0,0-2 16,0 0-16,1 0 0,-1 0 15,0 0-15,-29 0 0,30 0 0,-1 0 0,0 0 0,-29 0 16,28 1-16,-1-1 0,1 1 16,-28-1-16,23 2 0,-2-2 0,-1 2 15,0-1-15,-2 0 0,-1-1 0,-17 0 0,10 2 0,-1-2 16,0 0-16,1 1 0,1-1 0,-1 1 0,-10-1 0,16 2 0,0-2 0,0 1 0,4 1 0,-1-1 0,0-1 0,-19 0 0,17 2 0,3-2 0,-2 2 0,1-1 0,0-1 15,-1 0-15,-18 0 0,18-5 0,-3 4 0,1-2 0,-16 3 0,14-6 0,1-1 0,-2 1 0</inkml:trace>
  <inkml:trace contextRef="#ctx0" brushRef="#br0" timeOffset="24402.708">3737 12414 0,'0'0'0,"0"0"15,0 0-15,0 0 16,56 11-1,-22-3-15,21-6 16,-55-2-16,0 0 16,0 0-16,0 0 0,0 0 0,12 0 0,-3 0 0,0 0 15,-9 0-15,21-1 0,1 0 0,-2 1 0,-20 0 0,12-2 0,-1 2 16,0 0-16,-11 0 0,26-2 0,-1 1 16,0 1-16,-11 0 0,0 0 0,-1 0 15,-13 0-15,27 1 0,-2-1 0,0 0 16,-25 0-16,15 1 0,-1 0 0,-1-1 0,-13 0 15,30 0-15,0 0 16,0 0-16,-13 0 16,0 0-16,-2 0 15,-15 0-15,44 2 0,-2-1 16,1 0-16,-43-1 0,42 2 0,0-2 0,1 2 0,-8-1 0,-1 0 16,1 2-16,-35-3 15,17 0-15,-2 0 0,1 1 0,-16-1 16,21 4-16,0 0 0,0-1 0,-21-3 15,11 3-15,1-2 0,-2 1 0,-10-2 0,31 4 0,-1 1 16,1 0-16,-16-3 0,3 1 0,-2-1 0,-16-2 16,37 3-16,-3 1 0,0-1 0,-34-3 0,18 4 0,2-4 0,-2 3 0,-18-3 0,33 3 0,-2-2 0,0 2 15,-31-3-15,17 1 0,0-1 0,-1 1 0,-16-1 0,38 3 0,-1-1 0,0 0 0,-37-2 0,36 2 0,-2 1 0,0-2 16,-16-1-16,-3 1 0,1 0 0,-16-1 0,6 1 0,1-1 0,0 0 0,-4 1 0,-2-1 0,0 0 0,-1 0 0,10-4 16,0 3-16,1-2 0,-11 3 0,6-2 0,0 1 15,1 0-15,-7 1 0,2 0 0,1 0 16,-1 0-16,-2 0 0,1 0 0,0 0 0,-1 0 0,0 0 15,13-3-15,-3 1 0,2 1 0,-7 1 16,1-1-16,0 1 0,-6 0 0,3-1 0,1 1 0,-2 0 16,0 0-16,-2 0 0,0 0 0,1 0 0,-1 0 0,0 0 15,0 0-15,0 0 0,0 0 0,0 0 0,0 0 16,0 0-16</inkml:trace>
  <inkml:trace contextRef="#ctx0" brushRef="#br0" timeOffset="24936.973">6566 12356 0,'0'0'0,"0"0"16,0 0-16,0 0 15,0 0-15,0 0 16,0 0 0,0 0-16,0 0 0,0 0 0,0 0 0,0 0 15,0 0-15,0 0 0,0 0 0,0 0 0,0 0 16,23 3-16,0 0 0,0 0 0,0 0 0,-1 0 16,0 0-16,-22-3 0,18 4 15,1-1-15,0 0 0,0 0 16,-1-3-16,-1 2 0,-17-2 15,19 2-15,0 1 0,-1-1 0,2-1 0,-3-1 16,1 1-16,-18-1 0,16 4 0,1-3 0,0 2 0,-17-3 16,17 2-16,-1 1 0,-1 0 15,2 1-15,-2-2 0,1 0 0,-16-2 16,14 0-16,1 0 0,-1 0 16,-4-1-16,-1 1 0,-1 0 0</inkml:trace>
  <inkml:trace contextRef="#ctx0" brushRef="#br0" timeOffset="26242.618">7753 12395 0,'0'0'0,"0"0"0,0 0 15,0 0-15,0 0 16,0 0-16,0 0 16,0 0-16,0 0 0,0 0 15,0 0-15,0 0 0,0 0 0,0 0 0,0 0 16,0 0-16,0 0 0,-9-4 0,1 2 0,1 0 0,7 2 16,-5-3-16,0 2 0,0 0 0,5 1 0,-2-1 15,-1 1-15,1-1 0,0 2 0,2-1 0,0 0 16,0 0-16,-1 0 0,1 0 0,0 0 0,0 1 15,0-1-15,0 0 0,0 0 0,0 0 0,0 0 16,0 0-16,0 1 0,0 0 0,0-1 0,0 0 0,1 3 16,-1-3-16,0 2 0,0-2 0,0 0 0,0 0 15,0 0-15,2 2 0,0 0 0,1 0 0,1 1 16,0 1-16,0-2 0,-4-2 0,5 4 0,-3-2 16,2 0-16,-1 0 0,-1-1 0,1-1 0,-2 1 15,0-1-15,0 2 0,7-1 0,0 1 0,0-1 16,-8-1-16,13 2 0,-1-1 0,0-1 0,2 3 15,-2-3-15,1 0 0,-13 0 0,14 3 16,0-1-16,-1-1 0,-13-1 0,0 0 0,15 2 0,-1-2 0,1 1 0,1 1 16,1-2-16,-1 1 0,-16-1 15,18 3-15,-1-3 0,0 1 0,0-2 0,2 1 16,-1 0-16,-18 0 0,19 1 0,1-1 16,0 1-16,0 0 0,0-1 0,0 0 15,-20 0-15,22-2 0,-1 2 0,0-1 16,2 2-16,0-1 15,0 0-15,-23 0 16,24 0-16,-1 0 0,1 0 0,3 1 16,-2 0-16,0-1 15,-25 0-15,27 1 0,-2 1 0,1-1 0,4 1 0,-1-2 16,0 0-16,-29 0 0,30-2 0,-1 1 0,0-1 0,-1 1 16,1-1-16,-1 2 0,-28 0 15,29-1-15,-3-1 0,1 2 0,1-2 0,0 2 16,0-2-16,-28 2 15,30-2-15,-2 0 0,0 0 16,-28 2-16,30 0 0,0 0 16,0 0-16,3 0 0,-1 0 15,0 0-15,-32 0 16,35 0-16,-2-1 0,0 0 16,-33 1-16,46-1 15,-2 1-15,1-1 16,7-1-16,0 2 15,0 0-15,-52 0 16,48 2-16,-1-1 0,-1-1 0,-11 1 0,-2 1 16,1 0-16,-34-2 0,31 3 15,-3 0-15,1-2 0,-29-1 16,33 3-16,-1-1 0,-1 0 16,-31-2-16,35 3 15,-1-1-15,0-1 0,-34-1 0,44 3 16,1 0-16,-1-1 0,-44-2 15,52 4-15,-1-1 0,-1 0 16,-50-3-16,47 3 0,-1 0 0,1 0 16,-47-3-16,40 3 0,2-1 0,0 0 15,-4 1 1,-1-2-16,2 1 16,-39-2-16,37 2 0,-3 0 0,0-2 15,-34 0-15,32 2 0,0-1 0,0 0 16,-32-1-16,33 1 0,-1 0 0,0 0 15,-32-1-15,37 3 0,-1-2 0,1 0 0,-37-1 0,38 2 0,-2-1 0,0 1 0,0-1 0,-1 0 0,-1 1 0,-34-2 16,31 4-16,-1-3 0,0 2 0,-30-3 0,26 3 0,1 0 0,0-1 0,-27-2 0,25 3 0,0-1 0,0-2 0,-25 0 0,6-3 0,-2 1 0,0 1 0</inkml:trace>
  <inkml:trace contextRef="#ctx0" brushRef="#br0" timeOffset="50704.636">15745 15719 0,'0'0'0,"0"0"0,0 0 0,0 0 15,0 0-15,0 0 16,0 0-16,0 0 16,0 0-16,0 0 15,0 0-15,0 0 0,0 0 0,0 0 0,0 0 16,0 0-16,0 0 0,0 0 0,-22 4 0,0-2 15,0 2-15,22-4 0,-13 1 0,0 2 0,1-1 0,-12 0 47,1 1-47,1 0 0,22-3 0,0 0 0,-14 0 0,3 1 0,0 0 0,-21 1 16,2-1-16,0 0 0,30-1 0,-33 1 0,2 1 0,-1-2 0,32 0 0,-31 2 0,2-2 16,-1 1-16,-12-1 15,1 1-15,0-1 0,41 0 16,-49 3-16,1-3 0,1 2 0,-6-1 0,2 1 15,1 0-15,50-2 0,-63 2 0,1 0 0,0 0 0,62-2 16,-62 2-16,0-2 0,0 0 16,6 1-16,1 0 15,0 0-15,55-1 16,-55 0-16,1 2 0,0-2 16,-2 1-16,0-1 15,1 0-15,-1-1 0,2-1 16,0 2-16,2-3 15,1 3-15,0 0 0,51 0 16,-48-2-16,-1 1 0,1-1 16,-7-1-16,0 3 0,0-1 15,-3 0-15,2 0 0,-1 0 0,3 2 16,0-1-16,0 0 16,54 0-16,-47 3 0,0-1 0,1-1 0,4 3 15,1-1-15,1 0 0,2 4 0,1-2 0,1 2 0,-1-1 16,1 1-16,0-2 0,36-5 0,-46 8 0,2-2 0,-1 1 15,-14 2-15,2-1 0,-1-1 0,-13 0 0,1 0 0,0-1 0,2 2 16,0-1-16,1-1 0,7-2 0,0 1 0,0 0 0,9-2 0,0 1 0,0-1 0,51-3 0,-50 3 0,0-2 0,1 0 0,-10 1 0,2 0 0,0 0 0,-6-1 0,1 0 16,0 0-16,2-1 0,-1 0 0,2 0 0,1-1 0,2 0 0,1 0 0,55 1 0,-57 0 0,0-1 0,0 1 0,-9-2 0,2 2 0,0 0 0,-1-1 0,1-1 0,-1 1 0,9 0 0,0-1 0,0 1 15,2-2-15,3 0 0,-1 1 0,52 2 0,-55-3 0,0 0 0,1 2 0,1-1 0,0 1 0,0-1 0,2 1 0,1 1 0,1-1 0,49 1 0,-51 0 16,2-2-16,1 2 0,-8 0 0,1-1 0,0 1 0,8-3 16,0 3-16,1 0 0,46 0 0,-37-2 0,0 2 15,1-1-15,19-1 0,1 2 0,1 0 0,-9-3 16,0 0-16,0 2 0,24 1 0,-12-2 0,0 2 15,-1-1-15,-5-1 0,1 0 0,0 0 0,7 0 0,2 1 16,0 0-16,-15-1 0,0 1 0,0 0 16,23 1-16,-13-1 0,1 0 0,-1 1 0,-4-1 0,0 0 15,0 1-15,8 0 0,0 0 0,0 0 0,4-2 16,2 2-16,0 0 0,2 0 0,0 0 0,0 0 0,0 0 16,1 0-16,0 0 0,0 0 0,0 0 0,0 0 15,0 0-15,0 0 0,0 0 0,0 0 0,0 0 16,0 0-16,0 0 0,0 0 0,0 0 0,-8-1 15,1 1-15,-1-1 0,4-1 0,0 2 0,0-1 0,1 1 16,2-2-16,0 2 0,-1 0 0,2 0 16,0 0-16,-2 0 0,2 0 0,0 0 0,0 0 0,0 0 15,0 0-15,0 0 0,0 0 0,0 0 0,0 0 16,0 0-16,0 0 0,0 0 0,0 0 0,0 0 16,0 0-16,0 0 0,0 0 0,0 0 0,0 0 15,0 0-15,0 0 0,0 0 0,0 0 0,0 0 0,0 0 16,0 0-16,0 0 0,0 0 0,0 0 15,0 0-15,0 0 0,0 0 0,0 0 0,0 0 0,0 0 16,0 0-16,0 0 0,0 0 0,0 0 0,0 0 16,0 0-16,0 0 0,0 0 0,0 0 0,0 0 0,0 0 15,0 0-15,0 0 0,0 0 0,0 0 0,0 0 16,0 0-16,0 0 0,0 0 0,0 0 0,0 0 16,0 0-16,0 0 0,0 0 0,0 0 0,0 0 15,0 0-15,0 0 0,0 0 0,0 0 0,0 0 0,0 0 16,0 0-16,0 0 0,0 0 0,0 0 0,0 0 15,0 0-15,0 0 0,0 0 0,0 0 16,0 0-16,0 0 0,0 0 0,0 0 0,0 0 0,0 0 16,0 0-16,0 0 0,0 0 0,0 0 15,0 0-15,0 0 0,0 0 0,0 0 16,0 0-16,0 0 0,0 0 0,0 0 0,0 0 0,2-1 16,-2 0-16,0 1 0,0 0 0,0 0 0,0 0 0,0-2 15,0 2-15,0 0 0,0 0 16,0 0-16,0 0 0,0 0 0,0 0 0,0 0 15,0 0-15,0 0 0,0 0 0,0 0 0,0 0 0,0 0 0,0 0 16,0 0-16,0 0 0,0 0 0,0 0 0,0 0 0,0 0 16,0 0-16,0 0 0,0 0 0,0 0 0,0 0 15,0 0-15,0 0 0,0 0 0,-2-3 0,2 2 0,0-1 16,0-1-16,0 3 0,0-1 0,0-1 0,0 2 16,0-1-16,0-7 0,0 2 0,0-1 15,0 3-15,0 0 0,0 0 0,6-6 16,-1 1-16,0-1 0</inkml:trace>
  <inkml:trace contextRef="#ctx0" brushRef="#br0" timeOffset="53476.018">2930 16785 0,'0'0'0,"0"0"0,0 0 0,0 0 16,0 0-16,0 0 16,0 0-16,0 0 15,0 0-15,0 0 0,0 0 0,0 0 0,0 0 16,0 0-16,0 0 0,0 0 0,0 0 0,17 11 16,-3-1-16,1 1 0,-15-11 0,11 7 15,-3-1-15,1 1 0,8 0 78,-2 1-78,0-1 0,-15-7 0,0 0 0,8 5 0,1-1 0,-1-1 0,15-2 0,-2 0 16,1-1-16,-8 1 0,-2-1 0,1 0 0,-13 0 0,28-1 0,-1 0 0,0 0 0,-11 0 0,-2 1 16,1 0-16,-15 0 0,37-3 0,0-1 0,0 2 0,-1-1 0,3 0 0,-2 2 0,0 1 0,-2-2 15,1 1-15,-36 1 0,38 3 0,-1-3 0,0 0 0,2 0 0,-4 1 0,4-1 16,-39 0-16,40 1 0,-1 1 15,0-1-15,2 2 0,-3-1 16,0 1-16,2 1 16,-1-1-16,0 2 0,-39-5 0,40 4 15,-1-1-15,-1 1 0,10-1 0,0 2 0,0-1 16,-48-4-16,51 4 0,-1-1 0,0 0 0,-6 2 0,-2-2 16,1 0-16,-23-1 0,0-1 0,0 0 0,-20-1 0,32 3 0,-1-2 0,0 2 15,-14-1-15,0-1 0,-1 0 0,-16-1 0,31 3 0,-1-1 0,0 0 0,-12 1 16,-2-3-16,-1 1 0,11 1 0,-3-1 0,1-1 0,-24 0 0,15 2 0,-3-2 0,1 0 0,-13-6 0,0-1 0,0 0 0,0 7 0,-2-4 0,2 1 0,0-1 0,-2 2 15,2 0-15,0 1 0</inkml:trace>
  <inkml:trace contextRef="#ctx0" brushRef="#br0" timeOffset="67108.719">15665 15917 0,'0'0'0,"0"0"0,0 0 0,0 0 16,0 0-16,0 0 16,0 0-1,0 0-15,0 0 0,0 0 0,0 0 16,0 0-16,0 0 0,0 0 0,0 0 0,0 0 0,0 0 16,0 0-16,-3 1 0,0 1 0,-1-1 0,4-1 15,-3 1-15,2 0 0,0-1 0,-10-2 0,1-1 16,-1 2-16,4-1 0,1 1 0,0-1 0,6 2 15,-19-3-15,1-1 0,1 1 0,17 3 0,-11-3 16,0 2-16,1-1 0,-14-1 0,2 1 16,1-1-16,21 3 0,-14-1 0,3 0 15,-1 1-15,-14-3 0,-1 0 16,-1 2-16,28 1 0,-15-3 0,1 1 16,-1 1-16,-16-3 0,1 2 0,0-2 0,30 4 15,-32-4-15,0 1 0,0 1 0,32 2 0,-30-6 0,0 4 0,0-1 0,-15-3 16,1 2-16,-1 0 0,45 4 0,-44-6 0,0 1 0,1-1 0,1 2 0,3 0 15,0-1-15,39 5 0,-38-3 0,1 0 0,0 0 0,37 3 16,-34-3-16,0 2 0,0-1 0,16 1 0,3 1 16,-1-2-16,16 2 0,-36 2 0,2-2 0,0 1 0,34-1 15,-41 2-15,1-1 0,1 1 0,-4-1 0,1 0 16,1-1-16,41 0 0,-45 2 0,1 0 0,1-1 16,43-1-16,-46 2 0,3-1 0,-1 2 15,-9 0-15,0 0 0,0 0 0,53-3 16,-59 4-16,0-3 0,1 2 0,-8 1 15,1-1-15,0 0 0,65-3 16,-65 2-16,2 1 0,0 0 0,63-3 0,-62 4 0,2 1 16,0-2-16,9 2 0,1-3 0,-1 1 0,51-3 0,-42 4 0,1 0 15,1 0-15,2 0 0,2 0 0,0 0 0,36-4 0,-42 4 0,3 1 16,0-1-16,39-4 16,-49 5-16,2-1 0,-1 1 0,-14 2 0,1-1 15,0 0-15,61-6 0,-67 8 0,0-1 16,-1 1-16,1-2 0,0 1 0,0 1 0,-1-1 15,2-1-15,-1 1 0,67-7 0,-64 7 0,0-1 0,0 0 16,9-1-16,1 1 0,-1-2 0,8 0 0,1 2 0,-1-1 0,47-5 16,-40 3-16,2 0 0,-1-2 0,21 2 0,0-3 0,1 0 0,-12 0 0,1 0 0,0 0 15,11 0-15,3 0 0,0 0 0,14 0 0,-26 0 16,2-3-16,0 2 0,-4 0 0,1 0 0,0 1 16,-5-2-16,2 1 0,1 1 0,-10 0 0,0 0 0,2 0 15,0 0-15,0 0 0,1 0 0,18 0 0,1 0 16,1 0-16,16 0 0,-35 1 15,3 0-15,0 0 0,14-1 0,1 0 0,1 0 0,-15 2 0,1-1 16,0 2-16,13-3 0,1 2 16,-1-1-16,-12 2 0,2-1 0,0-1 0,27-1 15,-33 2-15,2 0 0,0 1 16,-4-1-16,1 0 0,0-1 0,-2 1 0,1 0 0,-2-2 0,3 2 16,0-2-16,0 0 0,2-2 0,0 0 15,0 0-15,32 2 0,-32-2 0,0-1 0,0 3 16,0-4-16,1 2 15,0 0-15,15-2 0,2 4 16,-1-1-16,-18-2 0,1 1 0,0 0 0,32 2 16,-18-1-16,0 0 0,-1 1 0,-10-3 0,-2 0 0,0 0 15,13 1-15,1 0 0,1 0 0,-11 0 0,0-1 0,0 0 16,12 1-16,1-1 0,0 2 0,14 1 0,-20-3 0,0 1 0,-1 1 0,9 0 16,2 0-16,0 1 0,-7-3 0,1 2 0,-1 0 0,8-1 0,1 0 0,-1 1 0,9 1 0,-4-1 0,1 1 15,0 0-15,2 0 0,0 0 0,0 0 0,-2 0 16,3 0-16,0 0 0,0 0 0,0 0 0,0 0 15,-9-3-15,0 1 0,1-1 0,2 1 0,1 1 16,-1 0-16,4 0 0,0 1 0,0 0 0,-1-1 0,3 1 16,0-1-16,0 1 0,0 0 0,0 0 15,0 0-15,0 0 0,0 0 0,0 0 0,0 0 0,0 0 16,0 0-16,0 0 0,0 0 0,0 0 0,0 0 16,0 0-16,0 0 0,0 0 0,0 0 0,0 0 0,0 0 15,0 0-15,0 0 0,0 0 0,0 0 16,2-2-16,-2 2 0,0 0 0,1 0 0,-1 0 0,0 0 15,7-8-15,0 2 0,-1-2 0,-1 4 0,-2 0 16,0 0-16</inkml:trace>
  <inkml:trace contextRef="#ctx0" brushRef="#br0" timeOffset="68599.799">15652 15847 0,'0'0'0,"0"0"0,0 0 0,0 0 16,0 0-16,0 0 16,0 0-16,0 0 15,0 0-15,0 0 0,0 0 0,0 0 16,0 0-16,0 0 0,-17-7 0,-1 1 15,1 1-15,17 5 0,-11-6 0,1 3 0,0-1 16,10 4-16,-23-4 125,1 0-125,0 0 0,10 1 0,1 0 0,-1 1 0,12 2 0,-30-3 0,1 1 0,1 0 0,28 2 0,-18-3 0,1 2 0,0 0 0,-17 0 16,0 1-16,0-2 0,34 2 0,-38-1 0,3 0 0,0 1 0,-1-2 0,2 2 0,0-1 0,34 1 0,-38-2 0,2 1 0,0-1 0,-3-1 0,2 0 15,-1 0-15,38 3 0,-40-2 0,1 1 0,0-2 0,-11 1 0,2-2 0,1 0 0,-17 1 0,0-3 16,0 3-16,64 3 0,-63-5 0,-1 1 0,1 0 0,10 1 0,1 0 0,0 0 0,6 2 0,-1-1 0,1-1 0,4 3 0,1 0 0,0 0 16,-4 0-16,5 0 0,-1 0 0,41 0 0,-55 2 0,0-1 0,0 0 15,-12-1-15,0 1 0,0-1 0,-9 1 16,2 1-16,0-1 0,74-1 15,-73 1-15,5 1 0,-1-1 0,10 2 16,0-2-16,0 1 0,9 2 0,2-2 16,-1 2-16,49-4 0,-43 5 0,1-1 0,1 1 15,20-2-15,3-1 0,-1 0 0,-15 10 0,1-1 16,0-1-16,-11-1 0,0-1 0,0 2 0,44-10 0,-68 13 0,2-4 0,0 2 16,-8-1-16,-1 0 0,1 0 0,2-1 0,0 1 0,1-2 0,-6 3 0,4-1 0,-1 0 0,2-1 15,2-1-15,0 0 0,70-8 0,-64 6 0,2 0 0,0 1 0,8-3 0,0 0 16,0 0-16,7 0 0,-1-2 0,1 1 0,5-1 0,2-1 0,0 0 15,40-1-15,-37 0 0,2 0 0,-1 2 0,-1-2 16,2 0-16,-1 0 0,-3-2 0,1 2 0,1 0 16,1-2-16,0 0 0,0-1 0,36 3 0,-18-1 15,1 0-15,-1 0 0,-15-2 0,0 0 0,0 1 16,-7-1-16,2 1 0,0 0 0,0 1 0,-1 0 16,1-1-16,0 1 0,1-1 0,0 1 0,37 1 15,-38 0-15,2-3 0,0 1 0,2-1 0,0 1 16,0 1-16,2-5 0,2 4 0,0-2 0,14 2 15,2 0-15,-1-1 0,15 3 0,-33-3 0,2-1 0,0-1 16,14 3-16,-1 0 0,0-1 0,-14 0 16,2-1-16,0 0 0,13 3 0,1-1 0,1 0 15,15 2-15,-28-3 0,2 0 0,0 0 0,12 2 0,-1-1 0,1 1 16,-8-2-16,0 1 0,1-1 0,9 2 0,1 1 16,0-2-16,11 2 0,-19-1 0,2-1 0,-1 0 0,8 2 15,0-2-15,1 2 0,-8-2 0,2 1 0,-1 0 16,16 1-16,-9-1 0,1 1 0,0 0 0,-7-3 15,1 1-15,1 0 0,4 0 0,2 1 0,-1 1 16,-7-3-16,4-1 0,-2 1 0,13 3 0,-7-3 16,0 2-16,0-1 0,-7-2 0,3 0 0,-1 1 0,5 1 15,1 0-15,0 1 0,-4-5 0,1 2 0,0-1 16,9 5-16,-5-3 0,-1 0 0,1 0 16,3 2-16,0 1 0,0-1 0,-6-7 0,0-1 15,-1 2-15,9 7 0,-6-5 0,2 1 0,0-1 0,1 3 16,2 0-16,0 1 0,-5-12 0,1 2 0,0-1 15,2 5-15,0 1 0,0-1 0</inkml:trace>
  <inkml:trace contextRef="#ctx0" brushRef="#br0" timeOffset="73199.827">7333 15061 0,'0'0'0,"0"0"0,0 0 16,0 0-16,0 0 16,0 0-16,0 0 15,0 0-15</inkml:trace>
  <inkml:trace contextRef="#ctx0" brushRef="#br0" timeOffset="79475.265">7679 14881 0,'0'0'0,"0"0"0,0 0 0,0 0 15,0 0-15,0 0 16,0 0 0,0 0-16,0 0 0,0 0 0,0 0 0,0 0 15,0 0-15,-13 13 0,1 1 0,-1-2 0,13-12 0,-9 7 16,1 1-16,1 0 0,-2 17 0,-1 0 16,2 0-16,8-25 0,-9 29 0,0-1 0,2 1 0,7-29 15,-6 29-15,-1 2 0,1-1 0,6-30 0,-3 31 16,1 1-16,0-2 0,1-13 0,0-3 0,0 2 15,7 7-15,-2-1 0,0 1 0</inkml:trace>
  <inkml:trace contextRef="#ctx0" brushRef="#br0" timeOffset="80577.572">15583 14791 0,'0'0'0,"0"0"0,0 0 0,57-2 15,-23 0-15,7 4 16,-21-1 0,-20-1-16,0 0 0,0 0 0,4 0 0,-2 0 15,0 0-15,-2 0 0,8 9 0,-2 0 0,0-1 16,-1-1-16,-2-1 0,0-1 0,-3-5 0,2 26 16,-2 0-16,0-2 0,0-24 0,-4 31 0,1 1 15,0 0-15,3-32 0,-4 31 0,0 1 0,0-1 16,-2-1-16,1-2 0,0 0 0</inkml:trace>
  <inkml:trace contextRef="#ctx0" brushRef="#br0" timeOffset="-23115.709">7775 11503 0,'0'0'0,"0"0"15,0 0-15,0 0 16,0 0-16,0 0 15,0 0-15,0 0 16,0 0-16,0 0 0,0 0 16,0 0-16,0 0 0,0 0 0</inkml:trace>
  <inkml:trace contextRef="#ctx0" brushRef="#br0" timeOffset="-20804.489">3978 12540 0,'0'0'0,"0"0"0,0 0 16,54 6-16,-21-3 16,18-21-1,-23 5-15,-28 13 0,0 0 0,0 0 16,0 0-16,23-4 0,-1 0 0,0 1 0,-22 3 16,12-4-16,1 3 0,-1-1 0,-12 2 0,29-4 15,0-1-15,0 1 0,-29 4 0,35-3 0,-2 1 16,0-2-16,-33 4 0,34 0 0,-2 0 0,0-1 15,-32 1-15,34-1 0,-1 0 0,-1 1 0,1-1 16,-1 1-16,-1-2 0,-31 2 0,36 3 0,-4-3 0,1 1 16,-33-1-16,32 2 0,-2 1 0,0-1 15,-30-2-15,15 2 0,0-1 0,-1 0 0,18-4 0,0 2 16,1 0-16,-33 1 16,0 0-16,17-2 0,1 0 0,-1 2 15</inkml:trace>
  <inkml:trace contextRef="#ctx0" brushRef="#br0" timeOffset="-19964">7579 12370 0,'0'0'0,"0"0"16,0 0-16,0 0 0,0 0 15,0 0 1,0 0-16,0 0 0,0 0 0,0 0 16,0 0-16,0 0 0,0 0 0,0 0 0,0 0 15,0 0-15,0 0 0,0 0 0,10-6 16,-3-1-16,0 0 0,-1 3 0,-2-1 0,0 3 0,-4 2 0,22 2 15,-2 3-15,-1-2 0,-19-3 0,13 3 16,-2-2-16,1 2 0,-12-3 0,31 9 16,-1 0-16,0 0 0,-30-9 0,33 7 15,-2 0-15,0 0 0,-31-7 16,34 8-16,-2 0 0,0-1 0,4 0 16,-2-1-16,-1 1 0,-33-7 0,40 6 15,-1 0-15,-1 0 0,-38-6 0,42 6 16,1 0-16,-2-1 0,7-1 0,-3 0 15,1 0-15,-46-4 0,49 5 0,0-2 0,-1-1 16,0 2-16,-3-2 0,1 2 16,-46-4-16,46 0 0,-1 1 0,-1 0 15,-44-1-15,49 0 0,-3 2 16,1-2-16,-47 0 0,53 3 0,-3-2 0,1-1 0,21 5 16,3-1-16,-2-2 0,-73-2 0,75 6 0,0-2 0,-1 0 0,-16 2 15,0-1-15,0-1 0,-58-4 0,49 3 0,-1 0 0,0 0 16,-2-1-16,1 1 15,-1-1-15,-46-2 0,45 3 0,-1-1 0,0 1 16,-44-3-16,23 0 0,-1 1 0,0-1 0,-22 0 0,42 2 0,-1-2 16,1 0-16,-42 0 0,62 2 0,-1 0 0,0-1 0,0 1 15,-1-1-15,-1 0 0,-59-1 0,0 0 0,47 3 0,0-2 0,-1 0 16,-46-1-16,22 0 0,-2 0 0,1 1 0</inkml:trace>
  <inkml:trace contextRef="#ctx0" brushRef="#br0" timeOffset="-16441.317">11839 12041 0,'0'0'0,"-58"-15"0,24 7 0,-45-17 16,35 13-16,-57-18 15,-8 3 1,109 27-16,0 0 0,0 0 0,0 0 16,-40-9-16,2 2 15,0-1-15,38 8 16,-20-4-16,2 1 0,-1-1 16,-29-4-16,-1-1 15,0 2-15,49 7 16,-56-9-16,0-3 0,0 2 0,1 0 15,2 0-15,1 1 16,52 9-16,-53-11 0,2 2 0,1 0 16,50 9-16,-52-9 15,0 0-15,1-2 0,51 11 16,-56-7-16,2 0 0,0-1 0,54 8 0,-53-7 16,0 1-16,0-3 0,53 9 0,0 0 0,-66-10 0,2 1 0,0 0 0</inkml:trace>
  <inkml:trace contextRef="#ctx0" brushRef="#br0" timeOffset="-15234.118">5298 11525 0,'0'0'0,"-71"-11"0,-18 0 16,1 2-16,-3 2 16,-1 3-1,-2-1-15,94 5 16,0 0-16,0 0 0,0 0 0,-31 0 0,1 0 15,-2 0-15,1 0 0,1 0 16,0 0-16,30 0 16,-32 3-16,0-1 15,0-1-15,32-1 0,-34 3 0,1-1 16,0-1-16,33-1 0,-31 3 16,0 0-16,0 0 0,31-3 15,-33 2-15,1 3 0,0-2 0,32-3 16,-33 6-16,4 0 0,-1-1 0,30-5 15,-16 3-15,2 1 0,-1-2 16,15-2-16,-33 9 0,0 1 0,0 0 16,2 1-16,0 1 15,0-1-15,31-11 0,-16 7 16,3-1-16,0 1 0,13-7 16,-28 17-16,0 1 0,0 0 0,28-18 0,-15 12 0,1-3 0,0 0 0,14-9 0,-25 20 0,1-1 0,0 0 0,24-19 0,-14 10 0,1 1 0,1-1 0,12-10 0,-20 22 15,2-1-15,-4 0 0,22-21 0,-10 12 0,0 0 0,1-1 0,9-11 0,-11 23 0,-1 1 0,3-2 0,9-22 16,-6 13-16,0-1 0,1 0 0,-1 11 0,2-1 0,0 0 0,4-22 0,-3 13 0,1-1 0,0-2 0,2-10 0,4 24 0,-2-2 0,1 0 0,-3-22 0,3 13 0,0-1 15,-2 1-15,-1-13 0,15 19 0,-2 2 0,2-2 16,-15-19-16,9 13 0,-4-4 0,3 2 0,17 6 16,-2 1-16,0-2 0,-23-16 0,14 10 0,-2-2 15,1 0-15,-13-8 0,32 17 0,0-2 0,0 1 0,-32-16 16,39 14-16,-4 1 0,2 0 0,-37-15 0,37 14 16,-2-1-16,0 2 0,2-3 0,-3 1 0,3-1 0,-37-12 15,41 14-15,-1-2 0,0 2 0,2-3 16,-2 0-16,0 0 0,5 0 0,-3-2 0,1 1 0,-43-10 15,45 8-15,1 0 0,-1 1 0,4 0 0,-5-2 16,2 1-16,-46-8 0,49 8 0,1 1 0,-1-1 16,3 1-16,-2 1 0,-1-2 0,17 4 15,1 0-15,-1 0 0,-66-12 0,81 14 0,0 0 0,-2 1 16,2-2-16,-1-2 0,0 3 0,-80-14 0,70 7 16,-2 0-16,0 1 0,-9-3 0,0 1 0,0-1 15,-59-5-15,52 4 0,1-1 0,0 0 0,-1 1 16,-3-1-16,1 0 15,-50-3-15,66 5 0,-1 0 0,0-1 0,14 3 16,-2-2-16,1 1 0,2 1 0,1 0 0,0 0 0,-81-7 0,78 5 0,1 1 0,-1-1 0,-2 2 16,-1-2-16,1 0 15,-3 1-15,0-2 0,1 0 0,-74-4 16,73 6-16,-3-1 0,3-1 0,12 3 0,-1-1 16,1-1-16,-85-5 0,97 7 0,-2 0 0,0-2 15,-3 0-15,-2 1 0,0-1 0,-12-1 16,-1-1-16,1 2 0,-78-5 0,71 3 0,-1 0 15,1 0-15,-71-3 0,78 4 0,-1 0 0,-1 1 0,6-1 0,-3 1 0,1-2 0,-80-3 0,82 4 0,-1 0 16,2-1-16,-4 2 0,-4-3 0,3 2 0,-78-4 0,67 1 16,-2-1-16,0 1 0,-14-3 0,-3 2 0,3-1 15,-51 1-15,40-5 0,-2 0 0,1 2 0,-4-7 16,-1 1-16,2-1 0,-36 10 0,18-6 0,-2 0 16,1 1-16,13-9 0,0 1 0,0 0 15,-30 13-15,42-15 0,-2 2 0,1 1 0,7-3 0,1 1 16,-1 0-16,-48 14 0,52-16 0,-2 1 0,-1-1 15,1 0-15,-1-2 0,0 2 16,-49 16-16,49-20 0,-2 1 0,1-2 0,-48 21 16,41-23-16,-1 1 0,1 2 0,-5-5 15,-1 3-15,0-1 0,-35 23 0,32-25 0,-2 0 16,0 0-16,-30 25 16,27-26-16,-1 0 0,0-1 0,-26 27 15,21-28-15,-1-1 0,0 2 0,-10 13 16,-1 1-16,1-1 0,-10 14 0,7-33 0,0 1 15,0-1-15,-7 33 0,-3-35 0,2 3 16,0-1-16,-11 1 0,1-1 0,0 3 16,11 30-16,-22-27 0,1 1 0,-1-1 0,22 27 0,-29-23 0,2-2 0,0 1 0,-2 4 0,2-3 0,0 3 0,27 20 0,-32-25 15,1-2-15,0 2 0</inkml:trace>
  <inkml:trace contextRef="#ctx0" brushRef="#br0" timeOffset="-14234.727">13425 11858 0,'0'0'0,"0"0"15,0 0-15,0 0 16,0 0-1,-8 54-15,3-22 16,-25 45 0,30-77-16,0 0 0,0 0 0,0 0 0,0 0 0,0 0 0,-8 16 0,3-3 15,0 1-15,5-14 0,-20 32 0,2-1 16,-1 0-16,19-31 16,-24 33-16,3-1 0,-1 1 15,-3-2-15,1 0 16,1 0-16,23-31 15,-24 29-15,0-2 0,-1 1 16,25-28-16,-22 23 0,-1-1 16,0 1-16,23-23 0,-11 13 0,-1-5 15,1 3-15,11-11 0,-23 20 0,1-2 0,-1 0 16,23-18-16,-13 11 0,1-2 16,0 1-16,12-10 0,-18 7 15,1 0-15,1-1 16,16-6-16,-10 2 15,1 1-15,1-1 0,8-2 16,-4 1-16,1 0 0,0-1 0,3 0 0,-1 2 0,0-2 16,0 0-16,1 0 0,1-6 0,-1 2 0,0-2 0,0 2 15,0 1-15,0-1 0,0 4 16,0-2-16,0 2 0,0-1 0,0 1 16,12-2-16,-1 0 0,1 1 15,-12 1-15,7-1 0,0 1 16,1 0-16,-8 0 0,4-2 15,-2 2-15,0 0 0,-2 0 0,12 11 0,1-1 0,-1 0 16,-12-10-16,8 7 0,-2-1 0,1 0 0,-7-6 0,14 9 0,-1 0 16,-1 0-16,-12-9 0,8 4 0,-2 0 0,1 1 0,-7-5 0,17 7 0,0-1 0,-1 1 0,-16-7 0,11 3 0,-3 0 0,0 0 0,-8-3 0,22 5 0,-1 0 0,-1 0 15,-20-5-15,13 1 0,-2 2 0,0 0 0,-6-2 0,0 0 0,-1 0 0</inkml:trace>
  <inkml:trace contextRef="#ctx0" brushRef="#br0" timeOffset="-13855.87">13499 12581 0,'0'0'0,"0"0"15,0 0-15,0 0 16,0 0 0,0 0-16,0 0 15,0 0-15,0 0 0,0 0 16,20 0-16,0 1 0,-1 0 0,-4-4 0,1 1 0,0 2 16,-16 0-16,11-5 0,0 3 15,-1-3-15,-10 5 0,8-5 16,-2-1-16,1 0 0,-7 6 0,4-8 0,0 3 0,0-2 0,-5 0 15,0-1-15,0 1 0,1 7 0,-3-8 0,0 2 0,0 0 16,3 6-16,-9-4 0,2-1 0,0 1 0,7 4 0,-12-3 0,2 2 16,0 0-16,-3 3 0,2-1 15,0-1-15,11 0 0,-14 6 0,2-2 0,-1-2 0,13-2 16,-13 7-16,0-1 0,-1 0 0,6-1 0,0 1 0,-1-4 16,2 10-16,0-1 0,0-1 0,7-10 0,-3 15 15,0-1-15,1-1 16,2-13-16,1 15 0,-1 0 0,0-1 0,2-2 0,1 0 15,-1 0-15,-2-12 0,7 10 0,0-1 0,0 0 0,7 0 0,-3 1 0,0 0 16,-11-10-16,14 5 0,-2 1 0,1-1 0,-13-5 16,17 1-16,0-1 0,-1 0 0,3-8 0,0 2 0,-1-1 15</inkml:trace>
  <inkml:trace contextRef="#ctx0" brushRef="#br0" timeOffset="-13362.988">14176 12097 0,'0'0'0,"0"0"0,0 0 0,0 0 15,0 0 1,0 0-16,-22-50 15,22 50-15,0 0 0,0 0 0,-12-10 16,2-1-16,0 3 0,10 8 0,-16-3 0,4 3 16,-2-1-16,14 1 0,-15 4 0,1 1 15,1 0-15,13-5 0,-11 11 0,-1-3 16,1 1-16,11-9 0,-10 14 0,-1 1 16,1-1-16,3 8 15,0-2-15,1 1 0,6-21 16,-4 24-16,0-1 15,0 1-15,4-24 16,-2 26-16,0-1 0,0 0 16,1 3-16,0-1 15,-1 0-15,2-27 0,0 30 16,0-1-16,0-1 16,2 2-16,-2-4 0,0 2 15,0-28-15,-4 25 0,3 2 16,0-2-16,1-25 15,-4 25-15,0-2 0,0 1 0,-3-4 0,2-1 0,-1 0 16,6-19-16,-7 12 0,2-2 16,0 1-16</inkml:trace>
  <inkml:trace contextRef="#ctx0" brushRef="#br0" timeOffset="-13274.942">13791 12606 0,'0'0'0,"0"0"0,0 0 0,72-25 16,3 2-16,-5 4 16,-11-5-16,-59 24 15,0 0-15,0 0 0,22-8 0,-3-2 0,1 0 0,-20 10 16,20-11-16,-2 0 0,0-1 0,-6 5 15,-1-2-15,1 1 0</inkml:trace>
  <inkml:trace contextRef="#ctx0" brushRef="#br0" timeOffset="-13038.525">14359 12084 0,'0'0'0,"0"0"15,0 0-15,0 0 16,0 0-1,0 0-15,12 73 16,-12-73-16,0 0 0,0 0 0,0 0 0,3 27 16,-1 0-16,0-1 0,-4-1 0,2 0 0,0-1 15,0-24-15,1 26 0,-1 1 0,0-1 0,-2 2 0,2-2 16,0 2-16,0-28 0,-5 28 0,2-1 0,0-1 16,-3 1-16,1-1 0,0-1 0,5-25 0,-6 22 15,0 0-15,-1-1 0,7-21 0,-7 19 0,1-1 0,0-1 16,1-6-16,0 0 0,1 0 15</inkml:trace>
  <inkml:trace contextRef="#ctx0" brushRef="#br0" timeOffset="-12871.828">14153 12622 0,'0'0'0,"0"0"16,0 0-16,79-27 15,-1 0 1,-32 11-16</inkml:trace>
  <inkml:trace contextRef="#ctx0" brushRef="#br0" timeOffset="-12562.695">14716 12037 0,'0'0'0,"0"0"15,0 0-15,0 0 16,18 52-16,-11 9 31,-13 5-31,6-66 0,0 0 16,0 0-16,-3 25 0,2-2 0,0 0 15,1-23-15,-3 27 0,1-1 0,0-1 0,0 4 0,1-2 0,0 1 0,1-28 16,-2 28-16,2-2 0,0 2 0,0-28 0,-1 27 0,-1 1 16,0 0-16,-1-1 15,2 1-15,0-1 0,1-27 16,-6 26-16,1-1 0,0 0 0,0-8 16,1 1-16,0-1 0,4-17 0,1 8 0,0-1 0,0-2 15</inkml:trace>
  <inkml:trace contextRef="#ctx0" brushRef="#br0" timeOffset="-12217.135">14799 12768 0,'0'0'0,"0"0"0,0 0 16,56-29-16,0 1 16,-7 6-1,-5-3-15,-44 25 16,0 0-16,0 0 0,17-10 0,-3 2 15,1 1-15,-15 7 0,13-11 0,1 2 16,-1-1-16,-4 2 0,1 0 16,-1 1-16,-9 7 0,6-6 15,-1 2-15,1-1 16,-3-2-16,-2 1 16,0-1-16,-1 7 0,-3-5 0,0-2 0,-1 1 0,-6 2 0,2 0 0,0 1 0,8 3 15,-14-3-15,3 2 0,-1-1 0,12 2 0,-13 3 0,2 0 0,-1-1 0,0 5 16,0-2-16,1 0 0,11-5 0,-13 9 0,-1-1 15,1-1-15,13-7 0,-12 12 0,2-2 0,0 1 0,10-11 0,-9 16 0,3-3 0,-1 0 0,2 2 16,1 0-16,0 0 0,4-15 0,2 18 0,0-2 0,0 0 0,-2-16 0,7 18 0,0-2 16,-1 1-16,5-1 0,-1-2 0,0 1 0,-10-15 15,18 12-15,0-1 0,-1 1 0,-17-12 0,25 9 16,-2-1-16,-1 0 0</inkml:trace>
  <inkml:trace contextRef="#ctx0" brushRef="#br0" timeOffset="-11588.963">15587 12586 0,'0'0'0,"0"0"0,-53-3 0,-6-1 16,5 15-1,10 5-15,12 3 16,32-19-16,0 0 0,0 0 0,-7 8 15,0-1-15,0-1 0,2 0 0,0 0 16,1 0-16,4-6 0,-1 7 0,0 0 0,0-1 16,1-6-16,5 7 0,-1 1 0,1-1 0,5 1 15,-1-2-15,1 0 0,-10-6 0,15 3 0,0 0 16,1-1-16,-16-2 0,17-1 16,-1 0-16,1 0 0,1-3 0,0-1 0,-1-1 15,-17 6-15,18-8 0,-1 0 0,-1-1 16,-16 9-16,16-7 0,-3-1 15,0 0-15,-2 0 0,-1 1 0,0 0 16,-10 7-16,7-5 0,-1 3 0,0-3 0,-3 2 0,0 0 16,0 1-16,-3 2 0,2-3 0,-1 2 0,0 0 0,-1 1 0,-1 0 0,1 0 15,0 0-15,-3 5 0,1-3 16,-1 1-16,3-3 0,-3 8 0,0-3 16,0 2-1,3-7-15,-3 11 0,1 0 16,0 0-16,1 7 0,0-1 15,0 0-15,1-17 0,-3 23 0,2-1 0,0 0 16,1-22-16,-4 25 0,1 0 0,0 0 0,-1 3 0,2-1 0,0-1 0,2-26 0,-3 31 0,1-3 16,0 1-16,-3 2 0,3-1 0,0-1 0,2-29 0,-2 29 0,1 1 0,0-3 15,1-27-15,-2 28 0,0-1 0,0-1 0,-4-2 16,0 0-16,-1-1 0,7-23 0,-8 19 0,2 1 0,0-1 16,-6-6-16,2 0 0,0 0 0,10-13 15,-14 8-15,3-1 0,-1 1 0,12-8 16,-14 2-16,1-2 0,-1 0 0,0-6 0,1 2 0,1 0 0,12 4 0,-15-8 0,3 1 15,0 0-15,-1-5 0,3 2 0,-1-2 0,11 12 0,-8-15 16,0 2-16,0 0 0,0-1 0,3 0 0,0 1 0,5 13 0,-3-12 0,0 0 16,0-1-16,3 13 0,2-14 0,-1 0 0,0 0 0,9 0 0,1-1 0,-1 0 0,-10 15 15,19-13-15,-2 1 0,0-1 0,2-3 0,-2 1 16,-2 1-16</inkml:trace>
  <inkml:trace contextRef="#ctx0" brushRef="#br0" timeOffset="-10740.868">16413 11924 0,'0'0'0,"0"0"0,0 0 16,0 0-16,0 0 16,0 0-16,-60 19 15,24-7-15,36-12 16,0 0-16,0 0 0,0 0 0,-22 17 15,3-2-15,-1 1 0,20-16 0,0 0 0,-23 20 16,23-20-16,-23 20 0,1-1 0,9-9 0,2 1 16,0-1-16,11-10 0,-25 29 0,1 0 15,0 1-15,24-30 0,-24 33 0,2 1 16,-1 1-16,23-35 0,-14 36 0,-1 1 0,1-2 0,14-35 0,-9 40 0,2-2 0,0 1 16,7-39-16,5 44 0,-2-1 15,0 1-15,13 7 16,-1-2-16,1 1 15,-16-50 1,29 44-16,0 0 0,0 0 16</inkml:trace>
  <inkml:trace contextRef="#ctx0" brushRef="#br0" timeOffset="-10305.397">17722 11950 0,'0'0'0,"60"55"0,28 40 0,-2 19 16,-28-16 0,-31 19-16,-26 15 15,-1-132-15,0 0 0,0 0 0,-7 47 16,2 0-16,-1 0 0,6-47 0,-16 47 0,-1-1 15,1 0-15,-14-4 16,0-1-16,0 1 16,30-42-16,-52 37 0,3 0 15,-1 1-15,50-38 0,-71 27 16,1 1-16,1-1 0,-15-10 16,3-1-16,-1 0 15</inkml:trace>
  <inkml:trace contextRef="#ctx0" brushRef="#br0" timeOffset="-7018.607">16030 12362 0,'0'0'0,"0"0"16,0 0-16,57-10 15,-21 5-15,28-2 16,-30 2 0,28 3-16,-62 2 0,0 0 0,0 0 15,0 0-15,11-2 16,1 2-16,-1 0 0,-11 0 15,15-1-15,0-1 0,-1 2 0,-6-1 16,-1 0-16,0 0 0,-7 1 0,3 0 0,0 0 0,0 0 0,-3 0 16,2 0-16,-2 0 0,0 0 0,0 0 0,1 0 15,-1 0-15,0 0 0,0 0 0,0 0 0,0 0 0,0 0 0,0 0 0,0 0 0,0 0 0,0 0 16,5 0-16,-3 0 0,0 0 0,-2 0 0,3 2 16,-2-2-16,0 0 0,-1 0 0,2 1 0,-2-1 15,0 0-15,0 0 0,-8 13 0,-1 2 16,1-2-16,8-13 15,-6 9-15,2 0 0,0 0 16,4-9-16,-5 19 0,1 1 16,1 0-16,3-20 15,-3 11-15,2 1 0,0-1 0,1-11 16,-2 26-16,1 0 0,0 1 16,1-27-16,-2 15 0,1-1 0,0 1 0,1-15 0,-3 23 15,2 0-15,0 0 0,1-23 0,-1 13 0,0-1 0,0 1 0,1-13 0,-7 14 0,2-1 16,0 1-16,5-14 0,-4 8 0,1-2 0,0 1 0,3-7 0,-3 3 0,3-1 0,-1 1 0,1-3 0,-1 1 0,1 0 0,0 1 15,0-2-15,-15 0 0,2 0 0,-1 1 0,14-1 0,-9 1 16,2-1-16,-1 0 0</inkml:trace>
  <inkml:trace contextRef="#ctx0" brushRef="#br0" timeOffset="-6598.813">16566 12601 0,'0'0'0,"0"0"16,0 0-16,0 0 16,0 0-16,0 0 15,-13 57-15,13-57 0,0 0 16,0 0-16,0 0 0,-5 18 0,2 0 0,0 0 16,1-4-16,1 0 0,0-1 0,1-13 0,2 12 15,-1-2-15,0-1 0,3 0 0,-1-3 16,3 2-16,-1-4 0,-2-1 15,0 1-15,-3-4 0,14 4 0,-1-2 16,-1 0-16,5-4 0,-3 2 0,1-2 16,-15 2-16,16-4 0,-1 0 15,-1-2-15,-14 6 0,13-8 0,-2-1 0,0 1 0,0-3 16,-3 0-16,0 2 0,-8 9 0,2-13 0,2 2 0,0 2 0,-4 9 0,-2-11 0,2-1 0,0 1 16,-8-1-16,3 1 0,0 0 0,5 11 0,-8-10 15,0 2-15,1-3 0,7 11 0,-12-8 0,0-3 16,1 2-16,-2 1 0,-1 0 15,1 1-15,13 7 0,-13-7 0,2 1 16,0 0-16,11 6 0,-9-8 16,1 1-16,0-1 0,3 1 15,0 3-15,0 0 0</inkml:trace>
  <inkml:trace contextRef="#ctx0" brushRef="#br0" timeOffset="-6120.874">16820 12174 0,'0'0'0,"0"0"0,0 0 0,0 0 16,-4 57 0,2 9-1,-1 7-15,3-73 0,0 0 16,0 0-16,-2 25 0,1-2 0,0 0 16,1-23-16,-3 24 0,0 0 0,0 1 15,3-25-15,-5 20 0,3 2 16,0 0-16,2 0 0,0-3 15,0 2-15,0-21 0,-1 18 0,1-3 0,0 2 0,0-17 0,-2 8 0,2 2 0,0-2 0,0-1 0,0-1 0,0 0 0,0-6 0,0 4 16,0-2-16,0 2 0,1-3 0,-1-1 0,0 0 16,0 0-16,5-2 0,0 1 0,-1-1 0,-4 2 15,9-6-15,-3 1 0,2 0 0,5-2 0,-3 0 0,0 1 16,-10 6-16,15-8 0,-3 1 0,1 0 0,-13 7 16,14-7-16,-1 0 0,-1 0 0,0 1 0,-1 0 0,-1 1 15,-10 5-15,11-4 0,1 2 0,-1-1 0,-11 3 16,12 3-16,-3-1 0,0-2 0,1 7 0,-2-2 15,0 1-15,-8-6 0,8 10 0,-1-1 0,-1-1 16,-6-8-16,6 11 0,0 0 16,0 0-16,-2 3 0,1 1 0,-1 1 15,-4-16-15,3 15 0,-1 0 16,0 0-16,-1 1 16,-1-2-1,0 0-15,0-14 0,-1 11 0,1 0 16,0 0-16,0-11 15,-2 8-15,1 0 0,0 1 16,-1-6-16,2-1 0,0 1 0,0-3 0,-1-3 0,1-1 0,0 1 16,-2-1-16,2 1 0,0-2 0</inkml:trace>
  <inkml:trace contextRef="#ctx0" brushRef="#br0" timeOffset="-5785.627">17286 12637 0,'0'0'0,"0"0"16,0 0-16,0 0 15,1 62 1,-6-9-16,1-21 15,4-32-15,0 0 0,0 0 0,0 0 16,-1 6-16,0-1 0,0 0 0,0-2 0,1-1 16,0 1-16,0-3 0,0 0 0,0 0 0,0 0 0,-1 0 0,1-1 15,0 1-15,0 0 0,1-5 0,0 0 0,0 1 16,2-6-16,-1-1 0,0 3 0,-2 8 16,5-12-16,-1 0 0,-2 0 0,-2 12 0,8-13 0,-3 0 15,0 0-15,6 1 0,-3 1 0,0 0 16,-8 11-16,10-9 0,1 2 0,-1-1 0,2 3 15,-3-1-15,0 1 0,-9 5 0,10-1 0,1 1 0,-1 0 0,-10 0 16,11 2-16,-1 2 0,-1-1 0,2 4 0,0 0 16,-1 0-16,-10-7 0,9 12 0,1 0 0,-1 1 15,-3 3-15,0-1 0,1 1 0,-7-16 0,4 18 16,-2 0-16,0 1 0,-1-2 0,0-1 0,0 2 0,-1-18 16,-3 18-16,2-1 0,0 1 0,1-18 0,-7 19 15,-2-2-15,3 1 16,-4-6-16,-1-1 0,1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14:41.203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4700 5992 1024 0,'0'0'0'0,"0"0"0"0,0 0 0 0,0 0 0 16,0 0 256-16,0 0-256 0,0 0 0 0,0 0 256 0,0 0-256 0,0 0 0 0,0 0 256 0,0 0-256 0,0 0 0 0,0 0-1 15,0 0 1-15,0 0 0 0,0 0-83 16,0 0 83-16,0 0 0 0,0 0-36 0,0 0 36 0,0 0 0 0,8 7 17 16,6 4-17-16,4 3 0 0,-11-9 37 0,-3-5-37 15,-3-1 0-15,4 2 26 0,-1-1-26 0,0 2 0 0,1-2-48 16,1 1 48-16,1 1 0 0,1-1-22 0,0 1 22 0,2 1 0 0,-1-1-41 16,0 0 41-16,1 0 0 0,1 1 14 0,0-2-14 15,1 1 0-15,2 0 34 0,2 0-34 0,2 1 0 0,-2-1 41 16,2 0-41-16,2 1 0 0,-1-2 16 0,2 0-16 0,1-1 0 0,-1 1-140 15,3-1 140-15,3-1 0 0,-3 1 0 16,-1-1 0-16,2 0 0 0,-1 0 21 0,-1 0-21 0,0-1 0 0,0 1 61 16,-1-1-61-16,1-1 0 0,-2 1 44 15,1 0-44-15,-1-1 0 0,0 1 43 0,-2 0-43 0,0 0 0 0,-1 1-32 16,1 0 32-16,-2 0 0 0,1 0-23 0,-1-2 23 0,0 1 0 0,0 0-42 16,-2 1 42-16,0 0 0 0,1 0-21 15,3 1 21-15,1 1 0 0,-4 0-9 0,-3 0 9 0,1 1 0 0,-1-1 26 16,0 0-26-16,-2 0 0 0,0-1 36 0,0-1-36 0,-2-1 0 15,-1 0 58 1,-1 1-58-16,-2-3 0 0,-2 3-744 0,-4 2 744 0,-1-1 0 0</inkml:trace>
  <inkml:trace contextRef="#ctx0" brushRef="#br0" timeOffset="977.679">7876 5935 1024 0,'0'0'0'0,"0"0"0"0,0 0 0 0,0 0 0 0,2 6 0 16,1 3 0-16,1 2 0 0,-1-7 79 0,0-2-79 0,0-2 0 0,1 3 148 15,-3-2-148-15,1 1 0 0,0 0 149 0,1-1-149 16,1 0 0-16,-1-1 21 0,-3 0-21 0,4-2 0 16,1 0 0-16,0 1-43 0,0 1 43 0,1 1 0 15,-1-2 256-15,0 1-256 0,0-2 0 0,2 1-256 0,0-1 256 0,1-1 0 0,-1 2-41 16,2-1 41-16,0 2 0 0,-1-1 121 0,1 0-121 16,3 0 0-16,-3 0 97 0,1 0-97 15,2-1 0-15,-1 2 49 0,2 0-49 0,1 0 0 0,-2 0 19 0,2-1-19 0,0-1 0 16,1 2-20-16,1 1 20 0,4 1 0 0,-3-1-34 15,-2-1 34-15,0-1 0 0,0 1 6 0,2 0-6 0,0 0 0 0,0 0 70 16,0 0-70-16,4 0 0 0,-2-2 129 0,-2 0-129 16,0 0 0-16,0 0 132 0,2 1-132 0,1 1 0 0,-1-2 140 15,-1 2-140-15,-2-1 0 0,2 0 136 0,-2 0-136 16,1 0 0-16,-3 0 77 0,1 1-77 0,-3 1 0 0,2-2 45 16,-2 0-45-16,-1-1 0 0,1 1 65 0,-2 1-65 0,-1-2 0 0,2 2 153 15,-3 0-153-15,1 0 0 0,-1 0 181 0,-2-1-181 0,-1-1 0 16,0 2 175-16,2-1-175 15,1-1 0-15,-3 2 124 0,-2 1-124 0,-2 1 0 0,2-1 104 0,-2-1-104 0,1-1 0 16,0 2 27-16,-2 0-27 0,1 0 0 0,0 0-24 16,0 0 24-16,0 0 0 0,-1 0-21 15,-1 0 21-15,-1 1 0 0,1-2 2 0,2 0-2 0,-1 0 0 0,0 0-65 16,-2 1 65-16,1 1 0 0,0-2-208 0,0 0 208 0,0 0 0 0,0 0-256 16,0 0 256-16,0 0 0 0,0 0-256 0,2 1 256 0,-1 1 0 0,0-4-86 15,0 1 86-15,0-2 0 0,0 2 55 16,2-2-55-16,-1 0 0 0,0 2-1250 0,-2 2 1250 0,1-1 0 15</inkml:trace>
  <inkml:trace contextRef="#ctx0" brushRef="#br0" timeOffset="2004.598">12255 6115 1024 0,'0'0'0'0,"0"0"0"16,0 0 0-16,0 0 0 0,0 0 256 0,0 0-256 0,0 0 0 0,6-2 256 16,4-3-256-16,2 0 0 0,-3 2 256 0,1 2-256 15,-1 1 0-15,1 0 256 0,2 0-256 0,0 0 0 16,0 0 256-16,3 0-256 0,0 0 0 0,0 0-169 0,-2-1 169 0,0-1 0 0,2 2 19 15,1 0-19-15,2 0 0 0,0 1 186 0,0-1-186 16,3 2 0-16,-1-1 226 0,-3 0-226 0,2 1 0 16,0-1 126-16,0 1-126 0,3 1 0 0,-1-1-19 0,0 1 19 0,3 1 0 0,-2-1-164 15,0 1 164-15,2 2 0 0,-1-2 256 16,1 0-256-16,3 0 0 0,-3 0 256 0,0 1-256 16,-1-1 0-16,1-1-256 0,-2-1 256 0,1 0 0 0,0-1-251 15,-1 0 251-15,-1 0 0 0,1 0 96 16,2 1-96-16,0 1 0 0,-3-2-100 0,0 0 100 0,-1 0 0 0,0-2-200 15,-1-2 200-15,1 0 0 0,-13 2-1286 16,-8 2 1286-16,-5-1 0 0</inkml:trace>
  <inkml:trace contextRef="#ctx0" brushRef="#br0" timeOffset="26747.604">1770 8774 1024 0,'0'0'0'0,"0"0"0"0,0 0 0 0,0 0 0 0,0 0 256 0,0 0-256 15,0 0 0-15,0 0 256 0,0 0-256 0,0 0 0 0,0 0-183 16,0 0 183-16,0 0 0 0,0 0-256 0,0 0 256 0,0 0 0 0,0 0-73 31,0 0 73-31,0 0 0 0,0 0 256 0,0 0-256 0,0 0 0 0,0 0 256 0,0 0-256 0,0 0 0 0,0 0 256 16,0 0-256-16,0 0 0 0,0 0 256 0,0 0-256 0,0 0 0 15,0 0 256 1,0 0-256-16,0 0 0 0,0 0-62 0,0 0 62 0,0 0 0 0,8 7-181 0,4 4 181 16,5 3 0-16,-11-11 168 0,-3-3-168 0,-3-3 0 0,3 2 256 0,1 0-256 15,1 0 0-15,-1-1 256 0,1 0-256 0,0-1 0 16,0 0 256-16,0-1-256 0,4-2 0 0,-3 2 256 0,1-1-256 0,1-1 0 0,-1 1 256 31,1-1-256-31,-1 1 0 0,0 0 134 0,1-1-134 0,2-2 0 0,-3 3 157 16,2-2-157-16,1 0 0 0,-2 1 256 0,-1-1-256 0,0 1 0 0,0 1 39 15,-2 1-39-15,-1 1 0 16,1-1 0-16,0 0 0 0,0-1 0 0,-1 0 0 0,0 1 0 0,-2 0 0 0,1 1 0 16,0-1 0-16,0 2 0 0,0-1 0 0,-2 1 0 15,1 0 0-15,0 0 0 0,0 0 0 0,0 0 0 0,0 0 0 0,-2 1 0 0,1 1 0 0,0-1 0 16,-2 1 0-1,1 1 0-15,0-2 0 0,3 1 0 0,-2-2 0 0,0 1 0 16,-2 1 0-16,1 1 0 0,0-1 0 0,0 0 0 0,0 0 0 0,0 0 0 16,0 0 0-16,0 0 0 0,0 0 0 15,0 0 0-15,0 0 0 0,0 0 0 0,-3 0 0 16,2 0 0-16,0 0 0 0,2 0 0 0,-1 0 0 16,0 0 0-16,0 0 0 0,0 0 0 0,0 0 0 0,0 1 0 0,0 1 0 0,0-2 0 15,-2 0 0-15,1 0 0 0,0 0 0 0,2 0 0 0,-1 0 0 0,0 0 0 16,0 0 0-16,0 0 0 0,0 0 0 15,2 0 0-15,-1 0 0 0,0-1 0 0,-2-1 0 0,1-1 0 0,0 2-3071 16,0 1 3071-16,0 1 0 0</inkml:trace>
  <inkml:trace contextRef="#ctx0" brushRef="#br0" timeOffset="27743.697">2460 9033 1024 0,'0'0'0'0,"0"0"0"0,0 0 0 0,0 0 0 0,0 0 256 0,0 0-256 0,0 0 0 0,0 0 108 16,0 0-108-16,0 0 0 0,0 0-159 15,0 0 159-15,0 0 0 0,0 0-141 0,0 0 141 0,0 0 0 0,0 0-64 0,0 0 64 0,0 0 0 0,0 0 0 16,0 0 0-16,0 0 0 0,0 0 144 15,0 0-144-15,0 0 0 0,0 0 256 0,0 0-256 0,0 0 0 0,0 0 256 16,0 0-256-16,0 0 0 0,0 0 256 16,0 0-256-16,0 0 0 0,0 0 256 15,0 0-256-15,0 0 0 0,-2 13-105 0,-2 8 105 0,-2 5 0 0,6-19-256 16,4-6 256-16,1-6 0 0,-2 6-256 16,1 1 256-16,1 1 0 0,0-1 134 0,2-1-134 0,0 0 0 0,-1 0 256 0,1 0-256 0,2 3 0 0,-1-2 256 15,1 0-256-15,2 0 0 0,-2 1 256 0,1 0-256 16,2 1 0-16,-1-2 69 0,1 0-69 15,3 0 0-15,-3 0-91 0,2 0 91 0,0 0 0 0,0 0-100 0,0 0 100 0,3 1 0 0,-2-2-62 16,2 0 62 0,1 0 0-16,0 0-12 0,-3 1 12 0,2 1 0 0,-1-2-66 0,2 0 66 0,0 0 0 15,0 0-71-15,1 2 71 0,2-1 0 0,-2 0-145 16,1-1 145-16,0-1 0 0,-1 2 27 0,2 0-27 16,-1 1 0-16,0 0 94 0,1-2-94 0,0 1 0 0,-1 0 248 15,2-1-248-15,0 0 0 0,0 0 256 0,-1 1-256 0,-2 0 0 0,2 0 181 0,1 0-181 0,1 1 0 16,-1-2 3-1,0 0-3-15,1 0 0 0,-2-1-137 16,3 1 137-16,0 1 0 0,0-1-143 0,-3 1 143 0,2-1 0 0,0 0-84 0,1-1 84 0,1 2 0 0,-1-2-52 16,0 1 52-16,1 1 0 0,-1-1 15 15,1 1-15-15,1 1 0 0,-1-1 74 0,1-1-74 0,1-1 0 0,-1 2 85 16,0-2-85-16,4 1 0 16,-2 0 14-16,-1 0-14 0,-1 0 0 0,1 0-59 0,1-1 59 0,3-1 0 0,-3 1-49 0,-1 0 49 0,-1 0 0 15,2 1-107-15,0 0 107 0,3 1 0 0,-2-1-139 16,1-1 139-16,3 2 0 0,-3-1-171 15,1 1 171-15,2 2 0 0,-2-3-92 16,-1 0 92-16,0-1 0 0,1 1-43 0,1 0 43 0,2 0 0 16,-3 0 32-16,-1-1-32 0,0-1 0 0,0 2 19 0,2 0-19 0,0 1 0 0,-1-1 48 0,0 0-48 15,2 0 0-15,-3 0 35 0,2 1-35 0,1 1 0 0,-1-2 7 16,-1 1-7-16,-1 1 0 16,-1-2-24-16,-2 0 24 0,1 0 0 0,-1-1 36 15,2 0-36-15,1 0 0 0,-3 0-65 0,-1 2 65 0,-1-1 0 0,-1 0-53 0,1-1 53 0,-2-1 0 0,1 1-13 16,-1 0 13-16,-1 0 0 0,1 0 52 0,-1 0-52 0,-1 0 0 15,0 0 120-15,-2 0-120 0,-3 0 0 0,3 0 150 16,-2-1-150-16,2-1 0 0,-2 1 128 16,-4 1-128-16,0 1 0 0,1-1 66 0,-2 0-66 0,0 0 0 0,-1-1 5 15,-1 1-5-15,0-2 0 0,-1 1-51 16,0 0 51-16,-2 0 0 0,1 1-112 16,-2-2 112-16,-1 1 0 0,0-1-120 0,-1 2 120 0,-1-1 0 0,2 0-69 15,-1 0 69-15,0 0 0 0,0 0-4 0,0 0 4 16,0-1 0-16,0 1 22 0,1-1-22 0,-1-1 0 0,0 0 39 15,-1-1-39-15,0-1 0 0,-1 3-1144 0,-2 3 1144 0,-2 0 0 16</inkml:trace>
  <inkml:trace contextRef="#ctx0" brushRef="#br0" timeOffset="73938.694">2467 15650 1024 0,'0'0'0'0,"0"0"0"0,0 0 0 0,0 0 0 0,0 0 256 0,0 0-256 0,0 0 0 16,0 0 256-16,0 0-256 0,0 0 0 0,0 0 225 31,0 0-225-31,0 0 0 0,19 13 66 0,8 5-66 0,9 7 0 0,-19-16 13 16,-4-6-13-16,-6-5 0 0,5 4 17 0,2-1-17 0,0-1 0 0,0 2-100 15,-2 1 100-15,2 2 0 0,-1-4-35 0,0 0 35 0,-2-1 0 0,0 3-73 16,0 0 73-16,-2 1 0 0,1 0-59 15,-2-1 59-15,2 0 0 0,-2 0-47 16,-1-1 47-16,0 2 0 0,0-2-89 0,1 2 89 0,2 0 0 16,-1-2-140-16,-2-1 140 0,-1-1 0 0,0 2-137 15,-1 2 137-15,0-1 0 0,-1 0-73 0,-1 0 73 0,-1 0 0 0,1 0-31 0,0 0 31 0,0-2 0 16,-1 2-41 0,0 0 41-16,-2 1 0 0,1-1-8 0,-1-1 8 15,-1 2 0-15,1-2 0 0,2 1 0 0,-1-2 0 16,0 2 0-16,0 2 0 0,0 0 0 0,1 0 0 0,-1-2 0 0,0 1 0 0,0 0 0 0,-2 0 0 15,1 1 0-15,0-1 35 16,2-1-35-16,-1-1 0 0,0 1 68 0,-2 0-68 0,1-2 0 16,0 2 17-16,2 0-17 0,-1 1 0 0,0-2 5 15,0 0-5-15,0 0 0 0,0 0-4 0,0 1 4 0,0 1 0 16,-1-1 9-16,-1 1-9 0,-1 2 0 0,1-2-18 16,0-1 18-16,0 0 0 0,0-1-31 0,0 1 31 0,0 1 0 0,0 0-59 15,0-1 59-15,0 0 0 0,0-1-22 16,-2 0 22-16,0 0 0 0,1-1 0 15,-1 1 0-15,-2 1 0 0,0-2 23 0,-1 0-23 16,-2 0 0-16,2 1 217 0,-1-1-217 0,-2 3 0 0,1-2 61 16,0 0-61-16,-1 0 0 0,0-1 81 0,-2-1-81 0,0-1 0 15,1 1-82-15,-1-2 82 0,1 1 0 0,0 0-41 16,-2 1 41-16,-1 1 0 0,0-1-103 0,3 0 103 0,-1 0 0 0,0 0 34 16,-1 0-34-16,0 0 0 0,-1 0 55 15,1 0-55-15,-4 0 0 0,3 0 1 0,0 0-1 0,1 0 0 0,-1-1-32 16,-1-1 32-16,-2-1 0 0,1 1-9 0,1 1 9 0,-1 0 0 0,1 0-92 15,-2-1 92-15,-1-1 0 0,1 1-24 16,1 1 24-16,-2 1 0 0,2-2-74 0,-2 2 74 0,-1-1 0 0,3 0-15 16,-3 0 15-16,1 0 0 0,0 1 0 31,2 1 0-31,0 1 0 0,10-2 0 0,5 0 0 0,5 0 0 0</inkml:trace>
  <inkml:trace contextRef="#ctx0" brushRef="#br0" timeOffset="74907.196">12033 13455 1024 0,'0'0'0'0,"0"0"0"0,0 0 0 0,0 0 0 15,0 0 0-15,0 0 0 0,0 0 0 0,0 4 0 0,0 2 0 0,0 2 0 0,0-2 0 16,0-1 0-16,0 1 0 0,0 0 0 0,-1-2 0 15,1 1 0-15,0 1 0 0,1 2 0 0,1 0 0 16,-1-1 0-16,-2 0 0 0,1-1 0 0,0 0 0 16,2 0 0-16,-1 1 0 0,0-1 30 15,1 0-30-15,1 0 0 0,-2-1 41 0,2-1-41 0,0 0 0 0,0 1 32 0,0-1-32 16,1-1 0-16,-1 0 14 0,1 0-14 0,1-2 0 16,-1 1-4-16,0 0 4 0,1 0 0 0,0-1-15 0,1-1 15 0,1-1 0 0,-1 0 12 15,1-1-12-15,-1-1 0 0,1 0 34 0,1-2-34 0,3 0 0 0,-2 1 73 16,-2 0-73-16,1-1 0 0,1 1 73 15,-2-1-73-15,0-1 0 0,1 2 70 0,-1-1-70 16,0 1 0-16,0-1 256 0,0 1-256 0,1 1 0 0,-1-1 256 16,-2 1-256-16,1 0 0 0,0 1-256 15,-2-2 256-15,2 0 0 0,-2 2-27 0,-1 0 27 0,-1 0 0 0,1 0-2 0,0 0 2 16,0 0 0-16,0 0-11 0,-2 1 11 0,1 1 0 0,1-1-10 16,-3 1 10-16,1 1 0 0,0-2-17 0,-2 1 17 15,1-2 0-15,0 1-8 0,2 1 8 0,-1 1 0 16,0-1-36-16,0 0 36 0,0 0 0 0,0-1-56 0,-2 1 56 0,1-2 0 0,0 0-69 15,0 0 69-15,0-1 0 0,0 1-62 16,0 0 62-16,0 0 0 0,0-2-25 0,0-1 25 0,0-2 0 0,0 6-293 16,0 1 293-16,0 1 0 0</inkml:trace>
  <inkml:trace contextRef="#ctx0" brushRef="#br0" timeOffset="77165.065">15801 13542 1024 0,'0'0'0'0,"2"-1"0"0,2 1 0 0,3-2 0 0,-3 2 256 0,0-2-256 0,0 1 0 0,1-1 256 16,1-2-256-16,3 1 0 0,-2 1 256 0,0-2-256 0,3 0 0 0,-1 1 256 16,-3 0-256-16,1 0 0 0,0-1 256 15,2 0-256-15,0-2 0 0,-1 3 97 16,-2 0-97-16,2 1 0 0,-1-1-256 16,-2 1 256-16,1 0 0 0,0 1 163 0,0 0-163 0,-1 0 0 0,0 1 256 15,-1-1-256-15,0-1 0 0,0 2 256 0,-1 1-256 0,0 1 0 0,0-1 256 0,-2 0-256 0,1 0 0 16,0 0 225-1,-2 0-225-15,1 0 0 0,0 0-111 0,1 0 111 0,1 1 0 0,-1-1 117 16,0-1-117-16,0 2 0 0,0-2 256 0,1 0-256 0,2 0 0 0,-1 0 256 16,1 0-256-16,1 0 0 0,-1-1 256 15,0 0-256-15,1 0 0 0,1-2 20 0,0 0-20 16,3-1 0-16,-1 1 0 0,-1-1 0 0,0-2 0 0,-1 1-43 0,3 1 43 0,-1 1 0 16,-1-2-256-16,2 0 256 0,0-2 0 0,-1 2 149 0,1-1-149 0,-1-1 0 0,0 1 150 15,-1 0-150-15,1-1 0 0,-1 1 0 16,0 1 0-16,1 0 0 0,-1 0 0 0,-2 1 0 0,-1 1 0 0,1-1-226 15,1 0 226-15,-1-2 0 0,-1 3-256 16,-1-1 256-16,-1 2 0 0,1 0-256 0,0 0 256 0,1 0 0 16,-1 1-256-16,0-1 256 0,0-1 0 0,-1 2-178 0,-1 0 178 0,-1 0 0 0,0 0-1899 15,-1 1 1899-15,-1 1 0 0</inkml:trace>
  <inkml:trace contextRef="#ctx0" brushRef="#br0" timeOffset="91758.362">13147 15479 1024 0,'0'0'0'0,"0"0"0"0,0 0 0 0,0 0 0 0,0 0 256 16,0 0-256-16,0 0 0 0,0 0 256 0,0 0-256 0,0 0 0 0,0 0 256 0,0 0-256 15,0 0 0-15,0 0 256 0,0 0-256 0,0 0 0 0,0 0 256 16,0 0-256-16,0 0 0 0,0 0 256 16,0 0-256-16,0 0 0 0,0 0 256 0,0 0-256 0,0 0 0 0,0 0 256 15,0 0-256-15,0 0 0 0,0 0 256 0,0 0-256 0,0 0 0 0,0 0 256 16,0 0-256-16,0 0 0 0,2 7 256 0,1 4-256 0,1 3 0 16,-6-11 255-16,-3-3-255 0,-3-3 0 0,2 3 0 15,-2 0 0-15,0 0 0 0,0 0 0 0,-1 1 0 0,-2 0 0 16,2 0 0-16,-1-1 0 0,-2-1 0 0,1 2-82 15,-3 0 82-15,0 0 0 0,2 0-256 0,-2-1 256 16,0-1 0-16,-1 1-70 0,0 0 70 0,-2 0 0 0,2 0 256 16,-2 1-256-16,-2-1 0 0,1 1 152 0,-2-2-152 0,0 1 0 0,0 0-152 15,-1 0 152-15,-3 0 0 0,4-1-256 16,-2 1 256-16,-1-2 0 0,0 1 256 0,-4 0-256 16,-1 0 0-16,0-1-256 0,-1 2 256 0,-2-1 0 0,1 0-256 15,-1-2 256-15,-2 0 0 0,3 2-256 0,-2-2 256 0,-1 1 0 16,1 0-256-16,1 0 256 0,1 0 0 0,0 1-256 15,-2-1 256-15,0-1 0 0,1 1-256 0,-2 0 256 0,-1-1 0 0,2 2-256 0,0-1 256 16,3 2 0-16,-1-1-256 0,-2 1 256 16,-2 1 0-16,2-1-256 0,1 2 256 0,0-1 0 0,0 0-256 15,1 1 256-15,0-1 0 0,0 0-256 0,0 0 256 16,-1 0 0-16,1 1-103 0,2 1 103 0,-1 1 0 0,0-1 0 16,1-1 0-16,0 0 0 0,1 0 0 0,1 1 0 0,0 1 0 0,0-1 0 15,2-2 0-15,0 1 0 0,1 0 0 16,0 1 0-16,2 2 0 0,-1-3 0 0,1 1 0 0,2-2 0 0,-2 2 0 0,1-2 0 0,1 1 0 0,0-1 0 15,2 2 0 1,0 0 0-16,-1-2 0 0,2 2 0 0,-2 0 0 0,3-1 0 0,0 0 0 0,2-1 0 0,0 1 0 16,0-1 0-16,2 0 0 0,-2 0 0 15,2 1 0-15,0 1 0 0,0-2 0 0,2 1 0 16,1-2 0-16,-1 1 0 0,2 0 0 0,1 1 0 0,-1-2 0 0,2 0 0 16,-2 0 0-16,2 0 0 0,0 0 0 0,2 0 0 0,-1 0 0 0,1 0 0 15,1 0 0-15,-1 0 0 0,2 0 0 0,-2 0 0 0,2 0 0 16,1 0 0-1,1 0 0-15,-1 0 0 0,0 0 0 0,0 0 0 0,0-1 0 0,0 0 0 16,0-1 0-16,0 2 0 0,3 0 0 0,-2 0 0 0,0 0 0 0,0 0 0 0,0 0 0 16,0 0 256-1,0 0-256-15,0 0 0 0,0 0 256 0,0 0-256 0,0 0 0 16,0 0-256-16,0 0 256 0,0 0 0 0,0 0-256 0,0 0 256 0,0 0 0 0,0 0 0 16,-2 0 0-16,1 0 0 0,1 0 0 0,0-2 0 0,1 1 0 0,-1 0 0 15,-1 1 0-15,-1 1 0 0,1-1 0 16,0 0 0-16,0 0 0 0,0 0 0 0,0 0 0 15,0 0 0-15,0 0 0 0,0 0 0 0,0 0 0 0,0 0 0 16,0 0 0-16,0 0 0 0,0 0 0 0,0 0 0 0,0 0 0 0</inkml:trace>
  <inkml:trace contextRef="#ctx0" brushRef="#br0" timeOffset="97740.709">3979 15886 1024 0,'0'0'0'16,"0"0"0"-16,0 0 0 0,0 0 0 0,0 0 256 0,0 0-256 0,0 0 0 0,0 0 256 0,0 0-256 0,0 0 0 0,0 0 256 16,0 0-256-16,0 0 0 0,0 0 256 15,0 0-256-15,0 0 0 0,0 0 256 0,0 0-256 0,0 0 0 0,0 0 256 16,0 0-256-16,0 0 0 0,0 0 256 0,0 0-256 0,0 0 0 0,0 0 239 16,0 0-239-16,0 0 0 0,0 0 72 15,0 0-72-15,0 0 0 0,0 0-18 0,0 0 18 0,0 0 0 0,-2 41 200 16,-2 20-200-16,-2 21 0 0,-17-52-52 0,-9-17 52 0,-10-15 0 15,6 14-28-15,-5 2 28 0,-2 1 0 0,11-4-83 32,5-2 83-32,5-1 0 0,2 0-3 0,3-2 3 0,4 0 0 0,-1-1 2 0,5-1-2 0,1-1 0 0,22-3-222 15,14-1 222-15,11-1 0 0,-3-2-15 0,8-1 15 16,5-2 0-16,-4 1-79 0,0 1 79 0,3 0 0 0,-8 0-57 16,-2-1 57-16,-2-2 0 0,-3 4 0 15,-3-1 0-15,-3 1 0 0,-3 0-7 0,-1 1 7 0,-4 1 0 0,-2 0 76 16,-2 1-76-1,-3 1 0-15,-1-1 11 0,-1 0-11 0,-3 0 0 0,0 0-2 16,-2 1 2-16,-1 1 0 0,-1-1-86 0,-1 0 86 16,0 0 0-16,-1 1-43 0,-1 1 43 0,-1 1 0 0,0-2-30 0,0 1 30 0,-1 1 0 0,0-1 13 15,2 0-13-15,-1 0 0 0,0 0 17 16,-2 0-17-16,0 1 0 0,1-2 28 16,0 2-28-16,0-1 0 0,0 0 7 0,0 1-7 15,0 1 0-15,0 0 31 0,-1 0-31 0,-1 1 0 0,1-1 59 16,-1-1-59-16,1 0 0 0,0-1 136 0,-1 1-136 0,-1 1 0 0,1-2 74 0,2 2-74 15,-1 0 0-15,0-2 119 16,-2 0-119-16,-1 0 0 0,3 0 68 0,1 0-68 16,1 0 0-16,0-1 107 0,1 1-107 0,1 1 0 0,0-1 155 15,1 0-155-15,1 1 0 0,-1-2 85 0,1 1-85 0,3-2 0 0,-2 3 68 16,0 0-68-16,3 1 0 0,-2-2 21 16,-2 1-21-16,1 1 0 0,1-2 59 0,-3 0-59 0,1 0 0 0,0 1 51 15,0-1-51-15,0 3 0 0,1-2 45 16,1 1-45-16,2 1 0 0,-2-1 14 0,0 0-14 0,0 1 0 0,0 0 17 15,1-1-17-15,2 3 0 0,-2-3 31 0,1 1-31 16,2-1 0-16,-1 0 60 0,0 0-60 0,1 0 0 0,-1-1 106 16,-1 2-106-16,0 0 0 0,0-2-75 0,-2 0 75 15,1 0 0-15,1-1 77 0,0 1-77 0,1-2 0 0,-2 1 31 16,3 0-31-16,-1 1 0 0,-1-1 0 0,0 1 0 0,2 2 0 16,-3-2 0-16,-1 0 0 0,-1 0 0 0,0-1 0 15,-1-2 0-15,-1 1 0 0,2 1 0 0,-1 2 0 0,0-1 0 16,-1-1 0-16,-1 2 0 0,-1 0 0 0,1-2 0 15,-2 1 0-15,1-2 0 0,0 2 0 0,0-2 0 0,0 1 0 16,0 0 0-16,0-1 0 0,0 0 0 0,0-1 0 16,0 0 0-16,0 0 0 0,0 0 0 15,2 1 0-15,-1 1 0 0,0-1 0 0,0 1 0 0,0 1 0 0,0-1 0 16,0 1 0-16,0 1 0 0,0-1 0 0,0 0 0 0,0 1 0 16,0-2 0-16,-2 1 0 0,1-1 0 0,0 0 0 15,0 1 0-15,0 1 0 0,0-2 0 16,0 0 0-16,0 0 0 0,0-1 0 0,0 1 0 0,0-2 0 0,0 1 0 0,0 0 0 0,0 0 0 15,0 0 0-15,0 0 0 0,0 1 0 0,0-1 0 16,0 0 0-16,0 0 0 0,0 0 0 16,2-1 0-16,-1-1 0 0,0 1 0 0,-2 0 0 0,1 0 0 15,1 0 0-15,1 0 0 0,2 0 0 0,-3 0 0 16,-1 0 0-16,-1 0 0 0,1 0 0 0,2 0 0 0,-1 0 0 0,0 0 0 16,0 0 0-16,0 0 0 0,0 0 0 0,0 0 0 0,0 0 0 0,0 0 0 15,0 0 0-15,0 0 0 0,0 0 0 16,0 0 0-16,0 0 0 0,0 1 0 0,0-1 0 0,0 2 0 15,0-2 0-15,0 0 0 0,0 0 0 0,0 0 0 16,0 2 0-16,0-1 0 0,0 1 0 0,-2-2 0 0,1 1 0 0,0 0 0 16,2 2 0-16,-1 0 0 0,1-1 0 15,-1 0 0-15,0 0 0 0,0 0 0 0,0 1 0 0,0 1 0 0,0-1 0 16,-2-1 0-16,1 0 0 0,0-1 0 16,2 0 0-16,-1 0 0 0,0 0 0 0,-2 1 0 15,1 1 0-15,0-2 0 0,2 0 0 0,-1 0 0 0,0 0 0 16,-2 0 0-16,1 0 0 0,0 0 0 0,2-1 0 0,-1-1 0 0,0 2 0 15,-2 0 0-15,1 1 0 0,0-1 0 0,2-1 0 0,-1-1 0 0,0 2 0 16,0-1 0-16,0 2 0 0,0-2 0 16,0 0 0-16,0 0 0 0,-1 0 0 0,1 0 0 15,0 0 0-15,0 0 0 0,0 0 0 16,2 1 0-16,0 1 0 0,-1-2 0 0,-2 2 0 0,1-1 0 0,0 0 0 16,1 0 0-16,1 0 0 0,-1 0 0 15,0 0 0-15,0 0 0 0,0 0 0 0,-2 2 0 0,1-1 0 0,0 0 0 0,1-1 0 0,1-1 0 16,-1 1-24-16,1-1 24 0,-1-1 0 0,1 3-95 15,2-1 95-15,3 0 0 0,-2 0 28 0,-2-1-28 0,2-1 0 0,-1 2-46 16,1 0 46-16,2 0 0 0,-2 0-109 16,0 0 109-16,-2 0 0 0,1 0-182 15,0 0 182-15,0 1 0 0,0-1-86 0,2 0 86 0,0 0 0 0,-1 0-16 16,0 1 16-16,1 1 0 0,-1-1 22 16,1 2-22-16,1 0 0 0,-1-1-8 0,0 0 8 0,-1 0 0 0,-1 0-75 15,-1-2 75-15,-1 1 0 0,1 0-65 0,1 1 65 0,-1 1 0 0,0 0-84 31,-2 0 84-31,1 1 0 0,-1-1 74 0,-1-1-74 0,-1-1 0 0,1 1 6 16,0-1-6-16,0 0 0 0,-1 0 33 16,-1 2-33-16,-1 0 0 0,1-1-94 0,0 1 94 0,0 1 0 0,0-2-82 15,0 1 82-15,0-1 0 0,0-1-42 0,0 0 42 0,0 0 0 16,0 1 18-16,-1-1-18 16,-1 3 0-16,0-3 58 0,3 1-58 0,-1 1 0 0,0-2 39 0,0 2-39 0,0 0 0 0,0-2 7 0,2 0-7 15,-1 0 0 1,-1-1 63-16,0 1-63 0,-1 1 0 0,1-2 31 15,1 0-31-15,1 0 0 0,-1 1 17 0,0-1-17 0,0 3 0 16,0-3 3-16,0 0-3 0,0 0 0 0,0-1 49 16,0 0-49-16,0 0 0 0,-1 3 50 15,-1 1-50-15,-1 2 0 0,1-4-127 0,0 0 127 0,0-1 0 0,1 1-46 16,1-1 46-16,1 0 0 0,-1 1-2 16,0 0 2-16,0 0 0 0,0-1 105 0,2-1-105 0,-1-1 0 15,0 2 32-15,0 0-32 0,0 1 0 0,0-1 55 16,1-1-55-16,1 2 0 0,-1-1-6 0,0 1 6 0,0 1 0 0,0-2-13 15,1 0 13-15,-1 0 0 0,-1-1-13 16,2 2 13-16,0-1 0 0,-1-1-23 0,1 2 23 0,1 0 0 16,-3 0 64-16,-2 1-64 0,-2 1 0 0,3-3-19 15,1 1 19-15,1-2 0 0,-3 5 125 16,-1 1-125-16,-2 2 0 0,2-1 61 16,-1-2-61-16,-1 2 0 0,1-1-13 0,-2-1 13 0,0 0 0 15,3-3-79-15,2 1 79 0,2-2 0 0,-1-1-45 16,1-1 45-16,1-1 0 0,-2 4 125 15,-1 1-125-15,-1 1 0 0,1-1 29 0,0-1-29 0,0 0 0 16,-1 0 50-16,-1-1-50 0,-1-1 0 0,2 1-36 16,1 0 36-16,1 0 0 0,-1 0 68 15,2 1-68-15,-1 1 0 0,0-2 72 0,1 1-72 0,2 1 0 0,-2-1 40 16,1-1-40-16,1-1 0 0,0-1-98 16,1-3 98-16,1 0 0 0,-1 0-35 0,2-1 35 0,1-2 0 0,-1 2-40 15,-2-1 40-15,2-1 0 0,0 1 7 16,2-1-7-16,4 0 0 0,-4 2-8 0,1-1 8 0,2 1 0 0,-3 1 44 15,2-1-44-15,1 2 0 0,-2 0 11 16,-1-1-11-16,-1 2 0 0,2-1 19 16,-3 1-19-16,1 0 0 0,0 1 14 0,-2 2-14 0,-1-1 0 0,0 1-44 15,-1-1 44-15,-1 2 0 0,0-1-72 0,-1 2 72 16,-1 0 0-16,2-2-138 0,-1 1 138 16,0-2 0-16,0 1-31 0,0 1 31 0,0 1 0 0,0-1-77 0,-2-1 77 0,1-1 0 15,0 1 70-15,0-1-70 16,0-1 0-16,0 2-37 0,0 0 37 0,0 0 0 0,0 0-70 15,-2 0 70-15,1 0 0 0,0 2-66 16,0 0 66-16,0 1 0 0,0 0-114 0,2-2 114 0,-1 1 0 0,1 0-15 16,1 0 15-16,2 1 0 0,10-12 256 15,6-6-256 1,7-5 0-16,-1-4 247 0,5-3-247 0,3-7 0 0,-4 5-99 16,-1-2 99-16,0 0 0 15,-7 8-132-15,-3 4 132 16,-3 4 0-16,0 0-67 0,-1 2 67 0,-2 3 0 0,2-2-8 15,0 2 8-15,2 0 0 16,-4 3-110-16,0 2 110 0,-2 2 0 0,2 0 47 16,-2 1-47-16,1 1 0 15,0 0 183 1,-2 1-183-16,-1 1 0 0,-1 0-221 0,-3 1 221 0,-2 1 0 0,2 0 8 16,-2 0-8-16,2 1 0 0,-3 0-18 15,-1 1 18-15,-1 2 0 0,-1-2-3 31,-2-1 3-31,-2-1 0 0,0 2 75 16,0 1-75-16,-1 0 0 0,0-2 256 0,-1 1-256 0,-1-2 0 0,0 2-112 16,3-1 112-16,-1 0 0 0,0 0 78 15,-1-1-78-15,-2 0 0 0,3-1 70 16,0 1-70-16,1-1 0 0,0-1 256 0,1 0-256 0,1-1 0 16,-1 1-234-1,2-1 234-15,-2 0 0 0,2 0-7 0,1-1 7 0,1-1 0 16,-1 0 50-1,-2 0-50-15,1-1 0 0,1 1 18 16,1 1-18-16,1-1 0 0,0-1 85 0,-1 0-85 0,0-1 0 0,0 0-33 16,1 2 33-16,1-1 0 0,-1 1 15 31,0-2-15-31,0 0 0 0,-1 2-48 16,2-2 48-16,0 1 0 0,-1 0 64 15,2 0-64-15,1 0 0 0,-1 0-35 16,-2 1 35-16,1 1 0 0,0-1-44 15,1-1 44-15,1-2 0 0,-1 3-72 16,1 0 72-16,-1 0 0 0,0 1-33 0,0-1 33 0,0-1 0 16,0 1-12-16,1 1 12 0,2 1 0 0,-2-2 23 15,-2 1-23-15,1-2 0 0,0 1 3 16,-2 1-3-16,1 1 0 0,0-2 12 16,0 1-12-16,1-2 0 0,-1 1-4 15,-2 1 4-15,1 1 0 0,0-1-5 16,0 0 5-16,0 0 0 0,9-3 254 0,5-3-254 15,5-1 0-15,-1 1-33 16,4 0 33-16,4-1 0 0,3-3 116 16,4-1-116-16,5-3 0 0,-8 4-118 15,-1 1 118-15,-3 0 0 0,1-2 118 16,0 0-118-16,-1-2 0 0,-3 2 0 16,-2 0 0-16,-3 2 0 0,-1-1 0 15,-2 2 0-15,-2 0 0 0,-1 0 0 16,-2 3 0-16,-1-1 0 0,-1 0 0 15,-1 1 0-15,-2 0 0 0,-1 1-241 16,-3 1 241-16,0 1 0 0,0-1-107 16,0 2 107-16,-2 1 0 0,0-1-256 15,-1 1 256-15,-1-2 0 0,1 2 250 16,2 0-250-16,-1 0 0 0,-1 3-256 16,-1 1 256-16,-1 2 0 0,1-3-256 31,2 1 256-31,-1-2 0 0,0 1-256 0,0-1 256 15,0 0 0-15,0 1-256 16,0 1 256-16,0 1 0 0,0-1-44 16,0 0 44-16,0 1 0 0,-2 3 210 15,-2 1-210-15,0 2 0 0,3-4 79 16,2 0-79-16,2-2 0 0,-2 0-112 16,0-1 112-16,0 0 0 0,3-1-119 31,0-1 119-31,1-1 0 0,-1 0-43 15,1-1 43-15,1-1 0 0,0 1-87 16,-3 0 87-16,1 0 0 0,0 0 19 16,-1-1-19-1,0-1 0-15,0 2-16 0,-1-2 16 0,-1 1 0 16,1 1-83 0,0-1 83-16,1-1 0 0,-1 1-133 15,-2 0 133-15,1 0 0 0,2-1-256 16,1 0 256-16,1-1 0 0,1 1-114 15,0 0 114-15,4 0 0 0,-3 0-45 16,0 1 45 0,0 1 0-16,1-2 33 0,-1 2-33 0,0-1 0 15,-1 1-190-15,0 1 190 16,-2 1 0-16,0-2 256 16,0 0-256-16,-2 0 0 0,1 0-102 0,-1 1 102 0,-1 1 0 0,1-1 256 31,0-1-256-31,0-1 0 0,-1 2 188 15,-1-1-188-15,-1 2 0 0,1-1 55 16,2-1-55-16,-1-1 0 0,-2 2 94 16,-2 2-94-1,-2-1 0-15,1 1 37 0,-2 0-37 0,-3 1 0 0,2 0 36 32,0 0-36-32,-1 1 0 0,1-2 40 0,-1 1-40 0,1-2 0 0,0 0-256 15,2-1 256-15,-1-1 0 0,-1 1 256 31,1 0-256-31,0 1 0 0,0-1 161 16,-2 0-161 0,0 0 0-16,-3 5-103 0,-4 2 103 0,-3 3 0 0,-1-3 173 15,-1-1-173-15,-4 0 0 16,-17 5-251-16,-10 3 251 0,-11 2 0 0,7-1-30 16,-4 1 30-16,-3 1 0 0,11-3-58 15,4-1 58-15,3-2 0 0,5-1-5 16,4-1 5-16,3-3 0 0,0 6 256 15,1 1-256-15,2 4 0 0,17-15-247 16,8-5 247-16,11-6 0 0,-3 2 53 16,4-1-53-16,2-2 0 0,-3 4-195 15,-2 2 195-15,0 2 0 0,-1 0 92 16,-1 1-92-16,-1 1 0 0,-2-1 188 16,-2 0-188-16,-2 0 0 0,2-1 106 15,-1 1-106-15,-1-2 0 0,0 1-73 0,-4 0 73 16,-1-1 0-16,1 2-138 0,0 0 138 0,-4 0 0 0,-14 3-242 15,-7 1 242-15,-8 2 0 16,1-1 256-16,-6 2-256 0,-3 0 0 0,4-1-256 16,0-1 256-16,-3 0 0 0,8-3 10 15,2-2-10-15,2-2 0 0,4-2 44 16,5-2-44 0,3-3 0-16,-2-8-18 15,2-5 18-15,1-5 0 0,15 20 256 16,8 7-256-16,8 7 0 0</inkml:trace>
  <inkml:trace contextRef="#ctx0" brushRef="#br0" timeOffset="105853.239">3835 18774 1024 0,'0'0'0'15,"0"0"0"-15,0 0 0 0,0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2T07:18:46.917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1791 5881 0,'0'0'0,"0"0"0,0 0 16,0 0-16,0 0 16,0 0-16,0 0 15,0 0-15,0 0 0,0 0 0,0 0 16,0 0-16,0 0 0,0 0 0,0 0 0,0 0 0,0 0 15,0 0-15,20-7 0,-3 2 0,2-1 0,-8 2 16,1 1-16,-1 0 0,-11 3 0,4-3 0,2 2 16,-1-1-1,-3 2-15,-2 0 0,1 0 0,-1 0 0,15 0 0,1 0 16,-3 0-16,-13 0 0,10 0 0,-1 0 16,-2 0-16,-7 0 0,18-2 0,-2 1 15,-1-1-15,-6 2 0,1 0 0,0-1 16,-10 1-16,16 0 0,2 0 15,0 0-15,-18 0 0,10 0 0,-1 0 0,-1 0 0,-8 0 16,28 1-16,-4-1 0,2 2 0,-11-1 0,-1 0 16,-1 0-16,-13-1 0,34 0 0,-4 1 0,1-1 15,-31 0-15,34 1 0,-1-1 0,1 0 0,-4-1 16,1 1-16,0 0 0,-31 0 0,35-1 0,-3 0 0,0 0 0,-32 1 0,36-1 0,-1 1 0,0 0 0,-35 0 0,37-2 0,-1 1 0,2-2 16,8 1-16,4 0 0,-2 2 0,-48 0 15,55-4-15,-2 3 0,0-1 0,-53 2 0,49-3 0,-2 1 16,0 0-16,-47 2 0,44-3 0,-5-1 0,1 1 15,-1 0-15,-2 0 0,-1 1 16,-36 2 0,42-5-16,0 3 0,-1-1 0,-41 3 15,42-2-15,1 0 16,-1-1-16,-42 3 16,42-1-16,1-1 0,-1 0 15,-42 2-15,36-1 0,-2 0 0,1 1 16,14-3-16,3 1 0,-2 1 15,-50 1-15,61 0 0,-2-3 0,1 1 16,-60 2-16,53-1 0,-2 0 0,0 1 16,-51 0-16,26-1 0,-2 0 0,1 1 15,-25 0-15,32-4 0,-1 1 0,0 1 0,-15-1 0,1 2 16,-1-1-16,-16 2 0,7-1 0,-1 1 0,0 0 0,-6 0 0,19-5 0,-1 3 0,1-2 0,-9 2 0,1-1 0,-1 2 0,-10 1 0,23-2 0,-3-1 16,1 0-16,-21 3 0,11 0 0,1-2 0,-1 2 15,-11 0-15,4-3 0,0 3 0,0 0 0,-4 0 0,14-3 0,-1 0 0,1 2 0</inkml:trace>
  <inkml:trace contextRef="#ctx0" brushRef="#br0" timeOffset="16938.442">7750 6161 0,'0'0'0,"70"-7"0,14-3 15,-42 6-15,61-1 16,28-2 0,-5 1-16,-126 6 15,0 0-15,0 0 0,0 0 0,43-2 16,-1 1-16,-1-1 15,-41 2-15,36 2 0,-1-1 0,0-1 0,-35 0 16,41 2-16,-3-2 0,0 0 0,23-2 16,-2 2-16,0 0 0,-59 0 0,65-1 0,0 1 0,0 0 0,-3 0 0,-1-2 15,0 2-15,-61 0 0,66-1 0,1 0 16,-1 0-16,6 1 0,-2 0 0,1 0 16,-71 0-16,72-1 0,0 1 0,1 0 15,3-2-15,-1 2 0,-1 0 0,-74 0 16,88 0-16,-2-1 0,-1 1 0,-85 0 0,85-1 0,0 1 0,0 0 0,-9-2 0,1 0 0,-1 1 0,-76 1 0,76-4 0,-2 1 0,0 1 15,-4-2-15,-1-1 0,0 1 0,-69 4 16,71-6-16,-1 2 0,-1-2 0,-69 6 0,80-7 0,-3 1 16,1 0-16,6-2 0,-1 0 0,0 2 0,-83 6 15,91-8-15,-1 2 0,0-1 0,-90 7 16,89-7-16,0 2 0,0-1 0,-1 1 16,-2 0-16,0 0 0,-86 5 0,84-5 0,-1 2 15,0 1-15,-83 2 0,80-4 0,-1 3 16,-1-1-16,-3 1 15,-2 1-15,1 0 0,-74 0 16,71 1-16,-2-1 0,0 2 0,-69-2 0,0 0 0,0 0 16,35 0-16,-1 0 0,0 0 0</inkml:trace>
  <inkml:trace contextRef="#ctx0" brushRef="#br0" timeOffset="19973.843">1651 6809 0,'0'0'0,"0"0"0,0 0 0,0 0 16,0 0-16,0 0 15,0 0 1,0 0-16,0 0 0,0 0 0,0 0 0,0 0 16,0 0-16,0 0 0,0 0 0,0 0 0,0 0 15,-16-9-15,4 3 0,-1-2 0,13 8 0,-9-4 16,2 0-16,0-1 0,5 4 0,-3-1 0,2 1 0,3 1 15,0-2-15,-2 2 0,2 0 0,0 0 0,16-6 16,0 2-16,-1 1 0,-5-1 0,-1 1 0,1 1 0,-5 0 16,-1 1-16,-2 1 0,-2 0 0,24 5 0,-2-2 15,-1 1-15,-7-1 0,-1-1 16,-1 0-16,-12-2 0,24-1 0,-1 0 0,0 1 0,-23 0 16,14-2-16,0 2 0,-3-1 0,-11 1 0,27 3 0,0-2 0,0 0 15,-12 1-15,0-2 0,0 2 0,-15-2 16,32 4-16,0-1 0,-2-2 0,-30-1 0,36 2 15,-1 1-15,-1-2 0,0 1 0,-1 1 0,1-1 16,-34-2-16,34 3 0,1 0 0,-1-1 0,-34-2 0,50 3 16,1 0-16,-3 1 0,-48-4 0,64 5 0,0-3 15,0 3-15,-64-5 0,74 4 0,-2 0 0,1 0 0,-10 0 16,3-2-16,-4 0 0,-12-2 0,1 2 16,1-2-16,-52 0 0,40-2 0,-1 1 0,0 0 15,-4-1-15,-3 0 0,0 0 0,-32 2 16,43 0-16,-1 0 0,1-1 0,4-1 15,-1 2-15,1 0 0,4 2 0,-1-2 0,-1 1 0,-49-1 0,61 1 0,-1 1 16,2 1-16,12-2 0,-1 2 0,0 1 0,-73-4 0,79 3 16,-1 0-16,1 1 0,-2 0 0,-1-1 0,-1-1 15,-75-2-15,72 2 0,-4-1 0,1 2 0,-3-4 16,-4-1-16,1 1 0,-15-6 0,-2 0 0,1 0 0,-47 7 16</inkml:trace>
  <inkml:trace contextRef="#ctx0" brushRef="#br0" timeOffset="32823.855">4320 7913 0,'0'0'0,"0"0"16,-85 11-16,33-7 16,-73-4-1,-26-10 1,-21-6-16,172 16 0,0 0 15,0 0-15,-69-9 0,1 1 0,0 1 16,-24-2-16,-2 1 0,1 1 0,93 7 0,-105-8 0,1 0 16,0 1-16,-9 0 0,-1 0 0,3 0 0,-10 0 0,0 1 0,0-3 15</inkml:trace>
  <inkml:trace contextRef="#ctx0" brushRef="#br0" timeOffset="45570.975">9007 7928 0,'0'0'0,"0"0"0,0 0 15,0 0-15,0 0 16,0 0-16,38-53 16,-38 53-16,0 0 0,0 0 15,0 0-15,7-9 0,0-1 0,1-1 0,-8 11 16,15-3-16,-2 0 0,1 0 16,-14 3-16,0 0 0,7-2 0,0 2 0,1-2 0,-8 2 0,21 4 0,1-1 15,0 1-15,-22-4 0,27 1 0,-2 0 16,1 1-16,-26-2 0,32 0 0,-2 0 0,0 0 0,-30 0 0,34 3 15,0 0-15,1 0 0,-35-3 0,39 4 0,-2-1 16,0 1-16,-37-4 0,0 0 0,56 1 0,0 0 16,-1-1-16,15 3 0,-2-3 0,0 2 0,-68-2 0,65 0 15,0 2-15,-1 0 0,-11-2 0,1 0 0,0 0 16,-54 0-16,52 0 0,-3 0 0,1 0 0,12 1 16,0 1-16,0-1 0,-62-1 0,81 0 0,1 2 0,0-1 15,11 0-15,0-1 0,0 0 0,-93 0 0,97 0 16,-2 0-16,0 0 0,-95 0 0,90-1 0,-2 1 15,0 0-15,2 0 0,-2-1 0,-1 0 0,-87 1 16,91-1-16,-1 1 0,0 0 0,-4-1 16,-2-1-16,-1 1 0,-83 1 0,86 0 0,-1-2 0,0 1 15,-5-2-15,-1 0 0,-1 2 0,-78 1 16,86-4-16,-1 1 0,0 2 0,-85 1 0,83-3 0,1 3 0,0 0 16,-7-1-16,1 1 0,-1 0 0,-77 0 0,75 1 15,-2-1-15,1 0 0,-5 0 0,0 0 0,0 0 16,-69 0-16,72 2 0,-3-2 0,0 1 15,6 0-15,-2-1 0,2 0 0,-75 0 16,76 3-16,-1-3 0,1 2 0,0 0 0,1-2 0,-1 1 0,-76-1 0,75 3 16,-3-1-16,0-2 0,-72 0 0,71 1 0,-2 1 15,0-1-15</inkml:trace>
  <inkml:trace contextRef="#ctx0" brushRef="#br0" timeOffset="54832.974">4184 9890 0,'0'0'0,"0"0"16,0 0-16,0 0 16,0 0-16,0 0 15,0 0 1,0 0-16,0 0 0,0 0 0,0 0 0,0 0 15,0 0-15,0 0 0,-23 3 0,2-3 0,-1 1 0,22-1 16,-14 2-16,2-1 0,1-1 0,11 0 0,-42 2 16,3-1-16,1 0 0,38-1 15,-58 5-15,2-4 0,0 1 0,-5 1 16,3-2-16,-2-1 0,60 0 16,-70 2-16,1 0 0,1-1 15,-4-1-15,2 0 0,0 0 0,70 0 0,-73 0 0,1-2 16,1 1-16,-9-2 0,3 0 0,0 1 0,-18-2 0,1 1 0,0 0 15,94 3-15,-124-4 0,5 1 0,-3 1 16,-14 1-16,-1-1 16,1 1-16,-4 4 0,3-1 0,0-1 0,55 5 15,-2-3-15,1-1 0</inkml:trace>
  <inkml:trace contextRef="#ctx0" brushRef="#br0" timeOffset="61842.719">1546 10944 0,'0'0'0,"0"0"16,0 0-16,0 0 0,77-16 16,-33 9-1,38 0 1,6-1-16,-88 8 0,0 0 16,0 0-16,0 0 0,38-3 15,0-1-15,0 1 0,-38 3 0,45-4 0,-1 1 0,1-2 0,3 2 16,-3-2-16,2 3 0,-47 2 15,48-5-15,-4 1 0,2 1 16,-46 3-16,53-5 16,-3 1-16,2 0 0,-52 4 15,59-6-15,-1 0 0,0 1 16,-58 5-16,49-4 16,0 0-16,0-2 0,-49 6 0,42-4 0,-4-1 0,1 1 0,-19 0 0,-1 3 0,-1 0 0,-18 1 15,22-5-15,-1 0 0,1 1 0,-22 4 0,14-3 0,-5 0 0,1 2 0,-10 1 0,4-2 0,1 1 0,-1 1 0,-4 0 0,2-1 0,-2 1 0,1 0 0,-1 0 0,2 0 0,-2 0 16,0 0-16,0 0 0,0 0 0,0 0 0,0 0 15,0 0-15,0 0 0,0 0 0,0 0 0,10-3 16,0 1-16,1 1 0,-11 1 0,7-3 16,-2 3-16,1-1 0,-6 1 0,4 0 0,-2 0 0,0 0 0,0 0 15,-2 0-15,0 0 0,2 0 16,-2 0-16,0 0 0</inkml:trace>
  <inkml:trace contextRef="#ctx0" brushRef="#br0" timeOffset="62797.159">5097 10871 0,'0'0'0,"0"0"0,0 0 16,0 0-1,0 0-15,0 0 16,0 0-1,0 0-15,0 0 0,0 0 0,0 0 0,36-13 0,-2 4 16,0-3-16,-13 4 0,-1 3 0,0-4 16,-20 9-16,35-1 0,-2 1 15,0-2-15,-33 2 0,36 2 0,1-1 16,-1 1-16,-36-2 0,38 2 0,0 3 0,1-4 0,-39-1 16,41 3-16,-1 1 0,0-3 0,-40-1 0,55 3 0,-1-2 15,0 1-15,13 2 0,0-3 0,0 2 0,-67-3 16,66 2-16,1-1 0,-1 0 0,-6 2 0,0 0 0,0-3 0,-60 0 15,65 5-15,-2-2 0,0 1 0,10-1 0,0 0 0,-1 0 16,-72-3-16,75 3 0,1-1 0,-1 2 16,-75-4-16,76 2 15,-3-1-15,0 1 0,0-1 0,-2 0 16,0 1-16,-71-2 0,71 3 0,-1-3 0,0 1 0,7 0 0,-1 2 16,1-1-16,-77-2 0,72 1 0,-1 1 0,1 1 0,-72-3 0,61 2 0,0-1 0,0 0 0,-13 1 15,1-1-15,-1 1 0,-48-2 0,54 3 0,-2-1 16,-1 0-16,-51-2 0,56 3 0,0 0 0,0 0 0,-56-3 15,44 4-15,0-1 0,-1 2 0,-43-5 0,21 2 16,-2-2-16,1 2 0,-20-2 16,7 1-16,1 0 0,-1 0 0,-7-1 0,8 8 0,-1-1 0,3 0 15,-5-1-15,-1-1 0,0-1 0,-4-4 0,2 1 16,-1 1-16,-1-1 0,0-1 0,-9 4 16,1 0-16,-1-1 0,2 0 0,2-2 15,0 2-15,5-3 0,-2 0 0,0 1 0,0-1 16,1 0-16,-1 0 0,1 0 0,1 0 0,10 4 0,-3 0 15,0 0-15,-2-1 0,0-2 0,-1 1 0,-4-2 0,3 0 16,-2 1-16,0 0 0</inkml:trace>
  <inkml:trace contextRef="#ctx0" brushRef="#br0" timeOffset="67293.239">2683 10232 0,'0'0'0,"0"0"0,0 0 15,0 0-15,0 0 16,0 0 0,61-26-16,-61 26 0,0 0 15,0 0-15,13-7 0,-1 2 0,0 0 0,-12 5 0,25-5 16,-2 2-16,0-2 0,-23 5 0,13-2 15,0 2-15,0-3 0,-13 3 0,31-9 0,0 0 0,0 1 16,-13 3-16,-1 0 0,1-1 0</inkml:trace>
  <inkml:trace contextRef="#ctx0" brushRef="#br0" timeOffset="68444.977">5723 10120 0,'0'0'0,"0"0"0,0 0 15,-71-6-15,28 4 16,-54-9 0,2-1-16,95 12 15,0 0-15,0 0 0,0 0 0,-46-5 16,-1 1-16,0-1 15,47 5-15,-51-6 0,-1 0 0,0 0 16,52 6-16,-57-6 0,-1 0 16,0-1-1,58 7-15,-49-8 0,3 2 0,0-2 0</inkml:trace>
  <inkml:trace contextRef="#ctx0" brushRef="#br0" timeOffset="75071.822">1707 11990 0,'0'0'0,"0"0"0,79-7 15,38-5 1,27-1-16,55-5 16,7 6-16,-206 12 15,0 0-15,0 0 0,60-4 0,1 1 16,1 0-16,-8 1 15,1 1-15,-2 0 0,-53 1 16,51 1-16,-3-1 0,2 0 0,-7 4 0,1-1 0,-1 1 0,-43-4 0,43 4 0,1-1 0,-1 1 0,3-2 16,-3-2-16,1 1 0,-44-1 0,52 1 0,-1 2 15,0-1-15</inkml:trace>
  <inkml:trace contextRef="#ctx0" brushRef="#br0" timeOffset="75526.435">4559 11998 0,'0'0'0,"0"0"0,0 0 16,0 0-16,0 0 15,78-11-15,5 14 16,11 7 0,-94-10-16,0 0 15,0 0-15,36 8 0,-1-1 0,0 0 16,7 2-16,1 0 0,-1 1 0,7 0 16,-3-1-16,1 0 0,4 0 15,1-2-15,0 1 16,4-5-16,0 0 0,0 0 15</inkml:trace>
  <inkml:trace contextRef="#ctx0" brushRef="#br0" timeOffset="76047.822">10031 12001 0,'0'0'0,"0"0"0,0 0 15,-57 24 1,-16-3-16,-22-5 16,-21-10-1,116-6-15,0 0 0,0 0 0,0 0 0,-52 1 0,2 0 0,0 0 16,-15-3-16,0-1 0,-1 1 0,66 2 15,-73-9-15,2 1 0,-1 0 16</inkml:trace>
  <inkml:trace contextRef="#ctx0" brushRef="#br0" timeOffset="81900.931">2340 12060 0,'0'0'0,"0"0"15,0 0-15,0 0 16,0 0-16</inkml:trace>
  <inkml:trace contextRef="#ctx0" brushRef="#br0" timeOffset="82360.05">5189 11983 0,'0'0'0,"0"0"0,0 0 16,0 0-16,0 0 16</inkml:trace>
  <inkml:trace contextRef="#ctx0" brushRef="#br0" timeOffset="87835.291">11543 14168 0,'0'0'0,"0"0"0,0 0 15,0 0-15,0 0 16,0 0-16,0 0 15,0 0 1,0 0-16,0 0 0,0 0 0,0 0 0,0 0 0,0 0 16,0 0-16,0 0 0,0 0 0,0 0 0,0 0 15,-27-3-15,2 2 0,0-3 0,9 2 0,0 2 16,1-1-16,15 1 0,-31-8 0,2 0 0,0 2 0,29 6 16,-33-9-16,1-1 0,0 3 0,32 7 15,-33-11-15,1 2 0,0 0 16,32 9-16,-35-9 0,1 2 0,1-2 15,33 9-15,-38-9 0,2 2 16,-1-1-16,37 8 16,-42-6-16,2 1 15,0-1-15,40 6 0,-43-5 0,3 2 16,0-1-16,40 4 16,-45-2-16,1 0 0,0 0 15,44 2-15,-48-3 0,2 1 0,1 1 0,-4 0 16,0-2-16,1 1 0,-2 1 0,0 1 0,0-2 0,50 2 15,-61-2-15,0 1 0,0 1 0,61 0 0,-57-1 0,1 0 16,0-1-16,56 2 0,-48 2 0,2-2 0,-1 0 0,47 0 0,-41 1 0,2-1 16,0 1-16,39-1 0,-36 0 0,1 1 0,0 0 0,35-1 0,-17 0 0,0 0 0,0 0 15,17 0-15,-35 1 0,2 1 0,0-2 0,33 0 0,-21 1 0,4-1 0,-2 0 0,19 0 0,-22 3 16,1 0-16,0-2 0,21-1 0,-12 2 0,1 0 0,1 0 0,10-2 0,-4 1 0,0-1 16,0 0-16,2 0 0,1 0 0,0 0 0,1 0 0,-1 0 15,1 0-15,0 0 0,0 0 0,-1 0 0,1 0 0,0 0 0,0 0 0,0 0 16,0 0-16,0 0 0,0 0 0,0 0 15,0 0-15,0 0 0,0 0 0,0 0 0,0 0 0,0 0 16,0 0-16,0 0 0,0 0 0,0 0 0,0 0 16,0 0-16,-4 4 0,0 0 0,2-1 0,2-3 15,-3 3-15,2-1 0,0-1 0,0 0 16,0 1-16,0-2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18:32.675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11639 9325 1024 0,'0'0'0'0,"0"0"0"16,0 0 0-16,0 0 0 0,0 0 256 0,0 0-256 0,0 0 0 0,4 0 256 0,4 1-256 0,2 1 0 0,-5-1 164 0,-1-1-164 0,-1-1 0 16,1 2-1-16,1 2 1 0,2 0 0 0,-1-2-10 15,2 2 10-15,3-1 0 16,-2 0-6-16,0 0 6 0,1 0 0 0,0 0-20 15,0-1 20-15,2-1 0 0,-1 2-22 0,0 2 22 0,2 0 0 0,-2-1-4 16,0-1 4-16,1-1 0 0,-1 0 3 0,1 1-3 0,2 1 0 0,-1 0 9 0,3 0-9 16,0 1 0-16,0-2-4 0,-2 0 4 0,0 0 0 0,0 0 9 15,2 2-9-15,0 0 0 16,0-2 51-16,0 1-51 0,3-2 0 0,-3 1 72 0,2-1-72 0,1-1 0 0,-2 1 93 16,2 0-93-1,1 0 0-15,-1 0 45 0,0-1-45 0,0-1 0 0,1 1 8 16,-2-1-8-16,0-1 0 0,1 2-63 0,0-1 63 0,3-1 0 0,-2 1-109 0,-1 1 109 15,2 1 0-15,0-2-90 0,-3 1 90 0,2-2 0 0,0 0-105 16,0 0 105-16,3-1 0 0,-3 2 37 0,-2 0-37 0,0 0 0 0,0 0 59 0,2-1-59 16,3-1 0-16,-4 1 57 0,0 1-57 0,-1 1 0 0,0-1 26 15,2 0-26 1,0 0 0-16,0 0-2 0,1 0 2 0,3-1 0 0,-4 2-29 0,0 0 29 0,-2 0 0 0,2 0-21 16,-1-1 21-16,-1-1 0 0,2 1 16 15,-2-1-16-15,0-2 0 0,1 3 31 0,0 0-31 0,4 1 0 0,-2-2 35 16,-2 0-35-16,0-1 0 0,1 1 45 0,-1 0-45 0,1 0 0 0,-1 1 35 31,1-1-35-31,1-1 0 0,-2 1 23 0,-2 0-23 0,1 0 0 0,-1 0 21 0,0-1-21 0,-1 1 0 16,2 0 25-16,-3 0-25 0,2 0 0 0,-1-1 37 15,1 2-37-15,0-1 0 0,-2 0 33 0,1 1-33 0,-3 0 0 16,1 0 56-16,0 0-56 16,-1-3 0-16,1 2 79 0,-2 1-79 0,0 1 0 0,-1-2 89 15,-1 1-89-15,0-2 0 0,0 2 104 0,-1-2-104 0,0 0 0 16,1 2 116-16,-2-2-116 0,-1 0 0 0,2 2 150 15,-3 0-150-15,1 0 0 0,0 1 171 0,-2-1-171 0,2 0 0 0,-2-1 177 16,-1 0-177-16,-1-1 0 0,1 2 173 16,-2 0-173-16,1 0 0 0,0 1 44 0,0-2-44 0,1 1 0 0,-1 0-174 15,-1 0 174-15,0 0 0 0,1 0-256 0,-2 0 256 16,1 0 0-16,0 0-256 0,0 1 256 0,0 1 0 0,0-1-256 16,0 0 256-16,0 0 0 0,0 0-256 0,2 0 256 0,0 0 0 15,-2-1-256-15,2-2 256 0,0 0 0 0,-2 2-665 16,-2 1 665-16,-2 1 0 0</inkml:trace>
  <inkml:trace contextRef="#ctx0" brushRef="#br0" timeOffset="2793.382">15694 8349 1024 0,'0'0'0'16,"0"0"0"-16,0 0 0 0,0 0 0 0,0 0 141 0,0 0-141 0,0 0 0 0,0 0-5 0,0 0 5 0,0 0 0 0,0 0-6 16,0 0 6-16,0 0 0 0,0 0-7 0,0 0 7 0,0 0 0 0,0 0 4 31,0 0-4-31,0 0 0 0,0 0-1 0,0 0 1 0,0 0 0 16,0 0-11-16,0 0 11 0,0 0 0 0,0 0 58 0,0 0-58 0,0 0 0 0,0 0 136 15,0 0-136-15,0 0 0 0,0 0 152 16,0 0-152-16,0 0 0 0,0 0 164 0,0 0-164 0,0 0 0 0,0 0 86 0,0 0-86 0,0 0 0 0,0 0 22 31,0 0-22-31,0 0 0 0,0 0-110 0,0 0 110 0,0 0 0 0,0 0-175 0,0 0 175 16,0 0 0-16,0 0-76 0,0 0 76 0,0 0 0 0,0 0 37 15,0 0-37-15,0 0 0 0,0 0 141 0,0 0-141 0,0 0 0 0,0 0 94 16,0 0-94 0,0 0 0-16,0 0 60 0,0 0-60 0,0 0 0 0,8 1-14 15,4-1 14-15,5 2 0 0,-12 0-72 0,-4 2 72 0,-4 0 0 16,4-2-83-16,-2 1 83 0,1-2 0 0,0 2-7 15,2-2 7-15,-1 1 0 0,0-1 86 0,0 2-86 0,0 0 0 0,0-2 127 16,0 0-127-16,0-1 0 0,0 1 96 16,1-1-96-16,2-1 0 0,-2 1 1 0,0 0-1 0,0 0 0 0,0 0-85 15,1-1 85-15,2 0 0 0,-2-1-129 0,1 0 129 16,1-1 0-16,0 1-60 0,0-1 60 0,1-1 0 0,-1 0 65 16,1 0-65-16,3-1 0 0,-3 0 179 0,1-1-179 0,1-2 0 0,0 3 187 15,-1-1-187-15,0 2 0 0,0-2 105 16,0 0-105-16,1-1 0 0,-1 0 7 0,-2 1-7 0,1 0 0 0,1 0 1 15,-3 0-1-15,1-1 0 0,0 0-5 0,1 1 5 16,1 0 0-16,-1 0 67 0,-1 1-67 0,-2 0 0 0,2 0 115 16,-2 1-115-16,1 0 0 0,0-1 135 0,-2 2-135 0,2-1 0 0,-1 0 61 15,-2 1-61-15,1 1 0 0,0-1-17 0,-2 0 17 16,1 2 0-16,0-1-34 0,-2 1 34 0,1 1 0 0,0-1-55 16,2-2 55-16,-1 0 0 0,0 2-97 0,-2 2 97 0,1-1 0 0,0 0-163 15,-2-1 163-15,1-1 0 0,0 2-183 16,2 2 183-16,-1-1 0 0,0 0-164 0,-2-1 164 0,1-1 0 0,0 1-151 15,2 0 151-15,-1 0 0 0,0 0-101 0,0 0 101 16,0 0 0-16,0 0-6 0,0-1 6 0,0-1 0 0,0 2-510 16,0 0 510-16,0 0 0 0</inkml:trace>
  <inkml:trace contextRef="#ctx0" brushRef="#br0" timeOffset="3823.221">17403 8346 1024 0,'0'0'0'0,"0"0"0"0,0 0 0 0,0 0 0 0,-2 4 256 0,-2 2-256 0,-2 2 0 0,4-4 256 0,1 0-256 0,1-2 0 0,-1 2 256 15,0-1-256-15,0-1 0 0,0 1 256 0,0 0-256 16,0 1 0-16,-1-2 211 0,2-2-211 0,-1 2 0 15,0 0 0-15,0 0 77 0,2 0-77 0,-1 1 0 0,0-2-11 16,2 0 11-16,0 0 0 0,-1 0-53 0,0 0 53 0,0 0 0 0,0 0-2 16,1-1 2-16,1-1 0 0,-1 1 84 0,0 0-84 0,0 0 0 0,0-1 122 15,1 1-122-15,1-2 0 0,-1 0 103 0,1 1-103 0,-1-3 0 16,0 2 53-16,1 0-53 0,1 0 0 0,-1 0 14 16,1-1-14-16,3-1 0 0,-3 0-40 0,-1 0 40 15,-1-1 0-15,1 1-24 0,1 0 24 0,1-1 0 0,0 1-9 16,-3-1 9-16,1-1 0 0,0 1 50 0,0 0-50 15,0 2 0-15,-1-1 19 0,-1-1-19 0,-1-1 0 0,2 1-20 0,-1 1 20 0,0-1 0 16,0 1-76-16,-2 0 76 0,1 0 0 0,0 0-72 16,1-2 72-16,1 0 0 0,-1 1-94 0,0-1 94 15,0 2 0-15,-1 2-1356 0,-1 2 1356 0,-1 2 0 0</inkml:trace>
  <inkml:trace contextRef="#ctx0" brushRef="#br0" timeOffset="22366.867">5839 9866 1024 0,'0'0'0'0,"0"0"0"0,0 0 0 0,0 0 0 0,0 0 256 0,0 0-256 0,0 0 0 0,0 0 256 15,0 0-256-15,0 0 0 0,0 0 120 0,0 0-120 0,0 0 0 16,0 0 86-16,0 0-86 0,0 0 0 0,0 0 54 16,0 0-54-16,0 0 0 0,0 0 2 0,0 0-2 0,0 0 0 0,0 0-18 15,0 0 18-15,0 0 0 0,1 7 3 16,1 3-3-16,1 4 0 0,-2-6 91 0,-1-2-91 0,-1-1 0 0,1 2 124 15,2 0-124-15,-1 2 0 0,0-1 78 0,-2 1-78 0,1 2 0 16,0-1 103-16,0 0-103 0,0 2 0 0,0-2-38 16,0 1 38-16,0 2 0 0,0-1-52 0,2 0 52 0,-1 2 0 0,0-1-67 15,0-1 67-15,0 1 0 0,0-1 45 16,0 1-45-16,0 0 0 0,0-2 104 0,-2-1-104 0,1 0 0 0,0 0 107 16,2 0-107-16,-1-1 0 0,0-2 18 0,-2 0-18 0,1-2 0 15,0-1 1-15,0-1-1 0,0-1 0 0,0-1-83 16,0-1 83-16,0-1 0 0,0 1-1190 0,0 0 1190 0,0 0 0 0</inkml:trace>
  <inkml:trace contextRef="#ctx0" brushRef="#br0" timeOffset="22935.077">5754 9879 1024 0,'0'0'0'0,"0"0"0"0,0 0 0 0,0 0 0 0,0-4 256 0,2-3-256 0,-1-1 0 0,0 2 256 15,0 1-256-15,0 0 0 0,1 0 256 0,1-1-256 0,1 1 0 16,1-2 256-16,0 0-256 0,1-1 0 0,1 2 4 0,0-2-4 16,4 0 0-16,-4 1-42 0,2-1 42 0,2 1 0 0,-2 0-71 15,-1-1 71-15,-1 0 0 0,2 2-21 0,0 2 21 16,1-1 0-16,0 0 2 0,0 1-2 0,1 0 0 0,0 1 21 0,0 2-21 16,1-1 0-16,0 2 28 0,-2 1-28 0,1 1 0 0,-1 0 78 15,-1 2-78-15,-1-1 0 0,1 1 17 0,-2 1-17 0,-1 2 0 16,-1 0 25-16,-1 2-25 0,1 0 0 0,-2 0 39 15,-2 0-39-15,-2 2 0 0,0-1 98 0,-2 0-98 16,-3 1 0-16,2 0 86 0,-2 1-86 0,-3 0 0 0,-1-1-26 16,-1 0 26-16,-3-1 0 0,1 1-35 0,1 0 35 0,-4 1 0 0,2-1-29 15,-2-2 29-15,0 0 0 0,1 0-10 16,-1-1 10-16,-1 0 0 0,3-2-14 0,0 0 14 0,1-2 0 0,0 1 35 16,2-1-35-16,1-1 0 0,-1 1 71 0,2-1-71 15,1 0 0-15,1-1 76 0,0-1-76 0,1-1 0 0,2 1 26 0,3-1-26 16,0-1 0-16,0 1 53 0,1 0-53 0,1 0 0 15,1 0 59-15,2 0-59 0,2 0 0 0,0 0 33 0,0 0-33 0,2 0 0 0,-2 0-80 16,1 0 80-16,2 0 0 0,0 1-99 16,0 2 99-16,4 0 0 0,-3-1-64 0,1 1 64 0,3 1 0 0,-2-1 12 15,1 1-12-15,2 2 0 0,-2-2 50 16,-1 3-50-16,-2 0 0 0,2-1 83 0,-2 1-83 0,-1 0 0 0,2-1 84 16,-3 3-84-16,1 1 0 0,1-2 13 0,-3-1-13 0,1 0 0 0,-1 1-50 15,0-1 50-15,-2 0 0 0,0 0-54 16,-1-1 54-16,-1 0 0 0,1 0-69 0,-1 0 69 0,0-2 0 0,2 1-98 15,-3-1 98-15,1-1 0 0,0-1-145 16,-1-1 145-16,0-1 0 0,0 1-134 0,-1-1 134 0,-1-1 0 0,1 1-58 0,1-1 58 16,1-1 0-16,-2 2-918 15,-1 0 918-15,-1 0 0 0</inkml:trace>
  <inkml:trace contextRef="#ctx0" brushRef="#br0" timeOffset="23164.56">6203 10061 1024 0,'0'0'0'16,"0"0"0"-16,0 0 0 0,0 0 0 0,0 0 256 0,0 0-256 0,0 0 0 0,0 0 256 0,0 0-256 0,0 0 0 0,0 0 256 31,0 0-256-31,0 0 0 0,5 4 256 0,3 1-256 0,3 3 0 0,-7-3 39 16,-1 1-39-16,-3 1 0 0,2-1-172 16,0 0 172-16,0 1 0 0,0 0-168 0,-2 2 168 0,1 0 0 0,0-1-8 15,-2 1 8-15,1 0 0 0,0-1 58 0,-2-3-58 0,1 1 0 16,0-1 43-16,2-1-43 0,-1-1 0 0,0-1 34 15,-2-1-34-15,1-1 0 0,0 0-79 0,0-1 79 0,0-1 0 0,-1 2-771 16,4 0 771-16,-2 0 0 0</inkml:trace>
  <inkml:trace contextRef="#ctx0" brushRef="#br0" timeOffset="23558.995">6227 9999 1024 0,'0'0'0'0,"0"0"0"0,0 0 0 0,0 0 0 16,0 0 256-16,0 0-256 0,0 0 0 0,0 0 40 0,0 0-40 0,0 0 0 0,2-3 50 15,3 0-50-15,1-1 0 0,-2 2 58 0,1 2-58 0,1-1 0 0,0 1 11 16,2-1-11-16,1-1 0 0,-2 1 1 16,3 0-1-16,-1-1 0 0,-1 1 31 15,1 1-31-15,2-2 0 0,-2 2-7 0,0 0 7 16,1 0 0-16,0 0-28 0,1 0 28 0,2 0 0 0,-2 0-44 0,2 0 44 16,1 0 0-16,-3 0-43 0,0 0 43 0,-2 0 0 15,1 1 6-15,-1 0-6 0,0 0 0 0,-1 0 76 0,0 0-76 0,-1 0 0 16,-1 0 113-16,-1 0-113 0,-1 1 0 0,0-1 160 0,-1-1-160 15,-1-1 0-15,2 2 56 0,-3-1-56 16,1 2 0-16,0-1 27 0,-2-1-27 0,1-1 0 0,-1 1-81 0,-1 0 81 0,-1 0 0 0,0 1-166 0,-2-1 166 0,0 2 0 16,-1 0-178-16,0 2 178 0,-3-1 0 0,2 1-126 15,-2 0 126-15,0 1 0 0,1 0 56 0,-1 0-56 0,-3 1 0 0,3-1 252 16,1 0-252-16,0 1 0 0,1 1 213 0,0 0-213 16,2 1 0-16,0-2 162 0,1 2-162 0,1 0 0 0,0-1-81 15,1 2 81-15,1 0 0 0,1 0-184 0,2-1 184 16,2 0 0-16,0 1-167 0,0-2 167 0,3 0 0 0,1-2-19 15,2-1 19-15,1-1 0 0,0 0 122 16,0-1-122-16,3-1 0 0,-2-1 105 0,1-2-105 0,2-2 0 0,-1 0-9 0,0-3 9 0,3-1 0 16,-12 6-662-16,-6 2 662 0,-6 2 0 0</inkml:trace>
  <inkml:trace contextRef="#ctx0" brushRef="#br0" timeOffset="24035.977">6759 9752 1024 0,'0'0'0'0,"0"0"256"0,0 0-256 0,0 0 0 15,0 0 256-15,0 0-256 0,0 0 0 0,0 4 256 16,0 1-256-16,0 2 0 0,0 0 145 0,0 1-145 0,0 2 0 0,0 1-112 16,2 2 112-16,-1 1 0 0,-1-14 0 0,1 15-179 15,-2 2 179-15,1 2 0 0,0-2-170 0,0 0 170 0,0 2 0 0,0-1-51 16,0 0 51-16,0 0 0 0,0-1 136 15,0 0-136-15,0-1 0 0,0 0 137 16,2-2-137-16,-1 0 0 0,0 0 71 0,-2-2-71 0,1 0 0 0,0-1-5 0,2-2 5 0,-1 0 0 0,0-2-115 0,-2 0 115 16,1-2 0-16,0 0-48 0,0-1 48 15,0-1 0-15,0-1-17 0,2 0 17 0,-1-2 0 0,0-2 140 16,1-1-140-16,1-2 0 0,0 0 167 0,1-1-167 0,2-2 0 0,-2 1 145 16,1-2-145-16,1 0 0 0,-1-1-8 0,0 0 8 0,1-2 0 0,-1 2-66 15,1-1 66-15,1-2 0 0,-2 2-110 0,3 0 110 0,-1 1 0 16,-1-1-40-16,1 1 40 0,2-1 0 0,-2 2 44 15,-2 1-44-15,1 0 0 0,0 1 89 16,2 0-89-16,0 2 0 0,-1 0 70 0,-2 1-70 16,1 0 0-16,0 3-45 0,1 0 45 0,0 1 0 0,-1 0-63 15,0 1 63 1,2 0 0-16,-2 4-7 0,-1 1 7 0,-1 3 0 0,0-3 53 0,-1 1-53 0,0 2 0 0,0-1-28 16,-2 1 28-16,1 2 0 0,-1-1-69 0,-1 0 69 0,-1 2 0 0,1-1-147 15,2 1 147-15,-1 2 0 0,0-1-80 16,-2-2 80-16,1 0 0 15,0 0-46-15,2 0 46 0,-1-1 0 0,0 0-3 0,1-1 3 0,1 0 0 0,-2-5-556 16,-1-5 556-16,-1-2 0 0</inkml:trace>
  <inkml:trace contextRef="#ctx0" brushRef="#br0" timeOffset="24503.936">7379 10033 1024 0,'0'0'0'0,"0"0"0"0,0 0 0 0,0 0 0 0,0 0 256 0,0 0-256 0,0 0 0 0,0 0 256 31,0 0-256-31,0 0 0 0,0 0 11 16,0 0-11-16,0 0 0 0,-4-4-18 15,-5-3 18-15,0-1 0 0,2 5-38 0,2 3 38 0,-2 3 0 0,0 0-180 16,-1 1 180-16,-1 2 0 16,0-1-201-16,0 1 201 0,-1 2 0 0,0 0-55 0,2 1 55 0,0 2 0 0,-1-1 128 0,1 0-128 15,0 2 0-15,0-1 256 0,2 0-256 0,-2 1 0 0,3 0 256 16,1 0-256-16,1-1 0 0,1 0 141 0,2 0-141 0,2-1 0 0,-2 0-59 15,2-1 59-15,-1 0 0 16,2-1-256-16,1-2 256 0,1-1 0 0,1-1-178 0,0 0 178 0,1-2 0 0,0-1-66 16,2-1 66-16,0-1 0 0,-1-2 190 15,0-1-190-15,1-2 0 0,-1 1 232 0,1-1-232 0,3-2 0 0,-2 0 130 16,-2-1-130-16,2-2 0 0,-2 1 81 0,-1 1-81 0,-1-1 0 0,1 0 73 16,-1 1-73-16,0-3 0 0,0 3 94 0,-1 0-94 0,0 1 0 15,1 1 90 1,-2-1-90-16,-1 1 0 0,0 0 79 0,0 1-79 0,-2 0 0 0,1 1 32 0,-1 1-32 0,-1 1 0 0,1 0-103 15,0 1 103 1,0 0 0-16,0 1-221 0,-2 0 221 0,1 1 0 0,0 0-129 0,-2 1 129 16,1 0 0-16,0 2 55 0,0 0-55 0,0 1 0 0,0 1 183 15,0 1-183-15,0 2 0 0,0-1 123 0,1 1-123 0,0 2 0 0,0-1 1 16,1 0-1-16,1 1 0 0,-1-1-136 0,1-1 136 0,1 0 0 16,-2 0-180-16,2-2 180 0,0 0 0 0,-2-4-847 15,-1-2 847-15,-1-2 0 0</inkml:trace>
  <inkml:trace contextRef="#ctx0" brushRef="#br0" timeOffset="24830.765">7593 10030 1024 0,'0'0'0'0,"0"0"0"0,0 0 0 0,0 0 0 0,0 0 256 0,0 0-256 16,0 0 0-16,0 0 256 15,0 0-256-15,0 0 0 0,5 6 256 0,3 2-256 0,3 4 0 0,-4-7 256 0,-3 1-256 0,-1-2 0 0,1 3-220 16,-1 2 220-16,-1 3 0 0,0-2-256 0,-1 0 256 15,-1 2 0-15,1-3-213 0,0 2 213 0,0 0 0 0,-1 0 110 16,-1 1-110-16,-1 0 0 0,1-2 256 0,-1 0-256 0,-1-2 0 16,1 0 256-16,0-1-256 0,0 0 0 15,0 0 256-15,0 0-256 0,0-1 0 0,1-1 256 16,-2-1-256-16,-1-1 0 0,2 0-133 0,1-1 133 0,1 0 0 0,-1-1-221 0,0-1 221 0,0-1 0 0,0 0-112 31,2-2 112-31,-1 0 0 0,0-1 100 0,0-3-100 0,0 0 0 0,0-1 128 0,2-2-128 0,-1-1 0 0,0 1-58 16,1 0 58-16,2-2 0 0,-2 0-256 15,1-2 256-15,2-1 0 0,-1 1-248 0,0 0 248 0,3-2 0 0,-1 2-101 16,0-1 101-16,1 0 0 0,-1 0-56 0,1-1 56 16,3-1 0-16,-2 1-27 15,0-1 27-15,4 0 0 0,-9 11-485 0,-3 6 485 0,-3 6 0 0</inkml:trace>
  <inkml:trace contextRef="#ctx0" brushRef="#br0" timeOffset="25292.926">8032 9752 1024 0,'0'0'0'0,"0"0"0"0,0 0 0 0,0 0 0 0,0 6 256 0,2 2-256 0,-1 3 0 0,0-3 256 15,1-2-256-15,1-1 0 0,-1 3 256 0,1 2-256 0,2 1 0 0,-5-11 0 0,2 12 256 16,-1 3-256-16,-1 2 0 0,1-1-73 16,1 0 73-16,1 2 0 0,-1 1-256 0,-2 1 256 0,1 1 0 0,0 0-256 15,0-1 256-15,0 2 0 0,0-2-193 0,-2 2 193 0,1 0 0 0,0-4 248 16,0 0-248-1,0-1 0-15,0 0 256 0,0-1-256 0,0-1 0 0,0-2 256 0,2 0-256 0,-1-2 0 16,0 0 128-16,-2-2-128 16,1 0 0-16,0-2-118 0,2 0 118 0,-1-2 0 0,-1-1-198 0,2 0 198 0,0-3 0 15,-1 0-228-15,-1-2 228 0,-1-2 0 0,1-1-37 16,2 0 37-16,-1-1 0 0,1 0 50 0,-4-1-50 0,2-1 0 0,0 0 46 16,-2-2-46-16,1 0 0 15,0-1-26-15,-1 0 26 0,-2-2 0 0,1 2-69 0,0 0 69 16,-3 1 0-16,1 0-25 0,-2 1 25 0,0 0 0 0,0 1 19 0,-1-1-19 15,-2 1 0-15,1 1 45 0,-1 1-45 0,-2 0 0 0,2 2 29 0,-1 0-29 16,-3 2 0-16,2 1 49 0,-1 2-49 0,-2 0 0 0,1 1 46 16,3 0-46-16,-1 1 0 0,0 1 75 0,1 1-75 0,2 2 0 0,-1-2 86 15,2 1-86-15,0 1 0 0,1-1 86 16,0 0-86-16,2 1 0 0,1 1 25 0,1 1-25 0,1 0 0 0,1-1-62 16,2-1 62-16,2 1 0 0,0-1-117 0,1 2 117 15,1-1 0-15,3-1-119 0,0-2 119 0,4 0 0 0,-1-1-89 0,1 1 89 16,4-2 0-16,-2 0-96 0,1-1 96 15,3 0 0-15,0-4-92 0,0-1 92 0,2-2 0 0,0 0-47 0,1-2 47 0,4-2 0 16,-17 5-367-16,-8 3 367 0,-8 3 0 0</inkml:trace>
  <inkml:trace contextRef="#ctx0" brushRef="#br0" timeOffset="25593.064">8616 9941 1024 0,'0'0'0'16,"0"0"0"-16,0 0 0 0,0 0 0 0,0 0 256 0,0 0-256 0,0 0 0 0,0 7 256 0,2 3-256 0,-1 4 0 0,0-5 256 15,1-2-256-15,1-1 0 0,-1 3 256 16,1 0-256-16,1 2 0 15,0-1 239-15,-1 0-239 0,0 2 0 0,0-1-256 0,-2 2 256 0,1 1 0 0,0-1-256 16,1 0 256-16,1 2 0 0,-2-1-256 0,-1 0 256 0,-1 2 0 16,1-2-85-16,0 0 85 0,0-1 0 0,1 0 256 0,0-2-256 0,1 0 0 0,-1-1 165 15,-2 0-165-15,1-2 0 0,0 0 30 16,0-2-30-16,0-1 0 0,0-1-176 0,0 0 176 0,0-2 0 0,0-1-685 0,-2-1 685 16,1-1 0-16</inkml:trace>
  <inkml:trace contextRef="#ctx0" brushRef="#br0" timeOffset="26169.987">8591 9910 1024 0,'0'0'0'0,"0"0"0"0,0 0 0 0,0 0 0 0,0 0 193 16,0 0-193-16,0 0 0 15,0 0 256-15,0 0-256 0,0 0 0 16,3-3-256-16,2 0 256 0,3-1 0 0,-3 2-19 0,1 1 19 15,2 1 0-15,0-1 67 0,2 1-67 0,0 1 0 0,-7-1-241 16,-3 0 241-16,-3 0 0 0,12 0 0 0,6 2 0 0,5-1 0 0,-5 0 0 31,2 1 0-31,0 1 0 0,1-2 0 0,1 2 0 0,2-1 0 0,-3 1 0 0,-2 0 0 16,0 1 0 0,-2 0 94-16,0-1-94 0,-2 0 0 0,1 0 177 0,0 1-177 0,-1 1 0 0,0-2 256 0,-3 1-256 0,-2-1 0 0,0 0 256 0,-2 0-256 15,-1 0 0-15,0-1 256 16,0 1-256-16,-2-2 0 0,0 1 114 0,-2 1-114 15,-2-1 0-15,0 0-136 0,-1 2 136 16,-2 0 0-16,-1-1-256 0,0 0 256 0,-1-1 0 16,1 1-256-16,-1 0 256 0,-2 1 0 0,3-2-145 0,-2 2 145 15,0 0 0-15,-1-1 256 0,3 0-256 16,-1 0 0-16,0 0 256 0,-1 0-256 0,1 0 0 0,2 0 256 0,1 0-256 0,1 1 0 0,0 0 226 16,1-1-226-16,1-1 0 0,0 3-90 15,1 0 90-15,1 2 0 0,1-2-161 0,1 1 161 0,1 1 0 0,0-1-107 16,1 1 107-16,1 0 0 15,1 1 41-15,0 1-41 0,1 2 0 0,0-2 188 0,2 1-188 0,0-1 0 0,-2 1 152 0,-1 0-152 0,0 2 0 16,-1-2-34 0,2 0 34-16,0-2 0 0,-1 1-66 0,-2-1 66 0,0 0 0 0,-1 0-32 0,-1 1 32 0,-1 0 0 0,-1-2 2 15,-1-1-2-15,-1 0 0 0,-1-1 256 16,-1-1-256-16,-1-1 0 0,0 1-206 0,-3-1 206 0,-3 0 0 16,4-2-30-16,-1 0 30 0,-1 0 0 15,-1-1-176-15,0-2 176 0,-1 1 0 0,0-2-256 0,3 0 256 0,-1-1 0 16,2 0-192-16,0-1 192 0,2-2 0 0,1 0 26 15,2-1-26-15,2-2 0 0,-2 7-669 0,2 3 669 16,-1 3 0-16</inkml:trace>
  <inkml:trace contextRef="#ctx0" brushRef="#br0" timeOffset="26388.538">9567 9790 1024 0,'0'0'0'0,"0"0"0"0,0 0 0 0,0 0 0 16,0 0 256-16,0 0-256 0,0 0 0 0,0 0 256 0,0 0-256 0,0 0 0 0,0 0 86 0,0 0-86 16,0 0 0-16,6 3-248 0,3 3 248 0,5 0 0 0,-9-3-229 15,-3-2 229-15,-3-2 0 0,3 3-121 16,1-1 121-16,1 0 0 0,-3-1 0 15,-1 0 0-15,-1 0 0 0</inkml:trace>
  <inkml:trace contextRef="#ctx0" brushRef="#br0" timeOffset="27167.176">8601 9664 1024 0,'0'0'0'0,"0"0"0"0,0 0 0 0,0 0 0 0,0 0 210 15,0 0-210-15,0 0 0 0,0 0 256 0,0 0-256 0,0 0 0 0,0 0 256 16,0 0-256-16,0 0 0 0,0 0 29 16,0 0-29-16,0 0 0 0,0 6-203 0,-2 4 203 0,1 2 0 0,0-5-256 15,-1-2 256-15,-1-2 0 0,1 3-256 16,-1 0 256-16,-2 1 0 0,1 0-36 15,2 2 36-15,-2 1 0 0,1-2 0 0,2-3 0 0,-1 1 0 0,0-1 256 16,2 1-256-16,-1-2 0 0,1-1 256 0,1 0-256 0,1-2 0 0,0 0 256 0,1 0-256 0,2 0 0 0,-2-3 256 16,1-2-256-1,1 0 0-15,0 1 30 0,1-2-30 0,3-2 0 0,-4 1 12 0,-1-2-12 0,-1 0 0 0,1-1 202 16,1 0-202-16,2-2 0 16,-4 1 256-16,-1 1-256 15,-1 0 0-15,0-1 85 0,-1 0-85 0,-1-2 0 0,1 2-144 16,-2 1 144-16,1 0 0 0,-1 1-256 0,-2 1 256 0,0 0 0 15,1 0-256-15,-1 3 256 0,-1-1 0 0,0 2-256 16,-1 2 256-16,-2 1 0 0,2 0-256 0,2 0 256 0,-1 0 0 0,3 0-441 16,2 0 441-16,2 0 0 0</inkml:trace>
  <inkml:trace contextRef="#ctx0" brushRef="#br0" timeOffset="27593.198">9557 9669 1024 0,'0'0'0'0,"0"0"0"0,0 0 0 0,0 0 0 0,0 0 256 0,0 0-256 0,0 0 0 15,7-1 256-15,2 0-256 0,4-2 0 0,-6 1 256 16,-3 1-256-16,-2 0 0 0,2 0 256 0,-2 1-256 16,1 1 0-16,0 1-11 0,-3-2 11 0,4 5 0 0,2 1 0 15,-2 0-256-15,-2 1 256 0,1 2 0 0,0 0-256 16,-2 2 256-16,1 0 0 15,0 0-155-15,-2 2 155 0,1 1 0 0,0 1 256 0,-2 2-256 0,1 2 0 0,0-2 256 16,0 1-256-16,0 1 0 0,0-1 256 0,-2 2-256 0,1 2 0 16,0-2 256-16,2 0-256 0,-1 3 0 0,0-2-256 0,0 1 256 0,0 1 0 15,0-2-256-15,-1 0 256 0,1 0 0 0,0-1-256 0,-1 1 256 0,-1 1 0 0,1-2-256 0,0-2 256 0,0 1 0 0,0-4 53 16,0-3-53-16,0-1 0 0,0-1 163 16,2 0-163-16,-1-2 0 15,0-4-562-15,0-5 562 0,0-2 0 0</inkml:trace>
  <inkml:trace contextRef="#ctx0" brushRef="#br0" timeOffset="27914.158">9684 10149 1024 0,'0'0'0'0,"0"0"0"0,0 0 0 0,0 0 0 0,0 0 256 0,0 0-256 0,0 0 0 0,0 0 256 16,0 0-256-16,0 0 0 0,2-4 256 15,2-2-256-15,2-2 0 0,-2 2 256 0,-2 2-256 0,1 1 0 0,1-2-66 16,2 0 66-1,0-1 0-15,-1 2-256 0,0 0 256 0,0 2 0 16,3 0-256-16,-1-1 256 0,3 2 0 16,-2 0-256-16,2 1 256 0,1 1 0 15,-2 2-190-15,2 0 190 0,0 1 0 0,-1 0 256 0,-1 1-256 0,0 1 0 0,0 1 256 0,-2 0-256 0,2 2 0 16,-2-1 256-16,0 1-256 0,-2 2 0 0,1-2 119 0,-3-1-119 0,-2 0 0 0,2 1-256 16,-2 0 256-16,1 1 0 0,-2 0-256 0,-2 1 256 0,-2 0 0 0,-3-1-256 15,0-2 256-15,-2-1 0 0,-2 1 95 0,-4-1-95 31,-2 0 0-31,-1 0 178 0,-2-2-178 0,-2 0 0 0,1-2 7 16,0-2-7-16,-3 1 0 0,17-1-399 0,7-1 399 16,7-1 0-16</inkml:trace>
  <inkml:trace contextRef="#ctx0" brushRef="#br0" timeOffset="28638.677">10009 10124 1024 0,'0'0'0'0,"0"0"0"0,0 0 0 0,0 0 0 0,0 0 256 16,0 0-256-16,0 0 0 0,0 0 256 0,0 0-256 0,0 0 0 0,3-3 256 0,2-3-256 15,3-1 0-15,-3 4 256 16,-2 1-256-16,1 0 0 0,0 0 233 0,1-1-233 0,2-1 0 0,-2 2-256 0,1 2 256 15,2-1 0-15,-1 1-256 16,-1 1 256-16,0 1 0 0,0 0-256 0,1 2 256 0,3-1 0 0,-2 3 35 16,-2-1-35-16,1 4 0 0,0-1 256 0,-1 1-256 15,0 2 0-15,-1-1 256 0,-1 0-256 0,-1 2 0 16,1-1 256-16,-2 0-256 0,2 1 0 0,-2-1 256 0,-1-2-256 16,-1 0 0-16,1 0 256 0,-2 0-256 0,1 1 0 0,0-2-256 0,-2-2 256 0,1 0 0 15,-1-1 43-15,1 0-43 16,0 0 0-16,0-1 256 0,-1 0-256 0,-1 1 0 15,1-2 256-15,2-1-256 0,-1-1 0 0,0 1 256 0,0-1-256 0,0-1 0 16,0 0-256-16,2-1 256 16,-1-1 0-16,0-1-256 0,2-1 256 0,-1-1 0 0,0-2-256 0,0-1 256 0,0-3 0 0,2 2-256 15,1 0 256-15,2-1 0 0,-2 0-66 0,0 0 66 0,0-2 0 0,0 1 214 16,1 1-214-16,2 0 0 0,-1 0 146 0,1 0-146 16,2 1 0-16,-1 1-49 15,-2-1 49-15,-1 1 0 0,1 0-214 0,0 1 214 0,0 0 0 0,1 1-256 0,-1 1 256 16,0 1 0-16,0-1-256 15,-2 0 256-15,2-2 0 0,-4 5-854 0,-2 2 854 0,-2 2 0 0</inkml:trace>
  <inkml:trace contextRef="#ctx0" brushRef="#br0" timeOffset="29017.705">10414 10086 1024 0,'0'0'0'0,"-1"4"0"0,-1 1 0 0,-1 1 0 0,1-1 256 0,2-1-256 0,-1 1 0 0,0-2 256 0,0 1-256 0,0-2 0 16,0 2 256-16,2 1-256 16,-1 2 0-16,0-2 256 0,0-5-256 0,0 6 0 15,0 1 0-15,0-7 0 0,0 7 256 0,2 2-256 0,-1 1 0 16,0-1-86-16,0 2 86 0,0 0 0 0,1-1-256 16,1 0 256-16,1-1 0 0,1 0-256 0,0 0 256 0,1 1 0 15,-1-2-4-15,0-1 4 0,0 0 0 0,3 0 256 16,-1 0-256-16,3-1 0 0,-2-2 256 15,2-1-256-15,0-1 0 0,-1 0 256 0,2-2-256 0,1 1 0 0,-2-2 256 0,1-1-256 16,0-1 0-16,0 0 256 0,-2-2-256 0,-1 0 0 16,0-1-166-16,0 1 166 0,-2-3 0 0,0 1-191 0,-1-2 191 0,-1 0 0 0,-1 0-14 0,-1-2 14 0,-1 0 0 15,-1 0 26-15,-2-1-26 16,-2 0 0-16,-1 1 18 0,-2 0-18 0,-2 1 0 0,-1-1-62 16,1 1 62-16,-3-1 0 0,-2 2-228 0,-1-1 228 0,-4 1 0 0,3 2-256 0,-1 1 256 0,-3 0 0 0,4 1-256 15,-3-1 256-15,1 1 0 0,0 2-154 16,1 1 154-1,2 1 0-15,9 0-675 0,6 1 675 0,6 1 0 0</inkml:trace>
  <inkml:trace contextRef="#ctx0" brushRef="#br0" timeOffset="29557.128">10904 9808 1024 0,'0'0'0'0,"0"0"0"0,0 0 0 0,0 0 0 0,0 6 256 16,-2 2-256-16,1 3 0 0,0-5 256 0,2-2-256 16,-1-1 0-16,0 3 256 0,2 2-256 0,-1 0 0 0,0 2 256 15,0-1-256-15,0 4 0 0,0-1 65 0,1 3-65 16,1 2 0-16,0 0-256 0,0 2 256 0,1 2 0 0,-1-2-256 16,0 1 256-16,0 1 0 0,0 0-236 0,0 3 236 0,0 0 0 15,0-2 71-15,-1-1-71 0,0-1 0 0,0 1 34 16,-2-2-34-16,1 1 0 0,0-2-20 15,-2-1 20-15,1-1 0 0,0-2-75 0,-2-2 75 0,1 0 0 0,1-4-122 0,-2 0 122 16,-1-2 0-16,2-2-112 0,-1-1 112 16,-1 0 0-16,2-2-117 0,1-1 117 0,1-1 0 0</inkml:trace>
  <inkml:trace contextRef="#ctx0" brushRef="#br0" timeOffset="30087.975">10798 10184 1024 0,'0'0'0'0,"0"0"0"0,0 0 0 0,0 0 0 0,0 0 256 15,0 0-256-15,0 0 0 0,4 0 256 0,4 0-256 0,1 0 0 0,-1-2 256 16,-3-1-256-16,1-1 0 0,1 0 256 16,2-2-256-16,0-1 0 0,1 0-256 0,3-1 256 15,1-2 0-15,-3 1-256 0,3-1 256 0,-1-3 0 0,0 2-256 16,0-1 256-16,2-2 0 0,-2 1-256 0,-1-2 256 0,1-2 0 16,-1 2 256-16,0-2-256 0,-1-1 0 0,-1 2 256 15,-1 0-256-15,-3 1 0 0,0 0 256 0,-1 2-256 0,-1 0 0 0,0 2 49 16,0 2-49-16,-2 1 0 0,1 0-256 0,-2 2 256 0,1 0 0 0,0 1-239 15,-2 1 239-15,1 1 0 0,0 0 159 0,-2 1-159 16,1 0 0-16,0 2 256 0,-2 1-256 0,1 1 0 0,0 2 256 0,0 1-256 16,0 2 0-16,0 0 256 15,-1 2-256-15,-2 1 0 0,2 0 132 0,-1 3-132 0,-1 1 0 0,1 1-256 0,2 2 256 0,-1 2 0 0,0 0-256 16,0 1 256-16,0 1 0 0,0-1-74 0,0 0 74 16,0 0 0-16,0-1 256 0,-1 1-256 0,1-2 0 0,0 0 256 15,2-2-256 1,-1 1 0-16,0-1 256 0,1 0-256 0,0-1 0 0,0-3 214 0,1-2-214 15,1-1 0-15,-1 0-256 0,-2 0 256 0,1-2 0 0,0 0-256 0,2-2 256 16,-1-1 0-16,0-1 136 0,1 0-136 0,-1-2 0 0,2-1 241 0,1-1-241 0,2-2 0 0,-1 0 115 16,0-1-115-16,4-1 0 0,-2-1 67 15,1-1-67-15,1-2 0 0,0 2 124 0,0-2-124 0,1-1 0 0,0 2 94 32,-3 0-94-32,1-1 0 0,-1 2 171 0,3 1-171 0,-1 0 0 0,0 0 256 0,-2 1-256 0,2 1 0 0,-1 0 256 15,-1 0-256-15,0 2 0 0,1 1 256 16,-2 1-256-16,-1 1 0 15,1 0-256-15,-2 1 256 0,2 2 0 0,-2 0-256 0,-1 2 256 0,-1 2 0 0,0-1-256 16,-1 0 256-16,-1 1 0 0,0 1-256 0,-1 0 256 0,-1 2 0 0,1-2-256 0,-1-1 256 16,-1 0 0-16,2-1-256 0,1-1 256 0,1-1 0 15,-1 0 119-15,0-2-119 0,0-1 0 0,0 0-1564 0,0-2 1564 16,0-2 0-16</inkml:trace>
  <inkml:trace contextRef="#ctx0" brushRef="#br0" timeOffset="30414.551">11547 10244 1024 0,'0'0'0'0,"0"0"0"0,0 0 0 0,0 0 0 0,0 0 256 0,0 0-256 0,0 0 0 0,0 0 256 0,0 0-256 0,0 0 0 0,6 1 256 15,4 1-256-15,2 1 0 16,-6-4 256-16,-2-2-256 16,-2-2 0-16,3 1 256 0,0 0-256 0,1-1 0 0,-1-1 256 15,0-1-256-15,0-2 0 0,0 2-256 0,-1-2 256 0,-2 0 0 0,0 0-256 0,-2-1 256 0,-2 1 0 0,1 0-256 16,-1 0 256-1,-1 1 0-15,-1 0 256 0,0-1-256 16,-1 0 0-16,0 2 256 0,-2 1-256 0,-4 0 0 0,3 1 256 0,0 1-256 0,-4 1 0 0,2 1 256 16,-1 1-256-16,-2 1 0 0,2 2 256 0,0 1-256 15,-1 1 0-15,2 1-256 0,-2 0 256 0,-2 1 0 0,4 1-226 0,0 1 226 0,2 3 0 32,1-2 256-32,1 1-256 0,1 2 0 0,-1 0 256 0,2 2-256 0,1 1 0 0,1-1 256 15,2 0-256-15,2 3 0 0,2-3-256 16,2-1 256-16,3 0 0 0,-1 0-256 15,2-1 256-15,3-2 0 0,-1-1-256 0,4 0 256 16,0-2 0-16,0-1-256 0,0-2 256 0,3-1 0 16,-13-1-1310-16,-7-2 1310 0,-4-2 0 0</inkml:trace>
  <inkml:trace contextRef="#ctx0" brushRef="#br0" timeOffset="30763.048">11704 10162 1024 0,'0'0'0'0,"0"0"0"0,0 0 0 0,0 0 0 0,0 0 256 0,0 0-256 0,0 0 0 0,0 0 256 16,0 0-256-16,0 0 0 0,0 0 256 0,0 0-256 15,0 0 0-15,0 0 256 0,0 0-256 0,0 0 0 0,0 0 256 0,0 0-256 0,0 0 0 16,2-6 256-16,2-3-256 16,3-2 0-16,-2 7-256 0,1 2 256 0,1 2 0 0,0-1-256 15,2 1 256-15,1 1 0 0,-10-1 0 0,9 2-256 0,-1 1 256 0,0 1 0 0,0 0 256 16,0 2-256-16,1 1 0 0,-2-1 256 0,-1 3-256 0,-1 1 0 16,1-2 256-16,-1 0-256 0,0 1 0 15,-1-2 256-15,-1 2-256 0,-1 0 0 0,1 0-256 0,0-1 256 0,0 0 0 0,-1 0-256 16,-1-1 256-16,-1 0 0 15,1-2 206-15,1-1-206 0,-1 0 0 0,0-1 256 0,-2 1-256 0,1-1 0 0,0-1 256 16,0 0-256-16,0 0 0 0,0-1 256 0,-3 1-256 16,2-2 0-16,0 0 256 0,0-1-256 0,0-1 0 0,0 0-217 15,2-1 217-15,-1-2 0 0,0-1-256 0,0-2 256 0,0-3 0 16,1 2-256-16,1-1 256 0,2-2 0 16,-1 1-256-16,1-1 256 0,1 0 0 0,0 0-35 0,1 0 35 0,2 1 0 0,-1 0 256 15,3 1-256-15,3-1 0 0,-4 1 256 16,1 1-256-16,2 0 0 0,0 2-256 0,0 0 256 0,4 2 0 0,-11 3-1746 15,-6 2 1746-15,-3 2 0 0</inkml:trace>
  <inkml:trace contextRef="#ctx0" brushRef="#br0" timeOffset="31429.127">12501 10074 1024 0,'0'0'0'0,"0"0"0"0,0 0 0 0,0 0 0 15,0 0 256-15,0 0-256 0,0 0 0 0,0 0 256 0,0 0-256 0,0 0 0 0,-2 4 256 0,-1 4-256 0,-1 1 0 16,1-4 256-16,2 0-256 16,-1-2 0-16,-1 3 256 0,3 1-256 0,-1 2 0 0,0-2-256 0,1-7 256 0,-2 7 0 0,-1 1 0 15,2 0-197-15,1 1 197 16,1 2 0-16,-1-2 256 0,2-1-256 0,-1 1 0 0,2-1 256 16,2 2-256-16,0 0 0 0,-1-2 256 0,1-2-256 15,1-1 0-15,0 0-192 0,2-1 192 16,0-1 0-16,0-1-256 0,2-1 256 15,0-1 0-15,-2 0-256 0,-1-1 256 0,0-1 0 0,0-1-86 16,-1-2 86-16,0-2 0 0,-1 0 256 0,-1-1-256 0,0-2 0 0,-2 0 256 16,-2 0-256-16,-2-2 0 0,0 1 256 0,-2 0-256 0,0-2 0 0,0 2 256 15,-1-1-256-15,-2 1 0 16,1-1 256-16,1 1-256 0,0 2 0 0,0-1-109 0,-1 2 109 0,-1 1 0 0,1 0 174 16,2 1-174-16,1 0 0 0,-1 0 256 15,0 1-256-15,0 0 0 16,2 0 28-16,1 1-28 0,1 0 0 0,1 1-256 0,1-2 256 0,1 1 0 0,2 0-256 15,2 1 256-15,3 0 0 0,-1 0-256 0,0-1 256 0,4-1 0 0,0 2-256 0,3-2 256 0,3 0 0 16,-2 1-256-16,0-2 256 0,2 1 0 0,0 0 256 16,1 0-256-16,4-2 0 15,-3 2 256-15,0-3-256 0,2-1 0 0,-2 2 256 0,-1 0-256 0,0-1 0 16,0 1 256-16,-2-1-256 0,0-2 0 0,-3 1-243 16,-1 0 243-16,-3-1 0 0,1 0-256 0,-2 1 256 0,0-1 0 0,-3 1-256 15,-1 0 256-15,-3-1 0 0,-1 0-98 0,-2 1 98 0,-2-1 0 16,0 2 256-16,-2-1-256 0,-3 1 0 0,1 1 256 0,0 0-256 0,-3 2 0 15,0-1 256-15,0 1-256 0,-2 0 0 16,0 3 39-16,3 1-39 0,-1 1 0 0,-1 0-191 0,0 2 191 0,-1-1 0 0,0 3-45 16,3 1 45-16,-1 2 0 0,2 1 256 0,0 1-256 15,2 3 0-15,0-1 256 0,0 1-256 0,2 3 0 0,0 1 256 16,2 1-256-16,2 3 0 0,0 1 256 0,1 2-256 16,1 3 0-16,0-1 151 0,1 0-151 0,1 3 0 0,1-1-151 0,0 0 151 15,1 2 0-15,-1-2-256 0,-2 1 256 0,1 2 0 0,1-3-256 16,-3-1 256-16,1 0 0 0,-2-3-256 0,-1 1 256 15,-1-2 0-15,1-2-256 0,0-2 256 0,0-2 0 16,0-5-256-16,-2-2 256 0,1-4 0 16,0-2-1640-16,0-3 1640 0,0-3 0 0</inkml:trace>
  <inkml:trace contextRef="#ctx0" brushRef="#br0" timeOffset="31603.401">12786 10158 1024 0,'0'0'0'0,"0"0"0"0,0 0 0 0,0 0 0 0,0 0 0 0,2-1 256 0,1-1-256 0,2-1 0 0,0 1 256 0,0 0-256 0,3 0 0 16,0 0 256 0,4 1-256-16,0 1 0 0,2-3 256 0,-14 3-256 0,15-3 0 0,4-1 0 0,-19 4 0 0,18-2 256 15,3-1-256-15,2 1 0 0,0-1-256 16,-1-1 256-16,4-1 0 0,-3 0-256 0,2-1 256 0,1-2 0 16,-18 6-768-16,-8 2 768 0,-8 2 0 0</inkml:trace>
  <inkml:trace contextRef="#ctx0" brushRef="#br0" timeOffset="32100.187">13687 9842 1024 0,'0'0'0'0,"0"0"0"0,0 0 0 15,0 0 0-15,4-1 256 0,3-1-256 0,1-1 0 0,-2 0 256 0,1 1-256 0,0-3 0 0,-1 3 256 16,1-1-256-16,2-1 0 15,0 1 256-15,0-1-256 0,4-2 0 0,-3 2 173 16,-2 0-173-16,1 0 0 0,2-1-256 0,0 0 256 0,3-1 0 16,-3 0-256-16,-1 0 256 0,0-1 0 0,-1 1 256 15,-1 1-256-15,-1 1 0 0,2-1 256 16,-3 1-256-16,1 0 0 0,-1 0 256 0,-1 0-256 0,0-1 0 0,0 2 256 0,-2 1-256 0,1 1 0 16,-2 0 256-16,-1-1-256 0,0-1 0 0,1 2-214 0,-2-1 214 15,1 2 0-15,-1 1-256 0,-1 1 256 16,-1 1 0-16,2 0-256 0,-2 1 256 0,0 1 0 0,0 1 256 0,2 2-256 0,-1 1 0 15,0-1 256-15,0 1-256 0,0 2 0 16,0 1 256-16,2 2-256 0,-1 1 0 0,1 0 256 0,1 3-256 0,1 2 0 16,-1-1 256-16,1 1-256 0,2 1 0 0,-1 0-256 15,-1 1 256-15,0 1 0 0,0-1-256 0,0 1 256 0,0-1 0 0,0 1-256 0,-2-2 256 0,1 2 0 16,0-2 256-16,-2 0-256 16,1-1 0-16,0 1 256 0,-2-1-256 0,1-1 0 0,0-1 256 15,-2-1-256-15,1-1 0 0,-2-2-127 0,-1-1 127 0,-1-2 0 16,0 1-256-16,-2-1 256 0,0 0 0 15,1-2-256-15,-1-1 256 0,-4-2 0 0,4 1 256 0,-1-1-256 0,-1 0 0 0,0-1 256 16,0-1-256-16,-1-1 0 16,0 0 256-16,0-1-256 0,-1 0 0 0,0-1 256 0,1 0-256 0,0 0 0 0,0-2-256 15,-1-2 256-15,0 0 0 0,2 1-256 0,4-1 256 0,0-1 0 16,1 1-256-16,2-1 256 0,2-2 0 0,0-1-256 16,1-3 256-16,1-1 0 0,-1 7-1880 15,-2 5 1880-15,1 2 0 0</inkml:trace>
  <inkml:trace contextRef="#ctx0" brushRef="#br0" timeOffset="32459.622">14193 10110 1024 0,'0'0'0'0,"0"0"0"16,0 0 0-16,0 0 0 0,0 0 256 0,0 0-256 0,0 0 0 0,0 0 256 0,0 0-256 0,0 0 0 16,-6 7 256-16,-4 2-256 0,-1 4 0 0,7-8 256 15,3 0-256-15,3-2 0 0,-4 2 256 0,-1 2-256 0,-1 0 0 16,2 0 256-16,1 0-256 0,1 1 0 0,-1 0 168 15,0 1-168-15,0 2 0 0,1-1-139 0,1 0 139 0,1 2 0 16,0-2 35 0,1 1-35-16,1-1 0 0,0 0 163 0,2 0-163 0,4-2 0 15,-4 1-72-15,1 0 72 0,1-1 0 16,1-2-15-16,0 0 15 0,2-2 0 0,0 0 117 16,-3-1-117-16,1-1 0 0,0 0 256 15,1-2-256-15,-1 1 0 0,-1-3 256 0,0-1-256 0,-2-1 0 0,1 0 256 0,0 0-256 0,0-1 0 16,0 0 256-16,-2-1-256 15,-1-2 0-15,-1 2 254 0,-1-2-254 0,-1 0 0 0,0 1 0 0,0-2 0 16,-2 0 0-16,-1 1 0 0,0 0 0 0,-1 2 0 16,-1-2-254-16,-1 1 254 0,-2 0 0 0,1 1-256 0,-1-2 256 0,-1 0 0 0,0 2-256 15,0 0 256-15,-1 2 0 0,1-2-256 16,-2 1 256-16,0 0 0 0,2-1-256 0,0-1 256 0,2-2 0 0,1 1-256 0,1 0 256 16,1-1 0-16,1 6-1537 0,2 3 1537 0,2 3 0 0</inkml:trace>
  <inkml:trace contextRef="#ctx0" brushRef="#br0" timeOffset="32967.621">14481 9732 1024 0,'0'0'0'0,"0"0"0"0,0 0 0 16,0 0 0-16,0 0 256 0,0 0-256 0,0 0 0 0,0 6 256 15,2 4-256-15,-1 2 0 0,0-3 256 0,1-1-256 0,-1 0 0 0,0 3 256 16,0 0-256-16,0 2 0 0,0 2 256 15,0 1-256-15,0 4 0 0,0-2 256 0,0 2-256 16,0 2 0-16,0-2 75 0,0 0-75 0,0 2 0 16,0 0 198-16,0 0-198 0,0 1 0 15,0-1 256-15,0-1-256 0,0 0 0 16,0-2 256-16,0 0-256 16,0-1 0-16,0-1 152 0,0 1-152 0,0-2 0 0,0-1-256 0,0-2 256 0,0 0 0 15,0-2-256-15,1-2 256 0,-1-1 0 16,0 0-256-16,0-2 256 0,0-1 0 15,2 0-91-15,1-2 91 0,1-1 0 0,-1-1 156 16,0-1-156-16,0-1 0 0,3-3 125 0,-1-1-125 16,3-3 0-16,-2 2-80 0,1-1 80 0,-1-1 0 0,1 0-254 15,1 0 254-15,2-2 0 0,-2 2-35 16,-1-2 35-16,2 0 0 0,-1 1 256 0,-1-1-256 16,-1 0 0-16,2 2 256 0,-3 1-256 15,1 0 0-15,0 0 256 0,-1 0-256 0,0-1 0 0,0 3 256 0,-2 1-256 0,1 1 0 16,0 1 0-16,1 1 0 0,-1 1 0 0,-1 1-256 0,-1 0 256 0,-1 3 0 15,1-1-256-15,0 1 256 0,0 1 0 0,-1 2-81 16,3 2 81-16,-1 4 0 0,-3-3 256 0,0 2-256 16,-1 1 0-16,1-1 256 0,-1 2-256 0,-1 1 0 0,1-2 50 0,-2-1-50 0,1 1 0 15,0-2-256-15,-1 1 256 16,-2-1 0-16,3-2-256 0,1 0 256 0,1-2 0 0,-1 0-256 0,0-2 256 0,0-1 0 0,3-1-256 16,1-2 256-16,2-1 0 0,-4 0-1495 0,-2 0 1495 0,-2 0 0 0</inkml:trace>
  <inkml:trace contextRef="#ctx0" brushRef="#br0" timeOffset="33334.816">14949 10069 1024 0,'0'0'0'0,"0"0"0"0,0 0 0 0,0 0 0 0,0 0 256 0,0 0-256 0,0 0 0 0,0 7 256 0,0 3-256 0,0 2 0 15,0-4 256-15,-3-1-256 0,2 0 0 0,0 2 256 0,2 2-256 0,-1 1 0 16,0 0 256-16,-2 2-256 0,1 1 0 16,0-2-193-16,-1 0 193 0,-1 1 0 0,1-1-215 15,2-1 215-15,-1-2 0 16,0 1 256-16,2-2-256 0,-1 0 0 0,-1-1 256 15,0-1-256-15,-1 0 0 0,1-2 256 0,1-1-256 0,1 0 0 0,-1-3 256 16,2 1-256 0,-1-2 0-16,0 0 256 0,1-2-256 0,2 1 0 0,-1-3 52 0,0-2-52 0,4-1 0 0,-2 0-256 0,1-3 256 0,1-1 0 0,0 0-256 15,2-1 256 1,0-2 0-16,0 1-256 0,2 0 256 0,0-3 0 0,-2 4 256 16,3-1-256-16,-1 1 0 0,-1 0 256 0,3 2-256 0,-1 0 0 15,-1 0 256-15,-2 2-256 0,-1 1 0 0,1 0 256 0,1 1-256 16,-1 0 0-16,0 2 256 0,-1 2-256 0,0 1 0 0,-1 0 256 15,2 1-256-15,1 1 0 0,-3 2 99 0,-1 1-99 0,-1 2 0 0,1 0 0 16,-1 1 0-16,0 3 0 16,-1-1 0-16,-1 2 0 0,-1 3 0 0,1-3 0 0,0 2 0 0,0 1 0 0,-2 0 0 15,-1 2 0-15,-1 1 0 0,1-2 0 16,0-2 0-16,0 0 0 0,0-1 0 0,0-2 0 0,0-1 0 0,0-5-3071 16,0-4 3071-16,0-4 0 0</inkml:trace>
  <inkml:trace contextRef="#ctx0" brushRef="#br0" timeOffset="45002.096">7167 9483 1024 0,'0'0'0'0,"0"0"0"0,0 0 0 0,0 0 0 0,0 0 256 16,0 0-256-16,0 0 0 0,0 0 256 0,0 0-256 0,0 0 0 0,0 0 214 0,0 0-214 0,0 0 0 15,0 0 89-15,0 0-89 0,0 0 0 0,0 0 35 0,0 0-35 16,0 0 0-16,0 0-59 0,0 0 59 0,0 0 0 0,3 7-84 16,2 4 84-1,0 3 0-15,-2-8-44 0,-1-3 44 0,-1-2 0 0,2 2 64 0,0 1-64 0,1 1 0 0,-4-5 0 0,5 3 147 16,0-1-147-16,3-1 0 0,0 1 139 0,0-1-139 0,1 0 0 0,-1-2 130 16,1-1-130-16,-1-2 0 0,1 0 88 15,2-3-88-15,0-1 0 0,-1 0 88 0,2-1-88 0,1-2 0 0,0 1 104 16,-3-2-104-16,1-1 0 0,0 2 166 15,1 0-166-15,0-1 0 0,0 0 210 16,-2 1-210-16,0-1 0 0,0 1 174 0,-2 1-174 0,-1-1 0 0,0 3 89 0,0 1-89 0,-2 0 0 16,0 0-24-1,-1 1 24-15,-1 0 0 0,1 2-126 0,-2 0 126 0,2 3 0 0,-1-2-198 16,-2 0 198-16,1-1 0 0,0 2-256 0,0 1 256 0,0 1 0 0,0-1-212 0,-2 1 212 16,1 1 0-16,0-1-83 0,0 0 83 0,0 0 0 0,0 0-1163 31,-2 0 1163-31,1 0 0 0</inkml:trace>
  <inkml:trace contextRef="#ctx0" brushRef="#br0" timeOffset="46338.445">14136 9432 1024 0,'0'0'0'0,"0"0"0"0,0 0 0 0,0 0 0 0,0 0 86 0,0 0-86 0,0 0 0 0,0 0 98 15,0 0-98-15,0 0 0 0,0 0 254 0,0 0-254 0,0 0 0 16,0 0 249-16,0 0-249 0,0 0 0 0,0 0 217 16,0 0-217-16,0 0 0 0,0 0-28 0,0 0 28 0,0 0 0 0,4 8-167 15,2 5 167-15,3 4 0 0,-5-10-256 16,-2-3 256-16,-2-3 0 0,2 3-256 0,0 0 256 0,0 1 0 0,0 0-66 15,0-1 66-15,0 3 0 0,-1-1 256 0,2 0-256 0,1 1 0 16,-1-2 256-16,-2-1-256 0,1-1 0 0,0 1 256 16,-2 0-256-16,1 2 0 0,0-3 256 0,0 0-256 0,0 0 0 0,0-1-89 15,0 0 89-15,0 0 0 0,0-1-142 16,1 1 142-16,1-2 0 0,-1 1-80 0,1-1 80 0,2-1 0 0,-2 1 155 16,1 0-155-16,1 0 0 0,-1-1 256 0,1-1-256 0,3-1 0 0,-2 0 256 15,0 0-256-15,3-1 0 0,-2 1 256 16,1-1-256-16,-1-1 0 0,1 0 183 0,2 0-183 0,0-1 0 0,-1 0-31 15,0 0 31-15,1-1 0 0,-1 0 78 0,0 0-78 0,1-1 0 16,-1 1 190-16,-1-1-190 0,0 1 0 0,1 0 256 16,1 1-256-16,0 0 0 0,0 0 256 0,-2-2-256 0,-1 0 0 15,2 1 256-15,-3 1-256 0,1 0 0 0,0-1 116 16,1 1-116-16,2 0 0 0,-3 0-117 0,0 1 117 0,-2 0 0 0,2 0-68 16,-2 1 68-16,-1 1 0 0,1-1 33 15,-2-1-33-15,1 0 0 0,0 2 61 0,-2 2-61 0,2-1 0 0,-1 1-44 16,-2-1 44-16,1-1 0 0,0 2-256 15,-2 0 256-15,1 0 0 0,0 1-256 0,-2-2 256 0,1 1 0 16,0 1-256-16,0 1 256 0,0 1 0 0,0-1-256 16,-2-1 256-16,1-1 0 0,0 1-256 0,0 0 256 15,0 0 0-15,0 0-1656 0,2 0 1656 0,-1 0 0 0</inkml:trace>
  <inkml:trace contextRef="#ctx0" brushRef="#br0" timeOffset="60537.768">15575 10764 1024 0,'0'0'0'0,"0"0"0"0,0 0 0 0,0 0 0 0,0 0 256 0,0 0-256 0,0 0 0 15,0 0 256-15,0 0-256 0,0 0 0 0,0 0 256 0,0 0-256 0,0 0 0 16,0 0 256-16,0 0-256 0,0 0 0 0,0 0 256 16,0 0-256-16,0 0 0 0,0 0 256 0,0 0-256 0,0 0 0 0,0 0 77 15,0 0-77-15,0 0 0 0,0 0-256 0,0 0 256 16,0 0 0-16,0 6-256 0,2 4 256 0,-1 2 0 0,0-4 256 16,-2-2-256-16,1-1 0 0,0 2 256 15,0 1-256-15,0 2 0 0,0-1 256 0,-2 0-256 16,1 2 0-16,0 0 256 0,0 2-256 0,0 1 0 0,0-1 256 0,2 2-256 15,-1 1 0-15,0-1 201 0,0 1-201 0,0 0 0 0,0 1-101 16,-2 1 101-16,1 1 0 0,0-2 256 16,2 1-256-16,-1 0 0 0,0 0 256 0,2 0-256 0,-1 0 0 0,0 0 78 15,-2 1-78-15,1 1 0 0,0-1 0 0,2 0 0 0,-1 0 0 0,0-1 0 16,-2-1 0-16,1-2 0 0,0 1-78 0,0-1 78 0,0-1 0 16,0-1-256-16,-2-1 256 0,1 0 0 0,0-3-256 15,0-1 256-15,0-3 0 0,0 1-256 16,-1-2 256-16,-2 0 0 0,2-4 256 0,0-1-256 0,0-2 0 0,1 2-2481 15,1 1 2481-15,1 1 0 0</inkml:trace>
  <inkml:trace contextRef="#ctx0" brushRef="#br0" timeOffset="61266.757">15502 10802 1024 0,'0'0'0'0,"0"0"0"0,0 0 0 15,0 0 0-15,0 0 256 0,0 0-256 0,0 0 0 0,0-4 256 0,3-2-256 0,-2-3 0 0,0 3 256 0,1 1-256 0,1 0 0 16,-1-1 256-16,0 0-256 0,0-1 0 0,1 1 256 16,1-1-256-16,2 1 0 0,0-1 256 0,-1 2-256 15,3-1 0-15,-2 0 256 0,1 0-256 0,3-1 0 0,-1 1-256 16,1 0 256-16,2 1 0 0,-1 1-256 15,2 0 256-15,0 0 0 0,-1 2 256 0,2 1-256 0,0 1 0 0,0-1 256 0,0 1-256 0,3 1 0 0,-3 1 256 16,1 1-256 0,0 1 0-16,0 1 256 0,-2 1-256 0,-1 2 0 0,2-1 256 0,-3 2-256 0,2 1 0 0,-3 0-256 15,-1 1 256-15,1 2 0 0,-2-1-256 16,-1 0 256-16,-1 2 0 0,0-2 80 16,-3 1-80-16,-2 0 0 0,0 0 256 0,-2 2-256 0,-2 1 0 0,-1-2 256 15,0 0-256-15,-1-1 0 0,0 1 256 0,-2 0-256 0,-4 2 0 0,4-2 175 16,-1-2-175-16,-1 0 0 15,-1 0-164-15,0-3 164 0,-1 1 0 0,0 0-64 0,0 0 64 0,-2-1 0 0,3 0 125 16,-2-2-125-16,-2-1 0 0,4 1 103 16,1-2-103-16,0-1 0 0,0 0 0 0,2-1 0 0,-1-1 0 0,0 1 0 0,2-1 0 0,1 0 0 15,0-1 0-15,1 0 0 16,1 0 0-16,-2-1 0 0,3 0 0 0,-1 0 0 16,1-1 0-16,1 1 0 0,1-2 0 0,0 1 0 0,1-2 0 0,1 0 0 0,0 2 0 15,1-2 0-15,2 1 0 16,0 0 0-16,0 0 0 0,3 0 0 0,-2 0 0 0,2 0 0 0,0-1 0 0,0 2 0 15,1 0 0-15,2 0 0 0,-1 1 0 0,2 0 0 0,1 0 0 0,-2 2 0 16,1 0 0-16,0 1 0 0,0-1 0 16,-1 1 0-16,0 1 0 0,1 0 0 0,-3 0 0 0,1 1 0 0,1 0 0 15,-3 2 0-15,1 0 0 0,-1-1 0 0,0 1 0 0,-2 2 0 16,0-1 0 0,0 1 0-16,-2 2 0 0,0 0 0 15,0 0 0-15,-2 2 0 0,0-1 0 0,-1 0 0 0,-1 2 0 0,-1-2 0 16,0 1 0-16,-1 0 0 0,-1-1 0 0,-4 1 0 15,1-1 0-15,0 1 0 0,-1-2 0 0,-2 1 0 0,0-2 0 16,0-1 0-16,-4 0 0 0,2-1 0 0,-1 2 0 0,-2 0 0 0,2-2 0 16,-2-1 0-16,-1 0 0 0,1 0 0 15,-1-3 0-15,-1 1 0 0,1-1 0 0,1-1 0 0,0-1 0 0,0 1 0 16,-2 0 0-16,-2-2 0 0,2-1 0 0,1-1 0 0,0-2 0 16,0 1 0-16,2-1 0 0,1-1 0 0,0 1 0 15,2-1 0-15,1-1 0 0,-1-1 0 0,1 0 0 0,1-2 0 16,5 6-3071-16,3 2 3071 0,3 2 0 0</inkml:trace>
  <inkml:trace contextRef="#ctx0" brushRef="#br0" timeOffset="62291.689">13739 8336 1024 0,'0'0'0'15,"0"0"0"-15,0 0 0 0,0 0 0 0,0 0 256 0,0 0-256 0,0 0 0 0,0 0 256 16,0 0-256-16,0 0 0 0,0 0 256 0,0 0-256 0,0 0 0 0,0 0 256 0,0 0-256 0,0 0 0 0,0 0-105 0,0 0 105 16,0 0 0-16,0 0-256 0,0 0 256 0,0 0 0 0,0 0-256 15,0 0 256-15,0 0 0 16,5 3-200-16,3 0 200 0,2 1 0 0,-6 0 256 0,-2 1-256 15,-2 2 0-15,2-1 256 16,0 0-256-16,0 1 0 0,0 0 256 0,1 0-256 16,-1 1 0-16,0-3 158 0,0 1-158 0,0-1 0 0,0 1-135 15,0 0 135-15,0 1 0 0,0-2-75 0,0-1 75 0,0-1 0 0,0 1-28 16,0-1 28-16,0 0 0 0,1-2 153 16,2 0-153-16,0 0 0 0,-1-1 256 0,0 0-256 0,0 0 0 0,1-3 201 15,2-1-201-15,0-2 0 0,0 1-8 0,1-1 8 16,2-2 0-16,-2 2-139 0,0-1 139 0,0-1 0 0,1-1-38 15,0 0 38-15,2-2 0 0,-1 2 193 0,-2 0-193 0,0-1 0 16,1 0 256-16,-1 1-256 0,0-1 0 0,0 1 256 16,-2 0-256-16,2-1 0 0,-2 1 256 0,-1 1-256 0,-1 0 0 0,1 0 256 15,-2 0-256-15,2 1 0 0,-2 1 256 0,2-1-256 0,0 1 0 16,-2 1 256-16,-1-1-256 0,-1 2 0 0,1 0-180 16,0 1 180-16,0 0 0 0,-1 1-256 0,-1-1 256 0,-1-1 0 0,1 2-256 15,3 1 256-15,-2 1 0 0,0-1-256 16,-2 0 256-16,1-1 0 0,0 2-256 0,0 1 256 0,0 2 0 0,0-2-256 15,0 1 256-15,0 0 0 0,0 0-256 0,0-1 256 16,0 0 0-16,0-1-1333 0,0 0 1333 0,0 0 0 0</inkml:trace>
  <inkml:trace contextRef="#ctx0" brushRef="#br0" timeOffset="63332.794">16102 11079 1024 0,'0'0'0'0,"0"0"0"0,0 0 0 0,0 0 0 0,0 0 256 15,0 0-256-15,0 0 0 0,0 0 256 0,0 0-256 0,0 0 0 0,2-4 256 16,1-2-256-16,1-3 0 0,-1 4 256 0,0 1-256 0,1 1 0 15,-1-2 256-15,1 0-256 0,1-1 0 0,0 0-256 16,1 1 256-16,2 1 0 0,-2-1-256 16,1 1 256-16,1-1 0 0,-2 2-256 0,3 0 256 0,-1 0 0 0,-1 2 185 0,3 0-185 0,-1 0 0 0,0 2 256 15,0 1-256-15,4 1 0 0,-3 0 256 16,-2 0-256-16,2 1 0 0,-2 1 256 0,-1 2-256 0,-1 3 0 0,2-2-256 16,-1 1 256-16,0 2 0 0,-1-1-256 15,0 2 256-15,-2 1 0 0,-1 0-256 0,-1 2 256 0,-1 1 0 0,-1-1-107 16,-1 0 107-16,-1-1 0 0,1 0 256 0,-1 0-256 15,-1 0 0-15,-2-1 256 0,-1-1-256 0,-2 1 0 0,2-2 256 16,0-1-256-16,-1 0 0 0,1-2-82 0,0 0 82 0,0-2 0 0,0 0-80 16,1 0 80-16,0-2 0 0,0 0 256 0,2-1-256 15,-1 0 0-15,0-1 256 0,2 0-256 0,-1-1 0 0,0 1 256 16,-1-2-256-16,0-2 0 0,2 0 256 0,2-1-256 0,2-1 0 16,-2-1 256-16,0-1-256 0,0-2 0 0,2-1 189 15,1-1-189-15,3-2 0 0,-3 0-256 16,1 0 256-16,1-2 0 0,0-1 256 0,1 0-256 0,2-3 0 0,-2 2-256 15,0 1 256-15,0-1 0 0,1 0 256 16,2 1-256-16,0-1 0 0,-1 1 202 0,-2 0-202 0,2 0 0 0,-2 1-256 16,2 0 256-16,0 1 0 0,1-1-256 0,-3 0 256 0,1-2 0 15,0 3-256-15,1 1 256 0,-1-1 0 0,-4 9-2099 16,-4 4 2099-16,-1 4 0 0</inkml:trace>
  <inkml:trace contextRef="#ctx0" brushRef="#br0" timeOffset="63737.716">16538 10950 1024 0,'0'0'0'16,"0"0"0"-16,0 0 0 0,0 0 0 0,0 0 256 0,0 0-256 0,0 0 0 0,0 0 256 0,0 0-256 0,0 0 0 15,-2 8 256-15,-1 5-256 16,-1 4 0-16,3-8 256 0,1-1-256 0,1-3 0 0,-1 3 88 0,0 2-88 0,0 0 0 0,1 2-256 0,1 0 256 16,1 2 0-16,-1-1-256 0,1-1 256 0,1 1 0 0,0-1-120 15,2 1 120-15,0 0 0 0,-1-1 256 0,0 0-256 0,0-1 0 0,0-2 256 16,2 0-256-16,0-2 0 0,-1-1 256 15,1-1-256 1,2 0 0-16,-2-1 256 0,1-1-256 0,1-1 0 0,0-2-256 0,0-1 256 16,3-1 0-16,-1-1-256 0,-2-1 256 0,-1-1 0 0,1-2-154 0,-2 0 154 0,-1-2 0 0,1 0 256 15,-2-1-256-15,2-2 0 0,-3 1 256 16,-2-2-256-16,-2-1 0 0,0-1 256 16,-2-2-256-16,-2-2 0 0,-2 2 256 15,-1 1-256-15,-2-1 0 0,0 0-238 0,-1 0 238 16,-2 0 0-16,1 1-159 0,-3 2 159 0,-2 0 0 0,1 1-126 0,0 0 126 0,-3 2 0 0,1 1-158 15,3 1 158-15,-1 2 0 0,-1 1-151 0,3 1 151 0,-2 0 0 0,3 1-247 16,1 1 247-16,3 1 0 0,-1 0-240 16,0 1 240-16,1 1 0 0,3-1-186 15,2-2 186-15,2 0 0 0,1 1-3 0,2-2 3 0,2 0 0 0,2 1 150 16,2 0-150-16,1 0 0 0,0 0 204 0,3-1-204 0,1-2 0 0,-9 5-708 31,-4 1 708-31,-4 1 0 0</inkml:trace>
  <inkml:trace contextRef="#ctx0" brushRef="#br0" timeOffset="63959.274">16915 10669 1024 0,'0'0'0'0,"0"0"0"0,0 0 0 0,0 0 0 0,0 0 0 0,0 0 0 0,0 0 0 0,0 0 256 31,0 0-256-31,0 0 0 0,0 0 256 0,0 0-256 0,0 0 0 0,0 0 256 16,0 0-256-16,0 0 0 0,5 4 256 0,3 2-256 16,1 2 0-16,-4-2 256 0,-2 1-256 0,-2 0 0 0,2 1 256 0,1 1-256 0,-1 2 0 0,0 2 211 15,0 1-211 1,0 3 0-16,0-1-244 0,0 1 244 0,0 1 0 0,0 1-4 0,-2 0 4 0,1 3 0 0,1-2 256 15,-1 0-256-15,0 3 0 16,0-3 256-16,0 1-256 0,0 2 0 0,0-2 256 0,-2 0-256 16,1-1 0-16,0 1-256 0,-2-1 256 0,1-1 0 0,0-3-256 15,-2 0 256-15,1-4 0 0,0-1 256 16,-1-1-256-16,-1-2 0 0,0-5-256 0,-2-1 256 16,0-4 0-16,3 2-1755 0,2 0 1755 0,2 0 0 0</inkml:trace>
  <inkml:trace contextRef="#ctx0" brushRef="#br0" timeOffset="64536.325">16876 10972 1024 0,'0'0'0'16,"0"0"0"-16,0 0 0 0,0 0 0 0,0 0 256 0,0 0-256 0,0 0 0 0,0-4 256 0,2-1-256 0,-1-1 0 0,2 0 256 15,1 0-256-15,3-2 0 16,-2 0 256-16,1-1-256 0,2-2 0 0,0 1 256 0,-8 10-256 0,7-12 0 0,3-1 0 0,-2 1-256 16,2-2 256-16,0-1 0 0,-1 1-256 15,2-1 256-15,0 0 0 0,-2 1-256 0,3-1 256 0,-1-1 0 0,-2 3 256 16,-1 0-256-16,-3 2 0 0,2-1 256 0,0 2-256 0,0 0 0 15,0 1 256-15,-2 0-256 0,-1 2 0 0,0 0 256 0,-1 0-256 16,-1 2 0-16,1 0-41 0,-2 1 41 0,1 0 0 0,1 3-256 16,-1 1 256-16,0 1 0 0,-1 2-152 0,-1 0 152 0,-1 1 0 15,1 1 256-15,0 2-256 0,0 3 0 0,1-1 256 0,0 1-256 16,1 3 0-16,-3-1 256 0,0 4-256 0,-1 0 0 0,0 0 256 16,2 2-256-16,-1 1 0 0,0 0 256 0,-1 1-256 0,1 1 0 15,0 0 6-15,0-1-6 0,0 3 0 0,0-2-208 16,2-1 208-16,-1 2 0 0,0-2 24 0,-2-2-24 0,1 0 0 0,0-1 32 15,2-1-32-15,-1-2 0 0,0 0 256 16,0-1-256-16,0-1 0 0,0-2-197 16,0-2 197-16,0-1 0 0,0 0 170 15,0 0-170-15,0-2 0 0,0-3-21 0,2-1 21 0,-1-1 0 0,1-2 127 0,2-3-127 16,0 0 0-16,-1-2-32 0,1 0 32 0,2-2 0 0,-1 1 158 16,0-1-158-16,4-2 0 0,-3 1 10 0,0-2-10 0,0-1 0 0,0 2 213 15,1 1-213-15,-1 0 0 0,0 0 166 0,1 0-166 16,2 1 0-16,-2 1 0 0,-1-1 0 0,0 1 0 0,1 2 0 15,1 2 0-15,2 2 0 0,-2-1 0 0,-1 0 0 16,0 2 0-16,0 1 0 0,0 1 0 0,0 1 0 16,1 2 0-16,-1 1 0 0,0 2 0 0,-1-1 0 15,0 2 0-15,-2 0 0 0,1 1 0 0,-1 0 0 0,0 1 0 0,-1 1 0 16,-1 0 0-16,-1 2 0 0,0-1 0 0,-1 0 0 0,-1 2 0 0,1-2 0 16,0 1 0-16,0 0 0 0,0-3-173 15,2-2 173-15,-1-1 0 0,0 0-256 0,2 0 256 0,0-2 0 0,2-1-256 16,2 0 256-16,2-3 0 15,-6 0-2386-15,-4-1 2386 0,-1-1 0 0</inkml:trace>
  <inkml:trace contextRef="#ctx0" brushRef="#br0" timeOffset="64834.554">17554 11117 1024 0,'0'0'0'0,"0"0"0"0,0 0 0 0,0 0 0 16,0 0 256-16,0 0-256 0,0 0 0 0,0 0 256 0,0 0-256 0,0 0 0 0,7 6 256 16,5 3-256-16,1 2 0 15,-6-11 256-15,-1-3-256 0,-3-4 0 0,3 2 256 0,1-1-256 0,1-2 0 0,0 1 256 16,-1 0-256-16,0-1 0 0,0-2-79 15,0 0 79-15,-1-2 0 0,0 2-256 16,-1-1 256-16,-1 1 0 0,0-1 2 0,-1 1-2 0,0-1 0 0,-2 1 256 16,-1-1-256-16,-1 1 0 15,-1 0 256-15,0-1-256 0,-1 0 0 0,-1 2 256 0,0 1-256 0,-3 0 0 0,1 2-29 16,-2 0 29-16,0 2 0 0,1 0-256 16,-1 1 256-16,-3 0 0 0,3 2-80 0,1 1 80 0,1 1 0 0,-2 2 256 0,0 0-256 0,-1 1 0 15,2 1 256 1,-1 2-256-16,3 3 0 0,-1-2 256 15,1 2-256-15,1 0 0 0,-2 1 256 0,3 0-256 0,-1 2 0 0,2-1 256 16,2 2-256-16,2 1 0 0,1-1-256 0,2 2 256 16,3 2 0-16,-2-4-256 0,2-1 256 0,4 1 0 0,-2-3-256 15,1 0 256-15,2-2 0 0,-1-2 217 0,1-2-217 0,2-1 0 16,-10-2-2335-16,-6-2 2335 0,-3-2 0 0</inkml:trace>
  <inkml:trace contextRef="#ctx0" brushRef="#br0" timeOffset="65201.024">17859 10883 1024 0,'0'0'0'0,"0"0"0"0,0 0 0 0,0 0 0 15,0 0 256-15,0 0-256 0,0 0 0 0,3 0 256 0,2-1-256 0,3-1 0 0,-3 2 256 16,0-1-256-16,0 0 0 16,1 1 256-16,1 1-256 0,2 0 0 0,-3 1 256 0,2 0-256 15,-8-2 0-15,8 3 0 0,1 0 256 0,-1 2-256 0,3 2 0 0,-1-1 155 16,-1 1-155-16,0 2 0 0,0 0-256 0,-2 2 256 0,-1 1 0 0,1-1-256 15,-1 0 256-15,1 1 0 0,-2-1 256 0,-2 1-256 0,-2 1 0 0,1-2 256 16,-1 1-256-16,-1-1 0 0,0 0 138 16,-1 0-138-16,-1-1 0 0,1-1 256 15,-1 0-256-15,-1-2 0 0,1 0-256 0,0-1 256 0,0 0 0 0,-1-2 111 16,1-1-111-16,0 0 0 0,0 0 256 0,0 0-256 16,0 0 0-16,0-1 256 0,1-2-256 0,0 1 0 0,0-2 256 15,-1-1-256-15,-1-1 0 0,1-1 256 0,2-1-256 0,-1-2 0 16,0 0 107-16,0-2-107 0,0-1 0 0,1 0 0 15,1-1 0-15,1-2 0 0,0-1 0 16,1-2 0-16,1-1 0 0,0 0-107 0,1-1 107 0,3-1 0 0,-1 1-256 16,1-1 256-16,1-1 0 0,1 1 18 0,1-3-18 0,3 0 0 0,-1 0 151 15,-3 1-151-15,2-2 0 0,-8 15-2877 0,-4 8 2877 0,-4 8 0 0</inkml:trace>
  <inkml:trace contextRef="#ctx0" brushRef="#br0" timeOffset="65664.711">18665 10350 1024 0,'0'0'0'0,"0"0"0"15,0 0 0-15,0 0 0 0,0 0 256 0,0 0-256 0,0 0 0 0,3-3 256 0,2 0-256 0,3-1 0 0,-4 2 256 0,-1 0-256 0,-1 0 0 0,0 0 256 16,0 0-256-16,-2 0 0 0,-1 0 256 0,-2 0-256 0,0-1 0 16,0 2 256-16,0 0-256 0,-4 0 0 15,1 1 79-15,0 0-79 0,-3 0 0 0,-1 1-256 16,-1-1 256-16,-2 2 0 0,0 2-213 15,0 1 213-15,-3 2 0 0,1-1 256 0,-3 2-256 0,-1 1 0 0,1 0 256 0,-1 2-256 0,0 3 0 0,1-1 256 16,-1 2-256 0,-2 1 0-16,1 0 256 0,2 2-256 0,0 2 0 0,2 0-256 15,0 4 256-15,1 1 0 0,-1-1-76 0,2-1 76 0,0 3 0 0,1 2 256 16,-1 2-256 0,3 3 0-16,1 0 256 0,-1 0-256 0,3 2 0 0,1-1 256 0,3 0-256 15,-1 2 0-15,2-3 256 0,1-2-256 0,1 0 0 0,1 0 209 16,1-1-209-16,1-2 0 0,1-1 0 15,2-2 0-15,0-2 0 0,0 0 0 0,1 0 0 0,1-3 0 0,0 0 0 16,0-2 0-16,1-1 0 0,0-2 0 0,2 0 0 0,1-1 0 0,-2-1 0 0,1-2 0 16,0 0 0-16,-1-2 0 15,2 0 0-15,0-2 0 0,-1 0 0 0,-1-2 0 0,0 1 0 0,0 0 0 0,0-1 0 16,1 0 0-16,-1 0 0 0,-2-3 0 0,2 1 0 0,-1-1 0 16,-2 2 0-16,1 0 0 0,0-2 0 15,-2 0 0-15,-1-1 0 16,1 1 0-16,-1-2 0 0,0-2 0 0,-1 0 0 0,-2-1 0 0,-2-1 0 0,2 0 0 0,1-1 0 0,2-2 0 0,-3 6-3071 15,-1 1 3071-15,-1 1 0 0</inkml:trace>
  <inkml:trace contextRef="#ctx0" brushRef="#br0" timeOffset="78538.265">18477 10628 1024 0,'0'0'0'0,"0"0"0"0,0 0 0 16,0 0 0-16,0 0 174 0,0 0-174 0,0 0 0 0,0 0 256 0,0 0-256 0,0 0 0 0,0 0 256 0,0 0-256 0,0 0 0 15,0 0 256-15,0 0-256 16,0 0 0-16,0 0 256 0,0 0-256 0,0 0 0 0,0 0 256 15,0 0-256-15,0 0 0 0,0 0 20 0,0 0-20 0,0 0 0 0,0 0-122 16,0 0 122-16,0 0 0 0,0 7-14 0,2 3 14 0,-1 4 0 0,0-7 256 16,-2-2-256-16,1-1 0 0,0 1 256 0,-2 3-256 0,1 1 0 15,0-1 256 1,-1 2-256-16,-1 0 0 0,2 0 256 0,-2 0-256 0,0 2 0 0,1-1 10 0,-2 2-10 16,0 1 0-16,1-2-88 0,2 0 88 0,-1-1 0 0,0 1 27 0,-1-1-27 0,-1 0 0 15,1 1 256 1,0 1-256-16,0 0 0 0,-1-1 256 0,3 1-256 15,-1 0 0-15,0-1 248 0,-1 1-248 0,-1 0 0 0,4-13 0 0,0 0 0 0,0 0 0 0,0 0 0 0,-3 13 0 16,3-13 0-16,0 0 0 0,0 0 0 0,-1 12 0 0,1-12 0 0,0 0 0 0,-2 13 0 0,2-13 0 0,-2 12 0 0,0-1 0 16,0 0 0-16,0 0 0 0,0 1 0 0,-1 0 0 0,2 0 0 15,-2-1 0-15,0 1 0 0,0-1 0 0,2 0 0 16,-1-1 0-16,-1 0 0 0,-1 2 0 0,-1 0 0 0,0-2-18 16,1-2 18-16,0 0 0 0,0-2-256 0,2-1 256 0,-1-1 0 15,0-1-256-15,-1 0 256 0,-2-2 0 0,2-2-256 0,2-1 256 16,-1-2 0-16,2 3-2285 15,1 1 2285-15,1 1 0 0,5-3 0 0,5-1 0 16,3-1 0-16,-10 3 0 0,-4 1 0 0,-4 1 0 16</inkml:trace>
  <inkml:trace contextRef="#ctx0" brushRef="#br0" timeOffset="79043.095">18363 10924 1024 0,'0'0'0'0,"0"0"0"0,0 0 0 0,0 0 0 0,0 0 0 0,0 0 256 15,0 0-256-15,0 0 0 0,-2-5 256 0,-1-2-256 0,-1-3 0 0,2 4 256 16,1 1-256-16,1 1 0 0,-1-3 256 0,2 0-256 15,-1-2 0-15,1 1 256 0,-1 8-256 0,2-9 0 0,1-2 0 0,-1 1 256 16,1 1-256-16,3 0 0 0,-2 0 256 0,0-1-256 0,3 0 0 0,-1 1 145 16,1 0-145-16,2-1 0 0,0 1-256 0,0-1 256 0,4 0 0 0,-2 2 111 15,2 1-111-15,1 0 0 0,-1 1 256 16,2-1-256-16,1 2 0 0,0 1 256 16,-3 0-256-16,2 2 0 0,-1-1 83 0,-1 3-83 0,0-1 0 0,0 2-256 0,1 1 256 15,0 2 0-15,0-1-256 0,-2 1 256 0,0 1 0 16,-2 0-217-16,-1 2 217 0,1 0 0 0,-2 0 166 0,-2 2-166 0,-2 1 0 0,0-1 251 15,-2 1-251-15,-2 2 0 0,0-1 191 16,-2 1-191-16,-2 1 0 0,0-1-66 0,-2 2 66 16,-2 0 0-16,-2 0-223 0,-3-1 223 0,-3 1 0 0,2-1-142 0,-2 0 142 15,-1-1 0-15,1 0 93 0,0-2-93 0,-2 0 0 0,2 0 256 16,-1-1-256-16,1 0 0 0,-1-2 256 16,2 0-256-16,-1-2 0 0,3 1 145 0,-1-1-145 0,3-1 0 0,-1 1-147 15,2-3 147-15,1 1 0 0,1-1-256 0,0-1 256 16,2-1 0-16,1 1-256 0,1 1 256 0,0-1 0 0,1-1-222 15,1 0 222-15,0 0 0 0,2-1 35 0,2 0-35 0,0-1 0 16,-1 2 206-16,1 0-206 0,1 0 0 0,0 1 256 0,1 0-256 0,2 1 0 16,-2-2 256-16,2 0-256 0,0 0 0 0,0 2 256 15,1 1-256-15,1 1 0 0,0-1 246 16,0 0-246-16,1 0 0 0,0 1-56 0,0 2 56 16,2 1 0-16,0-2-154 0,-3 1 154 0,1 1 0 0,0 0-75 0,1 2 75 0,-1 0 0 0,-1 0 42 15,3 0-42 1,-1 2 0-16,0-1 168 0,-1-1-168 0,0 3 0 0,0-2 80 0,-2 0-80 0,2-1 0 0,-3-1-144 15,-1 1 144-15,-1-1 0 0,1-3-256 16,0-2 256-16,1-2 0 0,-4 1-2564 0,-2-2 2564 16,-2-2 0-16</inkml:trace>
  <inkml:trace contextRef="#ctx0" brushRef="#br0" timeOffset="79266.723">18872 11057 1024 0,'0'0'0'0,"0"0"0"0,0 0 0 0,0 0 0 0,0 0 256 0,0 0-256 0,0 0 0 15,0 0 256-15,0 0-256 0,0 0 0 0,1 4 256 16,1 4-256-16,1 2 0 0,-1-3 256 16,-2-1-256-16,1 0 0 0,0 1 256 0,0 2-256 0,0 0 0 0,0 0 256 15,0 1-256-15,0 0 0 0,0-1 191 0,-2-1-191 0,1-1 0 0,0-1-52 16,-2-2 52-16,1-1 0 0,0-1-1675 0,2-2 1675 0,-1-2 0 0</inkml:trace>
  <inkml:trace contextRef="#ctx0" brushRef="#br0" timeOffset="79394.461">18923 10896 1024 0,'0'0'0'16,"0"0"0"-16,0 0 0 0,0 0 0 0,0 0 256 0,0 0-256 0,0 0 0 0,4-2 256 15,2-1-256-15,2-2 0 0,-6 4-512 16,-2 1 512-16,-2 1 0 0</inkml:trace>
  <inkml:trace contextRef="#ctx0" brushRef="#br0" timeOffset="79695.767">19245 10905 1024 0,'0'0'0'0,"0"0"0"0,0 0 0 0,0 0 0 0,0 0 256 0,0 0-256 0,0 0 0 0,0 0 256 16,0 0-256-16,0 0 0 0,0 0 256 0,0 0-256 0,0 0 0 15,0 0 256-15,0 0-256 0,0 0 0 0,0 0 256 0,0 0-256 16,0 0 0-16,0 0 256 0,0 0-256 0,0 0 0 0,4 7 256 0,3 4-256 0,2 3 0 16,-11-6 256-16,-5-2-256 0,-4-1 0 0,5 1 256 15,-1 1-256-15,-2 2 0 0,2-2 241 16,0 1-241-16,0 2 0 0,-1-1 256 0,3 1-256 0,-1 3 0 0,0-3 256 16,2 0-256-16,-1 2 0 0,1-3 14 0,2 1-14 15,1-1 0-15,0 1-132 0,1 0 132 0,1 1 0 0,2-1-256 16,3 0 256-16,1-1 0 0,0 0-256 0,0-1 256 15,4 0 0-15,0-1-85 0,1-1 85 0,5-1 0 0,-3-2 256 16,3-1-256-16,3-3 0 0,-3-1 256 0,1-2-256 0,2-3 0 0,-1 0 217 16,-1-3-217-16,-1-1 0 0,-11 8-3071 15,-6 3 3071-15,-6 3 0 0</inkml:trace>
  <inkml:trace contextRef="#ctx0" brushRef="#br0" timeOffset="80172.002">19499 10659 1024 0,'0'0'0'0,"0"0"256"15,0 0-256-15,0 0 0 0,0 0 256 0,0 0-256 0,0 0 0 0,1 3 256 0,1 1-256 16,1 2 0-16,0-1 256 0,-1 1-256 0,0 2 0 0,0 1 256 0,1 3-256 16,1 1 0-16,-1 1 256 0,-3-14-256 0,4 16 0 0,2 1 0 0,-2 0 256 0,-2 1-256 0,-1 1 0 15,1 1 256-15,1 1-256 0,1 1 0 0,-1-1 256 16,0-2-256-16,0 1 0 0,0 0 256 0,-2 0-256 0,1 0 0 15,0-2 256-15,1-1-256 0,-1-1 0 0,0-2 255 16,0 0-255-16,0-1 0 0,0-2 0 0,0-2 0 0,0-1 0 0,0 0-10 16,-2-1 10-16,1 0 0 0,0-2-256 0,0-2 256 0,0-1 0 15,0-1-58-15,1-2 58 0,2-2 0 0,0-1 256 16,-3 0-256-16,1-1 0 0,1-3 68 16,1-1-68-16,1-2 0 0,-1 1 0 0,0-2 0 0,0-1 0 0,2 0 0 15,0-1 0-15,1-1 0 0,-1 1 0 16,0 1 0-16,1 0 0 0,-1 0 0 0,-2 0 0 0,1 1 0 0,0 1 0 15,2 2 0-15,0 0 0 0,-1 1 0 16,-1 0 0-16,0-1 0 0,0 3 0 0,2 0 0 0,0 2 0 0,-1 1 0 0,0 1 0 0,1 1 0 0,-1 1 0 16,0 1 0-16,0 1 0 0,0 2 0 15,1 2 0-15,-1 0 0 0,0 0 0 0,-2 2 0 0,1 1 0 0,0 0 0 16,-1 3 0-16,0 1 0 0,-1-1 0 0,0 0 0 0,-2 2 0 0,2-1 0 16,-2 2 0-16,1 1 0 0,-1 0 0 15,-1-2 0-15,-1 0 0 0,2-1 0 0,1 0 0 0,1-1 0 0,-1-2 0 16,1 0 0-16,2-2 0 0,-1 0 0 15,1-2 0-15,1-1 0 0,1-1 0 16,4-2 0-16,0-1 0 0,-7 0-3071 0,-4-2 3071 0,-4 1 0 0</inkml:trace>
  <inkml:trace contextRef="#ctx0" brushRef="#br0" timeOffset="80602.973">20221 10978 1024 0,'0'0'0'0,"0"0"0"0,0 0 0 0,0 0 0 0,0 0 0 0,0 0 256 0,0 0-256 0,0 0 0 0,0-7 256 0,0-3-256 0,0-2 0 0,0 6 256 16,0 2-256-16,0 2 0 0,0-3 256 0,-2 0-256 31,1-1 0-31,0 1 256 0,1 5-256 0,-1-4 0 0,-1 0 0 0,2 4 0 0,-2-3 256 0,-1 1-256 0,-1 1 0 0,0 0 256 0,-1 1-256 31,-1 1 0-31,-1 1 256 0,0 3-256 0,-1 0 0 0,0 2 256 0,-3 0-256 0,-2 2 0 0,2 0 256 16,1 1-256-16,0 2 0 0,0 0 55 0,-1 2-55 0,1 1 0 0,1-2 162 16,0 1-162-16,2 0 0 0,1 0-63 15,1 0 63-15,0-1 0 0,0 0-92 0,3-2 92 0,2 0 0 0,0 0-212 0,2-1 212 0,3 0 0 0,-2-2 75 16,2-2-75-16,3-1 0 0,-1-1 180 15,3 0-180-15,1-2 0 0,-1-3 256 0,2-1-256 0,0-1 0 0,0-1 150 32,-1-1-150-32,0-2 0 0,1-1 0 0,0-2 0 0,2-4 0 0,-1 3 0 15,-2 0 0-15,0-2 0 0,-2 2 0 16,-1-2 0-16,-1 0 0 0,1 0-3 0,-2-1 3 0,-1 0 0 0,0 1 3 16,0 1-3-16,-2 2 0 0,1 0 0 0,-2 0 0 15,-1 1 0-15,1 1 0 0,-2 1 0 0,1 0 0 0,0 0 0 16,-2 1 0-16,1 0 0 0,0 2 0 0,0 1 0 0,0 1 0 15,0 1 0-15,0 1 0 0,0 1 0 0,0 2 0 16,2 1 0-16,-1 2 0 0,0 0 0 0,-2 0 0 0,1 4 0 0,1 0 0 16,1 1 0-16,1 3 0 0,-1 0 0 0,0 1 0 15,0 3 0-15,0-3 0 0,1 0 0 0,2-1 0 0,-3-1 0 16,2 0 0-16,0-1 0 0,0-2 0 0,-2-1 0 0,1 0 0 0,-2-5-3071 16,-1-5 3071-16,-1-2 0 0</inkml:trace>
  <inkml:trace contextRef="#ctx0" brushRef="#br0" timeOffset="80936.251">20447 10901 1024 0,'0'0'0'0,"0"0"0"0,0 0 0 0,0 0 0 0,0 0 0 0,0 0 0 0,0 0 0 0,0 0 256 0,0 0-256 0,0 0 0 16,0 0 256-16,0 0-256 0,0 0 0 0,2 3 256 0,2 0-256 16,2 1 0-16,-1-2 256 0,0-1-256 0,1-1 0 0,0 4 256 15,2 1-256-15,4 2 0 16,-4-1 256-16,1 1-256 0,2 2 0 0,-2 1 256 0,-2 2-256 0,2 1 0 0,-2-1 256 15,-1 1-256-15,-1 0 0 0,0 0 256 0,-1 0-256 0,0 2 0 0,0-2 256 16,-2 0-256-16,1-1 0 0,-1 0 62 0,-1 0-62 16,-1-1 0-16,1-2-32 0,-2 0 32 0,1-2 0 0,0 0 78 15,-2 1-78-15,1-1 0 0,0-2 78 0,0-1-78 16,0-1 0-16,0 1 256 0,0-1-256 0,0 0 0 0,0-1 69 0,2-1-69 0,-1-1 0 16,0 0 0-1,-2-1 0-15,1-1 0 0,1-2 0 0,1-2 0 0,1 0 0 0,-1-1 0 0,0-1 0 16,0-2 0-16,0 0 0 15,1-1 0-15,1-3 0 0,0 0 0 0,1-1 0 0,1-3 0 0,0 1 0 0,2-2 0 0,1-2 0 16,0 0 0-16,2-3 0 0,0-1 0 0,-7 17-3071 16,-3 8 3071-16,-3 8 0 0</inkml:trace>
  <inkml:trace contextRef="#ctx0" brushRef="#br0" timeOffset="81438.035">21127 10529 1024 0,'0'0'0'0,"0"0"0"0,0 0 0 0,0 0 0 0,0 7 256 16,0 3-256-16,0 2 0 0,1-5 256 0,1-1-256 0,1-1 0 0,-1 4 256 15,1 2-256-15,2 1 0 0,-2 1 256 0,0 3-256 0,0 2 0 0,0 2 256 16,1 1-256-16,1 2 0 0,-1 0 256 16,-1 0-256-16,0 3 0 0,0-2 256 0,-1 1-256 0,0 2 0 0,1-1 256 0,-2-1-256 0,1 0 0 0,0-2 256 15,-2-1-256-15,1-1 0 0,0-1 256 16,-2-1-256-1,1-1 0-15,0-2 256 0,0-1-256 0,0-2 0 0,0-1-170 0,-2-2 170 0,1 0 0 0,0-2-230 16,2-2 230-16,-1-1 0 0,0-1-158 16,0-1 158-16,0-1 0 0,0-3 143 0,2 0-143 0,-1-3 0 0,0 0 256 0,0-2-256 0,0 0 0 0,0 0 256 15,-2-1-256-15,1-2 0 0,0 1 158 16,0-2-158-16,0-1 0 16,-2 1 0-16,-1 1 0 0,-1-3 0 0,0 1 0 0,-1 1 0 0,-3 0 0 0,1 0 0 15,-1 2 0-15,-1 0 0 0,-2 0 0 16,-1 3 0-16,-3-1 0 0,2 2 0 15,-1 2 0-15,-2 2 0 0,2-1 0 0,-2 1 0 0,-2 1 0 0,4 2 0 16,1 3 0-16,0 1 0 0,2-2 0 16,0 1 0-16,1 1 0 0,1 0 0 0,1 0 0 0,0 1 0 0,2 0 0 0,2 1 0 0,1 0 0 0,0 0 0 15,2-1 0-15,2 0 0 0,0-1 0 16,1 2 0-16,1 1 0 0,0-2-7 0,2 0 7 16,4 1 0-16,-1-1-137 0,2-1 137 15,4 0 0-15,-2-2 56 0,1-1-56 0,2-1 0 0,-1 1 88 0,2-1-88 0,0 0 0 16,1-2 0-16,0 0 0 0,3 0 0 0,-1-3 0 0,-3 1 0 0,2-2 0 0,-2-1 0 15,1-2 0-15,-3 0 0 0,-7 3-3071 32,-7 3 3071-32,-7 3 0 0</inkml:trace>
  <inkml:trace contextRef="#ctx0" brushRef="#br0" timeOffset="81636.957">21420 11176 1024 0,'0'0'0'0,"0"5"0"0,2 3 0 0,-1 1 0 0,1-4 256 16,1 0-256-16,1-2 0 0,-1 3 256 0,0-1-256 0,0 3 0 0,0 0 256 16,2 1-256-16,0 2 0 0,-1 1 256 0,1 2-256 0,1 2 0 0,-3-2 256 15,-1 0-256-15,-1 1 0 0,-1 2 256 16,-2 2-256-16,-2 2 0 0,0-4 256 16,-2-1-256-16,-2-1 0 0,0-2 256 0,0 0-256 15,-1-1 0-15,2-4 256 0,0-1-256 0,2-3 0 0,0-1 256 0,-2-2-256 16,-1-2 0-16,4 1-2560 0,4 0 2560 0,4 0 0 0</inkml:trace>
  <inkml:trace contextRef="#ctx0" brushRef="#br0" timeOffset="82138.113">21811 10684 1024 0,'0'0'0'0,"2"-1"0"0,3-2 0 0,1 0 0 0,-1 1 256 16,1-1-256-16,1-1 0 0,2 1 256 0,2 0-256 0,1-1 0 0,2 1 256 15,1-1-256-15,4-1 0 0,-1 0 256 0,1 1-256 0,3 0 0 16,-1 1 256-16,0-2-256 0,2 1 0 0,-2-1 256 16,1 0-256-16,2-1 0 0,-3 0 256 0,-4 0-256 0,1-1 0 15,-4 0 256 1,0 1-256-16,-4 0 0 0,2 0 256 0,-3 0-256 0,-2 2 0 0,-2-1 256 0,-2 1-256 0,-2 1 0 0,0-1 256 15,-1 1-256-15,-1 0 0 0,-1 0 255 0,-1 1-255 0,-1 1 0 0,0-1 0 16,-1 1 0-16,-1 0 0 0,-1 3 0 16,0-1 0-16,-2 3 0 15,1-1 0-15,1 1 0 0,0 2 0 16,0-2 0-16,0 3 0 0,-1 0 0 0,2 2 0 0,1 1 0 0,1 3 0 16,-1-2 0-16,2 2 0 0,-1 1 0 0,-1 1 0 0,3 0 0 0,-1 2 0 0,1-1 0 15,1 2 0-15,1 2 0 0,0 1 0 0,1 2 0 16,1 2 0-16,-1-1 0 0,1-1 0 15,1 3 0-15,0-3 0 0,0 1 0 0,1-2 0 0,-1 1 0 0,0 0 0 16,0 1 0-16,-2-3 0 0,-1-1 0 0,-1-1 0 0,-1-1 0 0,-1 0 0 16,-1-1 0-16,0-1 0 15,-2-1 0-15,-1-1 0 0,0-2 0 0,-2-2 0 16,-3-1 0-16,3 0 0 0,-1-2 0 0,-3 0 0 0,1-3 0 0,-2 0 0 0,0-3 0 0,1-1 0 16,1-1 0-16,0-2 0 0,0 0 0 0,-1-2 0 0,0-2 0 15,1 0 0-15,3-3 0 0,2-1 0 0,-1-1 0 0,2 0 0 16,1-3 0-16,3 11-3071 0,2 4 3071 0,2 4 0 0</inkml:trace>
  <inkml:trace contextRef="#ctx0" brushRef="#br0" timeOffset="82503.537">22379 10873 1024 0,'0'0'0'16,"0"0"256"-16,0 0-256 0,0 0 0 0,0 0 256 15,0 0-256-15,0 0 0 0,-1 6 256 0,-1 4-256 0,-1 2 0 0,1-3 256 16,2 0-256-16,-2-1 0 0,1 1 256 0,0 2-256 0,0 0 0 0,0 0 256 0,2-1-256 31,-1 1 0-31,0-1 256 0,0 0-256 0,0-2 0 0,1 2 256 0,1-1-256 0,2 1 0 0,-1-2 256 16,1-1-256-16,1-1 0 0,-1-1 256 0,1 0-256 0,1-1 0 16,1-1 256-16,0-2-256 0,2 0 0 15,-2-1 255-15,2-2-255 0,0-1 0 16,-1-1 0-16,-2-2 0 0,2-1 0 0,-1 0 0 0,-2-1 0 0,1-2 0 0,-2 1 0 15,0 0 0-15,-2-1 0 0,0-1 0 0,-1 0 0 16,-1-2 0-16,-1 1 0 0,-1 0 0 0,-1-2 0 0,-2 3 0 16,-1-1 0-16,-2 1 0 0,2 0 0 0,-2 0 0 15,0 1 0-15,-1 1 0 0,0 0 0 0,-4 2 0 0,3-1 0 16,0 2 0-16,-1 1 0 0,2-2 0 0,0 2 0 0,1-2 0 0,1 1 0 16,1 0 0-16,1-1 0 0,1 1 0 15,2-1 0-15,2 1 0 0,0-1 0 0,1-1 0 0,1-2 0 0,-1 7-3071 16,-2 3 3071-16,1 3 0 0</inkml:trace>
  <inkml:trace contextRef="#ctx0" brushRef="#br0" timeOffset="82970.118">22705 10583 1024 0,'0'0'0'0,"2"4"0"0,2 2 0 0,0 3 0 0,-1-3 256 0,-2 1-256 0,1 2 0 0,0 1 256 16,1 3-256-16,1 2 0 0,-1 1 256 15,0 1-256-15,0 3 0 0,1-1 256 16,-3 2-256-16,1 3 0 0,0-2 256 0,0 2-256 0,0 2 0 0,0-2 256 16,-2 1-256-16,1 2 0 15,-1-3 256-15,2-1-256 16,0-1 0-16,-1-1 256 0,-1-3-256 0,-1 0 0 16,1-2 256-16,0 0-256 0,0-1 0 0,0-2 256 0,0-1-256 15,0-2 0-15,0-1 256 0,0 0-256 0,0-2 0 0,0 0 255 16,0-2-255-16,0-1 0 0,0-2 0 0,2-2 0 0,-1-2 0 0,1-1 0 0,1 1 0 0,2-2 0 0,0-4 0 0,0-1 0 0,3-3 0 15,-1 2 0-15,2-1 0 0,0-2 0 0,-1-1 0 0,2-1 0 16,0-1 0-16,-2 2 0 0,2 0 0 0,1 1 0 0,-2 0 0 0,-1 0 0 16,0-2 0-16,-1 2 0 0,-1 2 0 0,-1 0 0 0,1 2 0 15,1 0 0-15,-1 2 0 0,-2 1 0 0,-1 0 0 16,-1 2 0-16,1 0 0 0,0 1 0 0,0 1 0 0,1 2 0 16,-1 2 0-16,0 3 0 0,0-2 0 0,-2 2 0 0,1 2 0 0,0 0 0 15,0 2 0-15,0 3 0 0,0-1 0 0,0 0 0 16,0 2 0-16,0-1 0 0,-1-1 0 0,0 0 0 0,2 0 0 15,-3 1 0-15,1 1 0 0,0-3 0 0,0 0 0 0,0-2 0 16,0-1 0-16,0-2 0 0,0-2 0 0,0 0 0 16,1 0 0-16,1-2 0 0,-1-3 0 15,1-1 0-15,1-2 0 0,-3 4-3071 0,-1 1 3071 0,-1 1 0 0</inkml:trace>
  <inkml:trace contextRef="#ctx0" brushRef="#br0" timeOffset="83398.11">23169 10785 1024 0,'0'0'0'0,"0"0"0"0,0 0 0 0,0 0 0 0,0 2 256 16,3 3-256-16,-2 0 0 15,0 0 256-15,1 1-256 0,1 2 0 0,-1-1 256 0,0 2-256 16,0 0 0-16,0 1 256 0,-2-10-256 0,0 12 0 0,1 1 0 0,0-1 256 0,0 0-256 0,0-1 0 0,0 0 256 16,-2 2-256-16,1 1 0 0,0-4 256 0,0-1-256 0,0 0 0 0,0 0 256 31,0-1-256-31,0 0 0 0,0-2 256 0,0 0-256 15,0-2 0-15,0 0 256 0,-2-1-256 0,1 0 0 0,0-2-256 16,2-1 256-16,-1-1 0 0,0-2 256 0,2-1-256 0,-1-2 0 0,0-1 256 0,1-1-256 0,1-2 0 0,-1-1 255 16,2-1-255-16,0-4 0 0,0 2 0 0,1-3 0 0,2-2 0 0,-2 3 0 15,2-1 0-15,0 0 0 0,-1 0 0 16,1 0 0 0,2 0 0-16,-2 3 0 0,-2 0 0 0,1 2 0 0,0-1 0 15,-1 1 0-15,1 1 0 0,-1 1 0 0,-1 3 0 0,-1 0 0 16,1 0 0-16,0 2 0 0,0 0 0 0,1 2 0 15,-1 1 0-15,0 1 0 0,0 2 0 0,0 1 0 0,0 1 0 0,0 2 0 16,1 1 0-16,-1 3 0 0,0-2 0 0,0 1 0 16,0 2 0-16,0 1 0 0,0 3 0 15,0 2 0-15,1 0 0 0,-3 0 0 0,1 2 0 0,-1 1 0 16,-1 1 0-16,-1 1 0 0,1-1 0 16,-2 0 0-16,1 0 0 0,0-1 0 0,-2 1 0 0,1-2 0 0,-1 0 0 15,-1-2 0-15,-2 0 0 0,2-3 0 0,0-3 0 0,0-1 0 16,0-1 0-16,2-2 0 0,-1-1 0 0,1-3-3071 15,1-2 3071-15,1-2 0 0</inkml:trace>
  <inkml:trace contextRef="#ctx0" brushRef="#br0" timeOffset="83794.711">23386 10153 1024 0,'0'0'0'0,"0"0"0"16,0 0 0-16,0 0 0 0,3 1 256 0,1-1-256 0,2 2 0 0,-2-1 256 16,1-1-256-16,1-1 0 0,0 1 256 0,0 0-256 0,1 0 0 15,-1 1 256-15,1 2-256 0,3-1 0 0,-1 3 256 0,1 0-256 0,2 1 0 16,-2 2 256-16,0 1-256 0,1 3 0 0,-2 0 256 15,2 3-256-15,1 2 0 0,-2-1 256 0,-1 2-256 0,0 1 0 0,0 2 256 16,-2 1-256-16,2 2 0 0,-1-1 256 16,-2 1-256-16,1 2 0 0,-2 0 237 15,0 3-237-15,-2 1 0 0,0 0 84 0,-1 1-84 16,-1 3 0-16,0-3 190 0,-1 3-190 0,-1 1 0 0,1-2 0 0,-2 0 0 0,1-1 0 0,-1 0 0 16,-1-2 0-16,-2 0 0 0,1-2-144 15,-2 0 144-15,-3-2 0 0,1 1-169 16,-2-1 169-16,0 0 0 0,0-1 28 0,-2-1-28 0,0-1 0 0,-3-1 256 15,0-1-256-15,-5 0 0 0,2-3 29 0,-4-1-29 0,-1-2 0 0,2-1 0 16,-1-3 0-16,-1-1 0 0,3-2 0 16,1-2 0-16,1-1 0 0,11-3-3071 0,8-2 3071 15,5-2 0-15</inkml:trace>
  <inkml:trace contextRef="#ctx0" brushRef="#br0" timeOffset="96667.172">5619 12562 1024 0,'0'0'0'16,"0"0"0"-16,0 0 0 0,0 0 0 0,0 0 0 0,0 0 0 0,0 0 0 0,4-2 0 15,2-3 0-15,2 0 0 0,-4 2 0 0,-1-1 0 0,-1 2 0 0,3-2 0 16,0 0 0-16,1-1 0 15,-1 0 0-15,0 1 0 0,0-3 0 0,1 3 0 0,-1-2 0 0,0 0 0 0,1 0 0 16,1 2 0-16,3-2 0 0,-3 1 0 0,-1 0 0 0,-1 0 0 0,2 0 75 16,-1-1-75-16,0 1 0 0,0 0 16 0,-2-1-16 15,1-2 0-15,1 3-24 0,-3-2 24 0,1 0 0 0,0 2 8 16,0 1-8-16,0 0 0 0,0 0 107 0,1 0-107 0,-1 0 0 0,0-1 127 16,-1 2-127-16,1-2 0 0,-1 2 76 15,-1-1-76-15,-1 2 0 0,1-1-82 0,-2 1 82 0,1 0 0 0,0 0-142 16,-2 0 142-16,1 0 0 0,0-1-69 0,0-1 69 15,0-2 0-15,0 4-92 0,0 2 92 0,0 2 0 16</inkml:trace>
  <inkml:trace contextRef="#ctx0" brushRef="#br0" timeOffset="100500.322">735 18694 1024 0,'0'0'0'0,"0"0"0"0,0 0 0 0,0 0 0 0,0 0 256 0,0 0-256 0,0 0 0 0,0 0 256 16,0 0-256-16,0 0 0 0,0 0 256 15,0 0-256-15,0 0 0 0,-22-23-256 0,-10-11 256 16,-11-11 0-16,28 25-256 0,10 8 256 0,9 7 0 0,-9-6-27 16,0 0 27-16,0 1 0 15,0 2-96-15,1 0 96 0,-1 2 0 0,0-1-108 0,2 2 108 0,-1 0 0 16,0 1 115-16,2 0-115 15,-1 0 0-15,-4-1 175 16,0-2-175-16,-4 0 0 0,3 1 33 0,-2-1-33 0,-1-2 0 0,1 2-57 0,1 3 57 0,0-1 0 0,0 1-168 16,-1 1 168-16,1 1 0 0,0 0-123 15,2-1 123-15,-2 1 0 0,2 1 0 0,1 2 0 0,1-1 0 0,-1 0 0 16,0 0 0-16,1 0 0 0,0 2 0 16,1 0 0-16,1 1 0 0,0-1 0 0,1-1 0 0,1-1 0 15,-1 1 58-15,-1 0-58 0,1 0 0 0,0 0 92 0,-1 2-92 0,-2 0 0 16,1-2 105-16,2 0-105 0,-1 0 0 0,0-1-26 15,0 1 26-15,-1 0 0 0,1 1-124 16,2 0 124-16,-1 1 0 0,0-1 78 0,-1-2-78 0,-1-2 0 0,1 2 80 16,2 0-80-16,-1 0 0 15,0 0 99-15,0 0-99 0,0 0 0 0,-1 1-73 0,1 0 73 0,0 0 0 0,0 0 111 16,2 0-111-16,-1 1 0 16,1-5 170-16,1-1-170 0,1-3 0 0,-1 6-570 15,-2 1 570-15,1 1 0 0</inkml:trace>
  <inkml:trace contextRef="#ctx0" brushRef="#br0" timeOffset="106836.473">13344 12990 1024 0,'0'0'0'0,"0"0"0"0,0 0 0 0,0 0 0 0,0 0 256 16,0 0-256-16,0 0 0 0,0 0 256 16,0 0-256-16,0 0 0 0,0 0 256 0,0 0-256 0,0 0 0 0,0 0 256 0,0 0-256 0,0 0 0 0,0 0 256 15,0 0-256-15,0 0 0 0,0 0 256 16,0 0-256-16,0 0 0 15,0 0 256-15,0 0-256 0,0 0 0 0,0 0 196 16,0 0-196-16,0 0 0 0,0 0-233 0,0 0 233 0,0 0 0 16,0 0-168-16,0 0 168 0,0 0 0 0,0 0 49 0,0 0-49 15,0 0 0-15,0 0 256 0,0 0-256 0,0 0 0 0,0 0 256 16,0 0-256-16,0 0 0 0,-6 0 256 0,-3 0-256 16,-3 0 0-16,5 0 97 0,3-1-97 0,2-1 0 0,-2 2-220 15,-1 0 220-15,-1 0 0 0,0 0-244 0,0 0 244 0,-1 0 0 16,2 0-115-16,-2 0 115 0,-1 0 0 0,1 0 114 15,0 0-114-15,-3 0 0 0,1 0 229 0,0 0-229 0,-2 0 0 0,0 1 214 16,1 0-214-16,-3 0 0 0,1 0 60 0,0-1-60 16,-2-1 0-16,2 2-125 0,-2-1 125 0,0 2 0 0,1-1-129 15,-2-1 129-15,-2-1 0 0,1 1-65 0,2 0 65 0,0 0 0 16,-1 0 5-16,-2 0-5 0,0 0 0 0,-1 1 59 16,-1 0-59-16,-1 1 0 0,0-2 63 0,2 1-63 0,0-2 0 0,-1 2-256 15,0-2 256-15,-4 1 0 0,3 0-256 16,0 0 256-16,-2 0 0 0,1-1-256 0,-1 0 256 0,-1-1 0 0,1 2-256 15,0 0 256-15,0 0 0 0,0 0-45 0,-1 1 45 0,-1-1 0 0,3 0 52 16,-3 0-52-16,0 0 0 0,0 0 42 16,3 0-42-16,-2 0 0 0,0 0 46 0,-1 0-46 15,-3 0 0-15,4 0 15 0,0 0-15 0,1 0 0 0,1 0-25 0,-3 0 25 16,0 0 0-16,1 0-86 0,-2 0 86 0,0 0 0 0,1 0-57 16,-1 0 57-16,-1 0 0 0,2 0-17 0,-1 0 17 0,-1 0 0 15,1-1 0-15,0 1 0 0,-1-2 0 0,2 1 19 16,-3 1-19-16,0 1 0 0,0-1 5 0,0 0-5 0,-3 0 0 0,3-1-1 15,0 1 1-15,1-2 0 0,1 1-9 16,0 1 9-16,1 1 0 0,-1-1-22 0,1 0 22 0,1 0 0 0,-1 0 18 16,1 0-18-16,0 0 0 0,1 0 48 0,0 0-48 0,0 0 0 0,1 0 79 15,0 0-79-15,1 0 0 0,0 0 47 0,0 0-47 16,-1 0 0-16,3-1 8 0,0 0-8 16,2-1 0-16,-1 2-35 0,2 0 35 0,0 0 0 0,0 0-44 15,0 0 44-15,1 0 0 0,-1 0-12 0,2 0 12 0,0 0 0 0,1 1 37 0,0 0-37 16,1 1 0-16,0-2 79 0,1-1-79 15,-1-2 0-15,2 3 75 0,1 0-75 0,0 0 0 0,1 0 30 16,1-1-30-16,1 0 0 0,0 0 5 0,0 0-5 0,2 0 0 0,-1 0 24 16,2 1-24-16,-1 1 0 0,1-1 54 0,1 0-54 0,1 0 0 15,-1-1 107-15,0 0-107 0,0-1 0 0,1 2 144 16,1 0-144-16,1 0 0 0,-1 0 166 0,0 0-166 0,0 0 0 0,0 0 149 16,0 0-149-16,0 0 0 0,0 0 126 15,0 0-126-15,0 0 0 0,0 0 80 0,0 0-80 0,0 0 0 0,0 0 31 16,0 0-31-16,0 0 0 0,0 0-18 15,1 0 18-15,-1 0 0 0,0 0-62 0,0 0 62 0,0 0 0 0,0 0-85 0,0 0 85 16,0 0 0-16,0 0-105 16,-2 0 105-16,1 0 0 0,0 0-142 0,0 0 142 0,0 0 0 0,0 1-199 0,0 0 199 0,0 1 0 15,0-2-207-15,0 0 207 0,0 0 0 0,0-1-197 16,2 0 197-16,-1-1 0 0,0 2-1441 0,-2 0 1441 0,1 0 0 0</inkml:trace>
  <inkml:trace contextRef="#ctx0" brushRef="#br0" timeOffset="110138.425">2724 16351 1024 0,'0'0'0'0,"0"0"0"0,0 0 0 0,0 0 0 0,0 0 256 0,0 0-256 16,0 0 0-16,0 0 256 0,0 0-256 0,0 0 0 0,15 0 256 16,9 0-256-16,6 0 0 0,-17 0 205 0,-4 0-205 0,-6 0 0 15,5 2-93-15,0 1 93 0,0 2 0 0,2-2-20 0,0 0 20 0,2 0 0 16,0 0 28-16,-3 0-28 16,1 0 0-16,1 1 22 0,0 0-22 0,3 1 0 0,-3-1 168 15,-1 0-168-15,0 1 0 0,0-1 147 0,0 0-147 0,1 1 0 0,-2-1 226 16,-1 3-226-16,-1 0 0 0,2-1-18 15,-1 0 18-15,0 1 0 0,1 0-25 0,-2 0 25 16,0 1 0-16,0-1-54 0,3-1 54 0,-1 0 0 0,0 0-22 0,-2 0 22 16,2 1 0-16,0 0-52 0,1-1 52 0,2 0 0 0,-2-2 50 15,0 0-50-15,1-2 0 0,0 0 92 0,2 0-92 16,4-1 0-16,-4 1 112 0,0-2-112 0,-2-2 0 0,2 2-18 16,0 0 18-16,1 0 0 0,0-1-29 15,0 0 29-15,4-2 0 0,-1 0-60 0,-1 0 60 16,4-1 0-16,-3 2-76 0,1-1 76 0,-1-2 0 0,0 4-10 15,-1 0 10-15,-1 1 0 0,0-1-7 0,1 0 7 0,0-1 0 0,-1 1 114 16,-2 0-114-16,0 0 0 0,-1 0 111 0,3-1-111 16,-1-1 0-16,0 1 97 0,-2 0-97 0,-1-1 0 15,2 2 5-15,-1-2-5 0,1 1 0 0,-2 0 16 16,2-1-16-16,1-1 0 0,-2 1 21 0,1 0-21 0,0 2 0 0,0-3 120 16,-1 1-120-16,0-2 0 0,1 1 106 15,-2 1-106-15,0 0 0 0,1 1 108 16,-2-2-108-16,-1 0 0 0,2 3-24 0,-3-1 24 0,1 2 0 15,0 0 46-15,-2 0-46 0,-1 0 0 0,1 0 47 16,-2 0-47-16,2 0 0 0,-1 1 127 0,-1 0-127 0,0 0 0 0,1 0 38 16,-2 0-38-16,2 0 0 0,-2 0-130 15,2-1 130-15,0-1 0 0,0 2-148 0,1 0 148 0,2 1 0 0,-2-2-192 16,1 0 192-16,2 0 0 16,-2-1-90-16,0 0 90 0,0-1 0 0,1 1-84 0,0-1 84 15,2-1 0-15,-1 2-2 16,-2-1 2-16,-1-1 0 0,2 1-20 0,-1 0 20 15,0 0 0-15,0 0-75 0,1 0 75 0,-1-1 0 0,0 1-203 16,0-1 203-16,1-1 0 0,-2 2-247 16,2-1 247-16,2 2 0 0,-2-2-215 15,-1 0 215-15,-1-1 0 0,2 1 137 0,-3 1-137 16,1 1 0-16,0-2-83 16,1-1 83-16,-1-2 0 0,0 3-177 15,-2-1 177-15,1 1 0 0,1 0-168 16,-1-1 168-16,0-1 0 0,-1 1-256 15,0 1 256-15,-2 1 0 0,3-1-140 0,-3 1 140 0,1 0 0 0,0 1-173 32,-2-2 173-32,1 1 0 0,0 1 0 0,0 0 0 0,0 0 0 0,-1 0 0 15,-1 0 0-15,-1-1 0 0,2 1 0 16,-1 1 0-16,0-1 0 0,0 0 0 16,-2 1 0-16,1 1 0 0,0-1 0 15,0 0 0-15,0 0 0 0,0 0 0 0,0 0 0 0,0 0 0 0,0 0 0 31,0 0 0-31,0 0 0 0,0 0 0 16,-2 1 0-16,0 0 0 0,1 0 0 16,2-1 0-16,-1-1 0 0,0 2 0 15,-2 0 0-15,1 1 0 0,0-1 0 16,0-1 0-16,0-1 0 0,0 1 0 0,2 0 0 0,-1 0 0 16,0 0 0-16,0 0 0 0,0 0 0 0,0 1 0 15,-2-1 0-15,1 2 0 0,0-2 34 0,2 0-34 16,-1 0 0-16,0 0 46 0,-2 0-46 0,1 0 0 0,0 0 52 0,2 0-52 15,-1 0 0-15,0 0 35 0,-2 0-35 0,1 0 0 0,0 0 25 16,0 1-25-16,0 1 0 0,0-2 46 0,0 0-46 0,0 0 0 0,0 0 39 16,-1 0-39-16,-1 0 0 0,1 0 18 15,-1 2-18-15,1-1 0 0,0 0 42 0,2-1-42 0,-1-1 0 0,0 1 70 16,-1 0-70-16,-2 0 0 0,2 0 28 0,1 0-28 16,1 0 0-16,-1 0-33 0,0 0 33 0,0 0 0 0,0 0-67 15,0 0 67-15,0 0 0 0,0 0 4 0,-1 0-4 0,-1 0 0 0,0 0 41 16,1 0-41-16,0 0 0 0,0 0 18 15,-1 0-18-15,-1 0 0 0,1 0 21 0,2 0-21 0,-1 0 0 0,0 1-21 16,-1-1 21-16,-1 2 0 0,0-1 0 0,3-1 0 0,-1-1 0 16,0 1-50-16,2 0 50 0,-1 0 0 0,0 0-59 15,-1 0 59-15,-1 0 0 0,1 0-143 0,2-1 143 16,-1-1 0-16,-1 2-82 0,-1-1 82 0,-1-1 0 0,1 1-54 16,-1 1 54-16,1 1 0 0,0-1 15 0,-1 0-15 0,-1 0 0 15,1 0 54-15,2 0-54 0,-1 0 0 0,0 0 75 16,1 2-75-16,0-1 0 0,1 0 15 15,-2-1-15-15,0-1 0 0,0 1-36 0,2 0 36 0,-1 0 0 0,1 0-11 0,-2 0 11 16,0 0 0-16,0 1 56 0,2 0-56 0,-1 1 0 0,-1-2-3 16,0 0 3-16,-1 0 0 0,1 0 40 0,0 0-40 0,0 0 0 0,0 0 10 15,0 1-10-15,0 1 0 0,0-2 132 16,2 0-132-16,-2 0 0 0,1 0 57 0,-1 1-57 16,-1 1 0-16,1-2 70 0,2 0-70 0,-1 0 0 0,0 0-32 0,-1 1 32 0,-1 1 0 15,1-1 34-15,2-1-34 0,-2-1 0 0,1 1-29 16,0 0 29-16,0 0 0 0,0-1 40 0,2 0-40 0,-1 0 0 15,0 0-84-15,0 1 84 16,0 1 0-16,0-2 7 16,0 0-7-16,0 0 0 0,0 0-84 0,0 0 84 0,0 0 0 0,0 0 0 15,-1 0 0-15,-1-1 0 0,1 1 60 16,-2 0-60-16,0 0 0 0,1 0 19 16,2 1-19-16,-1 1 0 0,0-1 62 0,-1 0-62 0,-1 0 0 0,2 0-49 15,-2 0 49-15,-1 0 0 0,2 1 63 16,-1 0-63-16,-1 1 0 0,1-2-18 0,0 0 18 0,0 0 0 0,0 0 26 15,1 1-26-15,0 1 0 0,0-2 19 16,0 0-19-16,0 0 0 0,0 0 46 0,2 1-46 0,-1 1 0 0,0-2-30 16,0 0 30-16,0 0 0 0,0 0 42 0,2 1-42 15,-1 1 0-15,0-2-21 0,-2 0 21 0,0 0 0 0,1 0 11 16,-1 1-11-16,-1 1 0 0,1-1-34 16,1 0 34-16,0 0 0 0,0 0 0 0,-1 0 0 0,-1 0 0 0,0-1 4 0,3 2-4 15,-1-1 0-15,0 1 0 0,0-2 0 0,0 1 0 0,0 0 29 16,0-1-29-16,0-1 0 0,0 1 57 15,0 0-57-15,0 0 0 0,1 0 51 16,-2-1-51-16,-1-1 0 0,1 2 11 16,2 0-11-16,-1 0 0 0,0 0 38 0,0-1-38 0,0-1 0 0,0 1 16 0,-1 1-16 0,-1 1 0 0,1-2 37 15,0 1-37-15,-1-2 0 0,1 1-31 16,0 1 31-16,0 1 0 0,-1-1 0 0,-1 0 0 0,-1 0 0 0,1 0 9 16,-1 0-9-1,1 0 0-15,0 0 24 0,-1 0-24 0,-1 0 0 0,0 1 1 0,1-1-1 16,0 2 0-16,0-2-32 0,0 2 32 0,-1-1 0 0,0 1-46 15,-1-1 46-15,-2 0 0 0,2-1-78 0,2 0 78 0,1 0 0 16,-1-1-52 0,-2 0 52-16,-1-1 0 0,1 2-65 0,2 0 65 0,-2 0 0 0,0 0 27 0,-1 0-27 0,-1 0 0 15,1 0-1 1,1 1 1-16,2-1 0 0,-1 1-39 0,0-2 39 0,2 1 0 0,-1 1-1 0,2-1 1 0,-1 2 0 0,-1-2-5 16,-2 2 5-1,0-1 0-15,1-1 107 0,0 1-107 0,-1 1 0 16,1-1 57-16,0 1-57 0,0 1 0 0,0-1 49 15,2-1-49-15,1 0 0 0,0-1 7 16,-2 0-7-16,0 0 0 0,0 0-8 0,-1 0 8 0,0 0 0 16,0-1-50-16,2 0 50 0,-2-1 0 0,1 1-83 15,2 0 83-15,-1 0 0 0,-1 1 2 0,-2-2-2 0,0 1 0 0,1 1-16 16,0 0 16-16,-1 0 0 0,2 0 68 0,-2 0-68 16,0 0 0-16,-1 0-13 0,3 0 13 0,-1 0 0 0,0 0 65 15,2-2-65-15,-2 1 0 0,1 1-62 0,-1 1 62 16,-1 1 0-16,1-1-127 0,2-1 127 0,1-1 0 0,-1 1-137 15,2 0 137-15,-1 0 0 0,0 0 13 0,-1-2-13 0,1 1 0 0,0 0 23 16,2 0-23-16,-1 0 0 0,1 0 27 0,-2 0-27 16,0 0 0-16,1 0-47 0,0 1 47 0,-2 1 0 0,2-1-12 15,-1 0 12-15,-1 0 0 0,1 0-47 0,2 0 47 0,-1 0 0 16,0 0-100-16,2 0 100 0,-2 0 0 0,1-1 35 16,0 0-35-16,0-1 0 0,0 2-63 0,-1 2 63 0,-1 0 0 0,1-1 56 15,-1-1-56-15,-1-1 0 0,0 0-34 0,3 0 34 0,-1-1 0 0,0 2 48 16,-1 0-48-16,-1 0 0 0,1 0-43 15,2 0 43-15,-1 0 0 0,-1 0 13 16,1 0-13-16,0 0 0 0,0 1-17 0,0 0 17 0,0 1 0 0,0-2 39 16,0-1-39-16,0-2 0 0,0 2-3 0,-1 1 3 0,1-1 0 0,1 0 25 15,-2 1-25-15,0 1 0 0,1-2-56 16,1 0 56-16,1-1 0 0,-1 1-62 0,0 0 62 0,0 0 0 16,0 1 6-16,-1 1-6 0,1 1 0 0,0-1 84 15,-1-1-84-15,-1-1 0 0,1 2 54 0,0 2-54 0,0-1 0 0,0 0 31 16,2-1-31-16,-1 0 0 0,1 0-315 15,1-1 315-15,1-1 0 0</inkml:trace>
  <inkml:trace contextRef="#ctx0" brushRef="#br0" timeOffset="115436.924">2460 16358 1024 0,'0'0'0'0,"0"0"0"0,0 0 0 0,0 0 0 0,0 0 98 0,0 0-98 0,0 0 0 0,0 0-45 16,0 0 45-16,0 0 0 0,0 0-53 16,0 0 53-16,0 0 0 0,0 0 0 0,0 0 0 0,0 0 0 0,0 0 0 15,0 0 0-15,0 0 0 0,0 0 0 16,0 0 0-16,0 0 0 0,0 0 0 0,0 0 0 0,0 0 0 0,0 0 0 15,0 0 0-15,0 0 0 0,0 0 0 0,0 0 0 0,0 0 0 0,0 0 0 16,0 0 0-16,0 0 0 0,0 0 0 16,0 0 0-16,0 0 0 0,0 0 0 0,0 0 0 0,0 0 0 15,0 0 0-15,0 0 0 0,0 0 0 0,0 0 0 16,0 0 0-16,0 0 0 0,0 0 0 0,0 0 0 0,0 0 0 0,0 0 0 16,0 0 0-16,0 0 0 0,0 0 0 15,0 0 0-15,0 0 0 0,0 0 0 0,0 0 0 0,0 0 0 0,0 0 0 16,0 0 0-16,0 0 0 0,0 0 0 0,0 0 0 0,0 0 0 15,0 0 0-15,0 0 0 0,0 0 0 16,0 0 0-16,0 0 0 0,0 0 0 0,-8 7 0 0,-7 4 0 16,-2 5 0-16,9-11 54 0,5-3-54 0,3-3 0 0,-2 2-54 0,2-1 54 15,2-1 0-15</inkml:trace>
  <inkml:trace contextRef="#ctx0" brushRef="#br0" timeOffset="116738.595">11855 11885 1024 0,'0'0'0'0,"0"0"0"0,0 0 0 16,0 0 0-16,0 0 149 0,0 0-149 0,0 0 0 0,0 6-6 0,2 3 6 0,-1 2 0 0,0-6-13 16,0 0 13-16,0-3 0 0,0 3 45 15,1-1-45-15,1 0 0 0,0-1 148 0,-3 1-148 16,1-2 0-16,0 0 179 0,1 2-179 0,1 0 0 0,-1-2 192 16,-2 1-192-16,1-2 0 15,0 0 67-15,1 1-67 0,1-2 0 0,-1 1-63 0,-2 2 63 0,1 0 0 0,1-2-180 0,1 2 180 0,1 0 0 0,0-1-174 16,-3 0 174-16,1-1 0 0,0 1-37 15,1 0 37-15,2 1 0 0,-2-2 181 16,-1 2-181-16,-1-1 0 0,1 0 256 0,1 0-256 0,3 0 0 0,-2 0 238 16,-2-1-238-16,1-1 0 0,1 2-8 15,1-1 8-15,1 0 0 0,0 0-159 0,-1 0 159 0,0 0 0 0,1-1-210 0,1 0 210 16,2 0 0-16,-2-1-71 0,0-2 71 16,0 0 0-16,1 1 108 0,0-1-108 15,1-1 0-15,-2 1 256 0,3 0-256 0,-1 0 0 0,0-1 256 0,-2-1-256 0,2-2 0 0,-1 2 256 0,1 1-256 0,2 0 0 16,-2 0 229-1,-1-2-229-15,0 0 0 0,2 0-168 0,-3 2 168 16,1-2 0-16,0 1-251 0,1 0 251 0,0 0 0 16,-1 0-48-16,0 1 48 0,-2 0 0 0,1 1 177 0,-2-2-177 0,1 0 0 0,1 2 256 15,-3-1-256-15,1 2 0 0,0-1 256 16,0 0-256-16,0-1 0 0,0 2 256 0,-2 0-256 0,-1 0 0 0,1 0 256 16,0 1-256-16,0 1 0 0,-1-2 256 0,-1 2-256 0,-1-1 0 15,1 0-229-15,1 1 229 0,1 1 0 0,-2-1-170 16,-1 0 170-16,-1 0 0 0,1 0-13 0,0 0 13 0,0 0 0 0,0 0 75 15,2 0-75-15,-1 0 0 0,-1 0 42 16,-1 0-42-16,-1 0 0 0,1 0-132 0,2 0 132 0,-1 0 0 0,0 0-256 16,0 1 256-16,0 1 0 0,0-2-256 15,-2 0 256-15,1 0 0 0,0 0-256 0,2 1 256 0,-1 1 0 0,0-1-256 16,-2 0 256-16,1 0 0 0,0 0 15 0,2-1-15 16,-1-1 0-16,0 1-1193 0,0 0 1193 0,0 0 0 0</inkml:trace>
  <inkml:trace contextRef="#ctx0" brushRef="#br0" timeOffset="118861.344">704 16336 1024 0,'0'0'0'0,"0"0"0"0,0 0 0 0,0 0 0 0,-11 9 256 0,-7 5-256 16,-6 4 0-16,9-7 256 0,0-4-256 15,1 0 0-15,-7 7-153 0,-3 2 153 0,-4 4 0 16,2 1-143-16,-3 3 143 0,-3 2 0 0,5-4-124 0,2 0 124 16,0-1 0-16,0-1-20 0,2-2 20 0,0-1 0 0,4-3-26 0,3-1 26 0,3-2 0 0,-1-1-13 15,0-2 13-15,2-1 0 16,0 0-33-16,-3 0 33 0,1 0 0 0,0 0 0 15,1 0 0-15,-2-1 0 0,1 1 0 16,1 0 0-16,0 1 0 0,-4 2 0 0,-3 1 0 0,-3 3 0 0,1-3 0 16,-1 0 0-16,-3 1 0 0,2 1 0 15,1-1 0-15,-1 2 0 0,5-4 0 0,1 0 0 0,3-2 0 0,1-1 0 32,2-3 0-32,3 0 0 0,-3 1 0 0,2 1 0 0,1 0 0 0,-11 18 186 15,-7 8-186-15,-6 10 0 0,25-40 25 0,11-16-25 16,8-15 0-16,0 4-48 15,4-7 48-15,5-6 0 0,-4 6-163 0,1-1 163 0,2 0 0 0,-2 2 0 16,2 3 0 0,-1 1 0-16,2-1 0 0,0-1 0 0,3-2 0 0,0 2 0 15,1-1 0-15,2 0 0 0,-5 5 0 16,1 2 0-16,-2 2 0 0,-3 2 0 16,-3 3 0-16,-2 3 0 0,0 0 26 15,0 2-26-15,-1 1 0 0,-1 0 220 0,-1 3-220 0,-3 1 0 16,1-2 256-16,0 2-256 0,-1-1 0 0,-1 1 256 15,-1 2-256-15,-1 1 0 0,1-2 256 16,0 0-256-16,0-1 0 0,-2 3 256 0,-1 3-256 0,-1 0 0 0,-1 3 256 16,-2 2-256-16,-2 3 0 0,3-6 256 0,1-2-256 0,1-2 0 15,3-5 256 17,2-4-256-32,3-3 0 0,-6 10-2038 15,-2 4 2038-15,-2 4 0 0</inkml:trace>
  <inkml:trace contextRef="#ctx0" brushRef="#br0" timeOffset="120658.891">7292 16565 1024 0,'0'0'0'0,"0"0"256"16,0 0-256-16,0 0 0 0,0 0 256 0,0 0-256 0,0 0 0 0,0 0-512 78,0 0 512-78,0 0 0 0,0 0 0 16,0 0 0-16,0 0 0 0</inkml:trace>
  <inkml:trace contextRef="#ctx0" brushRef="#br0" timeOffset="121335.126">17958 11776 1024 0,'0'0'0'0,"0"0"0"0,0 0 0 0,0 0 0 0,0 0 0 0,0 0 0 0,0 0 0 0,0 0 0 16,0 0 0-16,0 0 0 0,0 0 0 0,0 0 0 0,0 0 0 0,0 0 0 15,0 0 0-15,0 0 0 0,0 0 0 16,0 0 0-16,0 0 0 0,0 0 256 0,0 0-256 0,0 0 0 15,0 0 256-15,0 0-256 0,0 0 0 0,0 0 82 0,0 0-82 16,0 0 0-16,0 0-221 0,0 0 221 0,0 0 0 0,0 0-231 16,0 0 231-16,0 0 0 0,0 0-51 0,0 0 51 0,0 0 0 0,0 0 256 15,0 0-256-15,0 0 0 0,0 0 256 16,0 0-256-16,0 0 0 0,0 0 256 0,0 0-256 0,0 0 0 0,0 0-97 16,0 0 97-16,0 0 0 0,0 0-256 0,0 0 256 0,0 0 0 15,0 0-256-15,0 0 256 0,0 0 0 0,0 0-147 16,0 0 147-16,0 0 0 0,6 3 256 15,5 1-256-15,3 3 0 0,-9-5 256 0,-3-1-256 0,-3-1 0 0,5 0 256 16,0 0-256-16,1 0 0 0,-1-1-67 16,1 1 67-16,2-2 0 0,0 1-116 0,0-2 116 0,2 0 0 15,-1 1 71-15,-1-1-71 0,0-2 0 0,1 2 176 0,1-1-176 16,2-1 0-16,-3 2 181 0,-1-2-181 0,-1 0 0 0,2 1 204 16,-1 1-204-16,0 1 0 0,0-2 133 0,-1 1-133 0,0-3 0 15,0 3-33-15,-2-1 33 0,1 2 0 0,0-1-157 16,0 1 157-16,-1 1 0 0,0 0-234 0,-1-2 234 0,-1 0 0 0,1 2-147 15,-2-2 147-15,1 1 0 0,0 0 13 0,0 0-13 0,0 0 0 16,0 0 12-16,-2 1-12 0,1 0 0 0,1 0 52 16,-4 0-52-16,2 0 0 0,0 1-27 0,3-2 27 0,-2 1 0 0,0 1-932 15,-2 0 932 1,1 0 0-16</inkml:trace>
  <inkml:trace contextRef="#ctx0" brushRef="#br0" timeOffset="142532.437">1543 16263 1024 0,'0'0'0'0,"0"0"0"0,0 0 0 16,0 0 0-16,0 0 256 0,0 0-256 0,0 0 0 0,0 0 256 0,0 0-256 0,0 0 0 16,0 0 256-16,0 0-256 0,0 0 0 0,0 0 256 15,0 0-256-15,0 0 0 0,0 0 256 0,0 0-256 0,0 0 0 16,0 0 256-16,0 0-256 0,0 0 0 0,0 0 256 16,0 0-256-16,0 0 0 0,-6 37 256 0,-3 18-256 0,-4 17 0 0,10-49 256 15,3-17-256-15,2-15 0 0,-5 15 256 16,0 1-256-16,-1 1 0 15,-16 2 256-15,-9 2-256 0,-9 2 0 0,-5-1 255 16,-7 3-255-16,-9 1 0 0,42-12-160 0,18-5 160 0,15-5 0 16</inkml:trace>
  <inkml:trace contextRef="#ctx0" brushRef="#br0" timeOffset="143018.22">1485 16550 3905 0,'0'0'0'0,"0"0"-33"0,0 0 33 0,0 0 0 16,0 0-7-16,0 0 7 0,0 0 0 0,0 0-120 0,0 0 120 0,0 0 0 0,0 0-171 16,0 0 171-16,0 0 0 0,0 0-201 0,0 0 201 15,0 0 0-15,0 0-109 0,0 0 109 0,0 0 0 0,0 0-76 16,0 0 76-16,0 0 0 0,0 0-8 0,0 0 8 0,0 0 0 0,0 0 18 15,0 0-18-15,0 0 0 0,0 0 15 0,0 0-15 16,0 0 0-16,0 0-22 0,0 0 22 0,0 0 0 0,0 0-34 16,0 0 34-16,0 0 0 0,0 0-114 0,0 0 114 0,0 0 0 15,0 0-56-15,0 0 56 0,0 0 0 0,0 0-137 16,0 0 137-16,0 0 0 0,0 0-13 0,0 0 13 0,0 0 0 0,0 0 44 16,0 0-44-16,0 0 0 0,0 0 77 15,0 0-77-15,0 0 0 0,0 0 74 16,0 0-74-16,0 0 0 0,0 0 42 0,0 0-42 0,0 0 0 0,0 0 128 15,0 0-128-15,0 0 0 0,0 0 52 0,0 0-52 16,0 0 0-16,0 0-90 0,0 0 90 0,0 0 0 0,0 0-84 16,0 0 84-16,0 0 0 0,0 0-93 0,0 0 93 0,0 0 0 0,0 0 38 15,0 0-38-15,0 0 0 0,42 24 10 16,19 14-10 0,21 11 0-16,-57-37 104 0,-20-13-104 0,-19-13 0 0,20 12 86 0,1 2-86 0,3-1 0 0,-1 0-24 15,2 0 24-15,4 0 0 0,-5 0 63 0,-1-2-63 16,0 0 0-16,12 2-74 0,8-2 74 0,5 0 0 0,-1 1 256 15,4-1-256-15,4-1 0 0,-4 2 60 16,1 2-60-16,3-1 0 0,-8 1-98 0,-4 0 98 16,-4 0 0-16,-2 1 134 15,-1-1-134-15,-3 2 0 0,-2-1-169 0,-2-1 169 0,-4-1 0 0,-1 1 175 16,-3 0-175-16,-2 0 0 0,0 0 94 16,-1-1-94-16,-1-1 0 0,-2 2-19 0,-2-2 19 0,-2 1 0 15,2 0 110-15,-1 0-110 0,-1 0 0 16,-1 0 32-16,-2 0-32 0,-3-1 0 0,7 2-2741 15,2 0 2741-15,2 0 0 0</inkml:trace>
  <inkml:trace contextRef="#ctx0" brushRef="#br0" timeOffset="144730.763">15502 13521 1024 0,'0'0'0'0,"0"0"0"0,0 0 0 0,0 0 0 0,0 0 256 0,0 0-256 16,0 0 0-16,0 0 256 0,0 0-256 16,0 0 0-16,0 0 256 0,0 0-256 0,0 0 0 0,0 0 256 15,0 0-256-15,0 0 0 0,0 0 256 0,0 0-256 0,0 0 0 0,3-8 256 16,1-4-256-16,2-3 0 0,-3 9 256 0,-1 5-256 15,-1 1 0-15,0-2 256 0,2-1-256 0,0-1 0 16,-2 2 256-16,-1-2-256 0,-1 0 0 0,0 1-32 0,0-2 32 16,-1 1 0-16,0 0-256 0,0 0 256 0,-3-1 0 0,2 0 85 15,-1 1-85-15,-2-3 0 0,2 3 256 0,-1-2-256 0,-1 0 0 0,0 1 256 16,-1 1-256-16,-2 1 0 0,2-1 256 0,0 0-256 0,0 0 0 0,-1-1-63 16,0 0 63-16,-1-2 0 0,1 3-256 15,-2 0 256-15,0 0 0 0,1 1-203 0,0-2 203 0,1 0 0 0,-1 0 115 16,1 1-115-16,0 1 0 0,0-1 256 0,0 1-256 15,-1 0 0-15,1 0 256 0,-1 1-256 0,-3 0 0 16,3 1 97-16,1 0-97 0,1 0 0 0,-2 1 0 0,1-1 0 0,0-1 0 0,-1 2 0 16,-2 2 0-16,-1-1 0 0,1 1 0 15,2 0 0-15,1 1 0 0,-1-1 0 0,-2 2 0 0,0 0 0 0,1-1 0 16,-1 0 0-16,1 0 0 0,0 0 0 0,0 2 0 16,1 0 0-16,0-1 0 0,-3 0 0 0,1 0 0 0,1 1 0 15,0 0 0-15,2 1 0 0,-1-1 0 0,-1 2 0 0,1 0 0 0,0-1 0 16,2 2 0-16,-2 0 0 0,2 0 0 15,-2 0 0-15,-1 2 0 0,2-2 0 0,1 0 0 0,1 1 0 0,-1-1 0 16,-1 2 0-16,1 0 0 0,0-1 0 0,2 1 0 0,-2 0 0 16,1-1 0-16,0 1 0 0,0 2 0 0,1-2 0 15,1 1 0-15,0-1 0 0,0 1 0 0,-1 1 0 0,-3 0 0 0,3-1 0 16,1 0 0-16,0-1 0 0,0 1 0 0,2 0 0 16,-1 2 0-16,0-1 0 0,0-1 0 15,0 0 0-15,0 1 0 0,0 1 0 0,0 0 0 0,-1-1 0 0,3 1 0 16,-1 0 0-16,0 0 0 0,2 1 0 15,-1 0 0-15,0 0 0 0,0 0 0 0,0-1 0 0,0 0 0 0,2 1 0 16,-1 1 0-16,0-1 0 0,2-1 0 0,-1 0 0 16,0 1 0-16,0 1 0 0,0 1 0 15,1-2 0-15,2-1 0 0,0 0 0 0,-1 1 0 0,0 0 0 0,0 0 0 0,1 0 0 0,1 0 0 16,1-1 0-16,0 0 0 0,-1 1 0 0,0 0 0 0,1-1 0 16,2 0 0-16,4-1 0 0,-3 1 0 0,-2-1 0 15,2 1 0-15,-1-2 0 0,1 1 0 0,2-1 0 0,-2 0 0 0,0 1 0 16,0 0 0-16,1-1 0 0,0-1 0 0,2 0 0 0,-1 0 0 15,0 0 0-15,2-1 0 0,-2-1 0 0,1-1 0 0,2 0 0 16,-2 0 0 0,0-1 0-16,-1 0 0 0,0 0 0 0,1-1 0 0,0 0 0 15,-1-1 0-15,2-1 0 0,0 0 0 16,0-1 0-16,-3 0 0 0,1-1 0 0,1 1 0 0,-1-1 0 0,1 0 0 0,-1-1 0 16,1-1 0-16,3-2 0 0,-3 2 0 0,0 1 0 15,-2-1 0-15,1-1 0 0,0 0 0 0,-1-1 0 0,1-1 0 31,-1 1 0-31,0-3 0 0,0 2 0 0,-1-1 0 0,0-1 0 0,0 0 0 0,1 1 0 16,3-3 0-16,-2 2 0 0,-1 0 0 0,0-1 0 0,0 0 0 0,-2-2 0 0,2-1 0 0,-2 2 0 16,-1-2 0-16,-1 0 0 0,1 1 0 0,1-1 0 0,0 0 0 0,-2 1 0 15,0 0 0-15,-1-1 0 0,1 0 0 0,-2-2 0 0,1 0 0 0,0 0 0 16,1-1 0-16,-1 0 0 0,-1 0 0 16,-1-1 0-16,-1-1 0 15,1 3 0-15,1-1 0 0,1 1 0 0,-1-1 0 0,-2-1 0 0,-1-1 0 0,1 1 0 16,0 1 0-16,0 0 0 0,0-1 0 0,0-1 0 0,0-1 0 0,0 1 0 15,-1 0 0-15,0 1 0 0,0 0 0 0,-1-1 0 0,-1 0 0 0,1 1 0 16,-2 0 0-16,1 1 0 0,0-2 0 16,0 0 0-16,0-3 0 0,0 3 0 0,0 1 0 0,0 0 0 0,0 0 0 15,-1-1 0-15,-1-1 0 0,1 1 0 32,0 0 0-32,-1 1 0 0,1 0 0 0,0-1 0 0,0-1 0 0,0 1 0 0,-1 1 0 0,-1-1 0 0,1 1 0 15,-1 0 0-15,-1 1 0 0,0-1 0 0,0 1 0 0,-1-1 0 0,2 2 0 0,-2-2 0 0,0-1 0 0,0 2 0 16,-1 2 0-16,0 0 0 0,1 0 0 0,-2-1 0 15,0 1 0-15,1 0 0 0,2-1 0 0,-1 0 0 0,-1 2 0 32,0 0 0-32,-1 1 0 0,1 1 0 15,-2 1 0-15,0 0 0 0,1 0 0 0,0 0 0 0,-1-1 0 0,1 2 0 0,-1 1 0 0,-2 1 0 16,3-2 0 0,-2 1 0-16,-1 0 0 0,1 1 0 0,2 1 0 0,-1 1 0 0,-1-1 0 0,0 1 0 0,-3 0 0 15,2 1 0-15,2 0 0 0,-2 0 0 0,1 1 0 16,2 0 0-16,-1 0 0 0,-1 1 0 0,0-1 0 0,-2 2 0 0,0-1 0 15,3 2 0-15,-1 0 0 0,-1-1 0 16,3 1 0-16,-1 1 0 0,-1-1 0 16,0 1 0-16,-1 2 0 0,0-2 0 0,2 0 0 0,0 0 0 0,-1 1 0 15,1 0 0-15,-1 1 0 0,0 0 0 16,0 0 0-16,-1 1 0 0,0 0 0 0,3-1 0 0,-1 0 0 0,0 0 0 0,1 0 0 0,0 1 0 16,1 0 0-16,-3 1 0 0,1 2 0 0,1-2 0 15,1-1 0-15,0 0 0 0,0 1 0 0,0 1 0 0,0 2 0 16,0-2 0-16,1 1 0 0,0 0 0 0,0-1 0 15,0 0 0-15,0 1 0 0,0 1 0 16,-1 0 0-16,-1 3 0 0,1-3 0 16,0 2 0-16,2 0 0 0,-1 0 0 0,2 1 0 0,-1 0 0 0,0-1 0 15,-1 0 0-15,1-1 0 0,0 1 0 16,2 1 0-16,-1 0 0 0,0 0 0 16,0 1 0-16,-1 0 0 0,1 0 0 15,2-1 0-15,-1 2 0 0,0-2 0 0,2 1 0 0,-1 0 0 0,1-1 0 0,0 0 0 0,2-1 0 16,-2 0 0-16,2 1 0 15,-1 0 0-15,0-1 0 0,2 0 0 0,-1-1 0 0,0 1 0 0,1-1 0 0,1 0 0 0,-1 0 0 16,0 1 0-16,0 1 0 0,1-2 0 16,0 1 0-16,1-1 0 0,-1 1 0 0,1-1 0 0,2 1 0 0,-1-1 0 15,-2 1 0-15,2 1 0 0,-1-2 0 16,-2 1 0-16,1-1 0 0,0 1 0 16,1 1 0-16,1 0 0 0,-1-1 0 0,2-2 0 0,0 0 0 0,-1-1 0 15,-2 0 0-15,1-2 0 16,-2-4-3071-16,-2-5 3071 0,-2-2 0 0</inkml:trace>
  <inkml:trace contextRef="#ctx0" brushRef="#br0" timeOffset="145273.018">4136 16176 1024 0,'0'0'0'0,"0"0"0"0,0 0 0 0,0 0 0 0,0 0 0 0,0 0 0 0,0 0 0 0,0 0 0 0,0 0 0 16,0 0 0-16,-21-2 0 0,-11-1 0 15,-12-1 0-15,26 3 0 0,6 1 0 0,8 1 0 16,-7 0 0-1,0 0 0-15,1 0 0 0,0 0 0 0,0-1 0 16,2-1 0-16,-3 2 0 0,-4 0 0 0,0 1 0 0,0-1 0 0,3-1 0 0,-1-1 0 0,-1 0 0 0,0 0 0 16,-2-1 0-16,2 1 0 0,-2 0 0 0,-1 0 0 0,0 0 0 15,0 0 0-15,-3 0 0 0,2 0 0 0,2 0 0 16,0 0 0-16,10 1 0 16,6-2 0-16,6 1 0 0,0 0 0 0,5-1 0 15,3-1 0-15,1 1 0 0,1 0 0 0,3-1 0 0,-3 2 0 16,0 0 0-16,0 0 0 0,-9 0 0 0,-8 1 0 0,-5 1 0 0</inkml:trace>
  <inkml:trace contextRef="#ctx0" brushRef="#br0" timeOffset="145971.625">3424 16225 1024 0,'0'0'0'0,"0"0"0"0,0 0 0 0,0 0 0 0,0 0 0 0,0 0 0 0,0 0 0 0,0 0 0 0,0 0 0 0,0 0 0 0,0 0 0 0,0 0 0 31,0 0 0-31,0 0 0 0,0 0 0 0,0 0 0 16,0 0 0-16,0 0 0 0,0 0 0 0,0 0 0 0,0 0 0 15,0 0 0-15,0 0 0 0,0 0 0 0,0 0 0 0,0 0 0 0,0 0 0 16,0 0 0-16,0 0 0 0,0 0 0 0,0 0 0 0,0 0 0 15,0 0 0-15,0 0 0 0,0 0 0 0,0 0 0 16,0 0 0-16,0 0 0 0,-45 33 0 0,-25 18 0 16,-22 16 0-16,65-45 0 0,22-16 0 0,21-15 0 0,-22 16 0 15,-1 0 0-15,-3 2 0 0,1-1 0 0,-1 2 0 0,-2 0 0 0,2-1 0 16,0 1 0-16,-1-1 0 0,2 0 0 16,-2-1 0-16,-1 0 0 0,2-1 0 0,0-1 0 0,-2 0 0 0,3 0 0 15,1-1 0-15,0 0 0 0,0 1 0 16,0-1 0-16,0-1 0 0,-1 0 0 0,3-1 0 0,-1 0 0 0,-1 1 0 15,-2 0 0-15,-1 1 0 0,2-1 0 0,0-1 0 16,2 0 0-16,0-1 0 0,1 1 0 0,1-2 0 0,-1 1 0 16,2-1 0-16,1-1 0 0,-1 0 0 15,2-1 0-15,-1-1 0 0,0 1 0 0,2-1 0 0,-1-1 0 0,0 1 0 16,-2 1 0-16,0 1 0 0,2-2 0 0,-2 1 0 0,0 0 0 16,0 0 0-16,2 0 0 15,-1 0 0-15,0 1 0 0,0 0 0 0,-1 0 0 0,-2 0 0 16,-2 0 0-16,-3 0 0 0,2 0 0 0,0 0 0 15,-1 0 0-15,0 1 0 0,1-1 0 0,0 2 0 0,-1-1 0 16,3 0 0-16,-1 1 0 0,0-1 0 16,-1 0 0-16,1 0 0 0,2 1 0 0,2 1 0 0,1 1 0 0,-2 0 0 15,1 2 0-15,0 0 0 0,0-1 0 16,-1 1 0-16,-1 2 0 0,-1 0 0 16,-1 3 0-16,-2 1 0 0,2-2 0 15,1 1 0-15,-1 1 0 0,-1 2 0 16,-1 2 0-16,-3 4 0 0,1-1 0 15,-2 4 0-15,0 1 0 0,-1 2 0 0,-1 1 0 0,-4 2 0 16,4 2 0 0,-2 1 0-16,0 3 0 15,-3 7 0-15,-2 5 0 0,-4 6 0 0,8-7 0 0,2 0 0 16,3-2 0-16,-2 0 0 0,3-1 0 0,1 0 0 0,1-4 0 16,2-2 0-16,1-2 0 0,3 0 0 15,1 0 0-15,3-1 0 0,3-2 0 0,3 0 0 0,4-1 0 0,-2-2 0 16,0 0 0-16,3-2 0 15,1-1 0-15,-1 0 0 0,4-2 0 0,-2-1 0 0,2 0 0 0,4 0 0 16,-2 5 0-16,2 2 0 0,2 4 0 0,-4-6 0 16,0-2 0-16,-2-1 0 0,2-1 0 15,-1-2 0-15,1-1 0 0,-5 8 0 0,-3 3 0 0,-1 4 0 0,-2 1 0 16,-1 4 0-16,-2 2 0 0,-6-11 0 16,-4-5 0-16,-5-4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4T03:59:21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20171 18472 0,'0'0'0,"0"0"0,0 0 0,0 0 0,0 0 0,0 0 0,0 0 0,0 0 0,0 0 0,0 0 0,0 0 16,0 0-16,0 0 0,0 0 0,0 0 0,0 0 16,0 0-16,0 0 15,0 0-15,0 0 0,0 0 16,0 0-16,0 0 0,0 0 0,0 0 16,0 0-16,0 0 0,-8 4 0,1-1 0,-1 0 15,3-1-15,1-1 0,0 1 0,-10 1 0,3-2 0,0 0 16,11-1-16,-9 0 0,3 1 0,0 0 0,-12 2 15,2-2-15,-1 1 0,7 0 0,1-1 16,-1 0-16,-14 0 0,0 0 0,0 1 0,24-2 16,-14 1-16,1 0 0,1 1 0,-16-4 0,1 1 0,0 0 0,12 0 15,0 1-15,1 0 0,-18-3 0,0-1 0,0 1 16,32 3-16,-19-3 0,3 1 0,-1 0 0,-21-1 16,2-1-16,-1 1 0,0-1 15,1 1-15,0 0 0,-1 2 0,1-1 0,1 0 0,35 2 0,-38-1 0,0 1 0,0 0 16,-1 2-16,1-1 0,0 1 0,-3 2 0,0-1 15,1 0-15,40-3 0,-42 4 0,-1-1 0,1 0 16,-2 1-16,2-1 0,0 0 0,-14 1 16,2-1-16,0 0 0,54-3 0,-52 3 0,0-1 0,0 0 15,8 0-15,1 0 0,1 0 0,-2 0 0,1 1 16,1-1-16,42-2 0,-48 2 0,2 0 0,-1 0 0,5 1 16,2-1-16,-1 0 0,21 0 15,1-1-15,0-1 0,19 0 0,-35 6 0,2-1 0,0 0 0,15-1 16,-1-1-16,0 0 0,-7 4 0,2-1 15,-1 1-15,25-7 0,-14 4 0,2 0 0,0-1 16,-18 4-16,2-1 0,0 1 0,11-3 0,2-2 16,-1 1-16,-10 2 0,2-1 0,-1 0 15,25-4-15,-15 3 0,3-2 0,0 1 0,-7 0 0,0 0 0,1-1 16,7 0-16,2-1 0,0 0 0,-8-1 0,3 0 0,-1 1 16,15 0-16,-9-2 0,2 2 0,0-1 15,-4-2-15,1 0 0,0 0 0,3 1 16,2 0-16,0 1 0,3-1 15,0 2-15,0-1 0,1 0 16,1 1-16,0 0 0,-1 0 0,1 0 0,0 0 0</inkml:trace>
  <inkml:trace contextRef="#ctx0" brushRef="#br0" timeOffset="14919.767">8473 4012 0,'0'0'0,"0"0"0,0 0 15,0 0-15,0 0 16,0 0-1,0 0-15,0 0 16,0 0-16,0 0 0,0 0 0,0 0 0,0 0 0,0 0 16,0 0-16,0 0 0,0 0 0,-8-6 0,0 2 15,-1-1-15,9 5 0,-6-2 0,2-2 0,0 1 16,1 2-16,2 0 0,0 0 0,1 1 0,-2-1 0,2 1 16,0 0-16,-1-2 0,1 2 0,0 0 0,0 0 15,11 3-15,0-3 0,1 1 0,-12-1 0,7 1 16,-1-1-16,0 0 0,-6 0 0,14-2 0,-3 2 15,1-1-15,-4-1 0,-2 1 0,0 1 0,-6 0 16,14 3-16,-2-2 0,1 1 0,-13-2 0,8 1 16,-2 0-16,0 0 0,-6-1 0,20 3 0,-2 0 0,1-1 15,-19-2-15,10 2 0,1-1 0,-1-1 0,-10 0 16,25 1-16,0-1 0,-1 0 0,-24 0 0,15-1 16,-2 1-16,1 0 0,-14 0 0,28 2 15,-1 0-15,-1-1 0,-10 0 0,-2-1 0,1 2 16,-15-2-16,31 0 0,-1 0 15,0 0-15,-30 0 0,17-2 0,0 2 0,0 0 0,-17 0 0,32 2 0,-1-2 0,0 1 16,-31-1-16,39 0 0,0 0 0,0 0 0,0 1 16,-1 0-16,0-1 0,-38 0 0,19 1 0,-1-1 0,1 0 15,-19 0-15,35-1 0,-2 1 0,0-1 16,-33 1-16,19 0 0,-1 0 0,1 0 0,-19 0 0,24-2 16,-1-1-16,-1 2 0,-22 1 0,14-2 0,-3 1 15,0 0-15,-11 1 0,28-1 0,0 0 0,0 0 16,-12 1-16,-1-1 0,1 1 0,-16 0 0,27 0 15,-3 1-15,1-1 0,-25 0 0,14 2 0,-1-2 0,0 0 16,-13 0-16,27 1 0,-1 0 0,0-1 0,-26 0 16,15 1-16,-1-1 0,0 0 0,11 2 0,-2-2 15,0 1-15,-23-1 0,13 1 0,0-1 0,-1 0 16,2-2-16,0-2 0,-1 1 0,-13 3 0,8-1 16,-1-1-16,0 0 0</inkml:trace>
  <inkml:trace contextRef="#ctx0" brushRef="#br0" timeOffset="28416.692">11554 4078 0,'0'0'0,"0"0"0,0 0 0,0 0 16,0 0-16,0 0 15,0 0 1,0 0-16,0 0 0,0 0 16,0 0-16,0 0 0,0 0 0,0 0 0,0 0 0,0 0 15,21-4-15,-1 0 0,-1 0 0,-6 2 0,-1-1 16,0 1-16,-12 2 0,18-2 16,-1 1-16,-1 0 0,-16 1 0,0 0 15,10-2-15,-1 2 16,-1 0-16,-8 0 15,14 2-15,1-2 16,-1 0-16,-14 0 16,10 1-16,-3-1 15,0 0-15,15 1 0,0 1 16,-1-2-16,-21 0 0,14 1 16,-3-1-16,0 0 0,-11 0 0,25-1 15,0-1-15,0 1 16,-25 1-16,14-1 0,-1 0 15,-1 0-15,-12 1 0,26 0 0,-2-1 0,0 1 16,-24 0-16,14-1 0,-2 1 16,1 0-16,-13 0 0,28-1 0,-2 1 15,-1 0-15,-10 0 0,-1 0 0,1 0 16,-15 0-16,29 2 0,-1 0 0,0 0 0,-28-2 16,15 1-16,1 1 0,-1-2 0,-15 0 0,31-2 15,0 2-15,0 0 0,-31 0 0,19 0 0,-3 0 16,1 0-16,-17 0 0,31 3 0,0-1 0,0 0 15,-31-2-15,16 1 0,1 0 0,-1-1 0,-16 0 16,33 2-16,-1 0 0,1-1 0,-33-1 0,18 3 0,0-3 16,-1 1-16,15 0 0,0 0 0,0 0 0,-32-1 0,32 1 0,0-1 0,1 0 15,-33 0-15,16 1 0,0-1 16,-1 0-16,-15 0 16,31 2-16,-2-2 0,0 2 15,-29-2-15,16 0 0,1 0 0,0 0 0,-17 0 16,41 1-16,0-1 0,1 2 0,-4-4 0,0 2 15,0 0-15,-38 0 0,19 0 0,-3 0 0,1 0 16,-17 0-16,8 0 16,-2 0-16,1 0 15,-7 0-15,27-1 0,-3 1 0,1 0 0,-9 0 16,-2 0-16,1 0 0,-15 0 16,42 0-16,0 0 0,1 0 0,-43 0 15,25-2-15,-2 2 0,1 0 0,-24 0 16,34-2-16,-1 2 0,0-1 0,-33 1 0,19-1 15,-3 1-15,1 0 0,-17 0 0,8-1 0,-2 1 0,1 0 0,-7 0 0,23-3 0,0 0 16,0 0-16,-10 2 0,1 0 0,-1 0 16,-13 1-16,23-2 0,-1-1 0,-1 2 0,-21 1 0,12-2 15,-1 1-15,0 1 0,-11 0 0,16 0 0,-3 0 16,1 0-16,-14 0 0,8 1 0,-2-1 0,1 0 0,-7 0 0,14 0 16,0 0-16,1 0 0,-7 0 0,-1 0 15,1 0-15,-8 0 0,3 0 0,0 0 0,0 0 0,-3 0 0,1 0 0,0 0 0,0 0 0,0 0 0,-1 0 0,0 0 0,0 0 16,0 0-16,0 0 0,0 0 0,10 3 0,0 0 0,-1 0 0,-9-3 15,6 2-15,0-1 0,1 0 0,-7-1 0,3 1 0,-1 1 0,0-2 0,0 0 0,-2 0 0,0 0 16,0 0-16,1 0 0,-1 0 0,0 0 0,0 0 0,0 0 0,0 0 0,0 0 0,0 0 16,0 0-16,0 0 0,0 0 0,0 0 0,0 0 0,0 0 0,0 0 0,0 0 0,0 0 0,0-2 0,0 2 0,0-1 0,0 1 15,0 0-15,0 0 0,0 0 0,0-2 0,0 2 0,0 0 0,0 0 0,0 0 0,0 0 0,0 0 0,0 0 0,0 0 16,0 0-16,0 0 0,0 0 0,0 0 0,0 0 0,0 0 16,0 0-16,0 0 0,0 0 0,0 0 0,0 0 0</inkml:trace>
  <inkml:trace contextRef="#ctx0" brushRef="#br0" timeOffset="29635.085">15364 4137 0,'0'0'0,"0"0"0,0 0 15,62-20-15,-24 8 16,38 6 0,-36 3-16,-40 3 15,0 0-15,0 0 0,0 0 0,28-2 0,0 0 16,0 0-16,-28 2 0,16-1 15,-1 0 1,-1 1-16,-14 0 0,31-1 16,0 1-16,0 0 15,3 1-15,-2-1 16,0 0-16,-32 0 0,35-3 16,-2 2-16,0 1 0,-33 0 0,34-3 15,-2 3-15,0-1 0,-32 1 16,36-2-16,-2 0 0,0 1 0,-34 1 0,35-2 0,1 0 15,-1 1 1,-35 1-16,47-3 0,0 1 0,-1 0 0,11-2 16,-1 1-16,0 0 15,-56 3-15,49-2 0,1 0 0,0-1 0,-50 3 0,39-3 16,-1 2-16,0-1 0,-38 2 0,32-1 0,0 0 0,0 0 0,-32 1 16,31 0-16,-1 0 0,0 0 0,-30 0 0,37-1 0,-3 1 15,0-1-15,-16 1 0,-1 0 0,-1 0 0,-16 0 0,37-1 0,-1-1 0,0 2 0,7-2 16,1 1-16,-1 0 0,-43 1 0,45-2 0,-1 0 0,1-1 0,-45 3 0,42-3 15,-2 0-15,1 0 0,-41 3 0,42-2 0,-1-2 0,1 1 0,-42 3 16,44-3-16,0 0 0,1 1 0,-23-1 0,-1 2 16,1 0-16,-22 1 0,8-1 0,1 1 0,-1 0 0,-8 0 0,21 1 0,-3 0 0,1-1 15,-8 1-15,0-1 0,1 1 0</inkml:trace>
  <inkml:trace contextRef="#ctx0" brushRef="#br0" timeOffset="-84978.216">12420 3523 0,'0'0'0,"0"0"15,0 0-15,0 0 0,0 0 16,79-32-16,12-4 16,7 4-1,-98 32-15,0 0 0,0 0 0,0 0 0,37-11 0,-1 0 16,1 0-16</inkml:trace>
  <inkml:trace contextRef="#ctx0" brushRef="#br0" timeOffset="-83879.182">15808 3468 0,'0'0'0,"0"0"0,0 0 0,0 0 16,0 0-16,0 0 16,0 0-16,0 0 15,0 0-15,0 0 0,0 0 0,0 0 16,16-20-16,-2 0 0,1-1 0,8 0 15,-2-1-15,1 0 0,-22 22 0,31-14 0,-1 0 0,0 1 16,13 17-16,1-2 0,-1 2 0,-43-4 0,62 6 0,0 0 16,0 1-16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24:33.94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10415 4736 1024 0,'0'0'0'0,"0"0"128"0,0 0-128 15,0 0 0-15,0 0 119 0,0 0-119 0,0 0 0 0,0 0 142 0,0 0-142 0,0 0 0 0,0 0 88 16,0 0-88-16,0 0 0 0,0 0-36 0,0 0 36 16,0 0 0-16,0 0-108 0,0 0 108 0,0 0 0 0,0 0-97 15,0 0 97-15,0 0 0 0,4-5-46 0,3-2 46 0,1-3 0 0,-4 5 10 16,-1 1-10-16,-1 1 0 0,2-1-6 16,2-1 6-16,0 1 0 0,-1-1-11 0,0-2 11 15,0 0 0-15,0 0-3 0,2-1 3 0,0-2 0 0,-2-1 23 0,2 0-23 0,0-2 0 16,-3 9-203-16,-5 4 203 0,-2 4 0 15</inkml:trace>
  <inkml:trace contextRef="#ctx0" brushRef="#br0" timeOffset="29801.709">7862 10958 1024 0,'0'0'0'0,"0"0"256"0,0 0-256 16,0 0 0-16,0 0 256 0,0 0-256 0,0 0 0 0,0 0 256 0,0 0-256 0,0 0 0 0,0 0 207 15,0 0-207-15,0 0 0 0,0 0 123 0,0 0-123 0,0 0 0 0,0 0-23 16,0 0 23-16,0 0 0 0,0 0-140 16,0 0 140-16,0 0 0 0,0 0-188 0,0 0 188 0,0 0 0 0,0 0-87 15,0 0 87-15,0 0 0 0,0 0 119 16,0 0-119-16,0 0 0 0,8 3 256 0,3 0-256 0,5 1 0 0,-13 1 256 15,-4 1-256-15,-5 2 0 0,5-1 210 0,-1 1-210 16,-1 2 0-16,1-1-18 0,2 0 18 0,-1 1 0 0,0 0-102 16,0 0 102-16,0 2 0 0,1-1-61 0,-2 0 61 0,0 2 0 15,1-1 91-15,1 1-91 0,1 2 0 0,-1-2 205 16,0 1-205-16,0 1 0 0,0-1 192 0,2 0-192 16,-1 2 0-16,0-2 48 0,0 1-48 0,0 0 0 0,0-1-120 0,0-1 120 15,0 1 0-15,0-2-224 0,-2 1 224 16,1-1 0-16,0 1-226 0,2-2 226 0,-1 1 0 0,-1-3-128 0,-1-1 128 15,-1 0 0-15,1-1 9 0,2-1-9 0,-1 0 0 0,0-2 93 16,-2 1-93-16,1-1 0 0,1-2 66 0,1-2-66 16,1-2 0-16,-1 0-2 0,-2-1 2 0,1-2 0 0,0 4-1324 0,0 1 1324 15,0 1 0-15</inkml:trace>
  <inkml:trace contextRef="#ctx0" brushRef="#br0" timeOffset="30401.886">7683 10999 1024 0,'0'0'0'0,"0"0"0"0,0 0 0 0,0 0 0 0,0-4 256 0,2-2-256 0,-1-3 0 16,0 4 256-16,0-2-256 0,0 0 0 0,1 1 256 16,1-1-256-16,1-2 0 0,-1 1 256 0,1-2-256 0,3 0 0 0,-2 1 256 15,0 0-256-15,3 1 0 16,-2-1-109-16,2 0 109 0,0-1 0 0,0 1-180 0,1 1 180 0,2 0 0 0,-1 1-111 0,1 1 111 15,2 0 0-15,-3 0 46 0,3 0-46 0,0-1 0 0,0 1 241 16,1 0-241-16,2 2 0 0,-1 1 231 16,-1 1-231-16,1 1 0 0,-1 0 97 0,2 1-97 0,1 1 0 15,0 0-82-15,-3 1 82 0,2 1 0 0,-2-1-250 0,3 3 250 0,-1 1 0 0,0 0-108 16,-2 1 108-16,1 2 0 0,-2-1 23 0,-1 0-23 0,-3 0 0 0,1 1 244 16,0 0-244-16,-2 2 0 0,-1-1 248 15,-2 0-248-15,-2 3 0 0,2-3 159 16,-2 2-159-16,-1 0 0 0,-1-1 5 0,-2 2-5 15,-2 1 0-15,1-2-97 0,-2 1 97 0,0-1 0 0,-1 1-136 0,-2-1 136 0,-2 2 0 0,0-3-90 16,-1 1 90-16,-3-1 0 0,1 0 24 0,1 1-24 0,-4 0 0 0,2-3 107 16,-3 0-107-16,-2-2 0 0,2 0 139 15,1 2-139-15,-2 1 0 0,1-4 13 16,1-1-13-16,0-1 0 0,-1 1-50 0,3 1 50 0,-2-1 0 0,2-1-95 0,-1-1 95 0,3-1 0 16,0 1-38-16,0-1 38 15,2 0 0-15,-1-1-16 0,0 1 16 16,1-2 0-16,1 1 28 0,2 0-28 0,2 0 0 0,-1 0 8 0,2 0-8 0,1 0 0 0,-1 1 31 0,2-2-31 15,-1 1 0-15,2 0 12 16,1 0-12-16,1 0 0 0,0 0 38 0,1 0-38 0,1 1 0 0,2-1 92 0,-1 1-92 0,3 1 0 16,-2-1 135-1,1 1-135-15,2 1 0 0,-1 0 173 0,2-1-173 16,4 0 0-16,-4 0 86 0,-1 1-86 0,0 2 0 0,1-2 20 0,1 1-20 0,3 1 0 16,-3 0-54-16,0 0 54 0,-2 1 0 0,1 0-86 0,1 0 86 0,-1 1 0 0,0 0-162 31,-2 0 162-31,2 2 0 0,-1-2-171 0,0 0 171 0,1 1 0 0,-3-1-150 15,0-1 150-15,-1 0 0 0,2-1-36 16,-2-1 36-16,-1-1 0 0,1 1 53 0,-2-1-53 0,1 1 0 0,-2-4-1512 16,-3-1 1512-16,-3-1 0 0</inkml:trace>
  <inkml:trace contextRef="#ctx0" brushRef="#br0" timeOffset="31076.005">8473 11261 1024 0,'0'0'0'0,"0"0"0"0,0 0 0 0,0 0 0 0,0 0 256 16,0 0-256-16,0 0 0 0,0 0 256 0,0 0-256 0,0 0 0 0,2-4 256 15,2-2-256-15,3-3 0 0,-5 5 256 0,-2 1-256 16,-2 1 0-16,2-2 256 0,0 0-256 0,0-1 0 0,0 2 256 15,-2-1-256-15,1 1 0 0,-2 0-256 16,0 0 256-16,-1 0 0 0,0 0-256 0,-1 2 256 0,-1-1 0 0,1 1-223 0,-2 1 223 16,-1 1 0-16,2 0 256 0,-1 1-256 0,-2 1 0 0,2-1 256 15,-1 1-256-15,-1 1 0 0,0 1 256 0,1 1-256 0,0 2 0 16,0-1 256-16,-1 2-256 0,1 1 0 0,1-1 9 0,0 0-9 16,1 1 0-16,0 0-256 0,1 0 256 0,1 2 0 0,0-1-256 15,0 0 256-15,2 2 0 0,-1-2-172 16,2 0 172-16,1 1 0 0,0-1 256 0,1 1-256 0,2 0 0 0,-2-1 256 15,1-2-256-15,2 0 0 0,0 0 127 0,1-1-127 0,1-1 0 0,0 0-185 16,2-2 185-16,0 0 0 0,-1-1-229 16,1-1 229-16,3-1 0 0,-3 0-156 0,1-2 156 0,2 1 0 0,-2-2-75 15,0-2 75-15,1 0 0 0,-1 1 102 0,-2-1-102 0,1-1 0 0,1-1 169 16,-3-1-169-16,1-2 0 16,0 2 132-16,1-1-132 0,-1-2 0 0,0 1-41 0,-1 0 41 0,0-1 0 15,0 0-75-15,-2 0 75 0,-1-2 0 0,1 2-31 0,-1 0 31 0,0-1 0 16,1 1 63-16,-2-1-63 0,2 0 0 0,-2 2 101 15,-1 0-101-15,-1-1 0 0,1 2 130 0,0-1-130 0,0 1 0 0,0 0 66 16,-2 1-66-16,1 0 0 0,0 1 10 0,0 1-10 0,0 1 0 16,0-1-72-1,0 1 72-15,0 0 0 0,0 1-63 0,-2-1 63 0,1 2 0 0,0-1-55 16,0 3 55-16,0 0 0 0,-1 0 61 0,4 1-61 0,-2 1 0 0,0 0 174 16,-3 2-174-16,2 0 0 0,0-1 256 0,2 1-256 0,-1 1 0 0,0 1 232 15,-2 2-232-15,1 0 0 0,1 0 51 0,1 1-51 0,1 0 0 16,-1 0-188-16,0 2 188 0,1 1 0 15,-1-2-256-15,1 1 256 0,1 0 0 0,-1-1-256 0,0 1 256 0,0 0 0 0,0-1-256 16,1 0 256-16,1 1 0 0,-1-3-185 16,1 0 185-16,2-1 0 0,-2-1 77 15,0 1-77-15,0-1 0 0,0-3 103 0,1-1-103 0,2-1 0 0,-2 0-28 16,0-1 28-16,0-1 0 0,-3 1-1365 16,-2-1 1365-16,-2-1 0 0</inkml:trace>
  <inkml:trace contextRef="#ctx0" brushRef="#br0" timeOffset="31336.842">8743 11167 1024 0,'0'0'0'0,"-1"4"0"0,-1 4 0 0,-1 1 0 16,1-4 256-16,2 0-256 0,-1-2 0 0,0 1 256 0,0 0-256 0,0 1 0 0,0-1 256 15,2 1-256-15,-1 1 0 16,0 1 256-16,1 0-256 15,0 2 0-15,-1 0 256 0,1-1-256 0,1 3 0 0,-1-1-121 0,0 0 121 0,0 2 0 16,0-1-256-16,0 2 256 0,0 1 0 0,0-3-256 0,0 1 256 16,0-1 0-16,0 0-161 0,-2 1 161 0,1 0 0 0,0-1 92 15,0-1-92-15,0 0 0 0,0-2 148 0,0 0-148 0,0-2 0 0,0 1 50 16,-2-2-50-16,1 0 0 0,0-3-49 0,-1-1 49 16,-1-1 0-16,1-2-147 0,0 0 147 0,0-1 0 0,1 2-580 15,1 2 580-15,1-1 0 0</inkml:trace>
  <inkml:trace contextRef="#ctx0" brushRef="#br0" timeOffset="31511.287">8680 11141 1024 0,'0'0'0'0,"0"0"0"0,0 0 0 0,0 0 0 16,0-3 256-16,-2-1-256 0,1-2 0 0,1 1 256 0,1 1-256 0,1-3 0 0,0 2 197 15,1 0-197-15,1 0 0 0,-1-1-210 0,0-2 210 0,1 0 0 0,-1 1-249 16,1 1 249-16,2 0 0 0,-4 4-250 15,-3 2 250-15,0 2 0 16</inkml:trace>
  <inkml:trace contextRef="#ctx0" brushRef="#br0" timeOffset="31939.228">8872 11106 1024 0,'0'0'0'16,"0"6"0"-16,0 1 0 0,0 2 0 0,0-1 256 0,2 0-256 0,-1 2 0 0,0-1 153 16,0 1-153-16,0 2 0 0,-1-12 0 0,2 12 256 0,2 1-256 0,0 0 0 15,-1 0 256-15,1 1-256 0,1 0 0 16,-1 1 256-16,0 0-256 0,1 3 0 0,-1-3 256 0,-2 0-256 0,1-2 0 0,0 1-256 0,0 0 256 15,0 0 0-15,0-1-256 0,0-2 256 0,0 0 0 0,-1 0-256 16,0-1 256-16,-2 0 0 0,1-2-197 0,0-2 197 0,0-1 0 16,0 0 256-16,0 1-256 0,0-1 0 0,0-2 256 0,-2-1-256 15,1-1 0-15,0 0 256 0,2 1-256 0,-1-2 0 0,0-1 256 16,-2-1-256-16,1-1 0 0,1-1-256 0,1-1 256 0,1-2 0 16,-1 1-256-16,1-1 256 0,1-2 0 0,0 1-256 15,2-2 256-15,1 0 0 0,-2 0-99 0,1 0 99 16,1-2 0-16,0 2 256 0,-1-1-256 0,0 1 0 0,-1-1 256 15,2 1-256-15,1-1 0 0,-2 1 256 16,1 1-256-16,1 0 0 0,0 0-4 16,-1 2 4-16,0 0 0 0,-1 1-256 0,-1-1 256 0,0 2 0 0,0-1-187 0,1 2 187 15,1 1 0-15,-1 1 176 16,-1 1-176-16,0 1 0 0,-1-1 256 0,2 1-256 0,0 1 0 0,-2 1 256 0,0 1-256 0,-2 1 0 0,1 0 233 16,0 1-233-16,0 1 0 0,-1 1-89 15,-1 0 89-15,-1 2 0 0,1-1-256 0,0 1 256 0,0 2 0 16,0-1-256-16,-2 0 256 0,1 2 0 0,0-1-189 0,-1 2 189 0,1 1 0 0,0-2-56 15,-1-2 56-15,-1 0 0 0,1 0-19 16,0-1 19-16,0 0 0 0,0-1-31 0,2-1 31 0,-1 0 0 0,0-2-41 16,2 0 41-16,-1-3 0 0,0 1-93 0,1-1 93 0,1 0 0 15,-2-1-837 1,-1-2 837-16,-1 1 0 0</inkml:trace>
  <inkml:trace contextRef="#ctx0" brushRef="#br0" timeOffset="32167.802">9364 11226 1024 0,'0'0'0'15,"0"0"0"-15,0 0 0 0,0 0 0 0,0 0 256 0,0 0-256 0,0 0 0 0,0 8 256 0,-2 4-256 0,1 3 0 0,0-8 256 16,2-3-256-16,-1-3 0 0,0 5 256 0,2 0-256 0,-1 2 0 0,0-1 256 0,0 1-256 16,0 2 0-16,0-1 256 0,0 1-256 0,0 3 0 0,0-3-256 15,0 2 256 1,0 0 0-16,1-1-256 0,-4-1 256 0,2 0 0 0,0 0-256 0,0 1 256 0,0 0 0 31,0-3 119-31,-2 0-119 0,1-2 0 0,0 0 256 0,0-1-256 0,0 0 0 0,0-3 112 0,0 0-112 16,0-2 0-16,0-2-256 0,0-2 256 0,0 0 0 0,0 3-999 15,2 1 999-15,-1 1 0 0</inkml:trace>
  <inkml:trace contextRef="#ctx0" brushRef="#br0" timeOffset="32303.73">9333 11137 1024 0,'0'0'0'0,"0"0"0"0,0 0 0 0,0 0 0 0,2-2 256 16,1-3-256-16,1 0 0 0,0 1 256 0,0-2-256 0,1 0 0 0,-1 1 256 15,0-2-256-15,0 0 0 0,-2 5-768 16,-2 2 768-16,-2 2 0 0</inkml:trace>
  <inkml:trace contextRef="#ctx0" brushRef="#br0" timeOffset="32734.334">9537 11197 1024 0,'0'0'0'0,"-1"5"0"0,2 0 0 0,-1 2 0 0,0-2 256 16,0 1-256-16,0 2 0 0,1 0 256 16,1 1-256-16,1 2 0 0,-1-1 256 0,0 0-256 0,0 2 0 0,0-1 256 15,0 2-256-15,0 0 0 0,0 0 256 16,2-1-256-16,0 1 0 0,-2-1 188 0,-1 0-188 0,-1-1 0 0,1 0-256 16,0-2 256-16,0-1 0 0,0 0-256 15,0-2 256-15,0-1 0 0,0-1 256 0,1 0-256 0,1-2 0 16,-1-2 256-16,0-1-256 0,0-1 0 0,2-2 256 0,0 0-256 0,2-1 0 15,-2-2 256-15,1-1-256 0,1-2 0 16,1 1-256-16,0-2 256 0,1-1 0 0,-1 0-256 0,2-2 256 0,1-1 0 16,-1 2-256-16,-2 0 256 0,2 1 0 15,-2-1-10-15,2 1 10 0,1 0 0 0,-2 1 256 0,-1-1-256 0,-1 3 0 16,1-1 256-16,2 0-256 16,0 1 0-16,-1 2 256 0,-1 2-256 0,0 1 0 0,0 0-149 0,0 1 149 15,0 1 0-15,0 2-256 0,-2 1 256 0,-1 1 0 16,0 0-256-16,2 2 256 0,0-1 0 0,0 3 196 0,-2-1-196 0,-1 4 0 0,1-1 256 0,-2 1-256 0,1 2 0 15,0-1 256-15,0 0-256 0,0 1 0 0,0 0 256 16,-2 1-256-16,-1 0 0 0,1 0 256 0,0 1-256 0,0 1 0 16,-1-2-256-16,-1 1 256 0,-1-1 0 15,2 0-256-15,-2 0 256 0,-1-1 0 0,3 0-256 16,1-1 256-16,2 0 0 0,-2-2-256 0,1 0 256 0,1-2 0 0,0-1-256 16,3-2 256-16,2-1 0 0,0 0 214 15,-1 0-214-15,3 0 0 0,-7-1-1463 0,-3-1 1463 0,-3-1 0 0</inkml:trace>
  <inkml:trace contextRef="#ctx0" brushRef="#br0" timeOffset="33498.667">10321 11214 1024 0,'0'0'0'0,"0"0"0"0,0 0 0 0,0 0 0 0,0 0 256 0,0 0-256 0,0 0 0 0,-4-3 256 16,-4 0-256-1,-1-1 0-15,3 1 256 0,2 1-256 0,1 0 0 0,-2 1 256 0,-1 0-256 0,-1 0 0 0,-1 1 256 16,-1-1-256-16,-3-1 0 0,1 3 256 15,1 1-256-15,-3 1 0 0,1 0-256 0,0 2 256 0,-2 0 0 0,2 0-256 0,-1 1 256 16,1 2 0-16,0-1 256 0,0 0-256 0,0 1 0 0,2 0 256 16,2 0-256-16,1 1 0 15,1-1 256-15,1 1-256 0,1 0 0 0,1 0 256 16,0-1-256-16,2 0 0 0,1 1-57 0,1 0 57 0,2 1 0 0,0-1-256 0,2-2 256 16,2-1 0-16,0 1-256 0,0-1 256 0,4 0 0 0,-2-1-256 0,1 0 256 0,3-1 0 15,-1-3 224-15,2 0-224 0,1-1 0 0,0-1 256 16,-3-1-256-1,2-2 0-15,-1 2 256 0,0-1-256 0,1-1 0 0,-1 0 256 0,0-1-256 0,-1-2 0 0,-1 2 151 16,0 0-151 0,-2 0 0-16,-1-1 87 0,0 0-87 0,-1-1 0 0,0 0 198 0,-1 1-198 15,-1 0 0-15,0 0 256 0,-2 1-256 0,-1 0 0 0,1 0 164 0,-2 0-164 16,1 0 0-16,0 1 0 16,-2 0 0-16,1 2 0 0,-1-2 0 0,-1 1 0 0,-1 0 0 0,1 2-206 15,2 0 206-15,-1 0 0 0,0 1 206 16,-2-1-206-16,1 0 0 0,0 2 0 0,0 0 0 15,0 2 0-15,0 2 0 0,0 1 0 0,0 3 0 0,0-2 0 16,0 1 0-16,0 2 0 0,-1 1 0 0,4 1 0 0,-2 3 0 16,0-1 0-16,2 2 0 0,-1 0 0 0,1 3 0 15,1 3 0-15,1 1 0 0,-1-1-167 0,0-1 167 0,0-1 0 16,0 1-253-16,-2 0 253 0,1 1 0 0,0-1 144 16,2-1-144-16,0 1 0 0,-1 0 256 0,-2-1-256 0,1-1 0 0,-1 0 20 15,-1 1-20-15,-1-2 0 0,1 1 0 16,-2-1 0-16,1-1 0 0,-1 0 0 0,-1-1 0 0,-1-2 0 0,0 0-240 15,0-1 240-15,-1-2 0 0,0 1-190 0,-1-2 190 0,-3 0 0 16,2-2 172-16,2 0-172 0,-1-2 0 0,-1-1 256 0,-2 0-256 0,-1-3 0 16,2 1 2-16,1 0-2 0,0-2 0 0,0-1 0 15,0-1 0-15,0-2 0 0,-1 2 0 0,1-2 0 0,0-2 0 16,1 0 0-16,-3-1 0 0,1-2 0 0,2 0 0 16,1 1 0-1,1-3 0-15,-1 1 0 0,-1-2 0 0,1-1 0 0,1 1 0 0,1-1 0 0,1-2 0 0,0 1 0 16,1 0 0-16,1-2 0 0,-1 1 0 15,2 0 0-15,-1-3 0 0,2 2 0 0,2-2 0 0,2-1 0 0,0 1 0 0,4 1 0 0,0-1 0 0,-1 0 0 16,1 1 0-16,2-2 0 0,-1 2 0 16,2 0 0-16,0 0 0 0,1 1 0 0,1 1 0 0,2-1 0 0,-2 1 0 15,0 0 0-15,-2 1 0 16,2 0 0-16,0 0 0 0,2 1 0 0,-3 1 0 0,1 1 0 16,-3 0 0-16,1-1 0 0,0 1 0 0,-2-1 0 0,1 1-189 0,-2-1 189 15,-1 1 0-15,0-1 189 0,1-1-189 0,-2-1 0 0,-5 9-3071 16,-3 4 3071-16,-3 4 0 0</inkml:trace>
  <inkml:trace contextRef="#ctx0" brushRef="#br0" timeOffset="40962.908">14169 4628 1024 0,'0'0'0'0,"0"0"0"0,0 0 0 0,0 0 0 0,0 0 256 0,0 0-256 0,0 0 0 0,0 0 256 0,0 0-256 16,0 0 0-16,0 0 256 0,0 0-256 0,0 0 0 0,0 0 195 15,0 0-195-15,0 0 0 16,0 0 95-16,0 0-95 0,0 0 0 0,0 0 158 16,0 0-158-16,0 0 0 0,0 0 196 0,0 0-196 0,0 0 0 0,0 0 122 0,0 0-122 0,0 0 0 0,0 0-7 31,0 0 7-31,0 0 0 0,0 0-79 0,0 0 79 0,0 0 0 0,0 0-77 16,0 0 77-16,0 0 0 0,8 7 37 0,4 3-37 0,4 2 0 0,-9-8 105 15,-6-1-105-15,-2-4 0 0,1 1 0 0,2 3 150 0,0 0-150 0,0 1 0 0,0-2 110 0,0 1-110 16,0-2 0-1,0 0 89-15,0 1-89 0,0 1 0 0,0-1 30 16,0 0-30-16,0 1 0 0,0-2 37 0,-2 2-37 16,1-1 0-16,1 0 46 0,-1 0-46 0,0 1 0 0,0-2 109 15,0 0-109-15,0-1 0 0,0 1 119 0,1-1-119 0,1-1 0 0,-1 1 109 16,0-1-109-16,0 0 0 0,0 1 47 0,1 1-47 0,1 0 0 0,-1-1 160 16,1-1-160-16,-1 0 0 0,0 0 95 15,0 0-95-15,0 0 0 0,0-2 84 0,1 0-84 0,1-1 0 0,0 0 65 16,-3 0-65-16,1-1 0 0,0 1 104 15,0 2-104-15,0-1 0 0,0-1 110 0,0 0-110 0,0-1 0 0,0 0 94 16,-2 2-94-16,2-1 0 0,-1 0 0 0,0 1 0 0,0 0 0 0,-1-1 0 16,2 1 0-16,0 0 0 0,0 1 0 15,-2-1 0-15,1-1 0 0,0 2-65 0,0-1 65 0,0 2 0 0,0-1-181 16,-2 0 181-16,1-1 0 0,2 2-212 0,0-2 212 16,1 1 0-16,-1 1-204 0,-2 0 204 0,1 0 0 0,0 0-117 15,0-1 117-15,0-1 0 0,-1 1-2292 0,-1 3 2292 0,-1 0 0 0</inkml:trace>
  <inkml:trace contextRef="#ctx0" brushRef="#br0" timeOffset="72137.802">7653 12351 1024 0,'0'0'0'0,"0"0"0"0,0 0 0 0,0 0 0 0,0 0 256 0,0 0-256 0,0 0 0 0,0 0 256 16,0 0-256-16,0 0 0 0,0 0 168 0,0 0-168 0,0 0 0 15,2 3 93-15,1 3-93 0,1 0 0 0,-1-4 60 16,1-2-60-16,1-2 0 0,2 3 41 16,-1 0-41-16,3 1 0 0,-3-1-36 15,2-1 36-15,1-1 0 0,0 1-18 0,1 0 18 0,2 0 0 0,-2 0-5 0,1 0 5 0,2 0 0 0,-1-1 124 31,2 0-124-31,0-1 0 0,-1 1 174 0,1 0-174 0,2 0 0 0,-2 0 144 0,-1-1-144 0,0-1 0 0,0 0 25 16,1 2-25 0,-1-1 0-16,0 0-69 0,-1 1 69 0,-2 0 0 0,3 0-69 0,-3-1 69 15,1-1 0-15,0 2-18 0,-2-2 18 0,-1 1 0 0,1 0 15 0,-2 1-15 0,-1 1 0 0,0-1 22 16,0 1-22 0,-1 1 0-16,-1-3-6 0,-2 0 6 0,-2-1 0 0,2 1-13 0,-2 0 13 0,1 0 0 0,-2-1-16 15,-1 1 16 1,-1-2 0-16,0 1 31 0,-3 0-31 0,-2-1 0 0,6 2-1159 0,2 2 1159 0,2 2 0 0</inkml:trace>
  <inkml:trace contextRef="#ctx0" brushRef="#br0" timeOffset="72400.845">7929 12294 1024 0,'0'0'0'0,"0"0"0"0,0 0 0 15,0 0 0-15,0 0 256 0,0 0-256 0,0 0 0 0,0 0 256 0,0 0-256 0,0 0 0 0,-5 8 256 0,-1 5-256 16,-2 4 0-16,6-11 256 0,2-3-256 0,2-3 0 0,-2 5 186 0,0-1-186 15,0 3 0-15,0-3 83 0,0 1-83 0,0 2 0 0,1-1-35 16,1 1 35-16,1 2 0 0,-1-1-70 0,-2-1 70 0,1-1 0 16,0 3-80-16,1 0 80 0,1 2 0 0,0-2 36 15,-3 1-36-15,1-1 0 0,0 2 115 0,1 1-115 0,1 1 0 0,-1-1 93 16,-2-1-93-16,1 0 0 0,0 1 20 0,1 1-20 16,1 0 0-16,-1-1-72 0,-2 0 72 0,1-1 0 0,0 1-94 15,0-1 94-15,0 0 0 0,0 0-38 0,0 1 38 0,0 1 0 16,0-2 42-16,0 1-42 0,0-1 0 0,1 0 76 0,-4-1-76 0,2 1 0 15,0 0 51-15,3-1-51 0,-2 0 0 0,0-2-10 16,-2 0 10-16,1-2 0 0,0-3-1327 0,0-3 1327 0,0-3 0 0</inkml:trace>
  <inkml:trace contextRef="#ctx0" brushRef="#br0" timeOffset="73069.438">8414 12612 1024 0,'0'0'0'16,"0"0"0"-16,0 0 0 0,0 0 0 0,0 0 256 0,0 0-256 0,0 0 0 0,0 0 256 0,0 0-256 0,0 0 0 15,0 0 155-15,0 0-155 0,0 0 0 0,-6-7 68 16,-3-3-68-16,-4-4 0 0,7 10 46 0,2 3-46 0,2 3 0 0,-3-2 26 16,-1-2-26-16,-2 1 0 0,2 1-75 15,-1 1 75-15,-1 1 0 0,0-1-90 0,0 1 90 0,-1 1 0 0,1 1-50 16,-2 1 50-16,-2 2 0 0,3-2 80 0,0 2-80 0,2 0 0 0,-1 0 167 16,0 1-167-16,-1 2 0 0,2-1 133 0,1 0-133 15,1 1 0-15,0 0-25 16,0 1 25-16,2 0 0 0,0 0-147 0,1-1 147 0,1 1 0 0,0-1-187 15,1-1 187-15,1 0 0 0,0 0-66 0,1-1 66 0,1 0 0 16,-1 0 59-16,1-2-59 0,2-1 0 0,-1 1 187 0,1-2-187 0,1-1 0 0,0 1 227 16,2-1-227-16,0 0 0 0,-1-2 174 15,1-1-174-15,2-1 0 0,-2-1 22 0,0-1-22 16,0-2 0-16,1 2-89 0,0-1 89 0,2-2 0 0,-1 1-88 16,1-1 88-16,0-2 0 0,0 0-32 0,-2-1 32 0,-1-2 0 0,2 1 54 0,-3 1-54 15,1 0 0-15,-1 0 143 0,0-1-143 0,-2 0 0 0,0 2 170 16,-1-1-170-16,-1 1 0 0,0-1 127 0,2 1-127 0,1 0 0 15,-3 0 58-15,-1 1-58 0,-1 0 0 0,1 0 21 16,-2 3-21-16,1-1 0 0,0 0 22 0,-2 1-22 0,1 0 0 0,0 1 40 16,0-1-40-16,0 1 0 0,0 1 29 0,0 1-29 0,0 1 0 15,0 0-15 1,0 0 15-16,0 0 0 0,0 3-37 0,0 0 37 0,0 1 0 16,0-1-57-16,0 1 57 0,0 1 0 0,0 2 4 15,0 0-4-15,0 2 0 0,0-1 56 0,2 0-56 0,-1 1 0 0,0 2 93 0,0 0-93 0,0 2 0 0,0-1 59 16,1 0-59-16,1 2 0 0,-1-1-34 15,0-1 34-15,0 0 0 0,1 0-117 0,-1 1 117 0,0 0 0 16,0-1-115-16,0-2 115 0,0 0 0 0,1-2-115 16,1-2 115-16,1-2 0 0,-1 0-85 15,1 0 85-15,-1-2 0 0,0-1-33 0,1-2 33 16,2-2 0-16,-5 3-1275 0,-2 0 1275 0,-2 0 0 0</inkml:trace>
  <inkml:trace contextRef="#ctx0" brushRef="#br0" timeOffset="73371.841">8673 12337 1024 0,'0'0'0'0,"0"0"0"0,0 0 0 0,0 0 0 0,0 0 256 0,0 0-256 15,0 0 0-15,0 6 256 0,-2 3-256 0,1 2 0 0,1-5 256 0,1 0-256 0,1-2 0 16,-1 4 256-16,0 1-256 0,0 2 0 0,0 1 256 0,1 1-256 15,1 3 0-15,-3-1-173 0,0 1 173 0,-1 1 0 0,1-1-256 16,1 2 256-16,1 2 0 0,-1-2-34 0,-2 2 34 0,1 1 0 0,0-1 230 16,0-1-230-16,0-1 0 0,0 2 256 15,2-1-256-15,-1 2 0 0,0-1 247 0,-2-1-247 0,1-1 0 0,0-1-88 16,2-1 88-16,-1-2 0 0,0 2-256 0,1-1 256 16,2-1 0-16,-2-3-256 0,-2-1 256 0,1-3 0 0,0 1-237 15,0-2 237-15,0-1 0 0,0-1 29 0,1-2-29 0,1-1 0 0,-1-3 168 16,1-1-168-16,1-2 0 0,-3 4-910 15,-1 1 910-15,-1 1 0 0</inkml:trace>
  <inkml:trace contextRef="#ctx0" brushRef="#br0" timeOffset="73704.604">8839 12360 1024 0,'0'0'0'0,"0"0"0"0,0 0 0 0,0 0 0 0,0 0 256 0,0 0-256 0,0 0 0 0,0 7 256 16,0 4-256-16,0 2 0 0,1-4 256 0,1-2-256 15,1 0 0-15,-1 1 256 0,0 2-256 0,1 0 0 0,-1 2 230 16,-2 2-230-16,1 1 0 0,0-1-242 0,1 2 242 16,1 1 0-16,-1 0-217 0,-2 1 217 0,1 1 0 0,0-1-23 0,1 1 23 0,1 1 0 15,-1-2 238-15,-2 2-238 0,1-1 0 16,0-1 256-16,1 2-256 0,1-1 0 0,0-2 256 0,-3 0-256 0,1-1 0 15,0 0-40-15,1 0 40 16,1 0 0-16,-1-2-256 0,-1-1 256 0,1 1 0 0,0-1-256 0,-1-2 256 0,-1 0 0 16,3-2-185-16,0 0 185 0,1-2 0 0,-1-1-27 15,0-1 27-15,-2-1 0 0,1-1 86 0,0-2-86 0,0-2 0 0,1 0 163 16,1-3-163-16,1 0 0 0,-3 3-1007 0,-2 1 1007 0,-2 1 0 0</inkml:trace>
  <inkml:trace contextRef="#ctx0" brushRef="#br0" timeOffset="74260.175">9433 11981 1024 0,'0'0'0'0,"0"0"0"0,0 0 0 0,0 0 0 0,0 0 256 0,0 0-256 0,0 0 0 0,0 0 256 0,0 0-256 0,0 0 0 0,0 0 256 15,0 0-256-15,0 0 0 0,-6-1 256 0,-3 0-256 0,-2 0 0 16,3 1 137-16,2 1-137 16,1 1 0-16,-2 0-256 15,-2 1 256-15,0 1 0 0,9-4 0 0,-8 4-256 0,-1 2 256 0,-2 1 0 0,2 0-225 0,-1 1 225 16,-2 1 0-1,3 0 256-15,-2 0-256 0,-1 2 0 16,1 0 256-16,2 1-256 0,-2 3 0 0,1-2 256 0,0 0-256 0,-1 2 0 0,1 0 256 0,1 2-256 0,-1 1 0 0,2 0-210 16,1 1 210-16,0 1 0 0,-2-1-256 0,3 1 256 0,-1 1 0 15,0-1-132-15,1 0 132 0,0 0 0 0,2 1 157 16,1 1-157-16,1 1 0 0,-1-1 256 0,2 0-256 0,-1 1 0 16,1-1 230-16,0 1-230 0,2 1 0 0,0-1 38 15,1 2-38-15,1 0 0 0,-1-2-105 0,0-1 105 0,0-1 0 0,1 1-151 16,1 0 151-16,1 0 0 0,1-1-56 0,0-1 56 0,1-1 0 15,-1 1 62-15,0-1-62 0,1-1 0 0,0 0 169 16,1-1-169-16,3-1 0 0,-3 0 162 0,0-2-162 0,1 0 0 0,1-1 38 16,-3 0-38-16,1-1 0 0,0-1-63 0,2-1 63 15,0 0 0-15,-1 0-91 0,-1-2 91 0,0 0 0 0,0-1-33 16,0 1 33-16,1-1 0 0,-1-1 55 0,-2 1-55 0,1-1 0 16,1-1 89-16,-2-1-89 0,0-1 0 0,0 0 47 15,-1-1-47-15,0 0 0 0,0-1-67 0,-2 2 67 0,1-1 0 16,-1-1-199-16,-1 0 199 0,-1 0 0 0,1-1-237 0,0-1 237 0,0-1 0 15,0 1-193-15,-2-1 193 0,1-1 0 0,0 0-59 16,-2-2 59-16,1 0 0 0,0 3-899 0,0 2 899 0,0 2 0 16</inkml:trace>
  <inkml:trace contextRef="#ctx0" brushRef="#br0" timeOffset="75595.865">9508 12350 1024 0,'0'0'0'0,"0"0"0"0,0 0 0 0,0 0 0 0,0 0 256 0,0 0-256 0,0 0 0 16,0 0 256-16,0 0-256 0,0 0 0 0,0 0 256 15,0 0-256-15,0 0 0 0,0 8 256 0,-2 3-256 0,1 5 0 0,0-5 130 16,2-2-130-16,-1 0 0 0,0 1-256 15,0 2 256-15,0 0 0 0,0 2-125 16,1 0 125-16,0 2 0 0,-1-1 162 0,1 1-162 0,1 1 0 0,-1-1 256 16,1 0-256-16,1 2 0 0,-1-1 256 0,-2-1-256 0,1 1 0 0,0 0-106 0,1-1 106 0,1 2 0 15,-2-2-256-15,-1 0 256 16,-1 0 0-16,1-3-256 0,0 0 256 0,0-2 0 0,0-2-256 16,-2-1 256-16,1-3 0 0,0 0-8 0,2-2 8 0,-1-1 0 0,0-3 216 15,-2-2-216-15,1-3 0 0,0 5-781 0,2 1 781 0,-1 1 0 0</inkml:trace>
  <inkml:trace contextRef="#ctx0" brushRef="#br0" timeOffset="75930.671">9514 12432 1024 0,'0'0'0'0,"0"0"256"0,0 0-256 0,0 0 0 0,0 0 0 0,0-4 256 16,-2-4-256-16,1-2 0 0,0 4 256 0,2-1-256 0,-1 1 0 16,1 0 256-16,1-3-256 15,1-1 0-15,-1 1 256 0,1-2-256 0,1 0 0 0,0 1 256 16,-1 0-256-16,0 1 0 0,1 0-149 0,1-1 149 0,1 1 0 0,0 0-256 0,2 2 256 0,0 0 0 0,-1 1-255 15,1 1 255 1,2 1 0-16,-2 0 226 0,-1 0-226 0,1 2 0 0,0 0 256 0,0 1-256 0,3 1 0 0,-1 1 256 16,-2 1-256-16,0 1 0 0,2 0 256 15,-3 2-256-15,1 0 0 0,0 2 104 0,1 1-104 0,-1 3 0 0,0-1-256 16,-2 1 256-16,2 2 0 0,-1-1-178 16,-1 2 178-16,0 1 0 0,0-1 145 15,0 2-145-15,-2 1 0 0,1 1 256 16,-2 3-256-16,1 0 0 0,0 0 179 0,0 1-179 0,1 2 0 0,-1-3-79 15,-2 2 79-15,1-1 0 0,0 0-256 0,-2-1 256 0,1-1 0 16,-1 1-256-16,0-1 256 0,-1-1 0 0,1-1-256 16,-1-1 256-16,-1-1 0 0,0-2-146 0,-1-2 146 0,-1-1 0 0,1-2 43 15,0-2-43-15,0-3 0 0,1-2-1170 0,1-2 1170 16,1-2 0-16</inkml:trace>
  <inkml:trace contextRef="#ctx0" brushRef="#br0" timeOffset="76136.799">9536 12537 1024 0,'0'0'0'0,"0"0"0"0,0 0 0 15,0 0 0-15,0 0 256 0,0 0-256 0,0 0 0 0,0 0 256 0,0 0-256 0,0 0 0 0,3 6 256 16,2 2-256-16,2 3 0 0,0-9 256 16,1-3-256-16,2-3 0 0,0 3 256 0,3 1-256 0,1 1 0 0,0-2-13 15,2 0 13-15,3-1 0 0,-2 1-256 16,3 0 256-16,2 0 0 0,-3 0-256 0,1-1 256 0,0-1 0 0,-2 0 114 0,3-1-114 0,0-2 0 0,-14 5-869 15,-7 1 869-15,-7 1 0 0</inkml:trace>
  <inkml:trace contextRef="#ctx0" brushRef="#br0" timeOffset="76406.014">10018 12262 1024 0,'0'0'0'0,"0"0"0"0,0 0 0 0,0 0 0 0,0 0 256 16,0 0-256-16,0 0 0 0,0 0 256 0,0 0-256 0,0 0 0 0,0 0 256 15,0 0-256-15,0 0 0 0,2 4 256 0,1 2-256 0,0 3 0 0,-1-3 256 16,1 0-256-16,1 0 0 0,-1 2 256 16,0 1-256-16,0 3 0 0,-3-12 0 0,3 11-256 15,2 1 256-15,0 3 0 0,-1-2-256 0,-2 2 256 0,1 1 0 0,0 0 74 16,1 2-74-16,1 2 0 0,0-2 256 0,-1 3-256 0,0-1 0 0,-1 1 256 0,-1 0-256 16,-1 1 0-16,1-1-81 0,0 0 81 0,0 0 0 0,-1 0-256 0,2-2 256 15,0 1 0-15,1-1-256 0,-3 0 256 0,1 0 0 0,0-3-256 16,-2-3 256-16,1-1 0 0,-1-1-256 15,0 0 256-15,-1-1 0 0,3-3-185 0,0-1 185 0,1-4 0 0,-2 0-320 16,-1-2 320-16,-1-2 0 0</inkml:trace>
  <inkml:trace contextRef="#ctx0" brushRef="#br0" timeOffset="76638.617">10251 12483 1024 0,'0'0'0'0,"0"0"0"0,0 0 0 0,0 0 0 0,0 0 256 16,0 0-256-16,0 0 0 0,0 0 256 0,0 0-256 0,0 0 0 0,0 0 256 16,0 0-256-16,0 0 0 0,1 6 256 0,1 2-256 0,1 3 0 0,-1-2-175 15,-2-1 175-15,1 0 0 0,0 3-256 16,1 2 256-16,1 1 0 0,0-1-256 16,0 0 256-16,1 2 0 0,-2-1-171 0,-1 0 171 0,-1 3 0 0,1-2 139 15,0-1-139-15,0 0 0 0,0-1 230 0,0-1-230 0,0-2 0 0,0-1 121 16,-2 0-121-16,1-2 0 0,0-1-67 0,0-1 67 15,0-3 0-15,0 0-589 0,0-2 589 16,0-2 0-16</inkml:trace>
  <inkml:trace contextRef="#ctx0" brushRef="#br0" timeOffset="76803.13">10334 12375 1024 0,'0'0'0'0,"0"0"0"0,0 0 0 0,0 0 0 0,0 0 256 0,0 0-256 0,0 0 0 0,0 0-137 16,0 0 137-16,0 0 0 0,0 0-92 0,0 0 92 0,0 0 0 0,5-3 4 0,3-3-4 0,3 0 0 0,-7 4-31 15,-4 2 31-15,-4 2 0 0</inkml:trace>
  <inkml:trace contextRef="#ctx0" brushRef="#br0" timeOffset="77107.509">10625 12353 1024 0,'0'0'0'0,"0"0"0"0,0 0 0 0,0 0 0 0,0 0 256 0,0 0-256 0,0 0 0 16,0 0 256-16,0 0-256 0,0 0 0 0,0 0 256 0,0 0-256 16,0 0 0-16,-8 4 256 0,-6 1-256 0,-2 2 0 0,9-4 193 15,3-2-193-15,2-2 0 0,2 1 0 0,-4 3-223 0,0 0 223 16,0 1 0-16,0-1-256 0,-1 1 256 0,-2 1 0 0,0 0-256 15,1 1 256-15,-3 2 0 0,2-2-100 0,-2 2 100 0,0 0 0 0,2 0 256 16,1 2-256-16,0 1 0 0,0-2 256 0,1 0-256 0,0 1 0 16,1-1 256-16,1 1-256 0,1 0 0 0,1-2 256 15,1 1-256-15,1-1 0 0,1 1-48 0,1-1 48 0,1 0 0 0,1 0-256 16,0-1 256-16,3 0 0 0,0 0-256 0,1-1 256 16,3 0 0-16,-1-1-86 0,-1 0 86 0,4-2 0 0,-4-1 72 15,2-1-72-15,1-1 0 0,0-2 40 0,2-1-40 0,0-2 0 16,-10 4-872-16,-5 1 872 0,-5 1 0 0</inkml:trace>
  <inkml:trace contextRef="#ctx0" brushRef="#br0" timeOffset="77535.011">10913 12473 1024 0,'0'0'0'0,"0"0"0"0,0 0 0 0,0 0 0 0,0 0 0 0,0 0 0 0,0 0 0 0,5 1 256 15,3 1-256-15,1 1 0 0,-2-3 256 0,-1-1-256 16,0-1 0-16,0 1 256 0,1-1-256 0,2-1 0 0,-2 1 256 0,1-1-256 15,1-1 0-15,-1 0 157 0,1 0-157 0,1-1 0 0,-2 1-256 16,0 0 256-16,-2-1 0 16,1 0-256-16,-2 1 256 0,1-3 0 0,0 1-256 0,-2-2 256 0,-1 0 0 0,0 1 73 15,-1 2-73-15,-1-1 0 0,1 0 256 0,-2-1-256 0,1 1 0 0,0-1 256 16,-2 1-256-16,1-1 0 0,-2 1 256 0,-1 0-256 16,-1 0 0-16,0 1 256 0,-1 0-256 0,-2 1 0 0,1 1-256 15,-1-1 256-15,-1 2 0 0,-1 0-256 16,0 2 256-16,-1-1 0 0,-1 1-256 0,-1 1 256 0,-1 1 0 0,1 0-36 0,2 2 36 15,1-1 0-15,-2 1 256 0,0 2-256 0,-2 1 0 0,3-2 256 16,1 1-256-16,1 2 0 0,-1 0 256 0,1 1-256 0,2 2 0 0,0-2 94 16,2-1-94-16,1 0 0 0,0 1-133 15,1 2 133-15,1 1 0 0,1-2 9 16,2-2-9-16,2-1 0 0,1 1 141 0,-1 2-141 0,3 0 0 0,0-1 98 0,0 0-98 16,4-1 0-16,-2-1-38 0,2 1 38 0,4-1 0 0,-3-1-256 15,1-1 256-15,2 0 0 0,-1 0-256 16,-1-1 256-16,1-1 0 0,-1-1-256 0,1-2 256 15,4-2 0-15,-5 0-254 0,0-3 254 0,-2 0 0 0,1 0 194 0,-2 0-194 0,-1-1 0 0,-5 4-817 16,-4 2 817-16,-4 2 0 0</inkml:trace>
  <inkml:trace contextRef="#ctx0" brushRef="#br0" timeOffset="78040.362">11174 11769 1024 0,'0'0'0'0,"0"0"0"0,0 0 0 0,0 0 0 0,2 2 134 0,1 1-134 0,1 1 0 0,-1-2 146 0,1 1-146 0,3-1 0 0,-2-1 256 16,0 2-256-16,3-1 0 0,-2 0 256 15,2 2-256-15,1 0 0 0,-9-4 0 0,8 3 256 16,1 1-256-16,2 1 0 0,-1 0-8 0,2 2 8 16,0 0 0-16,-1 1-256 0,1 2 256 0,-1 1 0 0,-1 0-256 15,3 2 256-15,-1 0 0 0,1 0-256 0,-3-1 256 0,1 1 0 0,1 1 65 0,-3 2-65 0,1 1 0 0,1 0 256 16,-2-1-256 0,0 2 0-16,2-1 256 0,-3 3-256 15,1 0 0-15,0-1 256 0,-2 0-256 0,-1 0 0 0,1 0-114 16,-2 1 114-16,2 1 0 0,-1-1-234 0,-2-1 234 0,1 2 0 0,-1-1-130 15,-1 1 130-15,-1 1 0 0,-1-2 30 16,-1 0-30-16,-1 0 0 0,1 0 202 0,0 1-202 0,0 1 0 0,-1-2 256 16,-1 0-256-16,-1 0 0 0,-1 0 186 0,0 1-186 15,-3 1 0-15,1-2-25 0,0-2 25 0,-1 1 0 0,1-1-169 16,-1 0 169-16,-2-1 0 0,1 1-127 0,-1-1 127 0,-3-1 0 0,3 0-7 16,-2 1 7-16,-1-2 0 0,2-1 107 0,1 0-107 0,0-2 0 15,0 2 123-15,-1-1-123 0,-2-1 0 0,2-1 52 16,1 0-52-16,0-2 0 0,-1 1-87 0,0 1 87 15,-1 0 0-15,0-3-185 0,3 0 185 0,-1-2 0 0,-1 2-198 16,1-1 198-16,0 0 0 0,0-2-115 0,-1 0 115 0,-1-3 0 0,2 1-52 16,2-1 52-16,1 0 0 0,3-1-618 15,4-2 618-15,1 1 0 0</inkml:trace>
  <inkml:trace contextRef="#ctx0" brushRef="#br0" timeOffset="112945.667">11267 13421 1024 0,'0'0'0'0,"0"0"0"0,0 0 0 0,0 0 0 0,1 2 256 0,1 1-256 0,1 1 0 0,-1-2 41 16,0 2-41-16,0 0 0 0,0-2 3 0,-2 0-3 0,1 0 0 15,1-1 59-15,0 1-59 0,1 1 0 0,-1-2 101 16,-2 0-101-16,1 0 0 0,0 0 153 0,1 1-153 0,1 1 0 15,-1-2 111-15,-2 1-111 0,1-2 0 0,0 1 52 0,-2-1-52 0,1-1 0 0,0 1-50 16,2 0 50-16,-1 0 0 0,0 1-96 16,-2 0 96-16,1 1 0 0,0-1-102 0,0-1 102 15,0-1 0-15,0 1 9 0,0 0-9 0,0 0 0 0,0 0 94 16,-2 0-94-16,1 0 0 0,0 1 174 0,0-1-174 0,0 2 0 0,0-1 128 16,-1-1-128-16,-1-1 0 0,0 2 14 0,-1 2-14 0,-2-1 0 15,2 1-76-15,0-1 76 0,0-1 0 0,0 2-97 16,-1 1 97-16,-2 2 0 0,1-1-56 0,-1-1 56 0,-2 3 0 15,1-1-12-15,-1 1 12 0,0 2 0 0,1 0 44 0,0 2-44 16,2 1 0-16,-1-2 57 16,0 2-57-16,-1 0 0 0,1 0-26 0,0 2 26 0,0 1 0 0,0 1-81 0,-1 0 81 0,1 2 0 0,1-1-106 15,0 0 106-15,2 1 0 0,-2-2-118 0,2 2 118 0,1 1 0 16,0-1-86-16,1 1 86 16,1 1 0-16,0 0-112 0,1 1 112 0,1 1 0 0,-1-2-58 0,2 1 58 0,-1-2 0 15,2 1-153-15,1 0 153 0,1 1 0 0,0-1-67 0,-1 0 67 16,0 0 0-16,2-1 0 0,2-1 0 0,3 1 0 0,-3 0 0 15,1 1 0-15,2 2 0 0,-1-3 0 0,1 0 0 0,3-1 0 16,-2 0 0-16,2 1 0 0,1 1 0 0,-2-2 0 16,2 0 0-16,0-1 0 0,0-2 0 0,-1-1 0 0,1-1 0 15,0-2 0-15,2 0 0 0,1-2 0 0,0-1 0 16,-2 0 0-16,0-2 0 0,-10-3 0 16,-6-3 0-16,-6-3 0 0</inkml:trace>
  <inkml:trace contextRef="#ctx0" brushRef="#br0" timeOffset="113378.697">11527 13711 1024 0,'0'0'0'0,"0"0"256"0,0 0-256 0,0 0 0 0,0 0 256 0,0 0-256 0,0 0 0 0,2-1 256 15,2 0-256-15,0 0 0 0,0-2 256 0,1 0-256 0,1-1 0 16,-1 2 2-16,2-1-2 0,0 1 0 0,1 0-256 16,0-1 256-16,4-1 0 0,-12 4 0 0,10-2-256 0,1 0 256 0,2 0 0 0,-1 0-256 15,2-1 256-15,1-2 0 0,-1 3 192 0,-1 0-192 0,2 0 0 16,-2 0 256-16,-1 0-256 0,0 0 0 0,0 0 256 16,0 1-256-16,-1 1 0 0,0-1 141 0,0-1-141 0,-2-2 0 0,-1 3-256 15,-1-2 256-15,0 1 0 0,-1 0-256 0,-1 0 256 0,-1 0 0 16,0-1-256-16,-1-1 256 0,-1-2 0 0,-1 2-256 15,-1-2 256-15,-1 0 0 0,1 4-79 0,0 2 79 0,0 2 0 0</inkml:trace>
  <inkml:trace contextRef="#ctx0" brushRef="#br0" timeOffset="113598.132">11712 13714 1024 0,'0'0'0'0,"0"0"256"0,0 0-256 0,0 0 0 0,0 0 256 0,0 0-256 0,0 0 0 0,0 0 256 16,0 0-256-16,0 0 0 0,-1 7 163 0,-1 4-163 0,-1 3 0 15,3-5-253-15,1-1 253 0,1 0 0 0,-1 2-219 16,-1-10 219-16,2 11 0 0,2 2 0 0,-2 0-125 0,0 1 125 0,0 1 0 0,0-1-93 16,1 2 93-16,1 1 0 0,-1 0-72 0,-2 1 72 0,1 1 0 15,0-1-36-15,1 0 36 0,2 2 0 0,-2-2-93 16,-2 1 93-16,1 1 0 0,0-1-40 0,-2-1 40 0,1-1 0 16,0 0 0-16,1-1 0 0,1-2 0 0,-1 0 0 0,1-1 0 0,1-2 0 0,-1-2 5 15,-2-1-5-15,2-2 0 0,-2-3-5 16,-1-4 5-16,-1-1 0 0</inkml:trace>
  <inkml:trace contextRef="#ctx0" brushRef="#br0" timeOffset="114073.053">11973 13891 1024 0,'0'0'0'0,"0"0"0"0,0 0 0 0,0 0 0 0,0 0 256 0,0 0-256 0,0 0 0 16,0 0 216-16,0 0-216 0,0 0 0 0,0 0 36 0,0 0-36 0,0 0 0 16,-6 7-119-16,-3 4 119 0,-2 5 0 0,7-8-135 31,3-3 135-31,3-2 0 0,-2-3 0 0,-1 6-127 0,-1 2 127 0,-1 1 0 0,1-2-73 0,0 1 73 0,0 2 0 16,-1-2-4-16,3 2 4 0,-1 0 0 0,0-1 46 15,0-1-46-15,0 0 0 0,1 1 21 0,1 0-21 16,1 1 0-16,-1-1-12 0,1 0 12 0,-1-1 0 0,2 1-28 0,1-1 28 0,1 0 0 0,-1 0-15 0,1-2 15 0,1-1 0 0,0-1 5 15,0 0-5-15,1-2 0 16,0 0 12-16,2 0-12 0,1 0 0 0,-2-3 49 0,1-1-49 0,2-1 0 0,-2-2 110 16,0 0-110-16,1-2 0 0,-1 1 150 0,-2-1-150 15,2-1 0-15,-2-2 122 16,-1 1-122-16,-1-4 0 0,0 3-1 0,-1-1 1 0,0 0 0 16,-2 0-43-16,-1 0 43 0,0-1 0 0,-1 0-20 0,-2 0 20 0,-3-2 0 0,2 1 1 15,-2 1-1-15,-3 0 0 0,2 0 54 16,0 1-54-16,-4 1 0 0,1 0 57 0,0 1-57 0,-4 0 0 0,2 2 38 15,-2 0-38-15,0 2 0 0,1-2-3 16,-1 2 3-16,1-2 0 0,-1 3-95 0,2 1 95 0,0 1 0 16,1 0-115-16,1 0 115 0,2 2 0 0,0-1-45 0,0 1 45 0,2-1 0 0,1 0 10 15,2 1-10-15,2 1 0 0,1-2 20 0,2 0-20 0,2 0 0 0,-4 0-368 16,-1 1 368-16,-1 1 0 0</inkml:trace>
  <inkml:trace contextRef="#ctx0" brushRef="#br0" timeOffset="114738.787">12252 13834 1024 0,'0'0'0'0,"0"0"0"0,0 0 0 0,0 0 0 0,0 0 256 16,0 0-256-16,0 0 0 0,0 3 256 0,2 3-256 0,-1 1 0 0,0-2-5 15,0 0 5-15,0 0 0 0,0 2-118 0,1 1 118 0,1 3 0 16,-1-2-134-16,-2 2 134 0,1 0 0 0,0 0-125 15,1 0 125-15,-1 2 0 0,0-2-14 0,0-1 14 0,0 1 0 0,0-2 57 16,-2 1-57-16,1-1 0 0,0-1 93 0,0-1-93 0,0 0 0 16,0 0 54-16,0-3-54 0,0 1 0 0,0-1-6 15,0-1 6-15,0-1 0 0,0 0-4 0,2 0 4 0,-1-2 0 0,0-2-30 16,0 1 30-16,0-3 0 0,1 0-8 0,1-3 8 16,1-1 0-16,-1 1 4 0,1-1-4 0,2-2 0 0,-2 1 112 15,0-2-112-15,0-1 0 0,0 2 135 0,1-2-135 0,1 0 0 16,0 1 102-16,-3 2-102 0,1 0 0 0,0 1 17 15,0-1-17-15,0 1 0 0,-1 0-21 0,3 2 21 0,-1 0 0 16,-1 1-85-16,2 1 85 0,0 1 0 0,-1 2-117 0,0-1 117 0,-2 2 0 16,1 2-155-16,0-1 155 0,0 2 0 0,0 0-66 15,1 1 66-15,2 2 0 0,-2 2 2 0,-2 1-2 0,1 2 0 16,0-1 51-16,0-1-51 0,0 1 0 0,0 1 1 16,-1 2-1-16,0 1 0 0,0-3 11 0,-2 0-11 0,1-1 0 0,0 0-36 15,0-1 36-15,0 0 0 0,0 0-36 0,-2-1 36 0,1 0 0 16,0-1-45-16,0-1 45 0,0 0 0 0,0-1 1 15,0-1-1-15,0 0 0 0,-1-1 70 0,-1 0-70 0,-1 0 0 0,2-3 183 16,1-1-183-16,1-1 0 0,-1-2 86 0,-2-1-86 16,1-2 0-16,0 0-7 0,2-1 7 0,-1-2 0 0,2 0-56 15,0-2 56-15,1-1 0 0,-1 0 17 16,0 0-17-16,0-2 0 0,0 2 23 0,1-1-23 0,1 0 0 0,0 2 134 16,0-2-134-16,2-1 0 0,-2 2 186 0,1-1-186 0,2 0 0 0,-2 2 93 15,0 2-93-15,0 0 0 0,0 1-119 0,2 1 119 0,1 0 0 16,-1 1-184-16,-2 1 184 0,2 0 0 0,-1 3-103 15,1 0 103-15,3 3 0 0,-3 0 256 0,-1 1-256 0,-1 1 0 0,1 2 256 16,1 2-256-16,-1 2 0 0,0 1 256 16,-2 2-256-16,2 2 0 0,-1-1 256 0,0 0-256 0,0 1 0 0,-2 2 256 15,-1 0-256-15,-1 3 0 0,0-1 256 16,0 2-256-16,-2 2 0 0,1-3-256 0,-2 2 256 0,1-1 0 0,-2-2-256 16,0 0 256-16,-1-1 0 0,1-1-179 0,2 0 179 0,-1 0 0 0,0-3 65 15,2-2-65-15,-1-1 0 0,0-6-1380 0,0-3 1380 0,0-3 0 16</inkml:trace>
  <inkml:trace contextRef="#ctx0" brushRef="#br0" timeOffset="114942.368">12992 14156 1024 0,'0'0'0'0,"0"0"0"0,0 0 0 0,0 0 0 0,2 6 256 0,1 2-256 0,1 3 0 0,-1-4 256 0,-2-1-256 0,1 0 0 15,1 1 256 1,-1 1-256-16,0 2 0 0,-2 2 256 0,-1 1-256 0,-1 3 0 0,0 0 256 16,-2 0-256-16,0 2 0 0,0 0-256 0,-1-1 256 0,-2 2 0 0,0-2-256 0,-2-1 256 0,0-1 0 0,1-1-256 15,1 0 256-15,0-1 0 0,4-8-512 32,4-5 512-32,1-5 0 0</inkml:trace>
  <inkml:trace contextRef="#ctx0" brushRef="#br0" timeOffset="115607.726">13243 13533 1024 0,'0'0'0'0,"0"0"256"0,0 0-256 16,0 0 0-16,4-1 256 0,5-1-256 0,0-1 0 0,-2 2 256 0,-1-1-256 0,0-1 0 0,2 0 256 15,0-1-256-15,2-2 0 0,1 2 256 16,1-1-256-16,3-1 0 0,-3 1-256 15,0 0 256-15,1 2 0 0,0-2-256 0,3 0 256 16,2-1 0-16,-1 0 256 16,-3 1-256-16,2 0 0 0,-2 1 256 0,1 0-256 0,-3-1 0 0,2 0 256 0,-2 1-256 0,0 1 0 0,0-1 256 15,-3 1-256-15,-2 1 0 0,1-2 256 0,-2 0-256 0,-1-1 0 0,-1 0-256 16,-1 2 256-16,-1-1 0 0,0 0-256 0,-1 1 256 0,-1 0 0 0,0-1-256 16,-1 1 256-16,-1 0 0 0,0 2-256 0,-1 1 256 15,-1 1 0-15,0-1 256 0,-1-1-256 0,-2-1 0 0,1 3 256 16,-1 1-256-16,-1 1 0 0,1 0 256 0,-1 2-256 15,0 0 0-15,0 0-244 0,1-1 244 0,0 3 0 0,1-2-194 16,1 0 194-16,1 0 0 0,-1 1 256 0,1-1-256 0,0 0 0 0,1 1 256 16,0 0-256-16,2 1 0 0,0 1 256 15,1 2-256-15,1 1 0 0,-1 0 256 0,2 2-256 0,-1 1 0 0,2 0 256 16,0 2-256-16,2 1 0 0,-2 0 171 0,1 1-171 0,1 1 0 0,-1 1-256 16,0 0 256-16,0 3 0 0,0-2 226 0,1 1-226 0,-1 1 0 15,0 0 256-15,0 2-256 0,0 0 0 0,0-2 40 16,-2 1-40-16,1-2 0 0,1 1 0 0,-3 0 0 0,1 1 0 0,0-1 0 15,-2-1 0-15,1-1 0 0,-2-1 0 0,-1-1 0 16,-1-1 0-16,0-1 0 0,0-1 0 0,-1-2 0 0,-1 1-40 16,0-2 40-16,-3 0 0 0,1-1-256 0,0-1 256 15,-2-2 0-15,0-1 256 0,-2-1-256 0,-1-3 0 0,0 0 40 16,1-2-40-16,-3-2 0 0,1 0 0 0,1-1 0 0,-1-1 0 0,1-1 0 16,1-1 0-16,-1-1 0 0,2-3-40 0,2-3 40 15,1-3 0-15,4 10-3031 16,3 4 3031-16,3 4 0 0</inkml:trace>
  <inkml:trace contextRef="#ctx0" brushRef="#br0" timeOffset="116003.76">13764 13994 1280 0,'0'0'0'0,"0"0"256"0,0 0-256 0,0 0 0 15,4 0 256-15,2 0-256 0,3 0 0 0,-3 0 256 0,-1-1-256 0,0-1 0 16,0 2 256-16,2 0-256 0,0 0 0 0,1-1 256 0,0-1-256 0,4-2 0 0,-3 2-222 0,-2 0 222 0,2 1 0 16,-1-2 250-16,0 0-250 0,0-1 0 0,1 0 256 31,-3-1-256-31,1-2 0 0,0 2 256 0,-1 0-256 0,1 0 0 0,-3-1 256 16,0 0-256-16,-2-1 0 0,0 1 256 0,-1 1-256 0,-1 0 0 0,-1-1-67 15,-1 0 67-15,-2-1 0 0,0 1-256 0,-1 0 256 0,-2 2 0 0,1-1-256 0,-1 1 256 16,-1 0 0-16,-1 1-179 0,0 2 179 0,-2 0 0 0,0-1 256 15,3 1-256-15,-1 0 0 16,-1 2 256-16,1 1-256 0,0 1 0 0,0 0 256 16,-1 0-256-16,1 1 0 0,1 1 256 0,0 1-256 0,2 2 0 0,0-1 217 0,0 1-217 0,2 2 0 0,0 0 0 15,1 1 0-15,0 3 0 0,1-3 0 0,1 2 0 16,1 1 0-16,2 0 0 16,3 2 0-16,1 1 0 0,-1 0 0 0,1 1 0 15,1 1 0-15,2-2 0 0,1-2 0 0,2 0 0 0,-1-1 0 0,0 0 0 0,2-1 0 0,0-3 0 16,-1-1 0-16,4-2 0 0,-11-4-3071 0,-6-3 3071 0,-3-3 0 0</inkml:trace>
  <inkml:trace contextRef="#ctx0" brushRef="#br0" timeOffset="116440.337">14028 13931 1024 0,'0'0'0'0,"0"0"0"0,0 0 0 0,0 0 0 0,3-2 256 0,2-1-256 0,2-1 0 0,-2 1 256 0,-1 0-256 16,1-1 0-16,0 1 256 0,0-1-256 0,3-1 0 0,-2 1 256 15,2-1-256-15,0 1 0 0,-1-1 256 0,1 0-256 16,2-1 0-16,-2 3 256 0,1 1-256 0,2 1 0 0,-3 0-256 16,2-1 256-1,1 2 0-15,-2 2-256 0,0 1 256 0,1 1 0 0,1 1 256 0,-3 1-256 16,1 2 0-16,0-1 256 0,-2 1-256 0,-1 2 0 0,0-1 256 0,-1 0-256 16,0 2 0-16,-2-1 256 15,-1 2-256-15,-1 1 0 0,0-2 70 0,-1 0-70 0,-1 1 0 16,1-1-256-16,-2-1 256 0,1 0 0 0,-1 0-256 0,-2-2 256 15,0 0 0-15,1-1-256 0,-1 1 256 0,-1-1 0 0,1-1 256 16,0 0-256-16,0-2 0 0,-1 0 256 0,1-1-256 0,0 0 0 16,0-1 256-16,1 0-256 0,0 0 0 0,0-1 256 15,1 0-256-15,1 0 0 0,-1-1 256 0,2 0-256 0,-1 0 0 0,-1-1 256 16,1 1-256-16,0-2 0 0,1 0 185 0,1-2-185 0,2 1 0 16,-1-3 0-16,1 1 0 0,1-4 0 0,0 3 0 15,1-3 0-15,2-1 0 0,-1 1 0 0,0 0 0 0,1-2 0 0,-1 2 0 16,1-1 0-16,2-2 0 0,-2 1 0 0,-2-1 0 15,1 0 0-15,0 1 0 0,1-1 0 0,-1 1 0 0,0 0-164 16,0 0 164-16,0 1 0 0,1-1-146 0,-2 0 146 0,0-2 0 0,0 3-183 16,1 0 183-16,2 2 0 0,-6 4-2578 15,-2 5 2578-15,-2 2 0 0</inkml:trace>
  <inkml:trace contextRef="#ctx0" brushRef="#br0" timeOffset="116805.304">14420 13881 1024 0,'0'0'0'0,"0"0"0"0,0 0 0 0,0 0 0 0,0 0 0 0,0 0 0 0,0 0 0 0,0 0 256 0,0 0-256 0,0 0 0 0,6-1 256 16,2 0-256-16,3-1 0 15,-5 1 256-15,-1-2-256 0,-3 1 0 0,2 1 256 0,1-1-256 0,2-1 0 0,-1 0 256 0,1 0-256 16,2-1 0-16,-2 3 256 16,-2 0-256-16,1 0 0 0,2 1-256 15,0 2 256-15,1-1 0 0,1 2-238 0,0 1 238 0,1 2 0 0,0-1 256 0,-3 1-256 0,1 2 0 0,-1 0 256 0,3 1-256 16,0 2 0-16,-2 0 256 0,0 0-256 15,-2 2 0-15,-1-1 256 0,-1 0-256 0,-1 2 0 0,0-1-256 0,-2 1 256 0,-1 0 0 16,1-1-256-16,-2 0 256 0,1-1 0 0,-1 0-256 16,-1-2 256-16,-1-1 0 0,1 1-182 15,-1 0 182-15,-2-1 0 0,2-1 256 0,-1-1-256 0,-1 0 0 16,1-1 256-16,-1-1-256 0,-2 0 0 0,2-1 256 0,0-1-256 0,2 0 0 0,-1-1 256 16,2 0-256-16,-1-1 0 0,0-1 256 0,2 0-256 0,-1-3 0 15,1 0 256-15,1-1-256 0,1-1 0 0,0-2 256 16,1-1-256-16,1-3 0 0,1 2 163 0,0-2-163 15,2 0 0-15,-2 0 0 0,1-1 0 0,2 0 0 0,-1 0 0 16,1-2 0-16,1-1 0 0,1 2-71 0,0 0 71 0,1 1 0 0,0-1-256 16,-1 0 256-16,0-2 0 0,1 2-256 0,0-1 256 0,3 0 0 0,-10 9-2488 15,-4 5 2488-15,-4 5 0 0</inkml:trace>
  <inkml:trace contextRef="#ctx0" brushRef="#br0" timeOffset="117400.806">14907 13849 1024 0,'0'0'0'0,"0"0"256"0,0 0-256 0,0 0 0 0,0 0 256 16,0 0-256-16,0 0 0 0,0 0 256 0,0 0-256 0,0 0 0 0,1 8 256 0,1 5-256 16,1 4 0-16,-1-9 256 0,1-2-256 0,-1-2 0 0,0 3 256 15,-2 0-256-15,1 2 0 0,0 0 256 0,1 0-256 0,1 1 0 16,-1 0 256 0,0 2-256-16,0 1 0 0,0-3-256 0,1 0 256 0,1-2 0 0,-1 2 256 15,2-1-256-15,0 1 0 0,-1-3 256 0,1 0-256 0,1-2 0 0,-1 0 256 0,2 0-256 0,0 0 0 0,-1-2 256 16,1-2-256-16,2-1 0 0,-2 0-256 0,0-2 256 15,0 0 0-15,1-1-256 16,0-1 256-16,1-1 0 0,-1-1-256 0,0-3 256 0,0-2 0 0,0 3-256 16,-1-2 256-16,0 0 0 0,0 1 256 0,-2-2-256 0,1-1 0 0,-1 1 256 0,-1 2-256 15,0-2 0-15,0 1 256 0,-2 0-256 0,1 2 0 0,0-1 256 32,-2 1-256-32,1 0 0 0,0 0 255 0,-2 2-255 0,1 0 0 0,0 1 0 15,-2-1 0-15,1 2 0 0,0 0 0 0,-2 0 0 0,1 2 0 0,0-1 0 0,2 1 0 16,-1 1 0-16,0 0 0 0,0 1 0 0,0 1 0 0,0 0 0 15,0 1 0-15,0 1 0 0,0 1 0 0,0 3 0 0,0 1 0 0,0 0 0 16,2 1 0-16,-1 2 0 16,0 1 0-16,0 2 0 0,0 1 0 0,0 1 0 15,1 2 0-15,1 2 0 0,0 0 0 0,-3 0 0 16,1 3 0-16,0-1 0 0,0 0 0 0,0 1 0 0,0 0 0 16,-2-2 0-16,1 1 0 0,0 0 0 0,0-1 0 0,0-1 0 15,0 0 0-15,0 1 0 0,0-2 0 0,-1 0 0 16,-1-1 0-16,-2-1 0 0,2-1 0 0,0-1 0 0,0-2 0 0,-1 0 0 15,-1 0 0-15,-1-1 0 0,0-2 0 0,-1 0 0 16,-2-2 0-16,2 0 0 0,-1-2 0 0,-2 0 0 0,0-1 0 16,3-1 0-16,-1-1 0 0,0 0 0 0,0-1 0 0,1-1 0 15,-1 0 0-15,2-1 0 0,-1-1 0 0,0 1 0 16,2 0 0-16,1 0 0 0,-1 0 0 0,2-2 0 0,-1 1 0 0,0 0 0 16,2 0 0-16,-1 0 0 0,1-2 0 0,1 0 0 15,1-1 0-15,0 0 0 0,1-1 0 0,1-1 0 0,1 1 0 16,0-1 0-16,3-2 0 0,1 1 0 0,-1-2 0 0,3 0 0 0,0-1 0 15,1 0 0-15,3-2 0 0,-2 1 0 16,-1 0 0-16,1-2 0 0,-7 9-3071 0,-5 4 3071 0,-5 4 0 0</inkml:trace>
  <inkml:trace contextRef="#ctx0" brushRef="#br0" timeOffset="117705.222">15143 13432 1024 0,'0'0'0'0,"0"0"0"15,0 0 0-15,0 0 0 0,0 0 256 0,0 0-256 0,0 0 0 0,4-2 256 0,2-1-256 0,2-2 0 0,-1 4 256 16,-3-1-256 0,1 2 0-16,1 2 256 0,1 2-256 0,2 0 0 0,1 5 256 0,1 4-256 0,5 3 0 15,-3 0 256-15,2 3-256 0,1 2 0 16,-1 4 88-16,1 2-88 0,1 4 0 0,-4 0 256 0,-2 3-256 0,-1 2 0 15,-1 7 256-15,0 5-256 0,-2 6 0 0,-2-2 256 16,-2 3-256-16,-2 2 0 0,-4-1 256 0,-3-1-256 0,-4 2 0 16,-1-1-121-16,-4 0 121 0,-6 2 0 0,0-5-256 15,-3-1 256-15,-4-2 0 0,-2-3-256 0,-5-3 256 16,-3-3 0-16,27-25-2015 0,11-16 2015 16,11-16 0-16</inkml:trace>
  <inkml:trace contextRef="#ctx0" brushRef="#br0" timeOffset="128406.119">9182 13692 1024 0,'0'0'0'0,"0"0"0"0,0 0 0 0,0 0 0 0,0 0 152 0,0 0-152 0,0 0 0 0,0 0 88 15,0 0-88-15,0 0 0 0,0 0 134 0,0 0-134 0,0 0 0 16,0 0 77-16,0 0-77 0,0 0 0 0,0 0-9 16,0 0 9-16,0 0 0 0,0 0-99 0,0 0 99 0,0 0 0 0,3 4-132 15,3 2 132-15,1 3 0 0,-4-2-92 16,-2-1 92-16,-1 0 0 0,1 1 9 0,1 0-9 0,1 1 0 15,-1 2 66-15,-2 2-66 0,1 1 0 0,0 0 73 0,-2 0-73 0,1 2 0 0,0 1-86 16,2 0 86-16,-1 3 0 0,-2-2-105 0,0 1 105 0,-1 1 0 16,1-1-74-16,1 2 74 0,1 2 0 0,-1-3-2 15,-2 0 2-15,1 0 0 0,0-1 0 16,0 0 0-16,0-1 0 0,0 0 0 0,0 2 0 0,0-1 0 0,1-1 0 16,-2 0 0-16,0-1 0 0,1-1 0 0,1-1 0 0,1-2 0 0,0 1 0 15,0 0 0-15,1-1 0 0,0-1 0 16,-2-2 0-16,1 0 0 0,0-1 0 0,1-1 0 0,1 0 0 0,-1 0 0 15,1-1 0-15,1 0 0 0,0-1 0 16,-1-1 0-16,0-1 0 0,1 0 0 0,1-1 0 0,1 0 0 0,-1-1 0 16,1-2 0-16,-1 1 0 0,0 0 0 0,1 0 0 0,1 0 0 0,-1-2 0 15,1 0 0-15,0-1 0 0,0 1 0 16,1 0 0-16,2 0 0 0,-2 0 0 0,0-1 0 0,1-2 0 0,-1 2 0 16,1 0 0-16,2 0 0 0,-2 1 0 0,0 0 0 0,0 0 0 0,0-1 0 15,1 0 0-15,1-1 0 0,-1 2 0 0,-2 1 0 0,-1 1 0 0,2-1 0 16,-1-2 0-16,0 1 0 0,-1-1 0 0,-1 2 0 15,0-1 0-15,0-1 0 16,-2-2 0-16,1-1 0 0,-3 5 0 0,-2 1 0 0,-2 1 0 0</inkml:trace>
  <inkml:trace contextRef="#ctx0" brushRef="#br0" timeOffset="128868.849">9663 13976 1024 0,'0'0'0'0,"0"0"0"16,0 0 0-16,0 0 0 0,0 0 97 0,0 0-97 0,0 0 0 0,0 0 45 15,0 0-45-15,0 0 0 0,0 0 55 0,0 0-55 0,0 0 0 0,0 0-9 0,0 0 9 0,0 0 0 0,-3 7-68 0,-2 3 68 16,-1 2 0-16,4-5-72 0,3-2 72 0,0-1 0 0,-2 1-35 16,0 2 35-16,-1 0 0 0,1 1-13 15,1 1 13-15,1 2 0 0,-1-2 0 16,2 1 0-16,-1 0 0 0,-1 0 0 0,2-1 0 0,1 3 0 15,-2-1 0-15,1-1 0 0,1 0 0 0,-1 0 0 16,1 0 0-16,1-1 0 0,0 0 0 0,1 1 0 0,3-1 0 0,-2 0 0 16,0-1 0-16,3 0 0 0,-1-2 0 0,0-1 0 0,1-2 0 15,-1 0 0-15,2 1 0 0,0-2 0 0,-1-1 0 16,1-1 0-16,-1-1 0 0,0-1 0 0,1-1 0 0,-1-1 0 0,-1-1 0 16,2-1 0-16,1-2 0 0,-3 1 56 15,-1-2-56-15,-1-1 0 0,0 1 10 0,-2 0-10 0,0-1 0 0,-1 0 0 16,-1-2 0-16,-1-1 0 0,-1 2-5 0,-1 0 5 15,-1-2 0-15,-1 1 34 0,-1-1-34 0,-2 0 0 0,-1 0 61 16,0 1-61-16,-1 0 0 0,0 0 57 0,-2 0-57 0,0 1 0 0,1 0 29 16,-2 2-29-16,0 0 0 0,0 1-23 0,-2 1 23 15,-1 0 0-15,2 2-44 0,2 1 44 0,1 1 0 16,-2 1-52-16,0 3 52 0,-1 0 0 0,2 0-2 0,2 1 2 0,1 1 0 16,1-1-19-16,0 1 19 0,1 1 0 0,1 0-24 15,2 2 24-15,2 1 0 0,0-2 0 0,1 0 0 0,1 0 0 0,1-1 16 16,1 0-16-16,3 1 0 0,-5-3-94 15,-3-2 94-15,0-2 0 0</inkml:trace>
  <inkml:trace contextRef="#ctx0" brushRef="#br0" timeOffset="129234.47">10029 14062 1024 0,'0'0'0'0,"0"0"0"0,0 0 0 0,0 0 0 0,0 0 30 0,0 0-30 15,0 0 0-15,0 0 25 0,0 0-25 0,0 0 0 0,0 0 4 16,0 0-4-16,0 0 0 0,3 7-44 0,2 3 44 0,2 4 0 0,-3-7-15 15,0-2 15 1,-2-1 0-16,1 3 0 0,-2 0 0 0,1 1 0 0,0 0 0 0,1 0 0 0,1 2 0 0,-1-1 0 16,-2 1 0-16,1 2 0 0,0-2 0 0,0 0 0 15,0-2 0-15,1 1 0 0,-1-1 0 0,0 0 0 0,0 1 0 16,-2-2 0-16,1 0 0 0,0 0 0 0,0-1 0 16,0 0 0-16,0 0 0 0,-2-2 0 0,1-2 0 0,1 1 0 0,1 0 0 0,1-2 0 0,-1 0 0 15,1-2 0-15,3 1 0 0,-2-1 0 16,0-2 0-16,1 0 0 0,-1 1 0 0,1-1 0 0,1-1 0 0,0-1 0 15,0-1 0-15,1-2 0 0,-1 1 16 0,1-2-16 0,2-1 0 16,-2 1 51-16,0-1-51 0,0-2 0 16,1 2 32-16,-2-1-32 0,0 1 0 0,1-1 6 0,-2 1-6 0,2-1 0 0,-1 1 25 15,0 0-25-15,0 2 0 0,0-1 24 0,-1 0-24 16,0 1 0-16,0 1 19 0,-2-1-19 0,1 1 0 0,0 0-9 16,0 0 9-16,1-1 0 0,-1 2-28 0,0-1 28 0,0 1 0 15,0 1 5-15,0 1-5 0,0 1 0 0,-2 1-141 16,-2 2 141-16,-2 2 0 0</inkml:trace>
  <inkml:trace contextRef="#ctx0" brushRef="#br0" timeOffset="129637.211">10409 14169 1024 0,'0'0'0'0,"0"0"0"0,0 0 0 0,0 0 0 0,0 0 0 0,0 0 0 0,0 0 0 15,0 0 0-15,0 0 0 0,0 0 0 0,4 2 0 16,5 1 0-16,0 2 0 0,-4-5 8 0,-1-1-8 0,-1-1 0 0,1-1 26 0,2 0-26 0,0-1 0 15,-1 0 27-15,1-1-27 16,1-2 0-16,-2 2 10 0,3 0-10 0,-1-1 0 0,0 0-20 0,-2-2 20 0,2 0 0 0,-1 0-20 16,0 1 20-16,0 0 0 0,0 0 12 0,-1 1-12 0,0 0 0 0,0 0 41 15,-1-1-41 1,0 1 0-16,-1 1 49 0,-1 1-49 0,-1 1 0 0,0-1 36 0,-1 1-36 16,-1 0 0-16,1 1-19 0,-2 1 19 0,1 1 0 0,-2-1-61 0,-1 0 61 0,-2-1 0 0,1 4-60 31,-1 0 60-31,-2 1 0 0,2 0-22 0,-1 0 22 0,-2 1 0 0,2-1-3 15,-1 2 3-15,-1 2 0 0,1-1-4 0,-1 2 4 0,0 0 0 0,1 2 0 0,0 0 0 0,2 2 0 0,0-2 0 32,1 1 0-32,1-1 0 0,1 1 0 0,0 1 0 0,2 1 0 0,0-2 0 15,1 2 0-15,1 1 0 0,1-2 0 0,2 1 0 0,0-1 0 0,1 0 0 0,0 0 0 0,3-1 0 0,1-2 0 32,-1-2 0-32,3-1 0 0,1 0 0 0,1-1 0 0,3 0 0 0,-3-3 0 15,1-2 0-15,4-2 0 0,-2-1 0 0,0-1 0 0,2-2 0 16,-12 4 0-1,-6 2 0-15,-6 2 0 0</inkml:trace>
  <inkml:trace contextRef="#ctx0" brushRef="#br0" timeOffset="129965.405">10905 14014 1024 0,'0'0'0'0,"0"0"0"0,0 0 0 0,0 0 0 0,0 0 0 0,0 0 48 16,0 0-48-16,0 0 0 0,0 0 9 0,0 0-9 0,0 0 0 15,0 0 33-15,0 0-33 0,0 0 0 0,-8 1 74 16,-5 2-74-16,-4 0 0 0,10-2 21 0,3-2-21 15,3 1 0-15,-4 0-5 0,5 0 5 0,-5 1 0 0,-1 0 0 0,1 1-64 0,-1 0 64 16,-2 1 0-16,3-1-54 0,1 2 54 0,1 0 0 0,-1 0-34 16,0 0 34-16,0 3 0 0,1-3-16 0,0 2 16 0,2 0 0 0,0 0-12 15,1 1 12-15,1 2 0 0,0-1 0 0,2 2 0 16,0 1 0-16,0-2 0 0,1 0 0 0,1 1 0 0,-1-1 0 16,0 1 0-16,0 0 0 0,1 0 0 0,-1-1 0 0,0 3 0 0,0-2 0 15,0 0 0-15,0-1 0 0,-1 0 0 16,-1 0 0-16,-1 1 0 0,2-1 0 0,-3-1 0 0,1 1 0 0,-1-2 0 15,-1-1 0-15,-2-1 0 0,0 1 0 0,-1 0 0 0,-1 1 0 16,0-2 0-16,-1-1 0 0,-2 0 0 0,1-2 0 16,-1 0 0-16,-1 0 0 0,1-2 0 0,-1-1 0 0,-1-2 0 0,0 2 0 15,2-2 0-15,1-2 0 0,1 2 0 0,1-1 0 0,0-1 0 16,2 0 0-16,1-2 0 0,1 0 0 0,0 4 0 16,1 3 0-16,1 3 0 0</inkml:trace>
  <inkml:trace contextRef="#ctx0" brushRef="#br0" timeOffset="172906.349">8543 16179 1024 0,'0'0'0'0,"0"0"0"0,0 0 0 16,0 0 0-16,0 0 256 0,0 0-256 0,0 0 0 0,-7-1 256 16,-3 0-256-16,-3-1 0 15,6 1 256-15,4 0-256 0,3 0 0 0,-3 1 256 0,-1-2-256 16,-1 1 0-16,1 1 256 0,2-1-256 0,-1-1 0 0,-1 1 256 15,3-1-256-15,-1-1 0 16,0 1 256-16,-1 0-256 0,-1-1 0 0,1 1 256 0,-1 0-256 0,-1 0 0 0,0 1 256 0,0-1-256 16,-1-1 0-16,0 0 256 0,-1 1-256 0,-2-3 0 0,2 3 256 15,-1-1-256-15,-2-1 0 0,-1 1 255 0,0 1-255 0,-2 0 0 16,1 0 0-16,-1 0 0 0,-2 0 0 0,1 1 0 16,-2-1 0-16,-1 2 0 0,1-1 0 0,-1-1 0 0,-1-1 0 0,0 1 0 15,1 1 0-15,-4 0 0 0,2 0 0 0,-2 0 0 0,-2 0 0 16,0 1 0-16,0-2 0 0,-3 1 0 0,0 1 0 15,-1 0 0-15,-2 0 0 0,2 0 0 0,1-2 0 0,2 1 0 0,-3 0 0 16,-3-1 0-16,-2-1 0 0,3 2 0 0,-1-2 0 16,-2 1 0-16,2-1 0 0,-2 0 0 0,0-1 0 0,1 2 0 15,1 0 0-15,0 0 0 0,0-1 0 0,0 1 0 0,-1-2 0 0,1 1 0 16,1 0 0-16,0-1 0 0,0 2 0 16,1 0 0-16,0 0 0 0,0 0 0 0,-2 0 0 0,-1-1 0 0,3 2 0 15,2-2 0-15,0 1 0 0,-1 1 0 0,1 1 0 16,0 1 0-16,1-2 0 0,2 0 0 0,-1 0 0 0,0 0 0 15,1 1 0-15,1 1 0 0,0-2 0 0,1 0 0 0,2 0 0 0,-1 0 0 16,0 1 0-16,3 1 0 16,0-2 0-16,1 0 0 0,1 0 0 0,0 0 0 0,-1 1 0 0,0 1 0 0,1-1 0 15,2 0 0-15,0 0 0 0,0 0 0 0,-1 0 0 0,1 0 0 0,1-1 0 16,0 0 0-16,2-1 0 0,0 2 0 0,-3 0 0 16,1 0 0-16,0 0 0 0,1 0 0 15,-1 0 0-15,1 0 0 0,2-1 0 0,1-1 0 0,-2 2 0 0,1 0 0 0,0 0 0 0,-1 0 0 16,2-1 0-16,0-1 0 0,1 1 0 0,2-1 0 15,1-1 0-15,-1 1 0 0,2 0 0 0,-1 0 0 0,0-1 0 16,2 0 0-16,-1-1 0 0,2 3-3071 0,1 1 3071 0,1 1 0 16</inkml:trace>
  <inkml:trace contextRef="#ctx0" brushRef="#br0" timeOffset="175108.076">14278 15368 1024 0,'0'0'0'0,"0"2"0"0,0 1 0 0,0-1 0 0,0-1 256 0,0 2-256 0,0-1 0 0,-1-1 256 16,0 0-256-16,-1 0 0 0,1-1 256 0,1 0-256 0,1 0 0 0,-1 0 256 16,0 1-256-16,0 1 0 15,0-2 256-15,0 0-256 0,0 0 0 0,0 0 256 0,0 1-256 0,0 1 0 0,0-1 256 0,0 0-256 0,0 0 0 16,0 1-73 0,2 2 73-16,-1 0 0 0,0 0-256 15,1 1 256-15,2 2 0 0,-2-1 256 0,-1 1-256 0,-1 2 0 0,0-1 256 0,0 2-256 0,-1 0 0 0,1 0 256 16,1 0-256-1,1 2 0-15,-1-1 256 0,0 2-256 0,0 1 0 0,0 0 256 0,0 0-256 0,0 2 0 0,0-1 231 0,-2 0-231 0,1 2 0 16,0 0-256 0,0-2 256-16,0 0 0 0,0 1-256 15,2-1 256-15,-1-1 0 0,0 0 54 0,-2 1-54 0,1 0 0 0,0-1 256 16,0-1-256-16,0-2 0 0,0 1 256 16,-2-2-256-16,1 0 0 0,0-3 43 0,2-2-43 0,-1-1 0 0,0-1-3 15,0-2 3-15,0 1 0 0,0-4-256 0,2-1 256 0,-1-2 0 0,0 4-2812 16,-2 1 2812-16,1 1 0 0</inkml:trace>
  <inkml:trace contextRef="#ctx0" brushRef="#br0" timeOffset="175704.342">14218 15349 1024 0,'0'0'0'0,"0"0"256"0,0 0-256 0,0 0 0 0,0 0 256 0,0 0-256 0,0 0 0 0,0 0 256 15,0 0-256-15,0 0 0 0,0-6 256 0,2-2-256 0,-1-3 0 0,2 5 256 16,1 2-256-16,1 2 0 0,0-2 256 16,2 0-256-16,0-2 0 0,0 2 256 0,-7 4-256 0,8-4 0 0,3 0 0 15,-2 1 256-15,0-1-256 0,4 1 0 16,-3 2 134-16,0-1-134 0,1 2 0 0,-1 0 256 0,1 2-256 0,2-1 0 0,-3 3 256 16,3 0-256-16,0 1 0 0,-2 1 256 0,0 1-256 0,-2 3 0 0,-1-3 121 15,0 1-121-15,-2 1 0 0,0 1 0 0,-1 2 0 0,-1 2 0 16,-1-3-248-16,-2 1 248 0,-2-1 0 0,0 1-256 15,-1 0 256-15,-1 2 0 0,-1-2-256 0,0 1 256 0,-3 0 0 16,0-2 172-16,0 0-172 0,-1-2 0 0,1 1 256 0,-2-2-256 16,-1-1 0-16,2 1 256 0,-3-2-256 0,1 0 0 0,1-1 76 15,1 1-76-15,0-2 0 0,0 0 0 0,2-1 0 0,-1 0 0 16,0-1 0-16,2 0 0 0,1 0 0 0,0-1-76 16,-2-1 76-16,0-1 0 0,1 1-256 0,3 0 256 0,2 0 0 0,-1 0 256 15,1 0-256-15,1 0 0 0,3-1 76 0,1-1-76 16,0-1 0-16,-1 2 0 0,1-1 0 0,1 2 0 0,2-1 0 15,1 0 0-15,2 0 0 0,-1 0 0 0,-1 1 0 0,0 1 0 0,1 0 0 16,2 1 0-16,1 1 0 0,-1-1 0 16,1 1 0-16,1 1 0 0,-2 0 0 0,-1 1 0 0,0 2 0 0,-1-1 0 15,-1 2 0-15,0 0 0 0,-1 0 0 0,-1 2 0 0,-1 1 0 0,0-2 0 16,0 0 0-16,-2 1 0 0,-1 0 0 16,-2 2 0-16,-2 1 0 0,0-2 0 0,-1-1 0 0,-1 1 0 0,-1 0-10 15,-3-1 10-15,-1 0 0 0,2 0 10 0,-1 0-10 0,-2-2 0 16,1 1 0-16,-2-1 0 15,-4 0 0-15,4 0 0 0,-1-2 0 0,-2 0 0 0,2-1 0 16,-2-1 0-16,0-1 0 0,2-1 0 0,-3-1 0 0,1-1 0 0,1-1 0 16,2-1 0-16,0-1 0 0,-1-1 0 0,2 0 0 0,1-3 0 0,1 1 0 15,1 0 0-15,3-1 0 0,0-1-88 0,2-2 88 0,2-1 0 16,0 2 88-16,1 0-88 0,1-1 0 16,-2 6-3071-16,-1 5 3071 0,-1 2 0 0</inkml:trace>
  <inkml:trace contextRef="#ctx0" brushRef="#br0" timeOffset="176109.938">14785 15675 1024 0,'0'0'0'0,"0"0"0"0,0 0 0 0,0 0 0 0,0 0 256 0,0 0-256 15,0 0 0-15,0 0 256 0,0 0-256 0,0 0 0 0,0 0 256 16,0 0-256-16,0 0 0 15,0 0 256-15,0 0-256 0,0 0 0 0,8 0 256 0,7 0-256 0,3 0 0 0,-12-1 256 0,-4 0-256 16,-4-1 0-16,4 1 256 16,1-1-256-16,1-1 0 0,-1 1 256 0,-1 0-256 0,0-1 0 0,1 1 256 0,-2 0-256 0,1 0 0 0,-1 0 256 15,-1 0-256-15,-1 0 0 0,1 0 256 0,-2-1-256 0,1-1 0 16,-2 1 255-16,0 2-255 0,-1 1 0 0,1-1 0 16,-1 0 0-16,-1 0 0 0,0 1 0 15,1 1 0-15,0 1 0 0,-1 0 0 0,-1 1 0 16,-1 2 0-16,0-2 0 0,1 1 0 0,0 1 0 0,0 0 0 15,2 0 0-15,-1 1 0 0,-1 0-93 0,3 2 93 0,-1 1 0 0,1-2 93 0,1 1-93 0,1 2 0 16,-1-2 0 0,1 2 0-16,0 0 0 0,1 0 0 0,2 0 0 0,2 2 0 0,1-3 0 0,2 1 0 0,1-1 0 0,-1 0 0 15,0 0 0-15,3-1 0 16,0-1 0-16,0-1 0 0,1-1 0 0,1-1 0 16,0-3 0-16,3 0 0 0,-2-1 0 0,2-1 0 0,1-1 0 0,0-3 0 0,-3-2 0 0,2-2 0 0,-1-1 0 15,0-2 0 1,1-2 0-16,-10 10-3071 0,-5 4 3071 0,-5 4 0 0</inkml:trace>
  <inkml:trace contextRef="#ctx0" brushRef="#br0" timeOffset="176400.405">15156 15273 1024 0,'0'0'0'0,"0"0"256"0,0 0-256 0,0 0 0 15,0 0 256-15,0 0-256 0,0 0 0 0,0 0 256 0,0 0-256 0,0 0 0 0,0 4 256 16,0 3-256-16,0 1 0 0,0-2 256 0,0-1-256 16,0 0 0-16,0 2 256 0,0 1-256 0,0 2 0 0,1 0 256 0,1 1-256 0,1 3 0 15,-2-2 256-15,-1 2-256 0,-1 1 0 0,2 2 256 16,2 2-256-16,0 2 0 0,-1-2 256 0,-2 1-256 0,1 1 0 0,0 0 256 16,1 1-256-16,1 1 0 0,-1-1 255 0,-2 1-255 15,1 1 0-15,0-2 0 0,0-1 0 0,0 0 0 0,-1-1 0 16,-1 1 0-16,-1-2 0 0,1-2 0 0,2 0 0 0,-1-1 0 0,-1-1 0 15,0-3 0-15,-1-1 0 0,1-3-255 16,1-1 255-16,1-3 0 0,-1-1-256 0,-2-2 256 0,1-2 0 0,0 2-2560 16,2-1 2560-16,-1-1 0 0</inkml:trace>
  <inkml:trace contextRef="#ctx0" brushRef="#br0" timeOffset="177100.963">15064 15637 1024 0,'0'0'0'0,"0"0"0"0,0 0 0 0,0 0 0 0,0 0 0 0,0 0 256 0,0 0-256 0,0 0 0 0,0 0 256 15,0 0-256-15,0 0 0 0,0 0 256 0,0 0-256 0,0 0 0 0,2 4 256 16,1 2-256-16,3 2 0 0,-1-5 256 16,2-3-256-16,2-3 0 0,1 2 256 0,-1-1-256 15,3-1 0-15,1 1 256 0,2-1-256 0,2-1 0 0,-3 0 256 16,0 0-256-16,-2-1 0 0,2 1 256 0,0 0-256 0,1-1 0 0,0-1 256 16,-2-3-256-16,1-1 0 0,-9 7-2560 15,-5 3 2560-15,-5 3 0 0,13-9 0 16,6-2 0-16,2-4 0 0,-6 4 0 0,-2-2 0 0,-1 0 0 0,0 3 0 15,-1 2 0-15,-1 1 0 0,-1 1 0 0,-3 1 0 16,-2 1 0-16,1 1 0 0,-1 1 0 0,-2 1 0 0,2 0 256 16,-1 2-256-16,-1 0 0 0,1 0 256 0,0 1-256 0,0 1 0 0,0 0 256 15,-1 1-256-15,-1 0 0 0,2 0 256 0,1 1-256 0,1 2 0 16,-1-1 256-16,-1 0-256 0,-2 1 0 0,3 0 256 16,1 0-256-16,1 2 0 0,-1-1 256 0,0-1-256 0,0 0 0 0,1 1 256 15,2-1-256-15,0 1 0 16,-1-1 256-16,1 0-256 0,1-2 0 0,-1 0 256 0,1-1-256 0,1 0 0 0,0 0 256 15,0-1-256-15,1 0 0 0,-1-2 255 16,1 0-255-16,1-2 0 0,0-1 0 0,0-1 0 0,1-1 0 16,-1-1 0-16,2-1 0 0,1-2 0 0,-2 1-255 0,0-1 255 15,-2-1 0-15,1 0-256 0,-2 0 256 0,1-1 0 0,1 0-256 16,-1-1 256-16,0 0 0 0,-1 2 256 0,2-1-256 0,1 1 0 0,-3 1 256 16,-2-1-256-16,-2 2 0 0,2-1 255 15,0 1-255-15,0 1 0 0,0-1 0 0,-2 1 0 0,1 0 0 0,0-1 0 16,-2 1 0-16,1 0 0 0,1 2 0 0,-4 1 0 0,2 1 0 15,0 0 0-15,0-1 0 0,0 2 0 0,0 1 0 0,-2 0 0 0,1 1 0 16,0 0 0 0,0 1 0-16,0 2 0 0,0-1 0 0,2 1 0 0,-1 2 0 0,1-2 0 15,1 0 0-15,1 1 0 0,0 0 0 0,0 0 0 0,1 1 0 0,-1-1 0 0,1 0 0 16,1 1 0-16,0-1 0 0,2-1 0 0,1 0 0 0,-2-2 0 16,1-1 0-1,2 0 0-15,-2-1 0 0,1 1 0 0,1-1 0 0,1-3 0 16,0-1 0-16,1-2 0 0,0-1 0 0,-3-3 0 0,1-1 0 15,0 1 0-15,1-1 0 0,0-2 0 0,-1 0 0 0,0-1 0 0,-1-3 0 0,-1 3 0 0,-2-2 0 0,-1-1 0 32,1 2 0-32,-2-2 0 0,1-1 0 0,-1 3 0 0,-1 0 0 0,-1 2 0 0,1-2 0 15,-2-1 0-15,1 0 0 0,-1 1 0 16,-1 2 0-16,-1 0 0 0,1 0 0 0,0 1 0 0,0 0 0 16,0 0 0-16,2 2 0 0,-1 1 0 0,0 0 0 15,0 0 0-15,0 2 0 0,0 1-3071 0,0 3 3071 0,0 3 0 0</inkml:trace>
  <inkml:trace contextRef="#ctx0" brushRef="#br0" timeOffset="177874.691">15961 15668 1024 0,'0'0'0'0,"0"0"256"0,0 0-256 0,0 0 0 0,0 0 256 15,0 0-256-15,0 0 0 0,6-1 256 0,1 0-256 0,3 0 0 0,-4-1 256 16,0 0-256-16,-1-1 0 0,0-1 256 0,1-1-256 16,1-2 0-16,1 1 256 0,0-1-256 0,1-2 0 0,-1 1 256 0,2 0-256 15,0-1 0-15,-2 2 256 0,-1-2-256 0,0 0 0 0,0 1 256 16,-2-1-256-16,1 0 0 0,-2 1 256 0,0-1-256 0,-1 1 0 0,0 1 256 16,-1-1-256-16,-1 1 0 0,-1 0 255 0,-1 1-255 15,-1 0 0-15,0 1 0 0,-1 1 0 0,-2 0 0 0,1 1 0 16,-2 0 0-16,-3 0 0 0,3 1-255 0,-2 2 255 0,0-1 0 15,1 2-256-15,-1 2 256 0,-2-1 0 0,2 1-256 0,-1 1 256 0,-2 2 0 16,2-1 256-16,-1 2-256 0,-2 3 0 0,3-2 256 16,0 2-256-16,0 0 0 0,1 0 255 0,1 0-255 15,1 2 0-15,1-1 0 0,2 2 0 0,1 1 0 0,1-1 0 16,1 0 0-16,1 2 0 0,2-3 0 0,1 2 0 0,2 1 0 0,0-1 0 16,2 0 0-16,3 2 0 0,-1-3 0 15,3 0 0-15,3-1 0 0,-2 0 0 0,1-3 0 0,2 1 0 0,0-3 0 16,1-1 0-16,0-2 0 0,1-2 0 15,0-1 0-15,3-2 0 0,-2-1 0 16,-1-4 0-16,2-1 0 0,-14 5-3071 0,-7 2 3071 16,-7 2 0-16,19-10 0 0,7-3 0 0,6-5 0 0,-9 3 0 15,0-2 0-15,-1-1 0 0,-2 2 0 0,-5 2 0 0,-1 0 0 16,1 0 0-16,-2 0 0 0,-1 1 0 16,-1 2 256-16,-1 0-256 0,-1 1 0 0,0 1 256 0,-1 1-256 0,-1 1 0 0,1 0 256 15,-2 1-256-15,1 0 0 0,0 1 256 0,2 0-256 0,-1 0 0 16,0 0 256-16,2 1-256 0,0 0 0 0,0 0 256 15,1-1-256-15,2-1 0 0,-2 2 256 0,2-1-256 0,1 2 0 0,-1-2 256 16,0 0-256-16,3-1 0 0,-1 1 256 0,0 1-256 16,1 0 0-16,-1-1 256 0,-1-1-256 0,0-1 0 0,-1 2 256 15,-1-2-256-15,-1 0 0 0,2 1 255 0,-3 0-255 0,1 0 0 0,-2 1 0 16,-1-1 0-16,-1 2 0 0,0-2 0 16,-1 0 0-16,-1-1 0 0,-1 2 0 0,-1 1 0 0,-2 1 0 0,0-1 0 15,0 1 0-15,-3 0 0 0,1 1-255 0,0 0 255 0,-1 0 0 0,1 1-256 16,-2 2 256-16,0 0 0 0,2 1-256 15,-3 1 256-15,1 2 0 0,1-2 256 16,-3 2-256-16,1 0 0 0,2 1 256 0,0 1-256 0,2 1 0 0,0 0 255 16,1 1-255-16,1 0 0 0,-1 2 0 0,2 1 0 15,1 1 0-15,1-1 0 0,1 0 0 0,1 1 0 0,1-1 0 0,1 1 0 16,1 1 0-16,2-1 0 0,3 0 0 16,1-1 0-16,0 0 0 0,1-2 0 0,2 0 0 0,-1-2 0 0,2-2 0 0,0 0 0 15,2-3 0-15,2-1 0 16,3-1 0-16,-2-4 0 0,1-2 0 0,3-3 0 0,-15 5-3071 15,-8 1 3071-15,-5 1 0 0</inkml:trace>
  <inkml:trace contextRef="#ctx0" brushRef="#br0" timeOffset="178371.291">16734 15455 1024 0,'0'0'0'0,"0"0"0"0,0 0 0 0,0 0 0 0,0 0 256 0,0 0-256 0,0 0 0 0,0 7 256 15,-2 4-256 1,1 3 0-16,0-6 256 0,2-1-256 0,-1-2 0 0,0 1 256 15,2 1-256-15,-1 2 0 0,1-1 256 0,0 2-256 16,1 0 0-16,-2 0 256 0,-1 2-256 0,-1 0 0 0,1 0 256 0,-2 1-256 16,1 0 0-16,0-1 256 0,0 0-256 0,-1 0 0 0,1-1 256 15,0 1-256-15,0-1 0 0,0-2 256 0,0 0-256 0,0-1 0 0,0-2 256 0,0 1-256 16,0-2 0-16,0 1 255 16,0-1-255-16,0 0 0 0,0-2-255 0,2-1 255 0,-1-1 0 15,0-1-256-15,0-1 256 0,0-1 0 0,1-2-256 16,1-2 256-16,1-3 0 0,-1 0-256 0,1-1 256 0,2-3 0 0,-2 1-256 15,0-1 256-15,0-3 0 0,2 1 256 0,0-3-256 16,4-2 0-16,-3 3 256 0,0-1-256 0,0-1 0 0,0 1 256 16,2 0-256-16,0 0 0 0,-2 1 256 15,2 0-256-15,1 1 0 0,-2 0 255 0,1 2-255 0,1 0 0 16,0 1 0-16,-3 2 0 0,1 0 0 0,-1 2 0 16,3 0 0-16,-1 2 0 0,-1-1 0 0,1 2 0 0,2 1 0 0,-2 1 0 15,-1 2 0-15,0 2 0 0,2-1 0 0,-3 1 0 16,1 1 0-16,0 1 0 0,1 3 0 0,-1 0 0 0,-1 1 0 15,-1 3 0-15,-1 1 0 0,1-1 0 0,-1 2 0 0,0 1 0 16,-1 0 0-16,-1 2 0 0,-1 1 0 0,0 0 0 0,-1 2 0 16,-1 1 0-16,1-1 0 0,0-1 0 0,0 2 0 0,0-1 0 15,-2 1 0-15,1 1 0 0,0-2 0 0,-1-2 0 0,-1 0 0 16,0 0 0-16,3 0 0 0,-1-1 0 0,0-1 0 0,0-1 0 16,0-2 0-16,0-1 0 0,2-2 0 0,-1-1 0 0,1-1 0 15,1-1 0-15,2 0 0 0,-3-2-3071 16,-1-2 3071-16,-1-2 0 0</inkml:trace>
  <inkml:trace contextRef="#ctx0" brushRef="#br0" timeOffset="178962.05">17626 14877 1024 0,'0'0'0'0,"0"0"0"0,0 0 0 0,0 0 0 0,0 0 239 0,0 0-239 0,0 0 0 0,0-5 256 0,3-4-256 0,-2-2 0 15,0 7 256-15,0 0-256 16,0 3 0-16,0-1 256 0,0-2-256 0,0 0 0 0,0 2 256 16,-2 0-256-16,1 0 0 0,0 0 256 0,0 0-256 0,0 0 0 0,-2 1 256 15,-1-1-256-15,-2-1 0 0,2 2-256 0,0 1 256 0,0 1 0 0,-1-1-20 16,-1 1 20-16,-1 1 0 0,-1 0 256 0,0 1-256 0,-1 1 0 15,0 0 256-15,-3 1-256 16,0 2 0-16,1 0 256 0,-2 1-256 0,0 2 0 0,1 1 256 0,-1 0-256 0,1 2 0 0,-1-1 256 16,0 2-256-16,-2 1 0 0,1 0-256 0,2 2 256 15,0 1 0-15,0 1-256 0,0 1 256 0,-1 1 0 0,1 0-256 16,2-1 256-16,-2 3 0 16,2-2 256-16,0 1-256 0,0 1 0 0,1 1 256 0,1 0-256 15,1 1 0-15,0-2 256 0,0 2-256 0,2 0 0 16,0-1 256-16,1 1-256 0,1 1 0 0,1-2 36 0,1 2-36 0,1 0 0 0,-1-2 0 0,2 1 0 0,-1-1 0 15,2-1 0 1,1 2 0-16,1-1 0 0,0 0 0 0,0-3 0 0,1 1 0 0,-1-3 0 16,1 0 0-16,2-1 0 0,-1 1 0 0,1-1 0 15,2-1 0-15,0 0 0 0,-3-1 0 0,1-1 0 0,0-3 0 16,1 0 0-16,-1-2 0 0,0 0 0 0,1 0 0 0,-1-2 0 0,-1 0 0 16,2-2 0-16,1 0 0 15,-2 0 0-15,-1 0 0 0,-1 0 0 0,2-2 0 0,-1 0 0 16,0-2 0-16,-1 0 0 0,-1 1 0 15,0-1 0-15,0-1 0 0,-2 0 0 0,1-1 0 0,-1 1 0 16,-1-1 0-16,-1-1 0 0,1 1 0 0,-2-1 0 0,1 0 0 16,0 0 0-16,0 0 0 0,0-1 0 0,0 1 0 15,-2 0 0-15,1 0 0 0,-1-1 0 0,-1 1 0 0,-1-3 0 0,1 3 0 16,0 0 0-16,0 0 0 0,-2-1 0 0,0-2 0 16,-4 1 0-16,3 1 0 0,0-1 0 0,0 2 0 0,0-2 0 15,0 0 0-15,-1-1 0 0,4 3-3071 0,2 1 3071 16,2 1 0-16</inkml:trace>
  <inkml:trace contextRef="#ctx0" brushRef="#br0" timeOffset="180703.662">17611 15058 1024 0,'0'0'0'0,"0"0"256"0,0 0-256 0,0 0 0 0,0 0 256 16,0 0-256-16,0 0 0 0,0 0 256 0,0 0-256 0,0 0 0 0,0 0 256 15,0 0-256-15,0 0 0 0,8-3 256 0,7 0-256 0,2-1 0 0,-11 5 256 16,-3 1-256-16,-6 1 0 16,6 0 256-16,-3 1-256 0,1 2 0 0,0 0 256 0,0 1-256 0,0 2 0 0,-1 1 256 15,-1 2-256-15,-1 1 0 0,1-1 256 0,0 0-256 16,-1 2 0-16,1 1 256 0,-1 2-256 0,-1 1 0 0,1-1 255 15,0 1-255-15,0 1 0 0,1-1 0 0,-2 1 0 0,0 1 0 0,1 0 0 16,-1 0 0-16,-1 3 0 0,0-3-255 0,1 1 255 16,0 2 0-16,0-3-246 0,0 3 246 0,0-1 0 0,0-1 256 15,2-1-256-15,-1 0 0 0,0-2 245 16,2-1-245-16,-1-2 0 0,0-1 0 0,2-1 0 0,-1-2 0 0,0-6-3071 16,0-6 3071-16,0-3 0 0</inkml:trace>
  <inkml:trace contextRef="#ctx0" brushRef="#br0" timeOffset="181071.81">17710 15105 1024 0,'0'0'0'0,"0"0"256"0,0 0-256 0,0 0 0 0,2-3 256 0,1-2-256 0,1-3 0 0,0 3 256 15,-1 1-256-15,0 1 0 0,0-1 256 16,0 1-256-16,0 0 0 0,1-1 256 0,1 0-256 0,3-1 0 0,-3 2 256 16,-1 0-256-16,-1 0 0 0,2 2 256 0,1 0-256 0,3-1 0 15,-2 2 256-15,-2 2-256 0,1 0 0 16,0 1 256-16,-1 1-256 0,0 2 0 0,0-1 256 0,1 1-256 0,1 2 0 0,0 0 256 0,-3 1-256 16,1 2 0-16,0 0 255 15,0 2-255-15,0 1 0 0,1 0 0 0,-3 0 0 0,1 2 0 0,0 0 0 16,0 1 0-16,0 3 0 0,0 0 0 15,-2 1 0-15,1 2 0 0,1-2 0 0,-3-1 0 0,1 2 0 0,0-1 0 16,-2 1 0-16,1 1 0 0,0-1 0 0,-2 0 0 0,1 1 0 0,0-3 0 16,-2 0 0-16,1-1 0 0,0-1 0 0,-1-1 0 0,-2-1 0 0,2-3 0 15,0-1 0-15,0-2 0 0,0-2 0 16,0-2 0-16,0-1 0 0,1-3-3071 0,1-2 3071 0,1-2 0 0</inkml:trace>
  <inkml:trace contextRef="#ctx0" brushRef="#br0" timeOffset="181271.873">17682 15427 1024 0,'0'0'0'0,"0"0"0"0,0 0 0 0,0 0 0 0,1 3 256 0,1 3-256 0,1 1 0 0,2-5 256 0,1-1-256 16,2-1 0-16,-1 1 256 15,2 1-256-15,0 1 0 0,1-1 256 0,1-1-256 0,2-1 0 16,-1 0 256-16,3-1-256 0,0-1 0 0,-1 0 256 0,0-1-256 0,2-1 0 0,-2 0 256 0,2 0-256 0,0-1 0 15,-11 4-1792 1,-5 1 1792-16,-5 1 0 0</inkml:trace>
  <inkml:trace contextRef="#ctx0" brushRef="#br0" timeOffset="181574.723">18131 14984 1024 0,'0'0'0'0,"0"0"0"0,0 0 0 0,0 0 0 0,0 0 256 0,0 0-256 0,0 0 0 0,0 9 256 15,2 3-256-15,-1 6 0 0,0-10 256 0,0-2-256 16,0-2 0-16,0 5 256 0,0 0-256 0,0 2 0 0,0 1 256 16,1 0-256-16,1 2 0 0,-1 1 256 0,0 0-256 0,1 2 0 0,-1 1 256 15,0 2-256-15,0 2 0 0,0-1 256 0,-2 1-256 0,1 2 0 0,0-1 256 16,-2 1-256-16,1 1 0 0,0 0 256 0,2 0-256 0,-1 1 0 15,0-1 256-15,-2-1-256 0,1-1 0 0,0 0 255 16,0-2-255-16,0-1 0 0,0-2 0 0,0 0 0 16,0-1 0-16,0-2 0 0,2-1 0 0,-1-1 0 15,0-4 0-15,0 0 0 0,0-2 0 0,0-2 0 0,1-2 0 0,1-2 0 0,-2 1-3071 16,-1-2 3071-16,-1-2 0 0</inkml:trace>
  <inkml:trace contextRef="#ctx0" brushRef="#br0" timeOffset="181829.693">18373 15291 1024 0,'0'0'0'0,"0"0"256"0,0 0-256 0,0 0 0 0,1 4 256 0,1 1-256 0,1 2 0 0,-1-2 256 16,-2 1-256-16,1 2 0 0,0 0 256 15,1 1-256-15,1 2 0 0,-1 0 256 0,0 0-256 0,0 2 0 16,0-1 256-16,1 2-256 0,-1 1 0 16,0-1 256-16,-2 1-256 0,1 0 0 0,0-1 256 0,-2 1-256 0,1 1 0 0,0-2 256 15,2 0-256-15,-1-2 0 0,-1 0 256 0,-1-1-256 0,-1-2 0 0,1-1 256 0,2-2-256 16,-1-1 0-16,0-1 255 0,2 0-255 16,-1-3 0-16,0 0-3071 0,-2-1 3071 0,1-1 0 15</inkml:trace>
  <inkml:trace contextRef="#ctx0" brushRef="#br0" timeOffset="182003.379">18404 15108 1024 0,'0'0'0'0,"0"0"0"0,0 0 0 0,0 0 0 0,0 0 256 0,0 0-256 0,0 0 0 0,0 0 256 0,0 0-256 0,0 0 0 15,4 1 256-15,4 1-256 0,1 2 0 0,-3-3 256 0,-2-1-256 0,-1-1 0 16,2 1 256-16,1 0-256 0,1 0 0 15,1 0 256-15,1 1-256 0,-9-1 0 0,10 2 0 0,-7-2-1536 0,-3 0 1536 0,-3 0 0 0</inkml:trace>
  <inkml:trace contextRef="#ctx0" brushRef="#br0" timeOffset="182370.62">18724 15180 1024 0,'0'0'0'0,"0"0"256"0,0 0-256 0,0 0 0 0,0 0 256 0,0 0-256 0,0 0 0 0,-4 4 256 0,-4 1-256 0,-2 2 0 15,5-3 256 1,1 0-256-16,1-2 0 0,-2 3 256 16,-1 0-256-16,-3 4 0 0,2-3 256 0,2 1-256 0,-1 2 0 0,1 0 256 15,-3 1-256-15,1 2 0 0,1-1 256 0,1 1-256 0,1 0 0 16,-1 0 256-16,2-1-256 0,1 1 0 0,0-1 256 15,1 2-256-15,1 1 0 0,0-2 256 0,1 1-256 0,1-1 0 0,1 1 255 16,2-1-255-16,0 2 0 0,0-3 0 16,1 0 0-16,1-2 0 0,2 2 0 0,-1-1 0 0,3 1 0 0,-3-3 0 15,3 0 0-15,0-2 0 0,0 0 0 0,0-1 0 16,1-1 0-16,0 0 0 0,-1-1 0 0,0 0 0 0,1-2 0 16,-1-1 0-16,1-1 0 0,-2-2 0 0,2 0 0 0,1-1 0 15,-1-1 0-15,-2-1 0 0,2-2 0 0,-8 6-3071 16,-4 2 3071-16,-4 2 0 0</inkml:trace>
  <inkml:trace contextRef="#ctx0" brushRef="#br0" timeOffset="182771.387">19065 15323 1024 0,'0'0'0'0,"0"0"0"0,0 0 0 16,0 0 0-16,0 0 256 0,0 0-256 0,0 0 0 0,6 1 256 0,4 1-256 0,3 1 0 0,-5-3 256 15,-1-3-256-15,-3-1 0 0,2 2 256 16,1-1-256-16,1-1 0 0,0 0 256 0,0 1-256 0,2-2 0 0,-2-1 256 16,-2 0-256-16,-1-1 0 0,0 0 256 0,-1-2-256 0,-1-1 0 15,0 1 256-15,-1 1-256 0,-1 0 0 0,1 0 256 0,-2 0-256 16,-2 1 0-16,0 0 256 0,-1 0-256 0,-1 0 0 0,0 0 256 16,-1 0-256-16,-1 2 0 0,1-1 255 0,-2 2-255 0,0 1 0 15,0 0 0-15,-2 1 0 0,-4 0 0 0,4 2 0 0,-2 2 0 0,0 0 0 16,1-1 0-16,-2 1 0 0,0 1 0 15,1 1 0-15,0 3 0 0,1 1 0 0,1-2 0 0,0 2 0 0,2 0 0 16,-1 1 0-16,2 2 0 0,-2 1 0 0,3-1 0 16,2 0 0-16,2 2 0 0,-2-2 0 0,2 2 0 0,-1 1 0 0,3-2 0 15,2 2 0-15,2 0 0 0,-1-1 0 16,2 1 0-16,0 1 0 0,1-1 0 0,0-1 0 0,4 0 0 0,-3 0 0 16,1-1 0-16,1-2 0 0,2 1 0 0,-1-2 0 0,4 0 0 0,-4-2 0 15,2 0 0-15,1-2 0 0,-2-1 0 16,3-1 0-16,-1-1 0 0,0-1 0 0,-2-2 0 0,-1-2 0 0,2 0 0 15,0 1 0-15,2-2 0 0,-10 3-3071 16,-6 1 3071-16,-3 1 0 0</inkml:trace>
  <inkml:trace contextRef="#ctx0" brushRef="#br0" timeOffset="183002.442">19411 15471 1024 0,'0'0'0'0,"0"5"0"0,2-1 0 0,0 3 0 0,-1-1 256 0,1 1-256 0,1 2 0 0,1-1 256 0,0 2-256 16,3 0 0-16,-2 2 256 0,-2 2-256 0,2 1 0 16,-2 1 256-16,-1 0-256 0,-1 3 0 0,-1-2 256 0,-1 2-256 0,-1 2 0 0,0-2 256 15,-1 1-256-15,-2 0 0 0,0 0 256 0,0-1-256 16,-3-1 0-16,3 0 256 0,-3 0-256 0,1 0 0 0,1-1 256 16,-1-2-256-16,-2 1 0 0,2-4 256 0,-1-1-256 15,-2-3 0-15,2 1 256 0,3 0-256 0,2-1 0 0,1-6-2816 16,2-2 2816-16,2-2 0 0</inkml:trace>
  <inkml:trace contextRef="#ctx0" brushRef="#br0" timeOffset="183337.322">19731 14950 1024 0,'0'0'0'0,"0"0"0"0,0 0 0 0,0 0 0 0,2 4 0 0,1 4 0 0,1 2 0 15,-1-3 0-15,0-1 0 0,0 0 0 0,-1 4 0 16,3 1 0-16,-1 3 0 0,-4-14 0 0,3 15 48 0,1 1-48 15,1 3 0-15,-1 2 256 0,0 0-256 0,1 4 0 0,-1-1 256 0,-2 2-256 0,1 3 0 16,0-3 256-16,0 3-256 0,0 1 0 0,-1-1 256 0,-1 1-256 0,-1 2 0 16,1-1 256-16,1-1-256 0,1 1 0 0,-2-2 256 15,1 1-256-15,-2-1 0 0,1-2 256 16,-1-2-256-16,-1-1 0 0,2-2 256 0,0-2-256 0,1-2 0 0,-1-3 256 16,-1-2-256-16,-1-3 0 0,1-2-256 0,0-3 256 0,0-2 0 15,0-2-2096-15,0-1 2096 0,0-1 0 0</inkml:trace>
  <inkml:trace contextRef="#ctx0" brushRef="#br0" timeOffset="184006.711">19678 15108 1024 0,'0'0'0'0,"0"0"0"0,0 0 0 0,0 0 0 16,2-3 0-16,1 0 0 0,1-1 0 0,-1 0 0 0,1 0 0 0,-1 0 0 0,1 0 0 15,1-1 0-15,1 0 0 16,0-1 57-16,2-1-57 0,-8 7 0 0,8-8 0 0,-1 1 220 0,1 0-220 0,3-1 0 0,-3 0 256 16,1-1-256-16,2 0 0 0,-2 1 256 0,1 3-256 0,3-1 0 0,-2 1 256 15,-2-1-256-15,2 2 0 0,-1 0 256 0,1 1-256 0,2 0 0 0,-2 2 256 16,-1 1-256-16,1 1 0 0,0 1 256 16,-1 1-256-16,0 2 0 0,-2 0 256 0,-1 3-256 0,0 1 0 15,0 0 239-15,-2 2-239 0,1 0 0 0,-1 1-256 0,-1 2 256 16,0 1 0-16,-2-2-256 0,-2 1 256 0,-2 0 0 0,-1 0-256 15,-1 1 256-15,-2 0 0 0,1-1 256 0,-1 0-256 0,-1-1 0 0,-2 0 256 16,1 0-256-16,-3-1 0 16,1-1 256-16,0-1-256 0,-2-2 0 0,0 1 256 0,3-1-256 0,-1 1 0 0,0-4-91 15,2 1 91-15,1-2 0 0,-1-1-256 0,1 1 256 16,0-1 0-16,0-1-256 0,1 0 256 0,-1 0 0 0,2-1-256 16,1 0 256-16,1 0 0 0,0-1-256 0,1 2 256 0,1-1 0 0,1-1 256 15,1-1-256-15,1-1 0 0,0 1 256 16,1 0-256-16,1 0 0 0,0 0 256 15,2 0-256-15,1 0 0 0,0 1 256 0,1 1-256 0,2 1 0 0,-2-2 256 16,1 2-256-16,1-1 0 0,0 0 256 0,0 1-256 0,1 1 0 0,0 1 86 16,-1 2-86-16,1 0 0 0,-1-1-86 15,-1 0 86-15,0 1 0 0,1-1-256 0,-2 3 256 0,-1 1 0 0,-1-2-256 0,0 2 256 16,-2 0 0-16,0 0-256 0,-1 0 256 0,-1 2 0 0,0-2-256 16,-1 0 256-16,-1 1 0 0,1 0-256 0,-2-1 256 0,1 1 0 15,-2 0-256-15,-1-2 256 0,-1 2 0 16,1-2 256-16,-1 1-256 0,-2-1 0 0,1 0 256 0,-1 1-256 0,-1 0 0 0,1-2 256 15,-2 1-256-15,-1-2 0 0,2 1 256 16,-1 0-256-16,-2-2 0 0,2 1 256 16,0 0-256-16,-1-2 0 0,1 1 256 0,0-1-256 0,0 0 0 0,-1 1 86 0,1-2-86 0,0 1 0 15,1-1 0-15,0-1 0 0,2 0 0 0,0 0 0 0,-2 0 0 16,0 0 0-16,1-1 0 16,2-1 0-16,0-1 0 0,1 1 0 0,1 0 0 0,1 0 0 0,-1 0 0 0,2 0 0 0,-1 0 0 15,2-1 0 1,1-1 0-16,1-1 0 0,0 1 0 0,1-1 0 15,2-2 0-15,0 1 0 0,3-1 0 0,2-1 0 0,-8 4-3071 0,-3 2 3071 0,-3 2 0 0</inkml:trace>
  <inkml:trace contextRef="#ctx0" brushRef="#br0" timeOffset="184444.444">20176 15436 1024 0,'0'0'0'0,"0"0"0"0,0 0 0 0,0 0 0 0,0 0 0 0,0 0 0 15,0 0 0-15,0 0 0 0,0 0 0 0,0 0 0 0,0 0 0 16,0 0 0-16,0 0 0 0,0 0 0 0,0 0 0 0,0 0 0 0,-2 6 256 16,-2 4-256-16,-2 2 0 0,3-6 256 15,1-1-256-15,1-3 0 0,-1 3 256 0,2-1-256 0,-1 3 0 16,1-7 0-16,-1 5 256 0,-2 2-256 0,0 0 0 0,1-1 256 0,2 1-256 0,-1 1 0 16,0-1 256-16,0 1-256 0,0 0 0 0,0-1-256 15,2 0 256-15,-1 1 0 0,1-1-256 0,1 1 256 0,1-1 0 0,-1-1-256 16,2 1 256-16,0-1 0 0,-1-1-256 0,1-1 256 15,1-1 0-15,-1 0-256 0,1-1 256 0,2 0 0 16,-1-2-65-16,1-1 65 0,1-1 0 0,-1 0 256 16,1-2-256-16,-1 0 0 0,0-1 256 0,0 0-256 0,1-4 0 0,-2 3 256 15,0-3-256-15,-2-1 0 0,1 1 256 0,0 1-256 0,-1 0 0 0,-1-1 256 16,-1 0-256-16,-1-2 0 0,0 2-256 16,-1-1 256-16,-1-2 0 0,0 2-256 0,-1 0 256 0,-1 2 0 0,0-2-256 15,-2 1 256-15,-1-1 0 0,1 1 256 16,0 1-256-16,-3-1 0 0,0 2 256 0,0-1-256 0,-2 1 0 0,1 1 256 15,2 0-256-15,1 0 0 0,-1 1 256 0,-1 0-256 0,-2 2 0 0,3 0 256 16,1 1-256-16,1 1 0 0,-1-2 256 0,2 0-256 16,1-1 0-16,0 2 256 0,1 0-256 0,1 0 0 0,0 0 256 15,1 0-256-15,1 0 0 0,1-1-256 0,1-1 256 0,1-2 0 0,-3 5-2495 16,-1 1 2495-16,-1 1 0 16</inkml:trace>
  <inkml:trace contextRef="#ctx0" brushRef="#br0" timeOffset="185104.552">20415 14947 1024 0,'0'0'0'0,"0"0"0"0,0 0 0 0,0 0 0 0,0 0 0 0,0 0 0 0,0 0 0 16,0 0 0-16,0 0 0 0,0 0 0 0,0 0 0 0,0 0 0 0,0 0 0 16,0 0 0-16,0 0 0 0,6 2 0 0,4 3 0 15,2 0 0-15,-7-2 256 0,-2 2-256 0,-2 0 0 0,2 2 256 16,0 2-256-16,1 3 0 0,-1 0 256 0,0 2-256 0,0 1 0 0,0 1 256 15,-2 0-256-15,1 2 0 0,0 3-256 0,0 0 256 0,0 4 0 16,0-1-256-16,-2 1 256 0,1 2 0 0,0 0-256 16,0 2 256-16,0 0 0 0,0 0-256 0,0 0 256 0,1 2 0 0,-1-3 0 15,-2 1 0-15,1-1 0 0,0-2 0 16,-3-1 0-16,2-1 0 0,0 1 256 0,0-2-256 0,0-1 0 0,0-2 256 16,0-1-256-16,0-1 0 0,0-4 256 0,2-1-256 0,-1-2 0 0,0-3 256 15,0 0-256-15,0-2 0 0,0-3 256 0,2 0-256 0,-1-3 0 16,0 0 256-16,1-3-256 0,2 0 0 0,-2-3 256 15,-1-1-256-15,0-2 0 0,1-1-256 16,-2 0 256-16,1-2 0 0,0 1 205 0,1 0-205 0,1-2 0 0,-1 1 17 0,-2 0-17 16,1-2 0-16,0 1-256 15,-2 1 256-15,1-1 0 0,0 1-256 0,0-1 256 0,0 0 0 16,-1 2-256-16,-1 1 256 0,-1 0 0 0,2 1-256 0,1 1 256 0,1 0 0 0,-1 0-256 16,2 0 256-16,-1 1 0 15,0 0-256-15,1 1 256 0,1 0 0 0,-1 0-222 0,1 0 222 16,1 0 0-16,1 0 0 0,0-1 0 0,2 1 0 0,-2 0 0 15,1 1 0-15,2 0 0 0,-2-1 0 16,1 1 0-16,1 0 0 0,0 0 133 0,-1 1-133 0,0 0 0 0,0 2 256 16,2 1-256-16,0 1 0 0,-1 0 256 0,0 0-256 15,1 0 0-15,-2 1 256 0,2 2-256 0,0 0 0 0,-1 1 256 16,-2 1-256-16,-1 1 0 0,1 1 256 0,-2 2-256 16,2 1 0-16,-2-1-256 0,-1 0 256 0,-1 1 0 0,0-1-256 15,0 0 256-15,-2 1 0 0,1 0-256 0,-1 1 256 0,-1 0 0 0,-1 0-256 16,-1-1 256-16,-2 1 0 0,1-1-256 0,-1 1 256 15,-2-1 0-15,2-1-133 0,-1 0 133 0,-2-1 0 0,1-1 0 16,0 1 0-16,-1-1 0 0,1 0 0 0,-2-1 0 0,0 0 0 16,1-2 0-16,-1 0 0 0,1-3 0 0,0 2 256 15,0-2-256-15,-1 1 0 0,1-1-48 0,0-1 48 0,0-1 0 16,-1 1-208-16,2-1 208 0,0-1 0 0,1 1 0 0,2-1 0 16,1-1 0-16,0 0 0 0,1-2 0 0,1 0 0 0,1 2 0 15,2 0 0-15,2 0 0 0,-3 2 0 16,-1 1 0-16,-1 1 0 0</inkml:trace>
  <inkml:trace contextRef="#ctx0" brushRef="#br0" timeOffset="185374.967">20951 15577 1024 0,'0'0'0'0,"0"4"0"0,2 1 0 0,0 3 0 0,-1-2 0 0,1-2 0 0,1 1 0 0,-1 1 0 15,1-1 0-15,1 3 0 0,-1-1 0 16,1 2 0-16,1 1 0 0,0-1 0 0,-2 3 0 0,0 1 0 16,0-1 0-16,-1 0 0 0,-1 2 0 0,-1-1 0 0,0 0 0 0,-1 2 0 0,-1-1 0 15,-1 0 0-15,-1 3 0 0,-1-3 0 0,0 0 0 0,-1-2 0 0,0 0 0 16,-1-1 0-16,-2-2 0 0,3 1 0 16,-2 0 0-16,0-2 0 0,-1 0 0 0,3-2 0 15,-1-1 0-15,0-1 0 0,2-2 0 0,-2-1 0 0,2 0 0 16,1-2 0-16,1 1 0 0,0-2 0 0,0-1 0 0,2-1 0 0,0 2 0 15,1 2 0-15,1 2 0 0</inkml:trace>
  <inkml:trace contextRef="#ctx0" brushRef="#br0" timeOffset="185800.513">21315 15088 1024 0,'0'0'0'0,"0"0"0"0,0 0 0 0,0 0 0 0,0 0 0 0,0 0 0 0,0 0 0 0,0 0 0 0,0 0 0 0,0 0 0 16,-4 2 0-16,-4 1 0 0,-1 2 0 0,2-2 0 15,2 0 0-15,1 0 0 0,-3 1 0 0,0-1 0 16,-4 2 0-16,3 2 0 0,-1 1 0 0,-2 3 0 0,3-2 0 15,-2 2 0-15,-1 0 0 0,2 1 0 0,0 2 0 0,-2 2 0 0,3-1 0 16,1 2 0-16,1 1 0 0,-2-1 0 16,3 0 0-16,-1 0 0 0,2 0 0 15,2 0 0-15,2 2 0 0,-1 0 0 0,1 1 0 0,1 1 0 0,1-2 0 0,1-1 0 0,1-1 0 0,1 1 0 16,1 1 0-16,2 1 0 0,-1-3 0 16,1 0 0-16,3 0 0 0,-1-3 0 0,1 0 0 0,2-2 0 0,-2-1 0 15,-2-1 0-15,2-2 0 0,-1 0 0 16,1-1 0-16,2 0 0 0,-3-2 256 15,3-2-256-15,-1-2 0 0,-1 1 256 0,0-1-256 0,-2-1 0 0,1-2 256 16,-1-1-256-16,0-1 0 0,0 0 256 0,-2-1-256 0,2-1 0 0,-1-1-256 16,-1 0 256-16,0-2 0 15,1 1-256-15,-2-1 256 0,0-2 0 0,-3 7-512 0,-4 5 512 0,-1 2 0 0</inkml:trace>
  <inkml:trace contextRef="#ctx0" brushRef="#br0" timeOffset="186340.207">21742 15359 1024 0,'0'0'0'0,"0"0"0"0,0 0 0 16,0 0 0-16,0 0 0 0,0 0 0 0,0 0 0 0,0 0 0 0,0 0 0 0,0 0 0 0,0 0 0 0,0 0 0 0,0 0 0 0,-6-5 0 31,-3-4 0-31,-4-2 0 0,6 7 0 0,2 0 0 0,2 3 0 0,-4-3 0 15,0 1 0-15,-2 0 0 0,1 1 0 0,-1 2 0 0,-2-1 0 16,3 2 0-16,-3 2 0 0,1 0 0 0,1 1 0 16,-2 1 0-16,0 1 0 0,2 0 0 0,1 1 0 0,0 2 0 0,0 0 0 0,-1 2 0 0,-3 1 0 0,5 0 0 31,3 0 0-31,0 2 0 0,0-2 0 0,1 2 0 0,1 1 0 0,-1-2 0 16,2 1 0-16,1 0 0 0,0-1 0 15,1 0 0-15,2-1 0 0,-2 0 0 0,1-2 0 0,1-1 0 0,0 0 0 16,1-2 0-16,1 0 0 0,-1-2 0 0,1-1 0 15,2-1 0-15,-2-1 0 0,1-1 0 0,1-1 0 0,-1-2 0 16,2 0 0-16,1-3 0 0,-2 0 0 0,2-3 0 0,0-1 0 16,-2 1 0-16,2-2 0 0,1-1 0 0,-1 1 0 15,-2-2 0-15,1-1 0 0,-1 3 0 0,-2 1 0 0,-1 0 0 0,1 0 0 16,0-1 0-16,0 0 0 0,0 2 0 16,-1 1 0-16,-2 0 0 0,1 1 0 0,-1 1 0 0,-1 1 0 0,1-1 0 15,0 0 0-15,0 2 0 0,-1-1 0 0,-1 2 0 0,-1-1 0 0,1 1 0 16,2 1 0-16,-1 1 0 0,0 1 256 0,-2 3-256 15,1 0 0-15,1 1 256 0,1 1-256 0,1 2 0 0,0 0 256 16,-1 2-256-16,0 1 0 0,0 0 81 0,0 2-81 16,0 0 0-16,0 0-256 0,1-1 256 0,1 1 0 0,-1-1-256 15,-2 0 256-15,1-1 0 0,0 0-256 0,2-2 256 0,0 0 0 0,-1-1-81 16,0 0 81-16,0 1 0 0,-2-6 0 16,-1-3 0-16,-1-3 0 0</inkml:trace>
  <inkml:trace contextRef="#ctx0" brushRef="#br0" timeOffset="187135.376">21853 15252 1024 0,'0'0'0'0,"0"0"0"0,0 0 0 15,0 0 0-15,0 0 0 0,0 0 0 0,0 0 0 0,5 0 0 0,3-1 0 0,3-1 0 0,-4 1 0 16,-2 1 0-16,-1 1 0 0,1-1 0 15,-2 0 0-15,1 0 0 0,1 1 0 0,0 0 0 0,1 0 0 0,-1 2 0 16,0 1 0-16,0 2 0 0,1-1 256 0,-3 2-256 0,1 3 0 16,0-2 256-16,-2 2-256 15,1 0 0-15,0 2 256 0,1 2-256 0,2 1 0 0,-2-2 256 0,-1 1-256 0,0 1 0 0,-2-1-256 16,-2 0 256-16,0 1 0 0,0-1-256 0,2 0 256 0,-1 0 0 0,0-2-256 16,-2 0 256-16,1-1 0 0,0-1-256 15,-1-1 256-15,-1 0 0 0,0-1 0 16,1-1 0-16,0 0 0 0,0-2 0 0,2-1 0 0,-1-1 0 0,0 1 0 0,-1-1 0 0,-1 0 0 0,2-1 0 15,1-1 0-15,1-1 0 0,0-2 0 16,1-1 0-16,1-1 0 0,-1-1 0 0,1-1 0 0,2-2 0 16,-2-1 256-16,0-2-256 0,0-1 0 0,0-1 256 0,1 0-256 15,2-2 0-15,-1 1 256 0,1-1-256 0,2 0 0 16,-2 0 256-16,-2 0-256 0,1-2 0 0,1 0-256 0,0 1 256 0,1-2 0 16,-1 2-256-1,0 1 256-15,1 1 0 0,-2 0-256 0,2 0 256 0,0 2 0 0,0-1-256 16,-1 0 256-16,0 1 0 0,0 0 256 0,1 2-256 0,3 0 0 0,-3 1 77 0,1-1-77 0,1 1 0 15,0 1-256-15,-3 1 256 0,1 0 0 0,0 2-77 16,-2 1 77-16,2 0 0 0,-1 1 0 0,-2 0 0 0,1 0 0 16,-1 2 0-1,-1 1 0-15,-1 1 0 0,1 1 0 0,-2 1 0 0,-1 1 0 0,1 1 0 16,-2 1 0-16,1 2 0 0,0-2 0 0,0 0 0 0,0 1 0 0,0 1 0 0,0 1 0 0,0 2 0 16,-1-1 0-16,-2 1 0 0,0 0 0 0,1 1 0 31,2 0 0-31,-1 2 0 0,-1-3 0 0,-1 2 0 0,-1 0 0 0,2 1 0 0,1 1 0 0,1 1 0 0,-1-1 0 15,0 0 0 1,0-1 0-16,1-1 0 0,1 0 0 0,1-1 0 0,-1 1 0 0,0-1 0 0,0 1 0 0,0-1 0 0,1-3 0 16,1 1 0-1,1 0 0-15,0-2 0 0,4 0 0 0,-3-2 0 0,0-1 0 0,0 0 0 0,0-3 0 0,2 1 0 0,0-2 0 16,-1-1 0 0,0-1 0-16,0-1 0 0,0-1 0 15,1-2 0-15,0 0 0 0,-1-1 0 0,-1-1 0 0,1-2 0 0,-1-1 0 16,-1 0 0-16,-1-2 0 0,-1 0 0 0,-1-1 0 0,-1-3 0 15,0 4 0-15,-1-2 0 0,-1-1 0 0,-1 2 0 16,-1-1 0-16,-1 0 0 0,-1 1 0 0,0 0 0 0,-2 2 0 0,1-1 256 16,-1-1-256-16,-2-1 0 0,3 3 256 15,-2 0-256-15,-1 1 0 0,1 1 256 0,2 1-256 0,-2 0 0 0,2 2 256 16,1 1-256-16,1 1 0 0,0-2 256 0,1 1-256 16,0 0 0-16,1 0-256 0,1 1 256 0,1 0 0 0,1 0-256 15,1 0 256-15,1 0 0 0,1 0-256 0,2 0 256 0,0-1 0 16,1 1-256-16,0-1 256 0,3-2 0 0,-5 6-256 15,-5 1 256-15,-2 1 0 0</inkml:trace>
  <inkml:trace contextRef="#ctx0" brushRef="#br0" timeOffset="187406.186">22482 14851 1024 0,'0'0'0'0,"0"0"0"0,0 0 0 0,0 0 0 16,0 4 0-16,0 4 0 0,0 2 0 0,0-5 0 0,2-1 0 0,-1 0 0 15,0 0 0-15,1 3 0 0,1 0 0 0,0 2 0 16,-3 1 0-16,1 3 0 0,0-2 0 0,0 2 0 0,0 1 0 0,0 2 0 16,-2 2 0-16,1 2 0 0,0 0 0 0,2 0 0 0,-1 3 0 0,-1-1 0 15,-1 2 0-15,-1 2 0 0,1-1 0 0,0 2 0 0,0 1 0 16,0-2 0-16,2 0 0 0,-1 1 0 0,0-1 256 16,-3 0-256-16,2 0 0 0,0-1 256 0,2 0-256 0,-1-2 0 0,0-2 256 15,0-1-256-15,0-1 0 0,1-2-256 16,2-1 256-16,0-2 0 0,0 0-256 15,1-3 256-15,1-1 0 0,-3-6-256 16,-2-4 256-16,-2-4 0 0</inkml:trace>
  <inkml:trace contextRef="#ctx0" brushRef="#br0" timeOffset="187928.799">22605 14690 1024 0,'0'0'0'0,"0"0"0"0,0 0 0 0,0 0 0 0,1 4 0 0,1 4 0 0,1 2 0 0,-1-4 0 15,1-2 0-15,2-1 0 0,-2 1 0 0,1 1 0 0,1 2 0 0,0-2 0 0,1 1 0 0,3 1 0 16,-2 0 0-16,-2 0 0 0,1 2 0 0,0-1 0 0,2 2 0 16,0 0 0-16,-1 0 0 15,1 0 0-15,2 1 0 0,-2 0 0 16,1 0 0-16,2 2 0 0,-2 1 0 0,-1 1 0 0,1 3 0 0,-1-1 0 0,1-1 0 0,1 2 0 0,-1-1 0 15,-1 2 0-15,-2 1 0 0,1 0 0 16,2 2 0-16,0 0 0 0,-1 0 0 0,1 1 0 0,-1 1 0 0,0 0 0 0,0 2 0 16,1 0 0-1,-2-1 0-15,-1 0 0 0,-1 1 0 16,1 1 0-16,1 1 0 0,-1 2 0 0,-2-3 0 0,-2 0 0 0,-2-2 0 0,2 1 0 0,-2 1 0 0,1-1 0 16,-2 0 0-1,-1-1 0-15,-1 0 0 0,0-1 0 0,-1-1 0 0,-2 0 0 0,1 0 0 16,-1 0 0-16,-1 0 0 0,0-3 0 0,-2-1 0 15,-1-1 0-15,2 0 0 0,-2 0 0 0,0-1 0 0,0 0 0 0,-2-1 0 0,0-1 0 0,1-1 0 16,-2 0 0-16,0-1 0 16,0-1 0-16,2 0 0 0,-1-2 0 0,-1 1 0 15,2-2 0-15,1 0 0 0,-1-1 0 0,2-1 0 0,1 0 0 0,5-4 0 16,3-3 0 0,3-3 0-16</inkml:trace>
  <inkml:trace contextRef="#ctx0" brushRef="#br0" timeOffset="210133.502">21029 5499 1024 0,'0'0'0'0,"0"0"0"0,0 0 0 0,0 0 0 0,0 0 256 16,0 0-256-16,0 0 0 0,0 0 256 15,0 0-256-15,0 0 0 0,0 0 256 0,0 0-256 0,0 0 0 16,0 0 256-16,0 0-256 0,0 0 0 0,0 0 256 0,0 0-256 16,0 0 0-16,0 0 256 0,0 0-256 0,0 0 0 0,0 0 256 0,0 0-256 0,0 0 0 0,8 10 55 15,5 4-55-15,3 6 0 0,-10-14 256 0,-3-6-256 16,-3-6 0-16,5 6 199 0,0 0-199 16,1 0 0-16,-1 0 256 0,1 0-256 0,2 0 0 0,-1 0 256 0,1-1-256 0,1-1 0 0,0 1 166 15,0 0-166-15,1 0 0 16,0 0 91-16,0 0-91 0,3 0 0 0,-2 1 0 0,0-2 0 0,1 0 0 0,0 1 0 31,0-1 0-31,2-1 0 0,-2 2 0 0,2-1 0 0,0 2 0 0,0-1 0 16,3-1 0-16,3-1 0 0,-4 1 0 0,0 1 0 15,-2 0 0-15,2 0 0 0,0 1 0 0,3-1 0 0,-3 0 0 0,1 0 0 16,0 0 0-16,1 0 0 0,-3 0 0 0,2-1 0 0,0 1 0 0,-1-1 0 0,1-1 0 0,-2 1 0 31,3 0 0-31,0-1 0 0,-2 2 0 0,-2 0 0 0,0 0 0 0,0 0 0 16,1-1 0-16,-1-1 0 0,-1 2 0 15,-2 0 0-15,-1 0 0 0,1 1 0 0,-1-2 0 0,-2 1 0 0,1 0 0 16,0-1 0-16,-2 1 0 0,0 0 0 0,-1 0 0 16,0 0 0-16,-1 1 0 0,0 0 0 0,-2 0 0 0,1 0 0 15,-1-1 0-15,-1-1 0 0,1 2 0 0,1-1 0 0,-1-1 0 0,0 1 0 16,-2 0 0-16,1 0 0 0,0 0 0 16,-2 1 0-16,1 1 0 0,0-1 0 0,1 0 0 0,1 0 0 0,-1 1 0 15,-2-1 0-15,1 2 0 0,0-2 0 0,-2 0 0 16,1 0 0-16,0 0 0 0,0 0 0 0,0 0 0 0,-8 3 0 15,-7 1 0-15,-2 2 0 0,12-5-3071 0,6-1 3071 0,3-1 0 16</inkml:trace>
  <inkml:trace contextRef="#ctx0" brushRef="#br0" timeOffset="-175824.96">10824 16766 1024 0,'0'0'0'0,"0"0"0"0,0 0 0 0,0 0 0 15,0 0 256-15,0 0-256 0,0 0 0 0,0 0 256 0,0 0-256 0,0 0 0 0,0 0 256 16,0 0-256-16,0 0 0 0,0 0 256 0,0 0-256 0,0 0 0 0,0 0 256 16,0 0-256-16,0 0 0 0,0 0 256 0,0 0-256 15,0 0 0-15,0 0 256 0,0 0-256 0,0 0 0 0,-12-3 256 16,-5-1-256-16,-6-3 0 0,15 7 256 0,5 3-256 0,5 1 0 15,-6-1 256-15,3 1-256 0,-1 2 0 0,0 0 256 16,0 1-256-16,0 2 0 0,0 1 255 0,2-1-255 0,-1 4 0 0,0 0 0 16,0 3 0-16,0 2 0 0,0 0 0 15,0 3 0-15,0 0 0 0,0 4 0 16,2 3 0-16,-1 4 0 0,0-2-138 0,0 2 138 0,0 1 0 0,1 1-256 16,1 2 256-16,1 1 0 0,-1-1-256 0,0 0 256 0,0 0 0 15,0-1 187-15,-1 0-187 0,1-1 0 0,1 0 228 16,-2-2-228-16,-1 0 0 0,1-2 98 0,1-2-98 0,1-1 0 0,-1-2 47 15,0-3-47-15,0-3 0 0,0-2 90 16,-1-3-90-16,0-3 0 0,0-7-3071 0,-1-4 3071 0,-1-4 0 16</inkml:trace>
  <inkml:trace contextRef="#ctx0" brushRef="#br0" timeOffset="-175461.171">10710 16781 1024 0,'0'0'0'0,"0"0"256"0,0 0-256 0,0 0 0 0,0 0 256 0,0 0-256 0,0 0 0 0,0 0 256 16,0 0-256-16,0 0 0 0,0 0 256 16,0 0-256-16,0 0 0 0,6-2 256 0,3-3-256 0,4 0 0 0,-4 1 256 15,-2 1-256-15,2 0 0 0,0-1 256 16,3 0-256-16,3 0 0 0,-3 0 256 0,2-1-256 0,0 1 0 0,1-1 256 16,0 0-256-16,2-1 0 0,-3 1 256 15,3 1-256-15,-1 0 0 0,1 1 256 0,-3 0-256 0,2 0 0 0,-1 1 255 16,0-1-255-16,-1 2 0 0,0-1 0 0,-2 1 0 0,0 1 0 0,0-1 0 15,-2 0 0-15,-1-1 0 0,1 1-255 16,-2 0 255-16,-1 0 0 0,-1 0-256 0,-2 0 256 0,-1 0 0 0,-1 0-2560 16,-2 1 2560-16,-2 1 0 0</inkml:trace>
  <inkml:trace contextRef="#ctx0" brushRef="#br0" timeOffset="-175221.873">10854 17167 1024 0,'0'0'0'0,"3"1"0"0,2 1 0 0,0 1 0 0,0-2 256 0,-2 0-256 0,1 0 0 0,3-1 256 16,-1 1-256-16,3 1 0 0,-1-1 256 0,2-1-256 0,0-1 0 15,0 1 256-15,2 0-256 0,0 0 0 0,-1-1 256 0,0-1-256 16,-1-1 0-16,0 0 256 0,3 2-256 0,-1-1 0 0,-8 1-1536 16,-4 1 1536-16,-4 1 0 0</inkml:trace>
  <inkml:trace contextRef="#ctx0" brushRef="#br0" timeOffset="-174586.506">11564 17191 1024 0,'0'0'0'0,"0"0"0"0,0 0 0 16,0 0 0-16,0 0 256 0,0 0-256 0,0 0 0 0,0 0 256 0,0 0-256 0,0 0 0 15,0 0 256-15,0 0-256 0,0 0 0 0,-5-5 256 16,-1-4-256-16,-2-2 0 0,2 7 256 0,1 0-256 0,-1 3 0 0,0-1 256 16,0-1-256-16,-3 2 0 0,0-1 256 0,0 0-256 0,-1-1 0 0,1 2 256 15,-2 2-256-15,-1-1 0 0,1 3 256 0,0-1-256 0,-1 3 0 16,0-1 256-16,0 1-256 0,-3 2 0 16,3 0 256-16,1 3-256 0,0 1 0 0,0-1 255 0,2 2-255 15,-2 1 0-15,2-1 0 0,1 2 0 0,1 0 0 0,-1 1 0 16,1 1 0-16,2 1 0 0,0-2-54 0,2-2 54 0,2 0 0 0,0 1-256 15,1 0 256-15,1 0 0 0,0-2-256 16,1 1 256-16,1-1 0 0,1-1 214 0,0-2-214 0,3-1 0 0,0 0 256 16,0 0-256-16,1-1 0 0,0-2 96 0,2-2-96 0,1-2 0 0,-2 0 0 15,2-2 0-15,0-2 0 0,-1-2 0 0,2-1 0 16,0-2 0-16,-1-1 0 0,1-1 0 0,-1-2 0 0,1 0 0 16,0-2 0-16,3-2 0 0,-3 1 0 15,-2-2 0-15,-1-1 0 0,1 2 0 0,-2 2 0 0,-1 0 0 0,2 0 0 16,-3 1 0-16,1 1 0 0,-2 1 0 0,-1 0 0 0,0 2 0 0,1 0 0 15,-2 0 0-15,-1 2 0 0,0 1 0 16,-1 0 0-16,-1 2 0 0,1 0 0 0,0-1 0 16,0 1 0-16,0 2 0 0,-2 1 0 0,1 1 0 0,-1 0 0 0,-1 1 0 0,-1 1 0 0,1 0 0 15,2 2 0-15,-1 0 0 0,0 3 0 0,0 0 0 16,-1 4 0-16,1 0 0 0,-1 2 0 0,-1 1 0 0,1 1 0 16,1 2 0-16,0 2 0 0,-1-1 0 15,2 2 0-15,-1 2 0 0,1-3 0 0,1 1 0 0,1 1 0 0,-1 0 0 16,1 0 0-16,1 3 0 15,-1-3 0-15,2-2 0 0,0 1 0 0,-1-4 0 0,1-1 0 0,1-2 0 16,0-1 0-16,1-3 0 0,2-1 0 0,-2-5 0 0,1-1 0 0,2-4 0 16,-5 2-3071-16,-4 0 3071 0,-4 0 0 15</inkml:trace>
  <inkml:trace contextRef="#ctx0" brushRef="#br0" timeOffset="-174269.392">11893 16749 1024 0,'0'0'0'0,"0"0"0"0,0 0 0 0,0 0 0 0,0 0 256 0,0 0-256 0,0 0 0 0,0 6 256 0,-2 2-256 0,1 3 0 32,1-5 256-32,1-2-256 0,1-1 0 0,-1 3 256 0,1 0-256 0,2 1 0 0,-2 2 256 15,-2 0-256-15,1 2 0 0,0 0 256 16,0 2-256-16,0 1 0 0,-1 1 256 0,2 3-256 0,0 2 0 0,-1 0 256 15,1 1-256-15,1 2 0 0,-2 1 256 0,0 2-256 16,-1 3 0-16,1-1 256 0,1 3-256 0,1 1 0 0,-1 0 256 16,0 2-256-16,1 1 0 0,-1-2 255 0,0 0-255 0,0-1 0 0,0 0 0 15,0 0 0-15,0-1 0 0,0-2 0 0,-2 0 0 16,1-2 0-16,0-2 0 0,-2-2 0 0,1-1 0 0,0-3 0 16,0-2 0-16,0-3 0 0,0-3 0 0,-2-2 0 0,1-4 0 15,0-1 0-15,2-1 0 0,-1-3 0 0,0-4 0 0,-2-2 0 16,1-3 0-16,0 6-3071 15,2 3 3071-15,-1 3 0 0</inkml:trace>
  <inkml:trace contextRef="#ctx0" brushRef="#br0" timeOffset="-173262.686">11824 17220 1024 0,'0'0'0'0,"0"0"0"0,0 0 0 0,0 0 0 0,0 0 256 0,0 0-256 0,0 0 0 0,0 0 256 0,0 0-256 16,0 0 0-16,0 0 256 0,0 0-256 0,0 0 0 15,0 0 256-15,0 0-256 0,0 0 0 0,0-3 256 0,-2 1-256 0,1-2 0 16,5 1 256-16,3 1-256 0,4 0 0 0,-2 0 256 15,2 0-256-15,3 0 0 0,-3 0 256 0,2 0-256 0,-13 2 0 0,14-3 0 16,-2 0 256-16,3-1-256 0,-1-1 0 0,0 0 256 16,0 0-256-16,2-1 0 0,-2-1 256 0,2-1-256 15,0-2 0-15,0 2 255 0,-2 0-255 0,1-2 0 0,-2 0 0 0,0-3 0 16,-2-2 0-16,0 2 0 0,1-2 0 0,-3-1 0 0,0 2 0 16,-1-1 0-16,-3 0 0 0,0 0 0 0,-1-1 0 0,0-1 0 15,-1 2 0-15,-2 1 0 0,-2-1 0 0,1 2 0 0,-1 2 0 16,-1 0 0-16,0 2-255 0,-1 0 255 0,-1 2 0 0,0 1 157 15,-1 1-157-15,-2 1 0 0,3 1 98 0,-2 0-98 0,0 2 0 0,1 1 0 16,0 1 0-16,2 2 0 0,0 0 0 0,-2 1 0 0,0 1 0 0,1 2 0 16,1 2 0-16,1 3 0 0,-1-1 0 15,1 1 0-15,0 0 0 0,0 3 0 0,0 2 0 0,0 2 0 0,0 0 0 16,2 2 0-16,-1 2 0 0,0 0 0 16,2 2 0-16,-1 3 0 0,0-1 0 0,2 2 0 0,-1 0 0 0,0 0 0 15,1-1 0-15,1 0 0 0,-1 0 0 0,1 1 0 0,-1 0 0 0,0-3 0 16,1-1 0-16,1 0 0 0,-1-2 0 0,-1-3 0 0,0 0 0 15,1-2 0 1,-2-1 0-16,1-2 0 0,0-1 0 0,-2-3 0 0,1-1 0 0,0-2 0 16,1-3 0-16,-1-2 0 0,0 0 0 0,1-3 0 0,1 0 0 0,-1-3 0 15,1-2 0-15,1-3 0 0,-1-1 0 0,1-1 0 0,1-2 0 0,0-1 0 16,0-2 0-16,1-2 0 0,-1 2 0 16,0-2 0-16,0-1 0 0,1 0 0 0,0-1 0 0,1-1 0 0,-2 3 0 15,2 1 0-15,1 2 0 0,-3-1 0 0,-1 1 0 0,-1 1 0 16,1 1 0-16,1 1 0 0,2 0 0 0,-2 2 0 0,-2 1 0 0,1 3 0 15,0-2 0-15,0 1 0 0,0 0 0 0,1 2 0 16,-1 2 0-16,0 2 0 0,0 0 0 16,0 2 0-16,0 2 0 0,0-1 0 0,1 2 0 0,-1 2 0 0,0 1 0 0,-2 1 0 0,1 3 0 15,0-1 0-15,1 3 0 0,1 2 0 0,-1-1 0 16,0 2 0-16,-1 2 0 0,0-1 0 0,1 1 0 0,1 0 0 0,-1-1 0 16,0 2 0-16,0-1 0 0,1 0 0 0,-3 0 0 15,1 0 0-15,0-1 0 16,0 0 0-16,0 0 0 0,0-3 0 0,1 0 0 0,3-1 0 0,-3-4 0 0,1-3 0 0,1-2 0 0,-1-2 0 15,0-2 0-15,1-2 0 0,0-2 0 0,1-2 0 16,1-3 0 0,-5 7-3071-16,-4 1 3071 0,-1 1 0 0,8-8 0 15,4-5 0-15,2-4 0 0,-2 4 0 0,2-1 0 0,0-2 0 0,-1 2 0 16,-1-1 0-16,-2-1 0 0,1 3 0 0,1-1 0 0,0 1 0 0,-2 1 256 0,0 2-256 16,-2 0 0-16,0 0 256 15,-1 1-256-15,-1 0 0 0,2 1 256 0,-1 0-256 16,0 2 0-16,-1-1 256 0,2 1-256 0,0 0 0 0,1 1 256 0,-3-1-256 0,1 1 0 0,0 0 256 15,1-1-256-15,1-1 0 0,0 1 256 16,-3-1-256-16,1 1 0 0,0 1 256 0,1 1-256 0,2 1 0 0,-2-2 256 16,-2 0-256-16,1-2 0 0,0 2 256 0,0 0-256 0,1 0 0 0,-2 1 256 15,-1-2-256-15,-1 0 0 0,1 1 255 16,-1-3-255-16,0 0 0 0,-1 2 0 0,-1 0 0 0,-1 2 0 0,-1-1 0 31,-1 0 0-31,-1-1 0 0,1 2 0 0,-1 2 0 0,-3-1 0 0,1 1 0 16,-1 1 0-16,-1 1 0 0,0 1 0 0,1-1 0 15,0 2 0-15,0 0 0 0,-2 1 0 0,0 2 0 0,1-1 0 16,0 1 0-16,-1 2 0 0,1 0 0 0,1 1 0 0,0 2 0 0,0 0 0 16,3 2 0-16,2 1 0 0,-1 0 0 0,1 2 0 15,1 2 0-15,1-3 0 0,1 0 0 0,1-1 0 0,1 1 0 16,1 0 0-16,2-1 0 0,0-1 0 0,2 0 0 0,2-1 0 0,0-1 0 16,0 0 0-16,2-1 0 0,0-3 0 15,-1-2 0-15,4-2 0 0,-3 0 0 0,1-2 0 0,2-2 0 0,-10 2-3071 16,-6-1 3071-16,-3-1 0 0</inkml:trace>
  <inkml:trace contextRef="#ctx0" brushRef="#br0" timeOffset="-172427.832">12935 17251 1024 0,'0'0'0'0,"0"0"256"0,0 0-256 0,0 0 0 16,0 0 256-16,0 0-256 0,0 0 0 0,0-7 256 0,0-5-256 0,0-4 0 0,0 11 256 15,2 2-256-15,-1 2 0 0,2-1 256 0,1-1-256 0,2 2 0 0,-2-1 256 0,1 3-256 16,1 0 0-16,-1 1 256 0,0 1-256 15,1 1 0-15,-1 1 256 0,1 1-256 0,1 2 0 0,-1 0 256 0,1 2-256 0,-1 1 0 0,-1 0 256 16,-1 1-256-16,-1 2 0 16,0 1 256-16,0 1-256 0,-2 1 0 0,2-1 255 0,-2 1-255 15,-1 1 0-15,0-2 0 0,-1 0 0 0,-2-1 0 0,0 0 0 16,-1 1 0-16,-2 0 0 0,1-3 0 0,2 0 0 0,-1-1 0 0,0-2 0 16,-1-1 0-16,1 0 0 0,0-1 0 0,0-2 0 0,0-1 0 0,0 1 0 15,2-2 0-15,-1-1 0 0,-1-1 0 16,1-1 0-16,0 0 0 0,1-2 0 0,1-2 0 0,1 0 0 0,1-3 0 15,1-1 0-15,1-2 0 0,1-1 0 0,1-3 0 0,2-2 0 16,-2 1 0-16,1 0 0 0,1-2 0 0,2-1 0 0,-1-1 0 16,3-1 0-16,-1 2 0 0,0 1 0 0,3 1 0 0,-1 0 0 15,-2-1 0-15,-1 0 0 0,2 1 0 16,-1 2 0-16,0 0 0 0,1 1 0 0,-3 1 0 16,1 0 0-16,0 0 0 0,1 0 0 0,0 0 0 0,0 2 0 0,-2 1 0 0,-1 1 0 0,1-1 0 15,-1 1 0-15,0-1 0 0,1 2 0 0,1-1 0 16,2 1 0-16,-3 1 0 15,0-2 0-15,-2 0 0 0,2 2 0 0,1 1 0 16,0 0 0-16,0 0 0 0,-2 0 0 0,-1 0 0 0,1 1 0 0,-2 1 0 0,2 0 0 0,-2 0 0 16,-1 0 0-16,-1 0 0 0,1 1 0 0,-2 1 0 0,1 1 0 0,0 1 0 15,-2-1 0-15,1 2 0 0,0-2 0 16,-2 2 0-16,-2 0 0 0,2-1 0 0,-2 2 0 16,1 0 0-16,0 0 0 0,0 1 0 0,0 1 0 0,0 0 0 15,-1 2 0-15,-1 0 0 0,1 0 0 0,-1 0 0 0,-1 1 0 0,1 2 0 16,-1 2 0-16,-2 1 0 0,2 0 0 0,0 1 0 0,0 1 0 15,0 0 0-15,1 0 0 16,0 2 0-16,-1-1 0 0,1 1 0 0,0 1 0 0,1-2 0 0,1 1 0 0,1 1 0 0,0-2 0 16,1 0 0-16,1-1 0 0,1-1 0 0,2-1 0 0,0-2 0 15,-1 0 0-15,1-2 0 0,1 0 0 0,1 0 0 16,1-1 0-16,2 0 0 0,-1-1 0 0,3-2 0 0,2-1 0 0,-1-1 0 16,-3-2 0-16,1-1 0 0,2-1 0 15,0-1 0-15,2-1 0 0,-3 0 0 0,2-2 0 0,2 0 0 0,-3-2 0 16,0-3 0-16,-2-2 0 0,1 2 0 0,-2-3 0 0,-1-1 0 0,-1 1 0 15,0-2 0 1,-2-1 0-16,0-1 0 0,0-1 0 0,-2-1 0 0,0 1 0 16,-4 1 0-16,0-1 0 0,-1-1 0 0,-2-1 0 0,0-1 0 0,-1 2 0 15,0 0 0-15,-3 0 0 0,1 1 0 0,-2 2 0 0,-1 0 0 0,0-2 0 16,-2 2 0-16,0-1 0 0,1 3 0 0,-2 0 0 0,0 2 0 0,2-1 0 16,-3 2 0-1,1 0 0-15,0 2 0 0,2 1 0 0,1 0 0 0,-1 0 0 0,0 1 0 0,1 0 0 16,1 1 0-16,1 1 0 0,3 1 0 0,-1-1 0 0,1 1 0 15,1 0 0-15,1-1 0 0,1 2 0 0,1-1 0 0,1 0 0 16,2 2 0-16,2 1 0 0,0-1 0 0,0-1 0 0,4-1 0 16,-2 2 0-16,2-1 0 0,4 1 0 15,-9 1-3071-15,-4 0 3071 0,-4 0 0 0</inkml:trace>
  <inkml:trace contextRef="#ctx0" brushRef="#br0" timeOffset="-171913.114">13855 16963 1280 0,'0'0'0'0,"0"0"256"0,0 0-256 0,0 0 0 0,0 0 256 0,0 0-256 0,0 0 0 16,2-2 256-16,2-3-256 0,2 0 0 0,-2 2 256 0,-2-2-256 15,-1 0 0-15,1 0 256 0,-2 0-256 0,1-1 0 0,0 1 256 16,-2-1-256-16,1-1 0 0,0 7 0 0,0-6 256 0,-2-1-256 0,1 0 0 0,-1 1 256 16,-2 0-256-16,0-1 0 0,0 1 256 0,-1 1-256 0,-1 0 0 0,1 1 256 15,-1 2-256-15,1-1 0 0,0 1 255 0,-1 0-255 16,-1 0 0-16,2 1 0 0,-3 1 0 0,1 1 0 15,0 1 0-15,2 1 0 0,-2 2 0 0,2-1 0 0,1 2 0 0,1 2 0 0,-1 0 0 16,-1 2 0-16,-1 1 0 0,1-1 0 0,2 2 0 16,1 1 0-16,0 2 0 0,1 3 0 0,1 3 0 0,0-2 0 15,1 2 0-15,1 2 0 0,-1-2 0 0,1 2 0 16,1 2 0-16,0 0 0 0,0 1 0 0,1 2 0 0,-1-2 0 16,1 0 0-16,1 1 0 0,-1-2 0 0,0 1 0 0,1-1 0 15,-1 1 0-15,-2-1 0 0,1 0 0 0,0-1 0 0,1-1 0 0,1-1 0 0,-2-1 0 16,-1 0 0-16,-1-3 0 0,2 0 0 15,-3-1 0-15,1-1 0 0,0-2 0 0,-2-1 0 0,1-2 0 0,0-3 0 16,-3 0 0-16,2-2 0 0,0-3 0 0,0-1 0 16,0-1 0-16,0-2 0 0,0-1 0 0,0-1 0 0,-1-3 0 15,-1-1 0-15,-1-2 0 0,1-1 0 0,2-2 0 16,-1-1 0-16,0-1 0 0,-1-2 0 0,-2-2 0 0,2 2 0 16,2-1 0-16,-1-1 0 0,-1 2 0 0,-1-1 0 0,-2 0 0 15,4 0 0-15,0 1 0 0,1-1 0 0,-1 3 0 16,-2 2 0-16,-1 2 0 0,3 0 0 0,1 1 0 0,1 0 0 0,0 3 0 15,0-1 0-15,1 2 0 0,0 0 0 0,1 1 0 16,1 0 0-16,2 1 0 0,-1 1 0 0,3 1 0 0,-1-1 0 16,1 1 0-16,2 0 0 0,0 0 0 0,0 0 0 0,4 0 0 0,-2 1 0 15,1-1 0-15,2-1 0 0,-2 2 0 16,2-1 0-16,1-1 0 0,0 1 0 16,-3-1 0-16,2-1 0 0,0-2 0 0,1 0 0 0,3-1 0 0,-12 4-3071 15,-6 2 3071-15,-6 2 0 0</inkml:trace>
  <inkml:trace contextRef="#ctx0" brushRef="#br0" timeOffset="-171458.604">14313 16565 1280 0,'0'0'0'0,"-4"4"256"0,-5 1-256 0,0 2 0 0,3-1 256 0,1 0-256 0,1 1 0 0,-4 1 256 0,1 2-256 0,-3 1 0 0,2 0 256 15,-2 3-256-15,0 1 0 0,1 1 256 0,-2 0-256 0,-1 3 0 0,2 1 256 16,-3 2-256-16,1 3 0 0,0-1 256 0,2 1-256 0,1 1 0 15,0 2 256-15,2 1-256 0,1 3 0 0,0-2 256 16,0 2-256-16,2 0 0 16,-1 1 256-16,2 1-256 0,1 1 0 0,1-1 255 0,2 2-255 0,2 1 0 0,0-1 0 15,2 1 0-15,0 1 0 0,1-2 0 0,0 0 0 0,3-1 0 0,0 0 0 16,0 0 0-16,1-1 0 0,1-2 0 0,1-2 0 0,4 0 0 0,-2-2 0 31,2-2 0-31,1-1 0 0,0-5 0 0,-3-3 0 0,2-4 0 0,-1 0 0 0,2-3 0 16,0-1 0-16,0-4 0 15,-2-2 0-15,1-2 0 0,-1-1 0 0,0-2 0 0,-1-3 0 0,1 1 0 0,-2-2 0 0,0-2 0 0,-8 6-3071 16,-6 3 3071-16,-3 0 0 16</inkml:trace>
  <inkml:trace contextRef="#ctx0" brushRef="#br0" timeOffset="-171216.264">14485 16859 1280 0,'0'0'0'0,"0"0"256"0,0 0-256 0,0 0 0 0,0 0 256 0,0 0-256 0,0 0 0 15,0 0 256-15,0 0-256 0,0 0 0 0,4 3 256 0,1 1-256 0,0 2 0 0,-1-1 256 16,-1 1-256-16,-1 2 0 0,2 2 256 16,2 2-256-16,0 3 0 0,-1 1 256 0,1 2-256 0,1 2 0 0,0 2 256 0,-1 2-256 15,0 3 0-15,0 0 256 0,0 2-256 16,1 3 0-16,-1-2 256 0,-2 1-256 0,1 0 0 0,0-1 255 15,-2-1-255-15,1 0 0 0,0 0 0 0,-2-1 0 0,-1 0 0 0,0-3 0 16,2-3 0-16,0-2 0 0,0-2 0 0,-2-2 0 0,1-3 0 16,-1-8-3071-16,-1-5 3071 0,-1-5 0 0</inkml:trace>
  <inkml:trace contextRef="#ctx0" brushRef="#br0" timeOffset="-170868.052">14570 16796 1280 0,'0'0'0'0,"2"0"256"0,1 0-256 0,2 0 0 0,-1 0 256 0,1 0-256 0,1 0 0 0,0-1 256 0,1 0-256 0,2 0 0 16,-1 0 256-16,2 1-256 0,2 1 0 0,-2-1 256 15,1 1-256-15,2 1 0 16,-2 1 256-16,2 1-256 0,0 1 0 0,-1 0 256 0,1 2-256 0,-1 0 0 15,1 2 256-15,-2 2-256 0,0 1 0 0,1 0 256 0,0 1-256 0,2 2 0 0,-3 2 256 16,0 0-256-16,-1 4 0 0,0-3 255 0,-1 2-255 0,0 1 0 16,0 2 0-16,-2 3 0 0,1 2 0 0,0-2 0 0,-2 1 0 0,-1 2 0 15,1-2 0-15,0 2 0 0,1 0 0 16,-2 0 0-16,-1 0 0 0,-1 1 0 0,-1-2 0 0,-1-2 0 16,-1-1 0-16,1-1 0 0,-2 0 0 0,1-2 0 0,0-2 0 15,-2-1 0-15,1-1 0 0,0-4 0 0,-1-1 0 0,-1-3 0 0,1-1 0 16,-1-4 0-16,-2-3 0 0,2-1 0 15,-1-2 0-15,-1-2 0 0,3 3-3071 16,2 0 3071-16,2 0 0 0</inkml:trace>
  <inkml:trace contextRef="#ctx0" brushRef="#br0" timeOffset="-170665.955">14611 17203 1280 0,'0'0'0'0,"0"0"256"0,0 0-256 0,0 0 0 15,4 0 256-15,3 0-256 0,1 0 0 0,-2-1 256 0,0 1-256 16,-2-2 0-16,3 1 256 0,2 1-256 0,3 1 0 0,-1-1 256 0,-11 0-256 0,14 0 0 16,2 0 0-16,-1-1 256 0,2 1-256 0,1-2 0 0,-2 2 256 15,2-2-256-15,0 1 0 0,0-3 256 16,-2 0-256-16,2-1 0 0,-2 0 256 0,2 2-256 0,1-1 0 0,-13 2-2560 16,-6 2 2560-16,-6 2 0 0</inkml:trace>
  <inkml:trace contextRef="#ctx0" brushRef="#br0" timeOffset="-170364.984">15142 16834 1280 0,'0'0'0'0,"1"3"256"0,1 3-256 0,1 0 0 0,-1 0 256 0,0 0-256 0,0 1 0 0,0 3 256 0,1 1-256 16,1 3 0-16,0 1 256 15,-1 1-256-15,0 4 0 0,0 0 256 0,1 1-256 0,1 4 0 0,0 1 256 0,2 4-256 0,0 2 0 0,-1 0 256 32,0 2-256-32,0 1 0 0,1 1 256 0,0 2-256 0,1 2 0 0,-2-1 256 15,-1-2-256-15,0 1 0 0,0-2 256 0,1-1-256 0,1-2 0 0,-2 0 255 16,0-2-255-16,-2 0 0 0,1-5 0 16,1-2 0-16,2-2 0 0,-2-2 0 0,-1-3 0 15,1-3 0-15,0-1-255 0,-2-3 255 0,1-2 0 0,0-2-256 0,-2-3 256 0,1-2 0 0,-2 0-2560 16,-1-1 2560-1,-1-1 0-15</inkml:trace>
  <inkml:trace contextRef="#ctx0" brushRef="#br0" timeOffset="-170128.781">15455 17199 1280 0,'0'0'0'0,"0"0"256"16,0 0-256-16,0 0 0 0,1 5 256 0,1 1-256 0,1 3 0 0,-1-3 256 16,1 0-256-16,1 1 0 0,0 2 256 0,-1 3-256 0,0 1 0 0,-3-13 0 0,3 14 256 15,1 2-256-15,1 2 0 0,-1-1 256 0,-2 2-256 16,1 2 0-16,1-1 256 0,0 1-256 0,1 1 0 0,-2-1 256 0,-1-2-256 16,-1 1 0-16,1 0 256 0,-1 0-256 15,0 0 0-15,0-3 256 0,1-1-256 0,1-1 0 0,-1-3 255 0,1 0-255 0,-1-2 0 0,0-3 0 16,0-1 0-16,0-3 0 0,-1 0-3071 15,-1-3 3071-15,-1-3 0 0</inkml:trace>
  <inkml:trace contextRef="#ctx0" brushRef="#br0" timeOffset="-169939.514">15399 16837 1024 0,'0'0'0'0,"0"0"256"0,0 0-256 0,0 0 0 0,0 0 256 0,0 0-256 15,0 0 0-15,4 0 256 0,2 1-256 0,3 1 0 0,-7-2-768 0,-2 0 768 16,-2 0 0-16</inkml:trace>
  <inkml:trace contextRef="#ctx0" brushRef="#br0" timeOffset="-169524.635">15936 17140 1024 0,'0'0'0'0,"0"0"256"0,0 0-256 16,0 0 0-16,-7 2 256 0,-1 3-256 0,-3 0 0 0,5-2 256 0,2 1-256 15,1-1 0-15,-2 0 256 0,-1 0-256 0,-1 0 0 0,7-3 0 0,-8 3 256 16,0 0-256-16,-1 0 0 0,1 3 256 0,-1-1-256 0,1 3 0 0,0-1 256 0,2 2-256 0,-2 1 0 0,2 0 256 16,-2 1-256-16,0 2 0 0,-1 0 256 15,3 1-256 1,-1 1 0-16,2-2 256 0,1 1-256 0,1 0 0 0,-1 0 256 0,1 0-256 0,2 2 0 0,0-1 255 16,1 0-255-16,1 2 0 0,-1-2 0 0,2 0 0 0,-1-1 0 0,3 0 0 15,0-2 0-15,2 0 0 0,-1 1 0 0,0 1 0 0,3 0 0 16,0 0 0-16,0 0 0 0,1 0 0 0,0-3 0 15,0 0 0-15,1-2 0 0,-1 0 0 0,2 0 0 0,1-2 0 0,0 0 0 16,-3-2 0-16,1-1 0 16,1-1 0-16,0-2 0 0,1-2 0 0,0 0 0 0,-1-1 0 0,0-1 0 0,0-1 0 15,-1-1 0 1,-2-2 0-16,2 1 0 0,1-1 0 0,0-2 0 0,-1 1 0 16,-2-2 0-16,-1 0 0 0,-4 6-3071 0,-3 5 3071 0,-3 2 0 0</inkml:trace>
  <inkml:trace contextRef="#ctx0" brushRef="#br0" timeOffset="-169033.044">16237 17389 1024 0,'0'0'0'0,"0"0"256"0,0 0-256 15,0 0 0-15,6-1 256 0,2 0-256 0,3 0 0 0,-4-1 256 0,0 2-256 0,-2-1 0 16,2-2 256-16,1 0-256 0,2-1 0 0,-2 1 256 15,1-1-256-15,1-1 0 0,0-1 256 0,-1-2-256 0,0-1 0 16,0 2 256-16,1-1-256 0,0-2 0 0,-1 3 256 0,-2-2-256 16,-1 0 0-16,-1 0 256 0,-1 1-256 0,-1 0 0 0,2 0 256 15,-2 0-256-15,0 1 0 0,-1 0 256 0,-2 0-256 0,-2-1 0 16,1 2 255-16,-1-1-255 0,-1 1 0 0,-1 1-255 16,-1 1 255-16,-3 1 0 0,3-1-256 0,-1 1 256 15,-2 0 0-15,1 1-256 0,-1 1 256 0,-1 1 0 0,-1 0-256 16,0 1 256-16,-2 1 0 0,1 0 171 0,0 1-171 0,-2 2 0 0,2-1 256 15,2 1-256-15,-2 1 0 0,1 1 256 0,0 1-256 0,-1 3 0 16,1-1 256-16,1 2-256 0,0 1 0 0,1-1 84 16,1 2-84-16,2 1 0 0,0 0 0 0,1 0 0 0,0 2 0 0,1-1 0 15,1 1 0-15,1 1 0 0,1-1 0 0,1 0 0 16,1-1 0-16,1 1-103 0,3 1 103 0,1 1 0 0,-1-2-256 16,1 1 256-16,3 1 0 0,-2-1 256 0,0-1-256 0,4 1 0 0,-2-1 103 15,1-2-103-15,3 1 0 0,-2-2 0 16,0 0 0-16,4-1 0 0,-3 0 0 0,2-2 0 0,0 0 0 0,0-2 0 15,-1 0 0-15,1-2 0 0,-1-1 0 0,0-1 0 16,0-1 0-16,0-1 0 0,-2-2 0 0,-1-2 0 0,2 0 0 16,-3-1 0-16,1-1 0 0,1-1 0 0,-3-3 0 0,1-1 0 0,0-2-225 15,-1-1 225-15,-2-3 0 0,2 1-256 16,0-1 256-16,1-2 0 0,-3-2-256 0,0-2 256 0,-2-3 0 0,1 0-256 16,0-2 256-16,0-2 0 0,-3 18-2078 15,-3 9 2078-15,-3 9 0 0</inkml:trace>
  <inkml:trace contextRef="#ctx0" brushRef="#br0" timeOffset="-168731.793">16626 16700 1024 0,'0'0'0'0,"0"0"0"0,0 0 0 0,0 0 0 0,0 0 0 0,0 0 0 16,0 0 0-16,0 0 0 0,0 0 0 0,0 0 0 0,0 0 0 0,0 0 0 15,0 0 0-15,0 0 0 0,0 0 0 0,0 0 0 16,4-6 0-16,2-4 0 0,3-2 0 0,-3 10 0 0,-1 4 0 0,0 4 0 0,2-2 0 15,2 1 0-15,0 2 0 0,-2 1 0 16,2 1 0-16,1 2 0 0,-1 1 0 0,-2 1 0 16,2 3 0-16,-1 1 0 0,0 2 0 0,0 2 0 0,1 0 256 15,0 1-256-15,1 2 0 0,0 0 256 0,-3 2-256 0,1 2 0 16,0 3 256-16,1 3-256 0,-1 3 0 0,-2-1 222 0,-1 2-222 0,-1 1 0 16,-1 1-256-16,0 1 256 0,-2 2 0 0,-1-2-256 15,-1 3 256-15,-2 0 0 0,-1-1-256 0,-2-2 256 0,-2 1 0 0,1 0-222 16,-3-2 222-16,-2-1 0 0,1-2 0 0,-3-1 0 0,-1-2 0 15,1-2 256-15,1-2-256 0,-1 0 0 0,9-20-256 16,6-10 256-16,3-10 0 0</inkml:trace>
  <inkml:trace contextRef="#ctx0" brushRef="#br0" timeOffset="-159102.726">17201 17237 1024 0,'0'0'0'0,"0"0"0"0,0 0 0 0,0 0 0 0,0 0 256 0,0 0-256 0,0 0 0 0,0 0 256 15,0 0-256-15,0 0 0 16,3 4 256-16,2 1-256 0,2 2 0 0,-2-5 256 0,-2-1-256 0,2-1 0 0,0 2 256 0,1-1-256 15,1 3 0-15,-1-2 256 0,1 0-256 0,-1 0 0 0,0-1 256 16,1 0-256-16,1 0 0 16,1-1 256-16,0 1-256 0,1 1 0 0,-1-1 256 0,1 0-256 0,1 0 0 0,0 0 256 15,-2 0-256-15,-1 0 0 0,2-1 256 16,0 0-256-16,1 0 0 0,0 0 255 0,-1 0-255 0,0 0 0 0,0 0 0 16,-2 0 0-16,-1 0 0 0,0 0 0 0,1 0 0 0,-3 0 0 0,1 0 0 15,-1 2 0-15,-1-1 0 16,0 0 0-16,-1-1 0 0,0-1 0 0,0 1 0 0,-2 0 0 0,1 0 0 0,0 0 0 15,0-1 0-15,0-1 0 0,-1 1-3071 16,-1 1 3071-16,-1 1 0 0</inkml:trace>
  <inkml:trace contextRef="#ctx0" brushRef="#br0" timeOffset="-158735.758">17172 17519 1024 0,'0'0'0'0,"0"0"0"0,0 0 0 15,0 0 0-15,0 0 256 0,0 0-256 0,0 0 0 0,4 2 256 0,2 3-256 0,2 0 0 0,-1-3 256 16,-3-1-256-16,1-1 0 0,1 0 256 0,2 2-256 16,4-1 0-16,-4 0 256 0,1 0-256 0,2 0 0 15,-2 0 256-15,1 0-256 0,2 0 0 16,-2 0 256-16,0-1-256 0,1-1 0 0,-2 1 256 0,2 0-256 0,1 0 0 0,-2 0 256 16,0 0-256-16,2 0 0 0,-3-1 256 0,-1 1-256 0,-1-2 0 0,2 2 256 15,-3-2-256-15,1 1 0 0,0 0 255 0,1-1-255 0,-1-1 0 0,0 1 0 16,-2-1 0-16,1-1 0 0,1 0 0 0,-1 0 0 0,0-1 0 15,-4 3-3071-15,-2 2 3071 0,-2 2 0 0</inkml:trace>
  <inkml:trace contextRef="#ctx0" brushRef="#br0" timeOffset="-157694.146">18061 16908 1024 0,'0'0'0'0,"0"0"0"0,0 0 0 0,0 0 0 0,0 0 256 0,0 0-256 0,0 0 0 0,0 0 256 15,0 0-256-15,0 0 0 0,0 0 256 0,0 0-256 0,0 0 0 0,1 7 256 16,1 4-256-16,1 3 0 0,-1-6 256 0,0-2-256 16,0-1 0-16,0 2 256 15,0 1-256-15,0 2 0 0,0 1 256 0,1 1-256 0,1 3 0 0,-1-1 256 16,-2 0-256-16,-1 2 0 0,1 1 256 0,0 2-256 0,0 2 0 0,0-2 256 0,0 1-256 0,0 1 0 0,-1 1 256 16,-1 1-256-16,-1 2 0 0,1-2 255 15,0 2-255 1,0-1 0-16,0 0 0 0,-2 1 0 0,0 2 0 0,1-2 0 0,0-1 0 0,0-1 0 0,0-1 0 15,-1-2 0-15,-2-1 0 0,2-4 0 0,1-1 0 0,1-3 0 0,-1-1 0 16,2-1 0-16,-1-2 0 0,-1-3 0 16,1-2 0-16,0-2 0 0,0-1 0 15,2-2 0-15,-1-2 0 0,0-1 0 0,2-2 0 0,0-3 0 16,-1 0 0-16,-2-2 0 0,1-1 0 0,0 0 0 0,2-1 0 0,-1 0 0 0,0-2 0 16,-1-2 0-16,0-2 0 0,-1 1 0 0,-1 1 0 0,-2-2 0 0,2 0 0 31,0 0 0-31,0-1 0 0,0 1 0 15,0 0 0-15,0 0 0 0,0-1 0 0,-1 1 0 0,-1-2 0 0,1 1 0 0,0 0 0 0,-1-1 0 0,1 4 0 0,0-1 0 0,0 3 0 0,0 1 0 16,2 2 0-16,-1 2 0 0,0 1 0 16,1 0 0-16,0 2 0 0,0-1 0 0,1 2 0 15,1 1 0-15,0 0 0 0,0 1 0 0,1 0 0 0,0 0 0 0,0 1 0 0,3 0 0 16,0-1 0-16,1 0 0 0,2-1 0 16,-1 1 0-16,1 1 0 0,2 1 0 0,-1-1 0 0,1 1 0 0,2-1 0 0,-2 2 0 15,1 2 0 1,3-1 0-16,-2 3 0 0,1 1 0 0,2 1 0 15,-1 1 0-15,-3 2 0 0,1 1 0 0,1-1 0 0,0 3 0 0,3 1 0 0,-4 0 0 0,-1 1 0 0,1 2 0 0,-2 0 0 16,-1 0 0-16,0 2 0 0,-2 1 0 16,-2 2 0-1,-2 2 0-15,1-2 0 0,-1 1 0 0,0 1 0 0,-2-2 0 16,-2 1 0-16,-3 1 0 0,1-2 0 0,-1 1 0 0,-1 0 0 16,-1 0 0-16,-3-3 0 0,-2 0 0 0,2 0 0 15,0-1 0-15,-4-1 0 0,3-2 0 16,-2 0 0-16,-1-2 0 0,1-1 0 0,1 0 0 0,0-1 0 0,1-1 0 15,-3-1 0-15,1 0 0 0,1-2 0 0,3-1 0 16,2-1 0-16,-1 1 0 0,1-2 0 0,0 1 0 0,1-1 0 16,1-1 0-16,1-1 0 0,1 0 0 0,1 1 0 0,1-2 0 0,-1 2 0 15,2-2 0-15,-1 1 0 0,1 0 0 16,1-1 0-16,1-1 0 0,1 1 0 0,0 0 0 0,4-1 0 0,-2 2 0 16,1 0 0-16,1 0 0 0,1 0 0 0,0 0 0 0,1 0 0 15,-2 1 0-15,3 1 0 0,-1 1 0 0,0 0 0 16,2 2 0-16,1 0 0 0,0 0 0 0,-3 1 0 0,1 2 0 0,1-2 0 15,-3 3 0-15,1 1 0 0,0-2 0 0,-2 1 0 16,-1 2 0-16,1-1 0 0,0 1 0 0,-1 3 0 0,-1-4 0 16,-2 1 0-16,-2-1 0 0,2 1 0 0,-1 0 0 0,0 1 0 15,-2-1 0-15,-1 0 0 0,-1-1 0 0,-2 0 0 0,-3 1 0 16,1-1 0-16,-1 1 0 0,-1-1 0 0,-2 0 0 0,0 0 0 16,0 1 0-16,-4 0 0 0,3-1 0 0,0-1 0 0,-1 0 0 15,0-1 0-15,-1-2 0 0,-2 0 0 0,3-1 0 16,-3 0 0-16,0 0 0 0,1-1 0 0,0-1 0 0,2-1 0 0,-2 0 0 15,3 1 0-15,-1-2 0 0,-1-1 0 0,2-1 0 0,0-1 0 16,0 0 0-16,3 1 0 0,2-2 0 0,0-1 0 16,1 0 0-16,1-1 0 0,-1-2 0 0,2-1 0 0,1-3 0 15,0 9-3071-15,1 3 3071 0,1 3 0 0</inkml:trace>
  <inkml:trace contextRef="#ctx0" brushRef="#br0" timeOffset="-157156.569">18590 17215 1024 0,'0'0'0'16,"0"0"0"-16,0 0 0 0,0 0 0 0,-2 7 0 0,-2 4 0 0,-3 5 0 0,4-7 0 16,1-2 0-16,1-1 0 0,-1 3 0 0,0 2 0 15,0 1 0-15,0 0 0 0,-1 2 0 0,-1 1 0 0,1-1 0 0,2 1 0 0,-2 0 0 0,1-1 0 16,0 0 0-16,0 0 0 0,1 0 256 0,1 0-256 0,1 1 0 0,0-1 256 0,1 1-256 16,1 1 0-1,1-3 256-15,0 0-256 0,1-2 0 0,0 1 256 16,1 0-256-16,1-1 0 0,1-2 256 0,0 0-256 0,1-1 0 0,0-1 256 0,-1-1-256 0,0-1 0 0,1-1 256 15,2-2-256-15,1-1 0 0,-2-2-256 0,3-1 256 0,-1-2 0 0,0 1-256 32,-2-1 256-32,-1-1 0 0,2-1-256 0,-3-1 256 0,1-2 0 0,0 0-256 0,0-2 256 0,-1-1 0 0,-1 1-256 15,-2 0 256-15,-2-2 0 0,2 2 256 16,-2-2-256-16,-1-1 0 0,-1 2 256 0,-2-1-256 0,-2 0 0 0,0 0 256 16,-2 0-256-16,0-2 0 0,-1 2 57 15,0 0-57 1,-3-1 0-16,0 1-256 0,-1-1 256 0,-3-1 0 0,1 3-256 0,3 1 256 0,-1-1 0 0,-2 2 223 0,0 1-223 0,-3 0 0 15,2 1 256-15,1 1-256 0,0 0 0 0,1 2 256 16,-3 1-256-16,1 1 0 0,0 0 256 0,0 0-256 0,-1 2 0 16,2 0 256-16,2 2-256 15,1-1 0-15,-1 0 256 0,2 0-256 0,1 0 0 0,2 1 256 16,1 0-256-16,3 1 0 0,0-2 256 16,1 0-256-16,1 0 0 0,-1 0-2840 0,0 0 2840 0,0 0 0 15</inkml:trace>
  <inkml:trace contextRef="#ctx0" brushRef="#br0" timeOffset="-156509.586">19024 16829 1280 0,'0'0'0'0,"0"0"256"0,0 0-256 0,0 0 0 0,0 0 256 0,0 0-256 0,0 0 0 0,2 4 256 16,2 2-256-16,2 3 0 0,-4-2 256 0,-1 0-256 0,-1 1 0 0,1 2 256 16,0 0-256-16,0 2 0 0,0 2 256 15,-2 1-256-15,1 3 0 0,0-2 256 0,-2 2-256 16,1 1 0-16,0 0 256 0,0 1-256 16,0 1 0-16,0 0 256 0,0 1-256 15,0 2 0-15,0-2 256 0,-1-1-256 0,-1-1 0 0,1 0 255 16,1 2-255-16,0-1 0 0,-1-2 0 0,2-1 0 0,-1-1 0 0,0-2 0 0,0-1 0 0,0-1 0 0,0-1-255 15,2-1 255-15,-1 0 0 0,0-4-256 0,2 0 256 16,-1-2 0-16,0 0-122 0,1-1 122 0,1-1 0 0,-1 0 256 16,1-1-256-16,1 0 0 0,-1-1 256 0,1-2-256 0,3 1 0 15,-3-1 121-15,1-2-121 0,1 0 0 0,0 0 0 0,2-1 0 16,0-1 0-16,-1 0 0 0,1 0 0 16,2-1 0-16,-2 0 0 0,1 0 0 0,3-1 0 0,-3 0 0 0,-1 0 0 15,-1-1 0-15,2 1 0 0,0 1 0 0,2 0 0 16,0 0 0-16,-3 1 0 0,1 0 0 0,1 1 0 15,-1-1 0-15,0 1 0 0,0 2 0 0,-1 0 0 16,0 0 0-16,0 2 0 0,0 1 0 0,1 2 0 0,-1-2 0 0,-1 2 0 16,1 2 0-16,-1 0 0 0,-1 1 0 15,-1 1 0-15,0 0 0 0,-1 2 0 0,0 1 0 0,-1-1 0 16,-1 2 0-16,-1 0 0 0,1 0 0 0,-2 1 0 0,1 0 0 0,-2 0 0 0,-1 0 0 0,-1 2 0 0,1-2 0 16,-2 0 0-16,0-1 0 0,0-1 0 0,-1 0 0 15,-2-2 0-15,2 2 0 0,-2-1 0 0,0 0 0 0,1-1 0 16,0-2 0-16,0 0 0 0,-2-1-74 0,0 1 74 15,-1-1 0-15,0-1 74 0,1-1-74 0,0-1 0 16,0 0 0-16,-2-2 0 0,0 1 0 0,1 0 0 16,0 0 0-16,1 1 0 0,-1-2 0 0,0-2 0 0,-4 0 0 15,3 1 0-15,1 0 0 0,-1 0 0 0,0 0 0 0,2-1 0 0,-2-1 0 16,1 2 0-16,2-1 0 16,-1 2 0-16,-1-2 0 0,2-2 0 0,0 0 0 0,1 0 0 0,1 2 0 0,3-1 0 15,-2 0 0-15,2 0 0 0,-1-1 0 0,2 1 0 16,1-1 0-16,1-1 0 0,-1 3-3071 0,0 2 3071 0,0 2 0 0</inkml:trace>
  <inkml:trace contextRef="#ctx0" brushRef="#br0" timeOffset="-155028.057">16355 18090 1280 0,'0'0'0'0,"0"0"256"0,0 0-256 0,0 0 0 16,0 0 256-16,0 0-256 0,0 0 0 0,0 0 256 0,0 0-256 0,0 0 0 0,0 0 256 0,0 0-256 0,0 0 0 0,0 0 256 15,0 0-256-15,0 0 0 0,0 0 256 0,0 0-256 16,0 0 0-16,0 0 67 0,0 0-67 0,0 0 0 0,0 0 163 0,0 0-163 16,0 0 0-16,0 0 256 0,0 0-256 0,0 0 0 15,-5 6 256-15,-2 2-256 0,-4 3 0 0,6-3 256 0,3-2-256 16,0-1 0-16,-1 2 256 0,0 1-256 16,0 0 0-16,-1 1 25 0,-1 1-25 0,-2 2 0 0,1-1 0 0,-1 0 0 0,-1 2 0 0,0-1 0 15,0 2 0-15,-1 2 0 0,1-4-25 0,1 1 25 0,0-1 0 16,1-1-256-16,-2 2 256 0,-1 1 0 0,2-3-256 15,0 0 256-15,-1-1 0 0,0-2 256 0,2-1-256 0,1 0 0 0,0-2 256 16,1-1-256-16,1-1 0 0,-1-1 25 0,1-2-25 16,0-2 0-16,0 1 0 0,2-1 0 0,-1-2 0 0,0 0 0 15,2-2 0-15,-1-2 0 0,0 1 0 0,2-2 0 0,-1 0 0 16,0 0 0-16,2 0 0 0,-1-2 0 0,0 1-25 16,0-2 25-16,0-1 0 0,1 0-256 0,1-1 256 0,2-3 0 0,-2 2-256 15,0-1 256-15,0 0 0 0,0 1 230 16,0 2-230-16,0 0 0 0,0 0 256 0,0 0-256 0,0 1 0 0,1 0 51 15,-3 0-51-15,1 1 0 0,-1 2 0 0,2 0 0 0,0 2 0 0,-2-1 0 16,-1 1 0-16,-1 0 0 0,1 2 0 16,0 0 0-16,0 2 0 0,0-1 0 0,0 1 0 0,0 0 0 15,0 1 0-15,0 0 0 0,0 1 0 0,0-1 0 0,0 2 0 0,0 2 0 0,0-2-51 16,2 0 51-16,-1 0 0 0,0 0-256 16,1 1 256-16,2 1 0 0,-1-1 119 0,-2 1-119 0,1 1 0 0,2 0 188 15,0 2-188-15,1 2 0 0,-1-1 0 0,1 0 0 0,1 1 0 0,-1 1 0 16,2 2 0-16,0 1 0 0,-1 0 0 15,0 2 0-15,1 1 0 0,-1-1 0 0,0 2 0 0,0 1 0 0,0 1 0 16,1 0 0-16,-1 3 0 0,0-3 0 16,-2 0 0-16,1-1 0 0,0 2 0 0,1 0 0 0,-1 0 0 0,0-1 0 15,0 0 0-15,0-1 0 0,0-1 0 0,1-1 0 0,-1-1 0 16,0 0 0-16,-1-2 0 0,0 0 0 0,1-3 0 16,-2-2 0-16,2-2 0 0,-1 0 0 0,1-3 0 15,1 1 0-15,-4-1-3071 0,-2-2 3071 0,-2 1 0 0</inkml:trace>
  <inkml:trace contextRef="#ctx0" brushRef="#br0" timeOffset="-154532.76">17259 18080 1024 0,'0'0'0'0,"0"0"0"0,0 0 0 0,0 0 0 0,0 0 0 0,0 0 0 0,0 0 0 0,0 0 0 16,0 0 0-16,0 0 0 0,0 0 256 0,0 0-256 0,0 0 0 0,4 8 256 0,2 3-256 0,2 5 0 15,-2-11 256 1,1-3-256-16,-1-2 0 0,1 1 256 0,1-2-256 0,3 1 0 0,-2-1 256 0,1 0-256 0,3 0 0 0,-2-2 256 15,-2 0-256-15,2-1 0 0,-1 1 256 16,0 3-256-16,1-1 0 0,-2 0 256 16,-1 1-256-16,-1-2 0 0,1 2 256 15,-1-1-256-15,-2-1 0 0,0 2 256 0,-1 0-256 0,-1 0 0 0,2 0 256 16,-3 0-256-16,1 0 0 0,-1 0-256 0,-1 0 256 0,-1 0 0 16,1 0-256-16,-2 0 256 0,1 0 0 0,-1 0-256 15,-1-1 256-15,-1-1 0 0,2 1-2048 16,1 1 2048-16,1 1 0 0</inkml:trace>
  <inkml:trace contextRef="#ctx0" brushRef="#br0" timeOffset="-154285.97">17193 18229 1024 0,'0'0'0'0,"0"0"0"0,0 0 0 0,0 0 0 0,0 0 0 15,0 0 0-15,0 0 0 0,2 7 0 0,2 4 0 0,0 2 0 16,-1-7 0-16,0-3 0 0,0-2 0 0,2 1 0 15,0 0 0-15,4 0 0 0,-2 0 0 0,1 0 0 0,1 1 0 16,1-2 0-16,0 2 0 0,1-1 0 0,1-1 0 0,0-1 0 16,2-1 0-16,-2 0 0 0,-1 1 0 0,2-2 0 0,-2 0 0 15,0 1 0-15,-2-3 0 0,1 2 0 0,2-1 0 0,0-1 0 0,-2 1 0 16,0 0 0-16,-2-1 0 0,1 1 256 16,1-1-256-16,3-1 0 0,-9 3-256 0,-5 2 256 0,-2 2 0 0</inkml:trace>
  <inkml:trace contextRef="#ctx0" brushRef="#br0" timeOffset="-153729.827">17787 17865 1024 0,'0'0'0'0,"0"0"0"0,0 0 0 0,0 0 0 16,0 0 0-16,0 0 0 0,0 0 0 0,0 0 0 0,0 0 0 0,0 0 0 0,0 0 0 0,0 0 0 16,0 0 0-16,3 7 0 0,2 4 0 0,2 3 0 0,-2-6 0 0,1-3 0 15,-1-2 0-15,1 3 0 16,1 1 0-16,1 2 0 0,0-1 0 0,-2 2 0 0,0 0 0 16,0 1 0-16,1 0 0 0,2 2 0 0,-2-1 0 0,0 0 0 0,0 1 0 0,1 0 0 15,0-1 0-15,1 2 0 0,0-4 256 0,-3 0-256 0,1-2 0 0,0 1 256 16,0 0-256-16,1-1 0 0,-1-2 256 15,-2-2-256-15,1-2 0 0,0 0-256 0,2-3 256 0,2 0 0 0,-3 0-256 16,-1-1 256-16,0-1 0 0,0-2-256 0,-2-1 256 0,1-2 0 0,0 1 0 16,-2-2 0-16,2 0 0 0,-1 0 0 0,1 0 0 0,1-2 0 15,-1 1 0-15,0-2 0 0,1-1 0 0,-1 2 0 16,-2 1 0-16,1 0 0 0,-1-1 0 16,-1 1 0-16,-1-1 0 0,0 2 0 0,-1 0 0 0,-1 2 0 0,1-1 0 0,0 2 0 15,0 1 0-15,0-1 0 0,-2 1 0 16,1 1 0-16,0 0 0 0,0 1 0 0,0 0 0 0,0 0 0 0,0 1 0 0,0 0 0 0,0 1 0 15,0 0 0-15,0 0 0 16,0 3 0-16,-1 0 0 0,-1 1 0 0,0 0 0 0,1 1 0 0,0 2 0 0,0-1 0 16,0 2 0-16,0 2 0 0,-1 1 0 15,-1 3 0-15,-1 2 0 0,1 1 256 0,-1 0-256 0,1 3 0 0,-2 0 256 16,0 2-256-16,-3 2 0 0,1-1 256 0,1 1-256 0,0 2 0 0,1-3 256 16,-3 1-256-16,0 1 0 0,2 0 29 15,-1-2-29-15,-2 1 0 0,3 0-256 16,1-3 256-16,1 0 0 0,-1-1-256 0,-1-3 256 0,1 0 0 0,1-1-256 0,-2-1 256 0,-1-1 0 15,4-8-285 1,3-4 285-16,0-4 0 0</inkml:trace>
  <inkml:trace contextRef="#ctx0" brushRef="#br0" timeOffset="-152098.263">6735 15759 1024 0,'0'0'0'15,"0"0"0"-15,0 0 0 0,0 0 0 0,0 0 256 0,0 0-256 0,0 0 0 0,0 0-256 0,0 0 256 16,0 0 0-16,0 0 0 0,0 0 0 0,0 0 0 0,2 30 0 16,2 15 0-16,1 16 0 0,-5-38 0 15,-2-10 0-15,-2-11 0 0,1 11 0 0,-1 2 0 16,-1 1 0-16,0-2 0 0,1-1 0 0,0 1 0 0,0-1 0 0,-1 0 0 15,-2-1 0-15,1-2 0 0,2 0 0 0,1-2 0 0,1 0 0 0,1-2 0 0,1 0 0 16,-1 0 0-16,2 1 0 0,-1 1 0 0,1-2 0 16,1 0 0-16,1-2 0 0,0 0 0 0,2-1 0 0,0 0 0 15,0-1 0-15,1 0 0 0,2 0 0 0,-1 0 0 16,0 1 0-16,1 1 0 0,-1-1 0 0,1 0 0 0,-1 1 0 0,1-2 0 16,1-1 0-16,2-1 0 0,-2 1 0 0,1 1 0 15,3 1 0-15,-3-1 0 0,-1 0 0 0,0 1 0 0,0-1 0 16,-2 1 0-16,1 1 0 0,1-1 0 0,-3 0 0 15,1 1 0-15,0-1 0 0,-1 1 0 0,0 1 0 0,-1-1 0 16,2-1 0-16,0 0 0 0,0 1 0 16,1 1 0-16,0 2 0 0,-1-1 0 0,0 1 0 0,-2 1 0 0,3 0 0 15,0 0 0 1,4 2 0-16,-1-1 0 16,2 2 0-16,3 0 0 0,-4 0 41 0,0 0-41 0,-2 2 0 0,0-2 137 15,3-1-137-15,-1 1 0 0,-10 1 163 16,-4 2-163-16,-5 1 0 0,1-1-136 15,-3 0 136-15,-1 2 0 0,2-2-205 16,-1 0 205-16,-2-1 0 0,4 0 0 0,2-2 0 16,2 0 0-16,1-7 0 0,2-4 0 0,2-4 0 0,-2 4 0 15,0 0 0-15,0 0 0 0,0 0 0 0,0 0 0 16,0 0 0-16,0 0 0 0,0 0 0 0,0 0 0 0,0 0 0 16,0 0 0-16,0 0 0 0,0 0 0 15,0 0 0-15,0 0 0 0,0 0 0 16,0 0 0-16,0 0 0 0,0 0 0 0,0 0 0 0,0 0 0 0,0 0 0 15,0 0 0-15,0 0 0 0,0 0 0 0,0 0 0 0,0 0 0 0,8 10 0 16,4 6 0 0,5 5 0-16,1 11 0 0,2 10 0 0,4 7 0 0,-4-8 0 15,1 1 0-15,2 2 0 0,-2-4 0 0,-2-1 0 0,0-1 0 16,-1-5 0-16,-2-2 0 0,0-3 0 0,0-2 0 16,2-3 0-16,0-3 0 0,0-2 0 0,0-2 0 15,4-3 0-15,2 9 0 0,3 5 0 0,3 3 0 16,-3-7 0-16,1-4 0 0,2-1 0 0,-3-2 256 15,1-2-256-15,1-2 0 0,-5-1 256 0,-2 0-256 0,-2-2 0 0,-11-6-512 16,-9-3 512-16,-9-3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30:43.91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5133 14316 1024 0,'0'0'0'0,"0"0"0"16,0 0 0-16,0 0 0 0,0 0 256 0,0 0-256 0,0 0 0 0,0 0 197 0,0 0-197 0,0 0 0 0,0 0-256 0,0 0 256 0,0 0 0 0,0 0-197 16,0 0 197-16,0 0 0 0,0 0 0 15,0 0 0-15,0 0 0 0,0 0 117 0,0 0-117 0,0 0 0 0,0 0 256 16,0 0-256-16,0 0 0 0,6 3 256 0,3 3-256 0,4 1 0 0,-5-7 256 16,-1-2-256-16,-1-3 0 0,4 3-256 15,-1 1 256-15,3 1 0 0,-1-2-256 0,-1 2 256 0,0-1 0 0,2 0-256 16,0-1 256-16,3-1 0 15,-3 1-117-15,1 1 117 0,2 0 0 0,-2 0 0 16,0-3 0-16,-1 0 0 0,1 1 0 0,-1 1 0 0,1 1 0 0,-1-2 0 16,-2 1 0-16,-1-3 0 0,2 3 0 15,-3 0 0-15,1 0 0 0,1 0 0 0,-3-2 0 0,1 0 0 0,-1 1 0 16,0 0 0-16,-2 0 0 0,0 0 0 0,0 0 0 0,-2 0 0 16,1 0 0-16,-1 0 0 0,0-1 0 0,-2 3 0 15,-1 1 0-15,-1 1 0 0</inkml:trace>
  <inkml:trace contextRef="#ctx0" brushRef="#br0" timeOffset="332.384">5374 14265 1024 0,'0'0'0'0,"0"0"0"0,0 0 0 0,0 0 0 0,0 0 0 0,0 0 0 0,0 0 0 16,0 7 0-16,0 4 0 0,0 3 0 0,0-8 0 0,2-2 0 0,-1-2 0 15,0 3 0 1,1 0 0-16,1 1 0 0,-3-6 0 0,2 6 0 0,0 0 0 0,0 1 0 0,0 0 0 16,0 1 0-16,0 2 0 0,0 0 0 0,0 0 0 0,1 2 0 0,-1-1 0 0,0 0 0 15,0 2 0-15,0-1 0 0,0 2 0 0,0 1 0 0,0-1 0 16,0 0 0-16,0 2 0 0,0-1 0 0,0-1 0 16,0 1 0-16,0 0 0 0,0-1 0 0,1 1 0 0,-1 0 0 15,1 0 0-15,1 0 0 0,-2-1 0 0,-1 1 0 0,-1 0 0 16,1-1 0-16,1 0 0 0,1-1 0 0,-1 1 0 15,0-1 0-15,0 1 0 0,0-1 0 0,-2 1 0 0,1 0 0 0,0-1 0 16,0-2 0-16,1 0 0 0,-1-1 0 0,0 0 0 0,0-2 0 0,0 0 0 16,1-2 0-16,1 0 0 0,-2-4 0 0,-1-2 0 15,-1-2 0-15</inkml:trace>
  <inkml:trace contextRef="#ctx0" brushRef="#br0" timeOffset="1062.596">5838 14758 1024 0,'0'0'0'0,"0"0"0"0,0 0 0 0,0 0 0 0,0 0 0 0,0 0 0 0,0 0 0 0,0 0 0 0,0 0 0 16,0 0 0-16,0 0 0 0,0 0 0 0,0 0 0 0,0-6 0 15,2-3 0 1,-1-2 0-16,-1 5 0 0,-1 2 0 0,-1 2 0 0,1-2 0 0,-1 0 0 0,-2 0 0 0,1 0 0 15,-1 0 0-15,-1-2 0 16,1 3 0-16,-1 2 0 0,-2 0 0 0,0-1 0 16,3 0 0-16,-1-1 0 0,-1 2 0 0,-1 2 0 0,-2-1 0 0,1 1 0 15,-1 0 0-15,-2 1 0 0,2 0 0 0,1 0 0 0,0 2 0 0,-2 2 0 0,3 0 0 0,-1 2 0 0,0-2 0 16,1 3 0-16,0 1 0 0,1-2 0 16,1 1 0-16,1 0 0 0,-1-1 0 0,2 2 0 0,1 0 0 0,0-2 0 31,1 2 0-31,1 0 0 0,-1-1 0 0,2 1 0 0,-1 0 0 0,2-2 0 15,1-1 0-15,1 0 0 0,1-1 0 0,0 0 0 0,1 0 0 0,-1-2 0 16,1-1 0-16,2 0 0 0,0-2 0 0,0 1 0 0,3-1 0 0,-1-2 0 0,0 0 0 16,1-1 0-16,0-2 0 0,-2-1 0 0,0-2 0 0,1 2 0 15,0-1 0-15,1-2 0 16,-1 2 0-16,-1-1 0 0,-2-2 0 0,2 2 0 0,-2-2 0 0,-1 0 0 0,1 0 0 16,-2 1 0-16,2 0 0 0,-2-1 0 0,0 1 0 0,-2 0 0 0,1 0 0 15,-1 2 0-15,-1 0 0 0,1 0 0 16,1 0 0-16,-1-1 0 0,-1 2 0 15,-1 1 0-15,-1 1 0 0,1 0 0 0,-2-1 0 0,1 2 0 0,0 0 0 0,0 0 0 0,0 2 0 0,0-1 0 16,-2 1 0-16,1 1 0 0,0 1 0 16,0 1 0-16,0 2 0 0,-1-1 0 0,1 1 0 0,0 1 0 0,0 0 0 15,0 2 0-15,0 0 0 16,0 2 0-16,0 2 0 0,0 1 0 0,0-1 0 0,1 1 0 16,0 1 0-16,0-2 0 0,1 2 0 15,1 0 0-15,-1-1 0 0,1 1 0 0,1 1 0 0,0-3 0 0,-1 1 0 0,0-1 0 0,0 1 0 0,1-1 0 0,1 1 0 16,-1-3 0-1,0-2 0-15,0-1 0 0,-1-1 0 0,2-1 0 16,1-3 0-16,-2 0 0 0,1-1 0 0,1-1 0 0,-1-1 0 0,0-3 0 16,0-1 0-16,-1 4 0 0,-3 1 0 0,-3 1 0 0</inkml:trace>
  <inkml:trace contextRef="#ctx0" brushRef="#br0" timeOffset="1367.696">6058 14426 1024 0,'0'0'0'0,"0"0"0"0,0 0 0 0,0 0 0 0,0 0 0 0,0 0 0 0,0 0 0 15,0 0 0-15,0 0 0 0,0 0 0 0,0 0 0 0,0 0 0 0,0 0 0 16,2 4 0-16,2 3 0 0,2 1 0 0,-3-2 0 16,-1 0 0-16,-1 1 0 0,1 1 0 15,2 2 0-15,0 1 0 0,-4-11 0 0,2 11 0 0,2 1 0 0,0 2 0 0,-1 1 0 0,0 2 0 16,-1 2 0-16,0-2 0 0,2 3 0 0,0 0 0 0,-1-1 0 15,0 1 0-15,0 1 0 0,-1-1 0 0,-1 1 0 0,-1 1 0 0,1-2 0 16,0 1 0-16,0 2 0 0,0-2 0 0,-2 0 0 16,1-1 0-16,0 0 0 0,0-2 0 0,0-2 0 0,0 1 0 15,0-2 0-15,0 0 0 0,0-2 0 0,2-1 0 0,-1-2 0 0,0-1 0 16,0-4 0-16,0 0 0 0,0-3 0 16,1-1 0-16,2-1 0 0,-2-2 0 0,0-3 0 0,0 0 0 15,-1 3 0-15,-1 3 0 0,-1 0 0 0</inkml:trace>
  <inkml:trace contextRef="#ctx0" brushRef="#br0" timeOffset="1665.06">6234 14379 1024 0,'0'0'0'0,"0"0"0"0,0 0 0 0,0 0 0 0,0 0 0 0,0 0 0 0,0 0 0 0,0 0 0 0,0 0 0 0,0 0 0 16,0 0 0-16,0 0 0 0,0 0 0 0,0 0 0 0,0 0 0 0,0 0 0 15,2 3 0-15,1 1 0 0,1 1 0 0,-1 2 0 16,0 2 0-16,0 0 0 0,0 2 0 0,-2 0 0 16,1 2 0-16,-2-13 0 0,2 15 0 0,2 2 0 0,1 2 0 0,-1 0 0 15,-2 2 0-15,1 2 0 0,0 0 0 0,0 1 0 0,0 2 0 0,0-2 0 16,0 1 0-16,1 2 0 0,-1-2 0 0,-2 1 0 0,1 1 0 16,0-1 0-16,-2 0 0 0,1 2 0 0,0-4 0 15,0-1 0-15,0-1 0 0,0 0 0 16,-1-1 0-16,1-1 0 0,-1-1 0 0,1-3 0 0,1 0 0 0,-1-3 0 0,0-1 0 15,0-2 0-15,0-6 0 16,-2-4 0-16,1-4 0 0</inkml:trace>
  <inkml:trace contextRef="#ctx0" brushRef="#br0" timeOffset="2124.923">6856 14088 1024 0,'0'0'0'0,"0"0"0"0,0 0 0 0,0 0 0 0,0 0 0 15,0 0 0-15,0 0 0 0,-5 3 0 0,-4 3 0 0,-2 1 0 16,5-4 0-16,2-1 0 15,2-1 0-15,-4 1 0 0,0 1 0 0,-2 1 0 0,8-4 0 0,-6 6 0 0,-2-1 0 0,0 4 0 16,-1-1 0-16,0 3 0 0,-4 1 0 0,3 0 0 0,2 1 0 0,-2 3 0 0,2 0 0 16,-2 2 0-16,-2 2 0 0,3-1 0 15,1 1 0 1,0 1 0-16,0 1 0 0,0 3 0 0,0 0 0 0,1 0 0 0,3 0 0 16,2 1 0-16,0 0 0 0,1 0 0 0,0 1 0 0,1 0 0 0,1-1 0 0,1 0 0 0,1 1 0 15,1 2 0-15,2 0 0 0,-1-1 0 0,1 0 0 0,1-2 0 0,2 2 0 16,1 1 0-1,2 0 0-15,0-1 0 0,1-1 0 0,2 0 0 0,-2-2 0 16,1 0 0-16,2-2 0 0,-2-1 0 0,1-2 0 0,-1-2 0 0,0-1 0 16,-2-3 0-16,0-1 0 0,0-3 0 0,-1-2 0 0,1-1 0 0,-1-2 0 0,-1-2 0 15,0-1 0 1,-1-3 0-16,0-3 0 0,-1-1 0 0,-1-1 0 16,-1-2 0-16,-1-3 0 0,1-2 0 0,1-1 0 0,-1-3 0 15,-4 12 0-15,-2 5 0 0,-2 5 0 0</inkml:trace>
  <inkml:trace contextRef="#ctx0" brushRef="#br0" timeOffset="2402.237">6993 14391 1024 0,'0'0'0'0,"0"0"0"0,0 0 0 0,0 0 0 0,0 0 0 0,0 0 0 0,0 0 0 0,0 0 0 15,0 0 0-15,0 0 0 0,0 0 0 0,0 0 0 0,0 0 0 0,-4 4 0 16,-2 1 0-16,-2 2 0 0,6-2 0 0,2 1 0 0,2 2 0 15,-2 0 0-15,0 3 0 0,0 1 0 0,0 1 0 16,2 1 0-16,-1 1 0 0,0 1 0 16,0 2 0-16,0 1 0 0,0 0 0 0,0 1 0 0,0 1 0 0,0 0 0 0,0 0 0 15,0 1 0-15,0-1 0 0,0 1 0 0,0 0 0 0,0 0 0 16,-2-1 0-16,1 0 0 0,0-3 0 0,0 0 0 0,0-1 0 16,0-2 0-16,-2-1 0 0,1-1 0 0,0-2 0 15,0-2 0-15,0-1 0 0,0-1 0 0,2-2 0 0,-1-1 0 0,0-3 0 16,-2-2 0-16,1-2 0 0,0-2 0 0,0-1 0 15,0-2 0-15,0 6 0 0,2 2 0 0,-1 2 0 16</inkml:trace>
  <inkml:trace contextRef="#ctx0" brushRef="#br0" timeOffset="2729.225">6956 14451 1024 0,'0'0'0'15,"0"0"0"-15,0 0 0 0,0 0 0 0,0 0 0 0,0 0 0 0,0 0 0 0,2-7 0 16,2-5 0-16,2-4 0 0,-1 8 0 0,-1 2 0 0,0 1 0 0,0-2 0 0,0-1 0 15,0-2 0-15,1 3 0 0,2-2 0 0,1 0 0 0,-1 1 0 0,0-1 0 0,4 0 0 16,-3 3 0-16,-2 1 0 0,1 1 0 0,1 1 0 16,0 1 0-16,1 1 0 15,-1-1 0-15,2 1 0 0,0 0 0 0,-1 2 0 0,2 2 0 0,1 0 0 0,-3 1 0 16,0 1 0-16,-1 1 0 16,1 2 0-16,-2 1 0 0,2 3 0 0,-1-1 0 0,0 3 0 0,1 2 0 0,-2-1 0 15,-1 1 0-15,-1 3 0 0,1 0 0 0,-2 1 0 0,2 2 0 16,-2-2 0-16,-1 1 0 0,-1 1 0 0,1 0 0 0,0 2 0 0,0 2 0 15,0-2 0-15,-2 0 0 0,1 1 0 0,-1-2 0 16,-1 1 0-16,-1-2 0 0,1 1 0 0,-2-1 0 0,1 0 0 0,0-3 0 16,-1-1 0-16,-1-1 0 0,1-2 0 15,-1-2 0-15,-1-1 0 0,1-2 0 0,0-1 0 0,0-2 0 0,-1-2 0 0,0-2 0 16,-2-2 0-16,4 0 0 0,3-1 0 16,0-1 0-16</inkml:trace>
  <inkml:trace contextRef="#ctx0" brushRef="#br0" timeOffset="2932.502">6999 14716 1024 0,'0'0'0'16,"0"0"0"-16,0 0 0 0,0 0 0 0,0 0 0 0,0 0 0 0,0 0 0 15,0 0 0-15,0 0 0 0,0 0 0 0,5-1 0 0,3-1 0 0,1-1 0 0,-2 1 0 16,-1-1 0-16,0-1 0 0,2 0 0 0,3 0 0 16,2-1 0-16,-2 0 0 0,0 2 0 0,4-1 0 0,-2-1 0 0,2 0 0 15,0-2 0-15,0 2 0 0,0-1 0 0,4-1 0 16,-3 0 0-1,0-2 0-15,-2-1 0 0,2 2 0 0,-3-2 0 0,2 0 0 0,-3 0 0 0,0-2 0 0,-1-1 0 0,-7 9 0 16,-4 4 0 0,-4 4 0-16</inkml:trace>
  <inkml:trace contextRef="#ctx0" brushRef="#br0" timeOffset="3190.435">7446 14258 1024 0,'0'0'0'0,"0"0"0"0,0 0 0 0,0 0 0 0,0 0 0 0,0 0 0 16,0 0 0-16,0 0 0 15,0 0 0-15,0 0 0 0,2 4 0 0,2 1 0 0,2 3 0 0,-2-4 0 16,1 0 0-16,-1 0 0 0,0 2 0 0,1 1 0 0,1 2 0 0,-1 0 0 31,1 2 0-31,-1 0 0 0,0 2 0 0,-2 2 0 0,1 1 0 0,0 1 0 0,0 2 0 0,1 2 0 0,-1-1 0 16,0 2 0-16,0 0 0 0,0 0 0 16,0 3 0-16,0 0 0 0,-1-1 0 0,-1 1 0 15,0-1 0-15,0 1 0 0,-2 0 0 0,1 1 0 0,0-1 0 16,0 0 0-16,0 0 0 0,0 0 0 0,-2 0 0 0,1-1 0 0,0-3 0 15,-2-1 0-15,1-2 0 0,0 0 0 16,2-2 0-16,-1-2 0 0,0-2 0 0,2-2 0 0,-1-1 0 0,0-2 0 16,0-2 0-16,0-1 0 0,0-1 0 0,-2-3 0 15,1-3 0-15</inkml:trace>
  <inkml:trace contextRef="#ctx0" brushRef="#br0" timeOffset="3461.22">7756 14609 1024 0,'0'0'0'0,"0"0"0"0,0 0 0 15,0 0 0-15,0 0 0 0,0 0 0 0,0 0 0 0,0 0 0 0,0 0 0 16,0 0 0-16,1 5 0 0,1 2 0 0,1 3 0 0,-1-4 0 16,0-1 0-16,0 0 0 0,0 2 0 0,1 3 0 15,-1 1 0-15,0 0 0 0,-2-11 0 0,2 11 0 0,0 2 0 0,0-1 0 16,0 2 0-16,0 1 0 0,0 0 0 0,0 2 0 15,0 1 0-15,0-1 0 0,0-1 0 0,0-1 0 0,0 1 0 0,-2-1 0 0,1 1 0 0,1-1 0 16,-1 0 0-16,0 0 0 16,0-3 0-16,0 0 0 0,0-2 0 0,0-1 0 0,-2-2 0 0,1-1 0 0,0-2 0 15,2-2 0-15,-1-1 0 0,0 0 0 0,-2-2 0 0,1 1 0 16</inkml:trace>
  <inkml:trace contextRef="#ctx0" brushRef="#br0" timeOffset="3661.643">7759 14451 1024 0,'0'0'0'0,"0"0"0"0,0 0 0 0,0 0 0 0,0 0 0 0,0 0 0 0,0 0 0 0,0 0 0 16,0 0 0-16,0 0 0 0,7-3 0 16,5-1 0-16,3-2 0 0,-9 3 0 0,-3 1 0 0,-3 1 0 0,4-1 0 15,0 1 0-15,1 1 0 0,-1-1 0 0,1 1 0 16,2 1 0-16,0-2 0 0,0 0 0 0,2 0 0 15,-6 0 0-15,-3 1 0 0,-3 1 0 0</inkml:trace>
  <inkml:trace contextRef="#ctx0" brushRef="#br0" timeOffset="3996.817">8112 14526 1024 0,'0'0'0'0,"0"0"0"16,0 0 0-16,0 0 0 0,0 0 0 0,0 0 0 0,0 0 0 0,0 0 0 0,0 0 0 0,0 0 0 0,0 0 0 15,0 0 0-15,0 0 0 0,0 0 0 16,0 0 0-16,0 0 0 0,0 0 0 0,0 0 0 0,0 0 0 0,0 0 0 0,0 0 0 0,0 0 0 0,0 0 0 15,0 0 0-15,0 0 0 0,0 0 0 16,0 0 0-16,0 0 0 16,-3 4 0-16,0 3 0 0,-2 1 0 0,1-2 0 0,0-2 0 15,-3-1 0-15,0 3 0 0,0 0 0 0,-2 1 0 0,2 0 0 0,0-1 0 0,2 0 0 0,-1 1 0 16,0 2 0-16,0 0 0 0,1 0 0 16,0 2 0-16,2 1 0 0,-1-2 0 0,2-1 0 0,-1 1 0 0,1-1 0 15,0 1 0-15,2 2 0 0,0-2 0 16,2 1 0-16,2 0 0 0,-1-1 0 0,1-1 0 0,3 0 0 0,-2 1 0 15,0-1 0-15,3 0 0 0,0 0 0 0,1 0 0 0,2-1 0 0,-3-1 0 16,3-1 0-16,-1-1 0 0,-1 1 0 0,2 0 0 0,0-1 0 0,-1-1 0 16,1-1 0-1,-1-1 0-15,0-1 0 0,0-1 0 0,-1-1 0 0,1 0 0 0,-1 0 0 16,0 0 0-16,-1-3 0 0,-1-2 0 0,0 0 0 0,0 0 0 0,-2-2 0 16,1 0 0-16,0 0 0 0,1-2 0 0,-1-1 0 0,-4 8 0 15,-2 3 0 1,-2 3 0-16</inkml:trace>
  <inkml:trace contextRef="#ctx0" brushRef="#br0" timeOffset="4397.223">8412 14647 1024 0,'0'0'0'0,"0"0"0"0,0 0 0 0,0 0 0 0,0 0 0 16,0 0 0-16,0 0 0 0,4 2 0 0,5 1 0 0,0 1 0 0,-3-3 0 15,-1-1 0-15,-1-1 0 0,2 0 0 0,0 0 0 16,1-1 0-16,-1 1 0 0,0 0 0 0,1-2 0 0,-1 0 0 0,-2 0 0 0,1-1 0 15,0 1 0-15,2-1 0 0,1-2 0 0,-2 2 0 16,-1-1 0-16,0-1 0 0,1 1 0 0,-2 0 0 16,-1-1 0-16,1 0 0 0,-2 1 0 0,1 0 0 0,0 1 0 0,-2 0 0 15,1-1 0-15,-2 0 0 0,-1 1 0 0,-1 1 0 0,0-1 0 16,-1 1 0-16,-1 0 0 0,1 0 0 0,-1 0 0 0,-2 0 0 16,1 1 0-16,-2 1 0 0,-3 1 0 0,2-1 0 15,-1 0 0-15,0-1 0 0,1 3 0 0,0 1 0 0,2 2 0 0,-2-2 0 16,-1 1 0-16,-2 1 0 0,2-1 0 0,2 2 0 0,-2 0 0 15,1 0 0-15,2 1 0 0,-1 2 0 0,0-2 0 16,0 1 0-16,1 1 0 0,1 0 0 0,1 0 0 0,1 2 0 0,1-1 0 16,2 0 0-16,2 2 0 0,-2-2 0 0,2 1 0 0,-1 2 0 15,2-1 0-15,2 1 0 0,2 0 0 0,1 0 0 16,-1 0 0-16,3-1 0 0,-1 0 0 0,3 0 0 0,2 2 0 16,-1-3 0-16,-1-1 0 0,4 0 0 0,-4-1 0 0,2-2 0 15,1-1 0-15,-1-2 0 0,-1-2 0 0,0-2 0 0,1-1 0 16,-2-1 0-16,0-2 0 0,0-2 0 0,-2-2 0 0,-1-3 0 0,-4 8 0 15,-5 5 0-15,-5 2 0 0</inkml:trace>
  <inkml:trace contextRef="#ctx0" brushRef="#br0" timeOffset="4763.496">8645 13980 1024 0,'0'0'0'0,"0"0"0"0,0 0 0 16,0 0 0-16,0 0 24 0,0 0-24 0,0 0 0 0,0 0 20 0,0 0-20 0,0 0 0 0,0 0 22 0,0 0-22 15,0 0 0-15,2-5 8 0,1-4-8 0,1-2 0 0,1 7-13 16,3 4 13-16,1 1 0 0,-3 0-38 16,2 1 38-16,1 1 0 0,-1 1-20 0,0 0 20 0,3 3 0 0,-1 2-3 15,0 1 3-15,3 3 0 0,-3-1 0 0,1 1 0 0,2 3 0 0,-2 1 0 16,1 2 0-16,2 2 0 0,-3 0 0 15,3 2 0-15,-1 2 0 0,-2-1 0 16,0 2 0-16,-2 0 0 0,1 1 0 0,-1 0 0 0,0 1 0 0,-1 0 0 0,-1 2 0 0,0 1 0 0,-2-2 0 16,-1 2 0-16,-1 1 0 0,-1-1 0 0,-2 2 0 0,-2 1 0 15,1-2 0-15,-1 2 0 0,-1 0 0 0,-3 0 0 16,-2-2 0-16,-1 1 0 0,0-2 0 16,-1-1 0-16,-2 0 0 0,1 0 0 0,-3-2 0 15,-2-1 0-15,2-2 0 0,0-1 0 0,-2-3 0 16,1-1 0-16,-2-1 0 0,0-1 0 0,11-12 0 15,6-6 0-15,6-6 0 0</inkml:trace>
  <inkml:trace contextRef="#ctx0" brushRef="#br0" timeOffset="10653.266">12163 14326 1024 0,'0'0'0'0,"0"0"256"0,0 0-256 0,0 0 0 0,0 0 256 0,0 0-256 0,0 0 0 0,0 0-256 16,0 0 256-16,0 0 0 0,0 0-256 0,0 0 256 0,0 0 0 0,4-2 0 15,3-3 0-15,2 0 0 0,-4 2 0 16,-2-1 0-16,-2 1 0 0,2 0 0 0,0 0 0 0,0 0 0 15,0 1 0-15,1-1 0 0,-1 2 0 0,0-2 0 0,-2 0 0 16,1-1 0-16,0 0 0 0,-2 1 0 0,1 0 0 0,-1 0 0 16,-1 1 0-16,-1-2 0 0,1 2 0 0,-1 0 0 15,-1 0 0-15,0 0 0 0,-2-1 0 0,0-2 0 0,-1 3 0 16,0 1 0-16,-3 1 0 0,0-1 0 0,0 0 0 0,-2 0 0 0,1 2 0 16,-1 1 0-16,0 1 0 0,-1 0 0 0,3 0 0 0,-1 1 0 15,-1 0 0-15,0 0 0 0,-2 0 0 0,2 2 0 16,1 1 0-16,-1 3 0 0,2-4 0 0,1 2 0 0,1 0 0 0,-1 0 0 15,2 0 0-15,1 1 0 0,0-1 0 0,1 0 0 0,1 1 0 16,0 0 0-16,3 0 0 0,3 2 0 0,-2-1 0 16,1 0 0-16,1 2 0 0,1-1 0 0,0-1 0 0,3 0 0 0,0 1 0 15,1-1 0-15,2 0 0 0,-1 1 0 16,2-1 0-16,0 1 0 0,-2 0 0 0,3 1 0 0,-1 0 0 0,0-1 0 16,-1 2 0-16,0 1 0 0,0-2 0 15,1 1 0-15,-1 0 0 0,0 0 0 0,0 0 0 0,-1 2 0 0,-1-3 0 16,0 2 0-16,-2 1 0 0,-1-2 0 15,-1-1 0-15,-1 1 0 0,-1-2 0 0,-1 1 0 0,-1-1 0 0,0-1 256 16,-1 0-256-16,-1-2 0 0,-1 1 256 16,-2 0-256-16,-2-1 0 0,-1 0-256 0,1-1 256 0,-3 0 0 0,2-2-256 15,-2-1 256-15,-1 0 0 0,2-1 0 16,-3 0 0-16,1 0 0 0,0 0 0 0,1-2 0 0,0-1 0 0,0 0 0 16,1-1 0-16,0-2 0 0,0 2 0 0,1-1 0 15,0-1 0-15,0-1 0 0,2-2 0 0,-2 0 0 0,3 0 0 0,2 0 0 16,2-1 0-16,0 0 0 0,2-1 0 0,2-2 0 0,-2 7 0 15,-2 3 0 1,1 3 0-16</inkml:trace>
  <inkml:trace contextRef="#ctx0" brushRef="#br0" timeOffset="11367.778">12380 14636 1024 0,'0'0'0'0,"0"3"0"0,2-1 0 0,-1 2 0 0,0 0 0 0,-2 0 0 0,1 1 0 15,0 0 0 1,2 0 0-16,-1 1 0 0,0 0 0 0,-2 1 0 0,1 2 0 0,1 0 0 0,1 2 0 0,2 0 0 0,-2 1 0 16,0 0 0-16,0 2 0 0,0 0 0 15,0 1 0-15,0 0 0 0,0-1 0 0,0 0 0 16,0 0 0-16,0-1 0 0,-2 1 0 0,1 0 0 16,0-2 0-16,-2-2 0 0,1-1 0 15,0 1 0-15,2-2 0 0,-1 0 0 0,0-1 0 16,-2-1 0-16,1-1 0 0,0-1 0 0,0-2 0 15,0-1 0-15,0-1 0 0,0-1 0 0,0-1 0 0,0-1 0 0,2-2 0 16,-1 0 0-16,0-2 256 0,0-3-256 0,1-1 0 16,-1 0 256-16,1-2-256 0,1-1 0 0,-1 1-256 15,1-1 256-15,1 0 0 0,-1-1-256 0,0-1 256 0,0 0 0 0,0 1 0 0,2 1 0 16,0 1 0-16,-1 1 0 0,-2 1 0 0,1-1 0 0,1 2 0 0,1 1 0 0,2 0 0 0,-3 2 0 31,-1 2 0-31,-1 1 0 0,2 1 0 0,1 1 0 0,2 1 0 16,0 1 0-16,-3 1 0 0,1 1 0 0,0 2 0 0,-2 2 0 15,1 3 0-15,0-2 0 16,2 2 0-16,0 1 0 0,-1-2 0 0,-2 2 0 0,1 0 0 16,0 0 0-16,0 2 0 0,1 0 0 0,-1-1 0 0,-1 0 0 15,0-1 0-15,0 0 0 0,-1-1 0 0,-1 0 0 0,1 0 0 16,-2-2 0-16,1 0 0 0,0-1 0 16,0 1 0-16,0-2 0 0,0 1 0 0,-2-2 0 0,1-1 0 15,0 0 0-15,2-1 0 0,-1-1 0 0,0 0 0 16,-2-1 0-16,1-1 0 0,0-1 0 0,0-1 0 0,0-1 0 0,0-1 0 15,2-1 0-15,0-2 0 0,-1-2 0 16,0-1 0-16,0-3 0 0,1 2 0 0,1-2 0 0,1 0 0 0,-1 0 0 0,1-1 0 0,1-1 0 16,-1 1 256-16,2 0-256 0,1 1 0 15,-2 0 256-15,1 0-256 0,1 1 0 0,0 1 256 0,-1 2-256 16,0 0 0-16,0 1 256 0,0 1-256 0,1 0 0 0,-1 0 256 0,-2 2-256 0,1 1 0 0,0 0 256 16,2 1-256-16,0 1 0 0,-1 1 256 0,-2 2-256 0,1 2 0 15,-1-1 256-15,3 1-256 0,-1 0 0 0,0 2 256 16,-2 2-256-16,1 1 0 0,1 0 256 0,-3 3-256 15,1 1 0-15,0 0 256 0,0 2-256 0,0 1 0 0,0 1 255 16,-1 2-255-16,0 2 0 0,0-2 0 0,-2 2 0 0,-1 1 0 16,1 0 0-16,0 1 0 0,0 1 0 0,0-1 0 15,0-2 0-15,0 1 0 0,0-1 0 16,0 1 0-16,0-2 0 0,0-1 0 0,0-1 0 0,0-1 0 0,2-2 0 16,1-3 0-16,1-2 0 0,0 0 0 0,0-2 0 15,1-1 0-15,-4-3-3071 0,-2-2 3071 0,-2-2 0 0</inkml:trace>
  <inkml:trace contextRef="#ctx0" brushRef="#br0" timeOffset="11873.149">13160 14648 1024 0,'0'0'0'0,"0"0"256"0,0 0-256 0,0 0 0 0,0 0 256 16,0 0-256-16,0 0 0 0,0 0 256 0,0 0-256 0,0 0 0 0,-3 2 256 15,-2 0-256 1,-2 1 0-16,2-1 256 0,2 1-256 0,-1 1 0 0,-2 1 256 0,0 1-256 0,-1 2 0 16,1-1 256-16,-1 1-256 0,-2 2 0 0,2 0 256 15,-1 0-256-15,-2 2 0 0,2-1 256 0,1 2-256 16,0 1 0-16,2-1 256 16,-1-1-256-16,3 1 0 0,-1-1 256 0,1 1-256 0,1 0 0 15,0-1 255-15,1 1-255 0,1 0 0 0,0-1 0 16,1-2 0-16,1-1 0 0,0 0 0 0,1-2 0 15,1-1 0-15,-2 0-255 0,2 0 255 16,1-2 0-16,-1-2 255 0,0 0-255 0,3-3 0 0,-2 0 0 0,1-1 0 0,2-1 0 16,-2-1 0-16,0-3 0 0,0-1 0 0,-1 0 0 15,3-1 0-15,-1-2 0 16,-1 0 0-16,1-2 0 0,2-1 0 0,-3 1 0 0,-1-1 0 0,-1 0 0 0,1 0 0 16,0 0 0-1,1 0 0-15,-1 1 0 0,-2-1 0 0,1 0 0 0,0 2 0 0,-2 2 0 16,1 1 0-16,0-1 0 0,-2 2 0 0,2 0 0 0,-1 2 0 0,-1 1 0 0,0 1 0 0,1-1 0 0,-2 0 0 0,1-1 0 0,0 3 0 0,0 3 0 15,0 3 0-15,0-2 0 0,1 1 0 0,1 2 0 0,-1 0 0 16,1 0 0-16,1 3 0 0,-1 1 0 16,2 1 0-16,0 2 0 0,-1 0 0 0,0 0 0 0,0 2 0 0,0-1 0 15,-2 2 0-15,2 1 0 0,0-1 0 0,1 1 0 16,2 1 0-16,-3-1 0 0,-1 0 0 0,-1 2 0 0,1-4 0 16,2 0 0-16,0-2 0 0,-1 0 0 0,-2-2 0 0,1 0 0 0,-2-6-3071 0,-1-3 3071 15,-1-3 0-15</inkml:trace>
  <inkml:trace contextRef="#ctx0" brushRef="#br0" timeOffset="12266.549">13368 14591 1024 0,'0'0'0'0,"0"0"256"0,0 0-256 0,0 0 0 0,0 0 0 0,0 0 256 0,0 0-256 15,0 0 0-15,0 0 256 0,0 0-256 16,0 0 0-16,4-3 256 0,5-2-256 0,0-2 0 0,-2 4 256 0,1 0-256 0,2 2 0 15,-2 1 256-15,1 1-256 0,2 1 0 0,-2 1 256 16,1 0-256-16,3 1 0 0,-3 1 256 0,0 2-256 0,2 3 0 0,-2-1 256 16,-1 1-256-16,0 3 0 0,-1-2 256 15,-1 2-256-15,-1 1 0 0,2 0 256 16,-3 2-256-16,1 0 0 0,-2 0 255 0,-2-1-255 0,-2 2 0 0,1-1 0 16,-1 0 0-16,-1 0 0 0,0-2 0 0,-1 0 0 0,-1-1 0 0,1-2 0 15,-1 0 0-15,-1-2 0 0,1 0 0 0,-2 0 0 16,0-2 0-16,1 0 0 0,2-2 0 0,-1 0 0 0,0-1 0 15,-1-1 0-15,-2-1 0 0,3 0 0 0,1 0 0 0,1 0 0 0,-1-1 0 16,-1-1 0-16,-1-1 0 0,2 0 0 16,0-1 0-16,2-1 0 0,0-1 0 0,0-1 0 0,1-2 0 0,1-2 0 15,1-1 0-15,1-3 0 0,-1 2 0 0,1-1 0 0,2-2 0 16,0-1 0-16,0-1 0 0,3-1 0 0,0 1 0 16,0-1 0-16,1-1 0 0,0 2 0 0,0-2 0 0,2-1 0 15,0 1 0-15,-3-1 0 0,1-1 0 0,1 2 0 0,0-1 0 0,1 0 0 16,-1-1 0-16,-2 0 0 15,-1-1 0-15,-5 14-3071 0,-3 7 3071 0,-3 7 0 0</inkml:trace>
  <inkml:trace contextRef="#ctx0" brushRef="#br0" timeOffset="12533.177">13843 14291 1280 0,'0'0'0'0,"0"0"256"0,0 0-256 0,0 0 0 0,0 0 0 0,0 0 0 0,0 0 0 0,0 0 256 0,0 0-256 0,0 0 0 15,4 0 256-15,2 0-256 0,2 0 0 0,-3 3 256 16,0 1-256-16,-2 2 0 0,2 1 256 15,1 1-256-15,1 2 0 0,-1 1 256 0,-1 1-256 0,0 3 0 0,0 0 256 16,1 1-256-16,1 3 0 0,-2 0 256 0,0 3-256 16,-2 1 0-16,0-1 256 0,2 1-256 0,0 1 0 0,-2 2 256 0,-1 1-256 0,-1 2 0 0,1-2 255 15,0 1-255-15,1 0 0 0,-2 0 0 16,-1-2 0-16,-1 2 0 0,1-1 0 0,0 0 0 16,0 1 0-16,0-2 0 0,0-1 0 0,0-1 0 0,-1-1 0 15,-2 0 0-15,0-2 0 0,1-2 0 0,2-3 0 16,-1-1 0-16,0-3 0 0,-1-2 0 0,-2-3 0 0,3-4-3071 15,1-4 3071-15,1-1 0 0</inkml:trace>
  <inkml:trace contextRef="#ctx0" brushRef="#br0" timeOffset="12733.009">13792 14743 1280 0,'0'0'0'0,"4"0"256"0,2 0-256 0,3 0 0 0,-3-1 256 15,0-1-256-15,0-1 0 0,3 1 256 0,2 0-256 16,3-1 0-16,-1 0 256 16,1 2-256-16,4-1 0 0,-2 1 256 0,2-2-256 0,1 1 0 0,0 0 256 15,0 0-256 1,2-1 0-16,-2 0-207 0,2-1 207 0,-1-2 0 0,0 2 256 0,-1-3-256 16,-2 0 0-16,-11 4-1841 0,-6 3 1841 0,-6 3 0 0</inkml:trace>
  <inkml:trace contextRef="#ctx0" brushRef="#br0" timeOffset="13095.61">14485 14206 1024 0,'0'0'0'0,"0"0"256"16,0 0-256-16,0 0 0 0,0 0 256 0,0 0-256 0,0 0 0 0,0 0 256 0,0 0-256 15,0 0 0-15,0 0 256 0,0 0-256 0,0 0 0 0,-4 2 256 16,-4 3-256 0,-1 0 0-16,3 0 256 0,0 2-256 0,2 0 0 0,-2 1-73 15,-1 2 73-15,-1 1 0 0,-1 1 256 0,0 3-256 0,-1 3 0 0,0-2 256 16,2 1-256-16,-1 3 0 0,1-1 256 0,0 2-256 0,2 2 0 0,0 0 256 0,1 1-256 0,1 2 0 0,-1-1 256 16,2 1-256-16,1 2 0 0,1 0 256 0,1 1-256 0,1 2 0 0,1-1 72 31,1 2-72-31,2 1 0 0,0-1 0 15,0 0 0-15,3 2 0 16,0 0 0-16,3 0 0 0,1 1 0 0,-1 0 0 0,0-1 0 0,2-1 0 0,0-2 0 0,-1 0 0 0,4-1 0 0,-3-5 0 16,2-3 0-16,0-3 0 0,0-2 0 0,-2-2 0 0,0-3 0 15,2-3 0 1,-3-5 0-16,2-1 0 0,-9-2-3071 0,-6-1 3071 0,-3-1 0 16</inkml:trace>
  <inkml:trace contextRef="#ctx0" brushRef="#br0" timeOffset="13398.942">14595 14364 1024 0,'0'0'0'15,"0"0"256"-15,0 0-256 0,0 0 0 0,0 0 256 0,0 0-256 0,0 0 0 0,0 0 256 0,0 0-256 0,0 0 0 0,0 0 256 16,0 0-256-16,0 0 0 0,2 4 256 0,2 2-256 15,2 3 0-15,-1-1 256 0,-3 1-256 0,1 2 0 0,0 2 256 16,1 2-256-16,2 1 0 0,-1 1 256 0,-2 1-256 0,2 4 0 16,-1-1 256-16,0 1-256 0,0 2 0 0,0-2 256 15,0 1-256-15,0 1 0 0,1-1 256 0,-3 1-256 0,1 1 0 16,0-1 255-16,0-1-255 0,0 0 0 0,-2-1 0 0,-1-1 0 0,-1-1 0 0,1-1 0 16,0-1 0-16,0-1 0 0,0-4-255 15,-2-1 255-15,1-3 0 0,0-1-256 0,-1-3 256 0,-1-1 0 16,1-3 256-16,0-2-256 0,-1-3 0 0,2 4-2816 15,1 0 2816-15,1 0 0 0</inkml:trace>
  <inkml:trace contextRef="#ctx0" brushRef="#br0" timeOffset="13713.949">14566 14525 1024 0,'0'0'0'0,"-1"-5"0"0,1 5 0 0,-2-6 0 0,-1-3 0 0,1 4 256 0,2 0-256 16,-1 0 0-16,2-1 256 0,0-1-256 0,1-2 0 0,0 1 256 15,0-2-256-15,3 0 0 0,-1 0 256 0,2 1-256 16,0-1 0-16,-1 0 256 0,0-2-256 0,0-1 0 0,1 4 256 15,2 0-256-15,1 2 0 0,-2 0 256 0,1-2-256 0,2 0 0 0,-2 3 256 16,1 2-256-16,3 1 0 0,-3-1 256 16,1 2-256-16,2-1 0 0,-2 2 256 0,0 2-256 0,1 2 0 0,-1 1 256 15,0 1-256-15,1 2 0 0,0 0 255 16,2 1-255-16,0 2 0 0,-1 0 0 0,0 3 0 16,-1 2 0-16,-1 1 0 0,0 2 0 0,-1 5 0 0,-1-4 0 15,0 2 0-15,-2 1 0 0,1 2 0 0,-2 0 0 0,1 2 0 0,0-2 0 16,-2 1 0-16,-1 1 0 0,0-1 0 0,-1 0 0 0,-1 1 0 15,1-2 0-15,0 1 0 16,0-2 0-16,0 1 0 0,-2-2 0 0,1-1 0 0,-1-2 0 0,-1 0 0 0,-1-3 0 0,1-2 0 31,-1-3 0-31,-1-1 0 0,1-2 0 0,0 0 0 0,0-2 0 0,1-3-3071 16,1-3 3071-16,1-3 0 0</inkml:trace>
  <inkml:trace contextRef="#ctx0" brushRef="#br0" timeOffset="13896.078">14705 14689 1024 0,'0'0'0'0,"0"0"0"0,0 0 0 0,0 0 0 0,0 0 256 0,0 0-256 0,0 0 0 0,0 0 256 0,0 0-256 0,0 0 0 16,0 0 256-16,0 0-256 15,0 0 0-15,1 0 256 0,1-2-256 0,1 1 0 0,3-1 256 0,3 2-256 0,2-1 0 0,-1 0 256 0,1-2-256 16,2 0 0-16,-2 2 256 16,2-2-256-16,0 1 0 0,0-1 256 15,2-2-256-15,1 0 0 0,-1-1 256 0,1-1-256 0,1-1 0 0,-3 0 256 16,0 0-256-16,-2-2 0 0,-7 7-2560 0,-6 3 2560 0,-3 3 0 0</inkml:trace>
  <inkml:trace contextRef="#ctx0" brushRef="#br0" timeOffset="14159.011">15085 14275 1024 0,'0'0'0'0,"0"0"256"0,0 0-256 0,0 0 0 0,4 2 256 0,1 1-256 0,2 1 0 0,-1-1 256 0,-2 0-256 0,-1 1 0 16,1 2 256-1,1 1-256-15,1 2 0 0,1 1 256 0,0 1-256 16,1 3 0-16,-2 0 256 0,-1 0-256 0,0 2 0 0,0 1 256 16,1 1-256-16,1 4 0 0,-1-1 256 0,1 2-256 15,-1 2 0-15,0-1 256 0,0 1-256 0,0 2 0 0,0-1 256 16,-2 2-256-16,-1 0 0 0,1-2 256 0,-2 0-256 0,1-2 0 0,0 0 255 16,-2-1-255-16,1 0 0 0,0-1 0 0,-2-2 0 0,1 0 0 0,0-2 0 15,0-3 0-15,1 0 0 16,-1-3 0-16,1-2 0 0,1-4 0 0,-1 1 0 0,1-3 0 0,1-2 0 0,-3-1-3071 15,-1-1 3071-15,-1-1 0 0</inkml:trace>
  <inkml:trace contextRef="#ctx0" brushRef="#br0" timeOffset="14386.911">15376 14629 1024 0,'0'0'0'0,"0"0"0"0,0 0 0 0,0 0 0 0,0 0 256 0,0 0-256 15,0 0 0-15,2 7 256 0,2 3-256 0,0 4 0 0,-1-7 256 16,-2-2-256-16,1-1 0 16,0 3 256-16,1 1-256 0,-3-8 0 0,4 10 0 0,-1 1 256 0,1 2-256 15,2 1 0-15,-3-1 256 0,-1 0-256 16,-1 2 0-16,1-1 256 0,0 0-256 0,0 3 0 0,0-3 256 16,-2 1-256-16,1 0 0 0,0-1 256 0,1-2-256 0,1 0 0 15,-1-3 256-15,-2 0-256 0,1-2 0 0,0-1 256 0,0-2-256 0,1-2 0 0,-1-1 255 0,1-2-255 0,1-2 0 0,-2 3-3071 16,-1 0 3071-1,-1 0 0-15</inkml:trace>
  <inkml:trace contextRef="#ctx0" brushRef="#br0" timeOffset="14566.289">15392 14414 1024 0,'0'0'0'0,"0"0"0"0,0 0 0 0,0 0 0 0,0 0 0 0,0 0 256 15,0 0-256-15,0 0 0 0,0 0 256 0,0 0-256 0,0 0 0 0,7-2 256 16,5-1-256-16,1-2 0 0,-7 3 256 0,-3 1-256 0,-3 1 0 0,3 0 256 15,1-1-256-15,2-1 0 0,-2 2 256 0,0-1-256 0,0-1 0 16,-2 1-1536 0,-2 1 1536-16,-2 1 0 0</inkml:trace>
  <inkml:trace contextRef="#ctx0" brushRef="#br0" timeOffset="14899.321">15621 14461 1024 0,'0'0'0'0,"0"0"0"16,0 0 0-16,0 0 0 0,0 0 256 0,0 0-256 0,0 0 0 0,0 0 256 15,0 0-256-15,0 0 0 0,0 0 256 16,0 0-256-16,0 0 0 0,-4 4 256 0,-2 1-256 0,-2 2 0 0,4-2 256 0,1-3-256 16,0 1 0-16,0 1 256 0,-1 1-256 0,-1 1 0 0,1 0 256 0,-1 1-256 15,-1 2 0-15,0-1 256 0,2 0-256 0,0 2 0 0,1-1 256 16,1 1-256-16,1 2 0 0,-1-2 256 0,2 1-256 0,-1 0 0 0,1 0 256 15,1 2-256-15,1 1 0 0,0-2 255 16,1 1-255-16,1 0 0 16,0-1 0-16,2 1 0 0,0-1 0 0,-1 1 0 0,1-2 0 0,2 1 0 0,1-1 0 15,0-1 0-15,1 0 0 0,0 0 0 0,-3 0 0 0,1-1 0 0,1-2 0 16,2-1 0-16,0-1 0 0,-2-1 0 16,0 0 0-16,-2-2 0 0,2-1 0 0,2-1 0 0,0-1 0 0,-1-1 0 0,0-1 0 15,0-2 0-15,0 0 0 0,-1-3 0 0,0-1 0 16,0 0 0-16,-2-2 0 15,2-1 0-15,-6 8-3071 0,-3 5 3071 0,-3 2 0 0</inkml:trace>
  <inkml:trace contextRef="#ctx0" brushRef="#br0" timeOffset="15331.883">15869 14587 1024 0,'0'0'0'0,"0"4"0"0,2 1 0 16,0 2 0-16,0-3 256 0,1-1-256 0,1-1 0 0,-1 1 256 0,1 0-256 0,1-2 0 0,-1 2 256 15,2-2-256-15,0 2 0 0,0-2 256 0,-6-1-256 0,7 1 0 0,1 0 0 0,-8-1 0 0,8 0 256 31,-1-2-256-31,0 1 0 0,0 0 256 0,2-2-256 0,1 0 0 0,-2 0 256 16,-1-1-256-16,1-1 0 0,-2 0 256 0,-1 0-256 0,-1-1 0 0,1 0 256 16,1 0-256-16,-1-1 0 0,-1 0 256 0,-1 0-256 0,-1-1 0 0,0 1 256 0,-1 0-256 0,-1 1 0 15,0 1 255 1,-1-1-255-16,-1 2 0 0,-1-2 0 16,-1 1 0-16,-1 0 0 0,0 0 0 0,0 1 0 0,-1 1 0 0,1 0 0 15,-1 1 0-15,-1 0 0 0,-1 1 0 0,0 0 0 0,-2 0 0 0,1 1-255 16,1 2 255-16,-1-1 0 0,1 2 255 0,0 0-255 0,2 1 0 0,-1 0 0 15,2 1 0-15,-1 1 0 0,-1 0 0 0,1 2 0 16,0 0 0-16,1 0 0 16,1 0 0-16,1 1 0 0,0 1 0 15,2 0 0-15,1 2 0 0,0-1 0 0,1 2 0 0,2 1 0 0,0-2 0 0,1 1 0 0,1 0 0 0,0-1 0 16,1 1 0-16,2 0 0 0,0-1 0 16,2 1 0-16,3 0 0 0,-1 0 0 15,0-1 0-15,4 1 0 0,-2-1 0 0,3-3 0 0,0 1 0 0,0 0 0 16,-2-2 0-16,0 0 0 0,0-2 0 0,1-2 0 15,-1-2 0-15,0-1 0 0,-2-2 0 0,0-2 0 0,0-1 0 16,0-2 0-16,-1-3 0 16,-1-1 0-16,0-3 0 0,-1-2 0 0,-6 11-3071 0,-5 4 3071 0,-2 4 0 15,2-22 0-15,-1-10 0 0,-1-8 0 0,2 26 0 16,1 10 0-16,1 10 0 0</inkml:trace>
  <inkml:trace contextRef="#ctx0" brushRef="#br0" timeOffset="15630.894">16231 14076 1024 0,'0'0'0'0,"0"0"0"16,0 0 0-16,0 0 0 0,0 0 256 0,0 0-256 0,0 0 0 0,0 0 256 0,0 0-256 16,0 0 0-16,4-4 256 0,2-2-256 0,3-3 0 0,-3 6 256 15,-2 2-256-15,1 2 0 0,0 0 256 0,2 1-256 16,0 1 0-16,0 2 256 0,1 1-256 0,2 2 0 0,-1 1 256 0,1 1-256 16,2 3 0-16,-3-1 256 0,2 3-256 0,1 2 0 0,-2 1 256 15,1 2-256-15,2 2 0 0,-2 0 256 0,0 0-256 0,-1 3 0 0,1 0 256 16,-1 3-256-16,0 1 0 0,-1 0 255 15,-1 2-255-15,0 1 0 0,-1-1 0 0,-1 0 0 0,-1 1 0 0,0-1 0 16,0 0 0-16,-2-1 0 0,0 1 0 16,-1-1 0-16,-1 1 0 0,-1-2 0 0,-1 1 0 0,-1-1 0 0,-1 0 0 15,-1 0 0-15,-2-2 0 0,0 1 0 0,0 0 0 0,-3-2 0 0,0-1 0 16,-1 0 0-16,-3-2 0 0,2 0 0 16,-1-1 0-16,-1-1 0 0,1-1 0 0,0-2 0 0,-4-2 0 0,4 0 0 15,-1-1 0-15,3-1 0 0,6-9-3071 16,4-5 3071-16,4-5 0 0</inkml:trace>
  <inkml:trace contextRef="#ctx0" brushRef="#br0" timeOffset="17731.327">10380 14381 1024 0,'0'0'0'0,"0"0"0"0,0 0 0 0,0 0 0 0,0 0 0 0,0 0 0 0,0 0 0 0,0 0 0 16,0 0 0-16,0 0 0 0,0 0 0 0,0 0 0 0,0 0 0 0,0 0 0 15,0 0 0-15,0 0 0 0,0 0 0 0,0 0 0 16,0 0 0-16,0 0 0 0,0 0 0 0,0 0 0 0,0 0 0 15,0 0 0-15,0 0 0 0,0 0 0 0,0 0 0 0,0 0 0 0,0 0 0 16,0 0 0-16,0 0 0 0,1 5 0 0,1 2 0 0,1 3 0 16,-3-4 0-16,-2 1 0 0,-2-1 0 0,2 1 0 15,-1 1 0-15,-1 2 0 0,1-2 0 0,0 2 0 16,0 0 0-16,-1 0 0 0,0 0 0 0,-1 2 0 0,1-1 0 0,-1 0 0 16,-1 2 0-16,2 0 0 0,-3 0 0 0,1 2 0 0,1-2 0 15,1 0 0-15,1 1 0 0,0 0 0 0,-3 1 0 0,1 1 0 0,0-2 0 16,2 0 0-16,-1-1 0 0,0 0 0 15,0 1 0-15,-1 0 0 0,1 0 0 0,2-1 0 0,-1 1 0 0,0-1 0 16,0 0 0-16,0-1 0 0,0 0 0 0,2-2 0 0,-1 0 0 16,0 0 0-16,2-1 0 0,-1 0 0 0,0-2 0 15,0-1 0-15,-1 0 0 0,1-2 0 0,2 1 0 16,-1-1 0-16,0-2 0 0,0-1 0 0,0-1 0 0,0-1 0 16,3-2 0-16,-2 1 0 0,0-3 0 0,1 0 0 0,1-1 0 0,-1-1 0 15,1-1 0-15,1-3 0 0,-1 0 0 0,0-3 0 0,0-1 0 0,0 2 0 16,-1-1 0-16,0-1 0 0,1 1 0 15,1-2 0-15,1-1 0 0,-1 1 0 0,-2-1 0 0,1 0 0 0,-2 11 0 16,-1 6 0-16,-1 6 0 0,3-20 0 0,1-6 0 16,3-6 0-16,-3 6 0 0,1 0 0 0,1 0 0 0,-1 2 0 15,-2 0 0-15,1 3 0 0,0 0 0 0,-1 2 0 0,1 0 0 16,0 0 0-16,-2 2 0 0,1 0 0 0,0 1 0 16,-2 0 0-16,1 2 0 0,0 0 0 15,0 1 0-15,0 0 0 0,0 0 0 0,0 1 0 0,0 0 0 0,0 2 0 0,0 0 0 0,0 3 0 16,0-2 0-16,1 0 0 0,1-1 0 15,-1 1 0-15,1 1 0 0,-1 0 0 0,0 1 0 16,1 2 0-16,1-1 0 0,-1 1 0 0,0 0 0 0,0 0 0 0,0 2 0 16,1 0 0-16,3 1 0 0,-2-1 0 0,-2 1 0 0,1 2 0 0,0-2 0 15,0 1 0-15,0 1 0 0,1 0 0 0,-1 1 0 0,0 2 0 16,0-1 0-16,1 0 0 0,1 2 0 0,-1-1 0 16,2 2 0-16,0 0 0 0,-1 0 0 15,1 2 0-15,2 1 0 0,-2-2 0 0,1 1 0 0,1 0 0 0,0 1 0 16,0 0 0-16,1 2 0 0,-1-2 0 0,1 1 0 15,0 1 0-15,0-1 0 0,1 0 0 0,0 2 0 0,1 0 0 0,-3-2 0 0,1 0 0 0,1 1 0 16,-3 0 0-16,1 0 0 0,0-1 0 16,-2 0 0-16,-1-1 0 0,1-2 0 15,0 1 0-15,1-3 0 0,-2 1 0 0,-1-3 0 0,-1 1 0 0,1-2 0 0,-2-2 0 0,2-1 0 0,-3-2 0 16,-2-2 0-16,-2-2 0 0</inkml:trace>
  <inkml:trace contextRef="#ctx0" brushRef="#br0" timeOffset="21136.314">4067 12728 1024 0,'0'0'0'0,"0"0"0"16,0 0 0-16,0 0 0 0,0-4 256 0,0-1-256 0,0-3 0 0,0 4 33 0,-2 0-33 16,1 0 0-16,0-1 256 0,0-2-256 0,0 0 0 0,0 0 256 15,-1-1-256-15,-1-2 0 0,3 10 0 0,-3-8 256 0,-1 0-256 0,-2 1 0 0,0 0 256 16,0-2-256-16,-3 1 0 0,0 0 256 0,0-1-256 0,-2 0 0 0,-1 2 256 15,0 1-256-15,-3 0 0 0,2 1 80 16,0 1-80-16,-4 1 0 0,3 0-256 0,-2 1 256 0,0 0 0 0,-1 1 256 16,-1-1-256-16,-1 2 0 0,1 1-93 15,-1 1 93-15,-1 2 0 0,1-1-256 0,-1 1 256 0,-1 1 0 0,0 0-256 16,1 2 256-16,-4 0 0 0,3 0 220 0,-1 1-220 0,-1 2 0 16,1 0 256-16,1 0-256 0,1 2 0 0,-1-1 256 15,0 0-256-15,0 2 0 0,-1-1 256 0,2 2-256 0,0 0 0 0,0 1-204 16,-2 0 204-16,0 3 0 0,1-1-256 15,1 3 256-15,2 0 0 0,0-1 256 0,2 1-256 0,-1 1 0 0,0 0 256 16,2 1-256-16,1 2 0 0,0-2 256 0,3 0-256 0,0 0 0 0,0 1 256 16,0 1-256-16,-2 2 0 0,3-2 219 0,2 0-219 0,1 0 0 15,1 0-115-15,1 0 115 0,0 1 0 0,2-1-256 16,3 0 256-16,0 0 0 0,1 0-256 0,1 0 256 0,1 1 0 0,1-2-256 16,0-2 256-16,4 1 0 0,-1-1-256 0,0 2 256 15,3-1 0-15,0-1-256 0,2 0 256 0,2-2 0 0,0 2-256 16,1 1 256-16,3 1 0 0,0-2-256 15,-1-1 256-15,4-1 0 0,-2-1-99 0,2-1 99 0,1-2 0 0,-3 2 256 16,3-2-256-16,1 1 0 0,-1-3 256 0,-2-1-256 0,0-2 0 0,1-1 256 16,-2-2-256-16,1-1 0 0,-1-1 256 15,0-1-256-15,-1-1 0 0,1-1 256 0,3-1-256 0,1-1 0 0,-3 0 256 16,0-1-256-16,-1-1 0 0,-1-1 256 0,3-1-256 0,0-1 0 0,-1-1-3 16,-1 0 3-16,1-2 0 0,-2 1-256 0,3-1 256 0,1-2 0 15,-3 0-83-15,0-1 83 0,-2-3 0 16,2 2 256-16,-3-1-256 0,2-2 0 0,0 0 200 15,-2 0-200-15,1-3 0 0,-1 1-203 0,0-1 203 0,-1-1 0 0,0 0 22 0,-2 0-22 16,1-3 0-16,-2 2-256 16,-1-1 256-16,0-1 0 0,0-1-256 0,-2-1 256 0,2-2 0 0,-1 3-62 15,-1 0 62-15,1 0 0 0,-2-1 90 0,-2-2-90 16,-2 0 0-16,1 2 80 0,0 2-80 0,-2-1 0 0,0-1-256 0,-1 0 256 16,-1-1 0-16,0 2-256 0,0-1 256 0,-2 2 0 0,0-1-106 0,-1 0 106 0,-1-1 0 0,-1 2 256 15,-1 1-256-15,-2 1 0 0,1-1 256 16,-2 1-256-16,-4 1 0 0,2-1 256 15,-1 2-256-15,-2-1 0 0,0 1 256 0,-1 0-256 0,-2 0 0 0,-1 1-174 0,1 2 174 16,-4 0 0-16,1 1-47 16,-2 0 47-16,-3 1 0 0,3 1-201 0,0 2 201 0,-2 0 0 0,2 2 256 0,-2 1-256 0,1 0 0 0,-1 1 256 31,-1 1-256-31,-2 1 0 0,3 1 189 0,0 0-189 0,0 2 0 0,1 1 0 16,2 1 0-16,0 2 0 0,0-2 0 0,1 1 0 0,1 1 0 0,2-1 0 0,-1 1 0 0,3 1 0 0,1-1 0 15,3 1 0-15,2 2 0 0,4-4-3071 16,4-2 3071-16,4-2 0 0</inkml:trace>
  <inkml:trace contextRef="#ctx0" brushRef="#br0" timeOffset="27861.857">5164 13931 1024 0,'0'0'0'0,"0"0"256"0,0 0-256 0,0 0 0 0,0 0 256 0,0 0-256 0,0 0 0 0,0 0 256 15,0 0-256-15,0 0 0 0,0 0 256 0,0 0-256 16,0 0 0-16,0 0 256 0,0 0-256 0,0 0 0 0,0 0 256 0,0 0-256 16,0 0 0-16,0 0 52 0,0 0-52 0,0 0 0 0,0 0-26 15,0 0 26-15,0 0 0 0,0 0-1562 0,0 0 1562 0,0 0 0 16</inkml:trace>
  <inkml:trace contextRef="#ctx0" brushRef="#br0" timeOffset="31497.416">16804 14742 1024 0,'0'0'0'0,"0"0"0"16,0 0 0-16,0 0 0 0,0 0 256 0,0 0-256 0,0 0 0 0,4 1 256 0,2 1-256 0,2 1 0 16,-1-1 256-16,-3-3-256 0,1 0 0 0,1 1 256 0,1 0-256 0,3 0 0 0,-2 0 256 15,1 0-256-15,3 0 0 0,-3 0 256 16,1 0-256-16,2 0 0 0,-2 0 256 0,1 0-256 0,2 0 0 0,0 1 256 15,1 0-256-15,2 1 0 0,-1-2 256 16,0 0-256-16,3 0 0 0,-2 0 256 0,1 1-256 0,2 1 0 0,-2-2 256 16,1 2-256-16,2-1 0 0,-1-1 255 15,0 1-255-15,2 1 0 0,-1-1 0 16,-3 1 0-16,2 1 0 0,-2-1 0 0,3-1 0 0,0-1 0 0,-2 2-81 0,1-2 81 0,1 1 0 16,-2 0 81-16,0-1-81 0,-1-1 0 0,1 2 0 0,-2 0 0 15,0 0 0-15,0-1 0 0,-1-1 0 0,0-1 0 0,1 2 0 16,-2 0 0-16,2 0 0 0,-3 0 0 0,0-1 0 0,-2-1 0 15,1 1 0 1,-1-1 0-16,0-1 0 0,0 1 0 0,-2 0 0 0,-1 0 0 0,0 0 0 16,0 1 0-16,-2 0 0 0,1 0 0 0,-1-1 0 0,0-1 0 0,1 0 0 15,-2 2 0-15,-1-1 0 0,0 0 0 0,-1 1 0 0,-1 1 0 0,1-2 0 16,0-2 0-16,1 0 0 0,-1 0 0 16,0 1 0-16,0 0 0 0,-2 2-3071 15,-1 1 3071-15,-1 1 0 0</inkml:trace>
  <inkml:trace contextRef="#ctx0" brushRef="#br0" timeOffset="31993.342">17688 14580 1024 0,'0'0'0'0,"0"0"0"0,0 0 0 0,0 0 0 0,0 0 256 0,0 0-256 0,0 0 0 0,0 0 256 16,0 0-256 0,0 0 0-16,0 0 256 0,0 0-256 0,0 0 0 0,0 0 256 15,0 0-256-15,0 0 0 0,0 0 256 0,0 0-256 0,0 0 0 0,6 5 256 0,1 3-256 0,3 1 0 0,-4-5 256 16,0-3-256-16,-2-2 0 0,2 2-232 16,1 0 232-16,1 0 0 15,-8-1 0-15,8 2 75 0,-3-1-75 0,1 3 0 0,1-2 256 0,2 0-256 0,1 0 0 0,-2 0 256 16,1 1-256-16,2 1 0 15,-2-1 256-15,1 0-256 0,3 0 0 0,-2 0 256 0,-2 0-256 0,2 1 0 0,-1 0-256 0,0-1 256 16,1-1 0-16,-1 1-256 0,-2 0 256 0,2 1 0 0,-1-2-256 16,0 2 256-16,1 0 0 15,-1-1-256-15,-1 0 256 0,0 0 0 0,0-1 256 16,-2 1-256-16,0-2 0 0,0 2 256 0,-1-2-256 0,0 1 0 16,-1 0 256-16,-1-1-256 0,-1 0 0 0,1 0 256 15,0 0-256-15,0 0 0 0,0 0-256 0,-2 0 256 0,1 0 0 0,-1 0-194 16,-1 0 194-16,-1 1 0 0,1-1 256 15,0-1-256-15,0 1 0 0,0 1 256 0,-2 0-256 0,1 1 0 0,0-1 256 16,-1 1-256-16,-1 1 0 0,1 0 94 0,-1 0-94 0,-1 1 0 16,1 0 0-16,-1 2 0 0,-2 0 0 0,1 1 0 15,-3-1 0-15,-2 3 0 0,1-1 0 0,2 2 0 0,1 1 0 16,-3-1 0-16,-1 0 0 0,-2 1 0 0,2 1 0 16,-1 1 0-16,1 0 0 0,0-1 0 0,-1-2 0 0,1 0 0 0,6-7-3071 15,4-4 3071-15,4-4 0 0</inkml:trace>
  <inkml:trace contextRef="#ctx0" brushRef="#br0" timeOffset="34465.39">18380 14249 1024 0,'0'0'0'0,"0"0"0"0,0 0 0 0,0 0 0 0,0 0 256 0,0 0-256 0,0 0 0 0,0 0 256 0,0 0-256 0,0 0 0 16,0 0 256-16,0 0-256 0,0 0 0 0,0 7 256 15,-2 4-256 1,1 3 0-16,2-8 256 0,1-2-256 0,1-2 0 0,-1 4 256 0,0 1-256 0,0 2 0 0,-2-9 0 0,2 8 256 16,0 1-256-1,0 0 0-15,1 1 256 0,0 3-256 0,1 2 0 0,-1-2 256 0,-2 2-256 0,1 1 0 0,0-1 256 0,0 2-256 16,0 1 0-16,0 0 256 16,0 2-256-16,0 2 0 0,0-1 255 15,0 1-255-15,1 2 0 0,-1-2 0 0,0 0 0 0,0 0 0 0,0 0 0 16,0 1 0-16,0 1 0 0,0-1 0 0,-2-1 0 0,1 0 0 15,0-1 0-15,1 0 0 0,1 0 0 0,-1-2 0 16,-2 1 0-16,1-2 0 0,-1-2 0 0,0 0 0 0,-1-1 0 0,0-2 0 16,2-1 0-16,-1-2 0 0,0-3 0 0,-2 0 0 15,1-3 0-15,0-1 0 0,2-1 0 0,-1-3 0 0,0-2 0 16,2-2 0-16,-1-3 0 0,0 6-3071 0,-2 2 3071 0,1 2 0 0</inkml:trace>
  <inkml:trace contextRef="#ctx0" brushRef="#br0" timeOffset="34795.679">18697 14290 1024 0,'0'0'0'0,"0"0"0"0,0 0 0 0,0 0 0 0,0 0 256 0,0 0-256 0,0 0 0 0,0 0 256 15,0 0-256-15,0 0 0 0,2 4 256 0,2 1-256 0,3 1 0 0,-3 0 256 16,-2 0-256-16,1 2 0 0,0 0 256 15,1 1-256-15,1 2 0 0,-5-11 0 0,4 12 256 0,1 2-256 0,-1 1 0 16,0 0 256-16,0 2-256 0,0 1 0 0,0 1 256 0,0 1-256 0,1 1 0 16,-3 0 256-16,-1-1-256 0,-1 3 0 0,1-1 256 15,1 3-256-15,1 0 0 0,-1 0 256 0,0 0-256 16,0 1 0-16,0-1 255 0,0-1-255 0,0 0 0 0,0-1 0 16,-2-1 0-16,1-1 0 0,0 0 0 0,-2-2 0 0,1 1 0 0,-1-1 0 15,-1-1 0-15,-1-1 0 0,1-3 0 0,-1-1 0 16,-1-2 0-16,1-2 0 0,2-2 0 15,-1-1 0-15,1-3-3071 0,1-4 3071 0,1-1 0 0</inkml:trace>
  <inkml:trace contextRef="#ctx0" brushRef="#br0" timeOffset="34998.924">18457 14682 1024 0,'0'0'0'0,"0"0"256"0,0 0-256 0,0 0 0 0,0 0 256 16,0 0-256-16,0 0 0 0,4-1 256 0,1 0-256 0,0-1 0 0,0 1 256 16,0 0-256-16,3 0 0 0,2 1 256 0,0-2-256 0,5 1 0 0,-1 1 256 15,3-2-256-15,2 1 0 0,0 0 256 16,0 1-256-16,2 1 0 0,-1-2 256 0,0 1-256 0,3-2 0 0,-2 1 256 16,0-2-256-16,0 0 0 0,-14 2-2304 0,-7 2 2304 0,-7-1 0 0</inkml:trace>
  <inkml:trace contextRef="#ctx0" brushRef="#br0" timeOffset="35498.483">19149 14558 1024 0,'0'0'0'0,"0"0"256"0,0 0-256 0,0 0 0 0,0 0 256 0,0 0-256 0,0 0 0 0,-4 3 256 16,-1 0-256-16,-3 1 0 0,3-2 256 0,-2 0-256 0,0 0 0 16,-1 2 256-16,1 1-256 15,-3 2 0-15,2-2 256 0,8-5-256 0,-10 7 0 16,0 0 0-16,1 1 256 0,1 1-256 0,0 2 0 0,0-1-101 16,2 0 101-16,-1 2 0 15,0-1-256-15,2 0 256 0,1 2 0 0,-1-2 110 0,1-1-110 0,0 0 0 0,1 0 228 0,5 1-228 0,-1-1 0 0,0 0 256 16,1 0-256-16,1-1 0 0,1-2-127 15,0 0 127-15,3-2 0 0,-1 0 256 0,2-1-256 0,1-1 0 0,-1 0 256 16,1 0-256-16,2-2 0 0,-2-1 256 16,1-1-256-16,-1-1 0 0,1-2 256 0,2-1-256 0,0-2 0 0,-2 1 145 0,1-1-145 0,-3-2 0 0,1 1 0 15,-1 0 0-15,1-2 0 0,-1 2-190 0,-1-2 190 16,-1 0 0-16,1 1-256 0,-2 1 256 16,-1 0 0-16,1 0-256 0,-2 0 256 0,1 1 0 0,-1 1-256 0,-1 0 256 0,0 0 0 0,0 2 256 15,0-1-256-15,0 1 0 0,-1 0 256 16,-1 1-256-1,-1 1 0-15,1 0-207 0,0 1 207 0,0 1 0 0,0 0-256 0,-2 1 256 16,1 1 0-16,0 1-256 0,0 1 256 0,0 1 0 0,-1 1 256 16,4 0-256-16,-2 2 0 0,0-1 256 0,-3 1-256 0,2 2 0 15,0-2 256-15,2 2-256 0,-1 0 0 0,0 0 256 16,2 2-256-16,0 1 0 0,-1-2 141 0,1-1-141 0,1 0 0 0,-1 0 0 16,1-2 0-16,1-1 0 0,0-1 0 0,1-1 0 15,2-2 0-15,-1-2 0 0,1-1 0 0,1-1 0 0,-5 1-3071 16,-4 0 3071-16,-1 0 0 0</inkml:trace>
  <inkml:trace contextRef="#ctx0" brushRef="#br0" timeOffset="35760.154">19465 14584 1024 0,'0'0'0'0,"0"0"0"0,0 0 0 0,0 0 0 0,0 0 0 0,0 7 0 0,2 3 0 0,-1 4 0 0,0-7 0 15,1-2 0-15,1-2 0 0,0 5 0 16,-1 1 0-16,0 3 0 0,1 0 0 0,1 3 0 0,1 3 0 0,-1 0 0 15,1 1 0-15,2 4 0 0,-2-1 0 0,-2 2 0 16,1 2 0-16,0 0 0 0,1 2 0 0,1 3 0 0,0-2 72 16,-3 0-72-16,1 1 0 0,0 0 256 0,0 1-256 0,0 0 0 15,-2-1 256-15,-1-2-256 0,-1 0 0 0,1-3 256 0,0 0-256 16,0-3 0-16,-1-2 256 0,-1-1-256 0,-1-1 0 0,1-4-256 16,0-1 256-16,0-2 0 0,0-3-256 0,2-3 256 15,-1-2 0-15,0-3-256 0,0-2 256 0,0-3 0 0,0-1-256 16,0-4 256-16,0-2 0 0,0 9-72 0,0 3 72 0,0 3 0 0</inkml:trace>
  <inkml:trace contextRef="#ctx0" brushRef="#br0" timeOffset="36058.193">19484 14608 1024 0,'0'0'0'15,"0"0"0"-15,0 0 0 0,0 0 0 0,1-4 0 0,1-4 0 0,1-1 0 0,-1 4 0 16,-2 0 0-16,1 2 0 0,1-1 0 0,1 2 0 0,1-1 0 0,1 0 0 15,0 1 0-15,1 0 0 0,0 1 0 0,1-2 0 0,2 0 0 0,-2 4 0 16,1 1 0-16,2 2 0 0,-1 0 0 16,1-1 0-16,0 2 0 0,1 2 0 0,-3 1 0 0,1 3 0 15,1-2 0-15,-3 2 0 0,1 0 0 0,-1 2 0 16,0 0 0-16,-2 2 0 0,0-1 0 0,-1 1 0 16,-1 1 0-16,-1-1 0 0,-2 0 0 0,-2-1 0 0,1 0 256 15,-1-1-256-15,-1 1 0 0,0-1-256 0,-1-1 256 0,-2 1 0 0,0-2 0 16,0 0 0-16,-3-1 0 0,2-2 11 0,-2-1-11 0,0 0 0 0,2-2 256 15,-3-1-256-15,0-1 0 0,2-2 256 0,1-2-256 16,0-1 0-16,0-2 256 16,2-1-256-16,-1 0 0 0,2-1 256 0,1-2-256 0,0-3 0 0,2 8-1035 0,1 3 1035 0,1 3 0 15</inkml:trace>
  <inkml:trace contextRef="#ctx0" brushRef="#br0" timeOffset="36627.123">19867 14690 1024 0,'0'0'0'0,"0"0"0"0,0 0 0 0,0 0 0 0,1 7 0 16,1 3 0-16,1 2 0 0,-1-4 0 0,2 1 0 15,0-1 0 1,-1 5 0-16,1 1 0 0,-4-14 0 0,5 18 0 0,-1-1 0 16,0 3 0-16,1 3 0 0,-1-1 0 0,0 2 0 0,0 2 0 0,0-2 0 0,-2 1 0 15,1 2 0-15,0-1 0 0,0 2 0 16,1 0 0-16,-2-3 0 0,-1 0 0 0,-1-3 0 0,1 2 256 0,-2-2-256 0,1-1 0 0,-1-2 256 0,-1 1-256 15,-2-2 0-15,2-3 256 0,-1-3-256 16,-2-1 0-16,2-3 256 0,1-2-256 0,1-1 0 0,-1-3-256 0,-1-2 256 0,-1-2 0 0,0-3-256 16,3-1 256-16,-1-2 0 0,0-3-256 0,-1-1 256 0,-1-3 0 15,1-2-256 1,-1-4 256-16,-1-1 0 0,1 0 0 16,1-3 0-16,0 0 0 0,0 0 0 0,-1-2 0 15,-1-1 0-15,1 0 0 0,-1-1 0 0,-2-2 0 0,2 1 0 0,0 0 0 0,0-2 0 0,1 3 0 16,-2 0 0-16,-1 2 0 0,1-1 0 0,2 2 0 0,-1 1 0 0,1 1 0 0,1 2 0 15,1 2 0 1,-1 0 0-16,2 2 0 0,-2 2 0 0,1 1 0 0,2 1 0 0,-1 2 0 0,1 1 0 0,1 2 0 0,1 1 0 16,2 0 0-16,0 1 0 0,1 0 0 0,-1 0 0 15,0 2 0 1,0 0 0-16,1 3 0 0,3 1 0 0,2 2 0 0,-3 0 0 16,3 1 0-16,-1 1 0 0,0 1 0 0,0 2 0 0,4 3 0 0,-3-1 0 15,-2 3 0-15,2 1 0 0,-1 1 0 0,0 2 0 0,1 2 0 0,-3-2 0 0,-1 2 0 0,-1 1 0 16,-1-1 0-1,-1 1 0-15,0 1 0 0,-1-1 0 16,-1 0 0-16,-1 3 0 0,-1-3 0 0,-2 0 0 0,-3-1 0 16,1 0 0-16,0-1 0 0,-3-1 0 0,1-2 0 0,-2 0 0 15,0-1 0-15,1-2 0 0,-2-2 0 0,0-1 0 0,2-2 256 16,-3 0-256-16,1-3 0 0,2 0 256 0,1-4-256 0,0-1 0 16,1-1 256-16,1-1-256 0,1-1 0 0,1-3-256 15,2-3 256-15,2-2 0 0,-2 10-512 0,2 4 512 0,-1 4 0 0</inkml:trace>
  <inkml:trace contextRef="#ctx0" brushRef="#br0" timeOffset="37204.989">20127 14561 1024 0,'0'0'0'0,"-2"4"0"0,2-4 0 0,-4 7 0 0,0 1 0 0,4-8 0 0,-2 4 0 0,1-1 0 0,1-1 0 0,-1 2 0 16,2 0 0-16,-1 1 0 0,0-1 0 0,0 0 0 0,0 1 0 15,2 0 0-15,1 1 0 0,2 2 0 0,-2-2 0 16,0 1 0-16,0-1 0 0,1 0 0 0,1 1 0 0,1 2 0 0,1-2 0 15,0-1 0-15,2 0 0 0,-2 0 49 0,2 1-49 16,0-1 0-16,-1-1 256 0,1-1-256 0,2-1 0 16,-2 0 256-16,1-1-256 0,2 0 0 0,-3-2 256 0,2-2-256 0,1 0 0 15,-2-1 256-15,1-1-256 0,0-1 0 0,-2 0-256 0,-1-2 256 16,0 0 0-16,0 0-256 0,-2 0 256 0,1-1 0 0,0 0-256 16,-2-1 256-16,-1 0 0 15,0 2-256-15,-1 1 256 0,-1 0 0 0,1 1-49 0,-2-2 49 0,1 0 0 0,0 2 0 16,1 1 0-16,-1 1 0 0,-1-1 0 0,-1 1 0 0,-1 0 0 0,1 1 256 15,-2 1-256-15,1 1 0 0,-1 2 256 0,1 1-256 0,0 2 0 16,0-1 256-16,0 1-256 0,0 1 0 0,0 3 165 16,0 3-165-16,0 2 0 0,0 0-256 0,2 2 256 15,-1 2 0-15,0 0-256 0,2 2 256 0,-1 2 0 0,0 0-256 16,0 2 256-16,0 2 0 0,0-1-165 0,0 0 165 0,1 1 0 0,-1 0 0 16,1 1 0-16,1 2 0 0,-2-2 0 15,-1-1 0-15,-1 0 0 0,1-2 256 0,0 0-256 0,0-2 0 0,-1-1 256 16,-1-1-256-16,-1-1 0 0,-1-1 256 15,0-2-256-15,-1 0 0 0,0-2 256 0,-1-1-256 0,-2-2 0 0,3-1-256 0,-2-2 256 16,0-1 0-16,0-1-256 0,-1-2 256 0,-2-1 0 0,2-1-256 16,2-1 256-16,-2-1 0 0,1-2-256 15,-1-1 256-15,-1-1 0 0,0 0 0 0,2-1 0 0,0-2 0 0,0 1 0 16,0-2 0-16,2 0 0 0,0 0 0 0,1 1 0 0,1 0 0 0,0-1 0 16,1 0 0-16,1-2 0 0,1 0 256 15,1-2-256-15,1 0 0 0,2 0 256 0,2 0-256 0,2 1 0 0,1-2 256 16,-1 0-256-16,3-2 0 0,1 2 256 15,2 0-256-15,2 1 0 0,-3 0 256 0,0 0-256 0,2 1 0 0,-2 0 256 16,2 0-256-16,0-2 0 0,-1 2 256 0,-2 1-256 0,0 0 0 0,0 0 256 16,-2-1-256-1,2 1 0-15,-8 6-2048 16,-4 4 2048-16,-4 4 0 0</inkml:trace>
  <inkml:trace contextRef="#ctx0" brushRef="#br0" timeOffset="37629.941">21097 14008 1024 0,'0'0'0'0,"0"0"0"0,0 0 0 0,0 0 0 0,0 0 0 16,0 0 0-16,0 0 0 0,0 0 0 0,0 0 0 0,0 0 0 0,0 0 0 16,0 0 0-16,0 0 0 0,-4 3 0 0,-3 0 0 0,-1 1 0 0,1-2 0 15,2 0 0-15,1 0 0 0,-3 2 0 16,0 2 0-16,-4 3 0 0,2-1 0 0,-1 3 0 0,-2 2 0 0,2 1 0 16,-2 3 0-16,0 2 0 0,2 0 0 0,-3 2 0 0,0 2 0 0,3 0 0 15,2 2 0-15,1 3 0 0,-1-2 0 16,2 2 0-16,-2 0 0 0,3 0 0 0,1 2 0 0,1 0 0 0,1 0 0 15,2-2 0-15,2 0 0 0,0 1 0 16,2 1 0-16,2 2 0 0,1-2 0 0,1 1 0 0,2 0 0 0,0 0 0 16,1 0 0-16,3 1 0 0,-2-3 256 15,0-1-256-15,2-2 0 0,-2-2 256 0,1-2-256 0,2-2 0 0,-2-3 256 16,2-2-256-16,1-3 0 0,-1-2 256 0,-2-4-256 0,0-3 0 0,0-1 256 16,-2-4-256-16,2-1 0 0,-9 2-1280 15,-4 1 1280-15,-4 1 0 0</inkml:trace>
  <inkml:trace contextRef="#ctx0" brushRef="#br0" timeOffset="38158.238">21156 14343 1024 0,'0'0'0'0,"0"0"0"0,0 0 0 0,0 0 0 0,0 0 0 16,0 0 0-16,0 0 0 0,0 0 0 0,0 0 0 0,0 0 0 0,0 0 0 15,0 0 0-15,0 0 0 0,-1 2 0 0,-1 1 0 0,-1 1 0 16,3 1 0-16,1 1 0 0,1 2 0 0,0 1 0 0,1 1 0 0,1 3 0 15,0 1 256-15,2 2-256 0,1 1 0 16,-1 1 256-16,-2 2-256 0,1 2 0 0,0-1 256 0,1 1-256 0,-1 2 0 0,0-2 256 16,-2 1-256-16,1 1 0 0,-1-2 256 0,-1-1-256 15,-1-1 0-15,1-1 256 0,-2-1-256 0,2-1 0 0,-1-3-256 16,-2-1 256-16,1-2 0 0,0-3-256 16,0-1 256-16,0-3 0 0,-2-1-256 0,0-2 256 0,-1-2 0 0,1-2-256 15,0-2 256-15,0-3 0 0,0-1-256 0,0-2 256 0,0-4 0 16,0 1 256-16,0-1-256 0,0-3 0 0,-1 2 256 15,-2-2-256-15,0-1 0 0,1 0 256 0,0-1-256 0,0-2 0 0,0 2 256 16,-1 0-256-16,-3 0 0 0,4 1 256 16,1 1-256-16,1-1 0 0,-1 2-256 15,0 1 256-15,0 1 0 0,2 0-256 0,1 1 256 0,1-1 0 16,0 1-256-16,1 1 256 0,1 2 0 0,1-1-256 16,0 0 256-16,3 1 0 0,-1 1-256 0,0 1 256 0,2 0 0 0,-2 1-256 15,2 1 256-15,0 0 0 0,0 0 256 0,1 3-256 0,2-1 0 0,-2 2 256 16,1 0-256-16,3 2 0 0,-3 2 256 0,1 1-256 0,2 2 0 0,-2 0-256 15,1 3 256-15,-1 1 0 0,0 0-256 0,2 3 256 0,0 1 0 16,-1 1-256-16,-1 1 256 16,-2 4 0-16,2-1 0 0,-1 1 0 0,1 3 0 0,-1 0 0 15,-3 1 0-15,-2 2 0 0,1-1 0 0,-1 2 0 0,-1 3 0 0,2-2 0 16,-3 1 0-16,1 2 0 0,0-3 0 0,-2 1 0 0,1-2 0 0,-1 0 256 16,-1-2-256-16,-1-1 0 0,1-2 256 15,-2-1-256-15,1-1 0 0,0-4 256 0,0-2-256 16,0-3 0-16,0-1 256 15,-2-2-256-15,1-1 0 0,0-2 256 0,-1-2-256 0,-1-2 0 0,2 1-1280 0,1 0 1280 0,1 0 0 0</inkml:trace>
  <inkml:trace contextRef="#ctx0" brushRef="#br0" timeOffset="39026.888">21188 14624 1024 0,'0'0'0'0,"0"0"0"0,0 0 0 0,0 0 0 0,0 0 0 0,0 0 0 0,0 0 0 0,0 0 0 0,0 0 0 0,0 0 0 0,0 0 0 16,0 0 0-16,0 0 0 0,4 3 0 0,5 3 0 15,0 1 0-15,-3-6 0 0,-1-1 0 0,-1-1 0 0,3 1 0 16,0 0 0-1,1 0 0-15,-1 0 256 0,2 0-256 0,0 0 0 0,-1 0 256 16,1 0-256-16,2 0 0 0,-3-1 256 0,2 1-256 0,1-2 0 0,-1 1 256 16,-2 0-256-16,2-1 0 0,-1 1 256 0,0 0-256 0,0 0 0 0,0 0 256 15,1-1-256-15,0-1 0 0,0 1 256 16,-2-1-256-16,-1-1 0 0,0 0-256 0,3-2 256 0,-1-1 0 0,-1 2-256 16,0 0 256-16,-2 0 0 0,1-2-256 0,0-1 256 0,0-2 0 0,1 2 256 15,-1-1-256-15,0 0 0 0,-4 6-1280 16,-4 3 1280-16,-1 3 0 0</inkml:trace>
  <inkml:trace contextRef="#ctx0" brushRef="#br0" timeOffset="39306.26">21586 14261 1024 0,'0'0'0'0,"0"0"0"0,0 0 0 0,0 0 0 16,0 0 0-16,0 0 0 0,0 0 0 0,0 0 0 0,0 0 0 0,0 0 0 15,0 0 0-15,0 0 0 0,0 0 0 0,-1 6 0 0,-1 4 0 0,-1 2 0 16,3-4 0-16,2-2 0 0,2-1 0 0,-2 3 0 31,0 1 0-31,0 2 0 0,-2-11 0 0,2 12 0 0,1 1 0 0,2 3 0 0,-2-1 0 0,0 1 0 16,0 1 0-16,0 1 0 0,0 1 0 0,0 4 0 0,0-3 216 15,1 1-216-15,3 1 0 0,-4-1 256 0,-1 1-256 0,-1 2 0 16,1-2 256-16,-2 1-256 0,1 1 0 0,0-3 256 16,1-1-256-16,1-1 0 0,-1 1 256 0,-2 0-256 0,1 3 0 0,0-4 256 15,-2-1-256-15,1-1 0 0,0-2 256 0,2 0-256 0,-1-1 0 0,0-3 256 0,1-1-256 16,1-3 0-16,0 0 256 15,-1-2-256-15,0-1 0 0,1-2-256 16,1-2 256-16,1-2 0 0,-1 0-256 0,1-3 256 0,2 0 0 0,-5 3-1752 0,-2 3 1752 0,-2 0 0 0</inkml:trace>
  <inkml:trace contextRef="#ctx0" brushRef="#br0" timeOffset="39524.039">21796 14618 1024 0,'0'0'0'0,"0"0"0"0,0 0 0 0,0 0 0 0,0 0 0 0,0 0 0 0,0 0 0 0,0 0 0 0,0 0 0 0,0 0 0 0,0 0 0 16,0 0 0-16,0 0 0 0,2 4 0 16,1 4 0-16,1 1 0 0,-1-1 0 0,0 2 0 0,0 1 0 15,1 0 0-15,-3 1 0 0,1 3 0 0,0-1 256 16,0 2-256-16,0 1 0 0,-1-1 256 0,-1 1-256 0,-1 1 0 0,1-2 256 16,-2 0-256-16,1-1 0 0,0-2 256 15,2-1-256-15,-1-2 0 0,0-1 256 0,-2-2-256 0,1-1 0 0,1-3 256 16,1-3-256-16,1-3 0 0,-1 3-1536 0,-2 0 1536 15,1 0 0-15</inkml:trace>
  <inkml:trace contextRef="#ctx0" brushRef="#br0" timeOffset="39662.558">21853 14450 1024 0,'0'0'0'0,"0"0"0"0,0 0 0 0,0 0 0 0,0 0 0 0,0 0 0 0,0 0 0 15,0 0 0-15,0 0 0 0,0 0 0 0,0 0 0 16,0 0 0-16,0 0 0 0,0 0 0 0,0 0 256 0,0 0-256 0,0 0 0 0,0 0 256 15,0 0-256-15,0 0 0 0,10 1 256 16,6 2-256-16,5 0 0 0,-15-2-768 0,-6-2 768 16,-6 1 0-16</inkml:trace>
  <inkml:trace contextRef="#ctx0" brushRef="#br0" timeOffset="40358.043">22169 14536 1024 0,'0'0'0'0,"0"0"0"0,0 0 0 0,0 0 0 16,0 0 0-16,0 0 0 0,0 0 0 0,0 0 0 15,0 0 0-15,0 0 0 0,-6 2 0 0,-4 1 0 0,-2 1 0 0,6-2 0 0,2 0 0 0,2 0 0 16,-2 2 0-16,-1 3 0 0,1 1 0 0,-1-1 0 16,-1 2 0-16,-1 0 0 0,0 1 0 15,1 1 0-15,0 3 0 0,1-2 0 0,0 2 0 0,2 1 0 0,0 0 0 16,0 0 0-16,2 2 0 0,0-1 256 0,1 1-256 15,1 1 0-15,1 0-256 0,3-2 256 0,1 1 0 0,-2-1 0 0,1 0 0 0,2-1 0 0,1-2 0 16,1 0 0-16,2-2 0 0,-1 0 0 16,-1 0 0-16,0 0 0 0,1-4 0 15,2-2 0-15,0-2 0 0,0-1 256 0,0-2-256 0,1-2 0 0,-1 0 256 0,1-3-256 16,1 0 0-16,-2-2 256 0,2-1-256 0,0-3 0 0,-9 8-768 16,-6 3 768-16,-3 3 0 0,12-10 0 0,6-5 0 15,2-4 0-15,-3 5 0 0,-2-2 0 16,0-1 0-16,-1 3 0 0,-4 1 0 0,0 0 0 0,1 1 0 15,-1 2 0-15,0 0 0 0,-1 2 0 0,-1 0 0 0,-1 0 0 0,1 2 0 16,-2-1 0-16,1 1 0 0,1 1 0 0,0 0 0 0,1 0 0 0,-1 0 0 16,-2 0 0-16,1 0 0 0,0 1 0 15,1-1 0-15,2-1 0 0,-2 1 256 16,1 0-256-16,1-1 0 0,-2 0 256 0,2 1-256 16,1-3 0-16,-1 2 256 0,-2-1-256 0,1-1 0 0,0 2 256 0,-2-2-256 0,1 0 0 0,0 1 256 15,-1-3-256-15,-2 0 0 0,1 1-256 0,-1 0 256 0,-1-1 0 16,1 1-256-16,-2 0 256 15,1 1 0-15,-2 0-256 0,0 0 256 0,-1 0 0 0,-1 1-256 0,1 0 256 0,-3-1 0 0,1 1-256 16,-1 1 256-16,-1 1 0 0,1 0 0 16,-1 1 0-16,0 1 0 0,1 0 0 0,-2 1 0 15,0 1 0-15,1 0 0 0,-1 1 0 16,-2 1 0-16,2 0 0 0,0 1 0 0,0 2 0 0,-1 0 0 0,3 2 0 16,-1 1 0-16,1-2 0 0,1 2 0 0,0 0 0 0,1 0 0 0,1 2 0 15,1 1 0-15,1-2 83 0,1 1-83 0,1-1 0 0,1 1 256 16,2 0-256-16,3 2 0 0,-3-2 256 15,1 1-256-15,1 0 0 0,1-1 256 16,3 1-256-16,1 0 0 0,-1-2 256 0,2-1-256 0,0 0 0 16,0-1 256-16,2 0-256 0,0-1 0 0,-1-2 256 0,1-2-256 0,2-1 0 0,-3-1 256 0,2-1-256 0,0-1 0 15,0-3 256-15,-1-3-256 0,1-1 0 0,-10 4-2131 32,-5 3 2131-32,-5 3 0 0</inkml:trace>
  <inkml:trace contextRef="#ctx0" brushRef="#br0" timeOffset="40659.532">22696 14159 1024 0,'0'0'0'0,"0"0"0"0,0 0 0 0,0 0 0 0,0 0 0 0,0 0 0 0,0 0 0 15,4 1 0-15,4 1 0 0,2 2 0 0,-3-3 0 16,-1-1 0-16,0-1 0 0,1 3 0 0,1 1 0 0,0 1 0 0,0 1 0 15,1 3 0-15,2 1 0 16,-1 2 256-16,2 3-256 0,0 2 0 0,0 0 256 0,-3 3-256 0,1 3 0 0,1 0-204 16,-3 2 204-16,1 3 0 0,0 1-256 0,2 3 256 0,1 1 0 0,-4 1-52 15,-2 2 52-15,-1 2 0 0,-1-1 0 16,-2 2 0-16,-2 1 0 0,-2 0 0 16,-3 2 0-16,-2 2 0 0,0-2 0 0,-2 2 0 0,-2 0 0 0,-3-3 256 0,-2-1-256 15,-4-1 0-15,0-3 256 0,-1-1-256 0,-4-3 0 16,3 1 256-16,-2-1-256 0,1-2 0 0,14-18-768 0,10-11 768 0,7-11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32:07.404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4622 7047 1024 0,'0'0'0'0,"0"0"0"0,0 0 0 15,0 0 0-15,0 0 256 0,0 0-256 0,0 0 0 0,0 0 256 0,0 0-256 0,0 0 0 16,0 0 256-16,0 0-256 0,0 0 0 0,0 0 164 16,0 0-164-16,0 0 0 0,0 0-57 0,0 0 57 0,0 0 0 0,0 0-6 15,0 0 6-15,0 0 0 0,0 0 34 0,0 0-34 0,0 0 0 16,0 0 61-16,0 0-61 0,0 0 0 0,0 0 66 16,0 0-66-16,0 0 0 0,0 0 29 0,0 0-29 15,0 0 0-15,0 0 9 0,0 0-9 0,0 0 0 0,0 0-28 0,0 0 28 0,0 0 0 0,5 2-18 16,4 1 18-16,2 2 0 15,-5-4 40-15,-2-1-40 0,-2-1 0 0,3 2 63 0,0 1-63 0,1 1 0 16,-1-2 56-16,1 0-56 0,3 0 0 0,-3 0 16 16,1 0-16-16,1 0 0 0,1 0 10 0,0 1-10 0,2 1 0 15,0-1-5-15,-3-3 5 0,1 0 0 0,2 2-20 16,1 0 20-16,2 0 0 0,-1 0-32 0,0-1 32 0,2-1 0 16,-2 2 4-16,2-1-4 0,1 2 0 0,-1-2-5 15,-1-1 5-15,2-1 0 0,-1 2-10 0,-2 0 10 0,2 0 0 0,-2 0-38 0,3-1 38 0,-1-1 0 16,0 2-35-16,-2-1 35 0,0-1 0 15,0 1-30-15,-2-1 30 0,2-1 0 0,-1 2 20 16,-1-1-20-16,0-1 0 0,-1 1 41 16,1 1-41-16,-2 0 0 0,1 0 65 0,0 0-65 0,-2 0 0 0,-1 0 60 0,-1 0-60 0,-1 0 0 0,2 0 43 15,-3 1-43-15,1 1 0 0,0-2 24 16,-2 1-24-16,1-2 0 0,1 1 256 16,-3 0-256-16,1-1 0 0,-1 2-136 0,-1 0 136 0,-1 0 0 15,1 0 111-15,0-1-111 0,0-1 0 0,0 2 115 0,0 0-115 0,0 0 0 16,0 0 105-16,-2-1-105 0,1 0 0 0,0 0 93 15,0 1-93-15,0 1 0 0,0-1 87 0,0 0-87 0,0 0 0 0,0 0 83 16,-2 0-83-16,1 0 0 0,0 0 62 16,2 0-62-16,-1 0 0 15,0 0 61-15,-2 0-61 0,1 0 0 0,0 0 69 0,2 0-69 0,-1 0 0 0,0 0 60 0,0 0-60 0,0 0 0 0,0 0 68 32,-2 0-68-32,1 0 0 0,0 0 63 0,2 0-63 0,-1 0 0 15,0 0 68-15,0 0-68 0,0 0 0 0,0 0 66 0,0 0-66 0,0 0 0 0,0 0 77 16,0 0-77-16,0 0 0 0,0 0 77 0,0 0-77 0,0 0 0 0,0 0 58 0,0 0-58 15,0 0 0-15,0 0 42 0,0 0-42 0,0 0 0 0,0 0 27 32,0 0-27-32,0 0 0 0,0 0 21 0,0 0-21 0,0 0 0 15,0 0 13-15,0 0-13 0,0 0 0 0,0 0 33 16,0 0-33-16,0 0 0 0,0 0 47 0,0 0-47 0,0 0 0 0,0 0 53 16,0 0-53-16,0 0 0 0,0 0 34 0,0 0-34 15,0 0 0-15,0 0 14 0,0 0-14 0,0 0 0 0,0 0-11 16,0 0 11-16,0 0 0 0,0 0-21 0,0 0 21 0,0 0 0 15,0 0-26-15,-2 0 26 0,1 0 0 0,0 0 113 16,2 0-113-16,-1 0 0 0,0 0-113 16,0 0 113-16,0 0 0 0,0 0-89 0,0 0 89 0,0 0 0 0,0 0-42 15,0 0 42-15,0 0 0 0,0 0-37 16,0 1 37-16,0 0 0 0,0-1-1 0,2-1 1 0,-1 0 0 0,0 0-12 16,-2 0 12-16,1 0 0 0,0 0-2777 0,0 1 2777 0,0 1 0 0</inkml:trace>
  <inkml:trace contextRef="#ctx0" brushRef="#br0" timeOffset="1112.487">5764 7063 1024 0,'0'0'0'0,"0"0"0"0,0 0 0 0,0 0 0 0,0 0 118 0,0 0-118 0,0 0 0 0,-6 2 6 16,-3 3-6-16,-4 0 0 0,7-2 4 0,2-1-4 0,2-1 0 0,-2 1 36 16,2-1-36-16,-1 0 0 0,3-1 0 0,-2 0 56 15,-3 0-56 1,1 0 0-16,1 0 45 0,1 0-45 0,1 0 0 0,-1 0 19 0,2 0-19 0,-1 0 0 0,0 0 15 0,0 0-15 15,0 0 0-15,0 0-1 0,0 0 1 16,0 0 0-16,1 0 4 0,1 1-4 0,1 1 0 0,-1-2 24 0,0 0-24 0,0 0 0 0,0 0 27 31,1 1-27-31,1 1 0 0,-1-1 13 0,1-1-13 0,3-1 0 0,-3 2-12 16,1 0 12-16,1 1 0 0,-1-2 3 0,1 0-3 0,1 0 0 0,1 0 35 0,0 1-35 0,1 0 0 16,-1 0 62-1,2 0-62-15,0 0 0 0,-1 0 78 16,2-1-78-16,0-1 0 0,-2 1 53 0,3-1-53 0,-1-1 0 0,-1 2 46 15,3-1-46-15,-1 0 0 0,-1 0 37 16,2 1-37-16,0 1 0 0,-1-3 42 0,2 1-42 0,0-1 0 0,0 2 40 16,-1 0-40-16,0 0 0 0,2 2 35 0,0-1-35 0,3 1 0 15,-3-2 32-15,1 0-32 0,0 0 0 0,0 0 6 16,-2 1-6-16,0 0 0 0,1-1 8 0,2-1-8 0,1 0 0 0,-1 0 20 16,-2 1-20-16,0 1 0 0,0-1 38 0,0 0-38 15,1 0 0-15,0 0 46 0,3 0-46 0,1 0 0 0,-4 0 37 16,0 0-37-16,-2 0 0 0,2 0 31 0,-3-1-31 0,1 1 0 15,0-1 14-15,1 2-14 0,1-1 0 0,-3 0-5 16,-1 0 5-16,0 0 0 0,0 0 256 0,1 0-256 16,-1 0 0-16,-1 0-219 0,3 0 219 15,-1 0 0-15,-1 0 73 0,0 0-73 0,-1 0 0 0,1 0 82 16,-1 0-82-16,0 0 0 0,-1 1 86 0,0 0-86 0,-2 0 0 0,1 0 88 16,0-1-88-16,1-1 0 0,-2 1 101 0,-1 0-101 0,-1 0 0 0,0 0 97 15,0 0-97-15,-2 0 0 0,1 0 88 16,-2 0-88-16,1 0 0 0,0 0 66 0,-2 0-66 0,1 0 0 0,-1 0 48 15,2 0-48-15,0 0 0 0,0 0 18 16,-2-1-18-16,-1-1 0 0,1 1-6 0,0 1 6 0,0 1 0 0,0-1-57 16,-2 0 57-16,1 0 0 0,0 0-126 0,-2 0 126 0,1 0 0 15,0 0-190-15,2 0 190 0,-1 0 0 0,0 0-182 0,0 0 182 16,0 0 0-16,0 0-106 0,-3 0 106 0,2 0 0 0,0 0-1129 16,2 0 1129-16,-1 0 0 0</inkml:trace>
  <inkml:trace contextRef="#ctx0" brushRef="#br0" timeOffset="9874.235">4873 10475 1024 0,'0'0'0'0,"0"0"0"0,0 0 0 0,0 0 0 0,0 0 256 0,0 0-256 15,0 0 0-15,0 0 256 0,0 0-256 0,0 0 0 0,0 0 256 16,0 0-256-16,0 0 0 0,0 0 256 0,0 0-256 0,0 0 0 0,0 0 256 15,0 0-256-15,0 0 0 0,0 0-6 0,0 0 6 0,0 0 0 16,0 0 19-16,0 0-19 0,0 0 0 0,0 0 80 16,0 0-80-16,0 0 0 0,0 0 60 0,0 0-60 0,0 0 0 0,7 11 89 15,1 4-89-15,3 7 0 0,-6-16 35 16,-2-6-35-16,-1-6 0 0,0 6-18 0,2 0 18 0,0 0 0 0,-1 0-53 16,1 0 53-16,1 0 0 0,-1-1-22 0,1 1 22 0,-1-2 0 0,0 1-5 15,1 1 5-15,1 1 0 0,-1-2 40 16,2-1-40-16,0-2 0 0,-1 3-1 0,1 0 1 0,1 0 0 0,0 0 12 15,-3-1-12-15,1-1 0 0,-1 2-16 0,2-1 16 16,1 2 0-16,-1-1 26 0,-2-2-26 0,1 0 0 0,1 2 39 16,0 0-39-16,1 0 0 0,-1 0 26 0,-2 0-26 0,2 0 0 0,-1 0 29 15,-2-1-29-15,1-1 0 0,0 1 41 16,0 3-41-16,1 0 0 0,-1-2 32 0,-1 0-32 0,0 0 0 0,0 0-5 16,-1 1 5-16,-1 1 0 0,1-1 10 0,-2 0-10 0,2 0 0 15,-2 0 21-15,2 0-21 0,0 0 0 0,-1 0 51 16,-1 1-51-16,-1 1 0 0,1-2 4 0,0 0-4 0,0 0 0 15,0 0 39-15,0 0-39 0,0 0 0 0,0 0 57 16,-2 0-57-16,1 0 0 0,0 0 86 0,0 0-86 0,0 0 0 0,0 0 6 16,0 0-6-16,0 0 0 0,0 0-39 0,0 1 39 15,0 1 0-15,0-2-32 0,0 0 32 0,0 0 0 0,0 0-13 16,-2 0 13-16,1 0 0 0,0 0 14 0,2 0-14 0,-1 0 0 0,0 0 35 16,0 0-35-16,0 0 0 0,0 0 67 15,0 0-67-15,0 0 0 0,0 0 64 0,0 0-64 0,0 0 0 0,0 0 39 16,0 0-39-16,0 0 0 0,0 0 28 0,0 0-28 0,0 0 0 0,0 0 21 15,0 0-21-15,0 0 0 0,0 0 35 16,0 0-35-16,0 0 0 0,0 0 16 0,0 0-16 0,0 0 0 0,0 0 11 16,-2 0-11-16,1 0 0 0,0 0 13 15,2 0-13-15,-1 0 0 0,0 0 8 0,0 0-8 0,0 0 0 0,0 0 18 16,0 0-18-16,0 0 0 0,0 0 16 0,0 1-16 16,0 1 0-16,0-1 52 0,0-1-52 0,0-1 0 15,0 0 50-15,0 0-50 0,0 0 0 0,0 0-1 0,0 1 1 0,0 1 0 0,0-1-41 16,0 0 41-16,0 0 0 0,0 0-70 15,0 0 70-15,0 0 0 0,0 0-73 0,2 0 73 0,-1 0 0 0,0-1-95 16,-2 0 95-16,1 0 0 0,0 0-73 16,0 1 73-16,0 1 0 0,0-1-30 0,0 0 30 0,0 0 0 0,0 0 23 15,-2 0-23-15,1 0 0 0,0 0-18 0,2 0 18 0,-1 0 0 0,0-1-69 16,0 0 69-16,0 0 0 0,0 0-1912 0,0 1 1912 0,0 1 0 0</inkml:trace>
  <inkml:trace contextRef="#ctx0" brushRef="#br0" timeOffset="10835.472">4484 9670 1024 0,'0'0'0'16,"0"0"0"-16,0 0 0 0,0 0 0 0,0 0 256 0,0 0-256 0,0 0 0 0,0 0 256 0,0 0-256 15,0 0 0-15,0 0 256 0,0 0-256 0,0 0 0 0,0 0 141 16,0 0-141-16,0 0 0 0,0 0 131 0,0 0-131 0,0 0 0 16,0 0 113-16,0 0-113 0,0 0 0 0,0 0 3 0,0 0-3 15,0 0 0-15,4 7-30 0,2 4 30 0,2 3 0 0,-5-8 1 16,-2-3-1-16,-2-2 0 0,2 1 11 16,2 1-11-16,0-2 0 0,-1 0 47 0,-2 1-47 0,1 1 0 0,0-1 114 15,0 0-114-15,0 0 0 0,0 0 103 0,0-1-103 16,0-1 0-16,0 2-2 0,1-1 2 0,1 0 0 0,-1-1-24 0,1-1 24 15,1-2 0-15,1 2 31 0,0 0-31 0,1 0 0 0,-1-1 169 16,1-1-169-16,2-1 0 0,-2 0 145 16,0 2-145-16,0-1 0 0,-1-1 16 0,3 0-16 15,-1-1 0-15,0 0 37 0,-2 0-37 0,1-1 0 0,1 2 57 0,-1-1-57 0,0-2 0 0,0 1 39 16,0 2-39-16,1-2 0 0,-1 1 34 0,0 0-34 16,0 0 0-16,-1 0 50 0,1-1-50 0,-3 0 0 0,1 1 122 15,0 0-122-15,1 0 0 0,-1 1 29 16,-1 0-29-16,-1-1 0 0,1 1-10 0,-2 1 10 0,2 1 0 0,-1-1-32 15,-2 0 32-15,1-1 0 0,0 3 63 16,0 0-63-16,0 0 0 0,0 1 63 0,-2-1-63 16,1 0 0-16,0 0 10 0,0 1-10 0,0 1 0 0,0-1-8 0,0 1 8 0,0 0 0 0,0 0-92 15,-2-1 92-15,1-1 0 0,0 1-2099 0,2 0 2099 16,-1 0 0-16</inkml:trace>
  <inkml:trace contextRef="#ctx0" brushRef="#br0" timeOffset="33075.444">5444 9642 1024 0,'0'0'0'0,"0"0"0"0,0 0 0 16,0 0 0-16,0 0 186 0,0 0-186 0,0 0 0 0,0 0 36 0,0 0-36 0,0 0 0 15,0 0 41-15,0 0-41 0,0 0 0 0,0 0 17 0,0 0-17 0,0 0 0 16,1-9 51-16,1-3-51 0,1-5 0 0,-1 10 50 16,-2 3-50-16,1 2 0 0,0-2 25 15,0-1-25-15,0-1 0 0,0 1 35 0,0 1-35 0,0-1 0 0,0 2 0 16,0 0 0-16,0 0 0 0,1-1 30 0,-4-1-30 0,2-2 0 0,0 2 40 16,0 0-40-16,0 0 0 0,0 0 58 15,-2 0-58-15,1 2 0 0,-1-2 60 0,-1 1-60 0,-1-3 0 0,0 2 30 16,-1 0-30-16,-1 0 0 0,0-1 12 15,1-2-12-15,0 0 0 0,-2 1 8 0,0 0-8 0,-4 1 0 16,3 0 32-16,2-1-32 0,-1-2 0 0,-3 3-22 0,-2-1 22 0,-3 2 0 16,4-2 62-16,-1 0-62 0,-2-1 0 0,2 1 58 15,-2 0-58-15,0 1 0 0,0 0 46 0,0 0-46 0,-2 0 0 0,3 0 97 16,-2 1-97-16,-1 0 0 0,-1 0 54 16,0 1-54-16,-3 0 0 0,3 0 40 0,0-1-40 0,2-1 0 0,-3 1 28 15,-2 0-28-15,-2 2 0 0,2-1 42 16,-1 1-42-16,0 0 0 0,1-1 82 0,-2 0-82 0,0 0 0 0,0 0 92 0,-1 1-92 15,-1 0 0-15,3 1 53 0,-3-1-53 0,0-1 0 0,1 2 83 16,1 1-83-16,-2 1 0 0,1-1 112 0,0 0-112 0,0 0 0 0,0 0 89 16,-1 0-89-16,-1-1 0 15,3 2 81-15,-3 0-81 0,0 0 0 0,1 1 39 0,-2 2-39 0,1 0 0 0,0-2 80 16,1 2-80-16,0 0 0 0,0-1 72 16,0 1-72-16,-2 1 0 0,1-1 108 15,1 1-108-15,-1 1 0 0,1-1 77 0,0 0-77 0,0 1 0 0,0 0 90 16,-1 1-90-16,0 1 0 0,0-1 65 0,1 1-65 0,-1 0 0 0,0-1 90 0,2 0-90 15,0 1 0-15,0 0 43 0,0 1-43 0,3 2 0 0,-3-1 131 16,-1 0-131-16,-2 1 0 0,4 0 12 0,0 1-12 0,0 0 0 0,4 0-36 31,1 0 36-31,3 2 0 0,-5-2 81 0,-3 2-81 0,0 0 0 0,1 0 19 0,0 1-19 0,0 1 0 16,0-1 50-16,1 2-50 0,1 1 0 0,-1-3 68 16,1 0-68-1,2-1 0-15,-2 1 44 0,2-1-44 0,-2 1 0 0,3-1 30 0,0 1-30 0,2 1 0 0,0-3 13 0,3 1-13 0,0-1 0 16,0-1 3-1,1 2-3-15,0 1 0 0,0-2-34 0,2 2 34 16,-2 1 0-16,1-2-71 0,2-1 71 0,-1 1 0 0,-1-1-50 16,2 2 50-16,0 1 0 0,1-2-11 0,1 0 11 15,0-1 0-15,1 0 76 0,1 1-76 0,1 0 0 0,-1-1 146 16,-1 1-146-16,-2-1 0 0,3 1 18 0,2-2-18 16,2 1 0-16,-2-1 27 0,2 1-27 0,-1-1 0 0,0 1 0 15,0 1 0-15,0 0 0 0,0-1 2 0,2 0-2 0,-1-1 0 16,0 0-7-16,1 0 7 0,2-1 0 0,-1 0-55 0,0 2 55 15,3 0 0-15,-2-1-50 0,1 1 50 0,-1 0 0 0,1-1-60 16,1-1 60-16,1 0 0 0,0 1 13 0,-1-1-13 0,0 1 0 0,0-1 34 16,0 1-34-16,1 0 0 0,-1-1 11 15,0-1-11-15,0 0 0 0,0 0-26 0,2 2 26 0,0 1 0 0,0-3-55 16,1 1 55-16,2-1 0 0,-3 1 20 0,2-1-20 0,1 0 0 16,-2 0 23-16,1 1-23 0,2-1 0 0,-3 1-14 15,2-1 14-15,1 1 0 0,-1-1-27 0,-2-1 27 16,2 1 0-16,-1-1-72 0,1 0 72 0,2 1 0 0,-3-1-52 0,3-1 52 15,-1 0 0-15,0 1 19 0,1-1-19 0,2 0 0 16,-1-1 66-16,-3 2-66 0,2 0 0 0,0-1 87 0,1 0-87 16,3 1 0-16,-3-1 57 0,1-1-57 0,0 0 0 0,0 0 17 15,-2-1-17-15,0 0 0 0,0-1 8 0,2 2-8 0,0 0 0 0,1-1-41 16,0 1 41-16,3-2 0 0,-3 1-21 0,1 0 21 16,0 1 0-16,0 0-37 0,1-1 37 0,0 0 0 0,-1-1-3 15,-1 0 3-15,-1 1 0 0,1 0-14 0,1-1 14 0,2-1 0 16,-1 1-3-16,-3-1 3 0,2-1 0 0,1 1-47 15,1 0 47-15,2-2 0 0,-1 1-19 0,-2-1 19 0,0-1 0 0,-1 1-63 16,3 0 63-16,0 0 0 0,-1 0-65 16,-1-1 65-16,0-1 0 0,1 1-83 0,1 0 83 0,2 0 0 0,-1 0-83 15,-1-1 83-15,-2-1 0 0,2 2-34 0,-3-1 34 0,2-1 0 0,-1 1-38 16,1 0 38-16,2-1 0 0,-1 1-34 0,-2 1 34 16,0-2 0-16,-1 0-67 0,3-1 67 0,0-1 0 0,-1 2-59 15,-1-1 59-15,0 2 0 0,1-2-32 0,-1 0 32 0,-1-1 0 16,1 0-49-16,-1 0 49 0,2 0 0 0,0 0-54 15,-3 1 54-15,2 0 0 0,-1-1-83 0,0 1 83 0,-1 0 0 0,1 0-87 16,0-1 87-16,2-1 0 0,-2 2-68 16,-1-2 68-16,0 0 0 0,0 1-122 0,0 0 122 0,-2 0 0 0,2-1-104 15,-3 0 104-15,1-1 0 0,0 1-114 0,1 0 114 16,1-1 0-16,-2 2-52 0,0-2 52 0,-2 0 0 0,2 1-40 16,-2-2 40-16,0 0 0 0,1 2 114 0,-1-2-114 0,2 1 0 15,-1 0 21-15,-1 0-21 0,0-1 0 0,0 0 26 0,-1 1-26 16,0-1 0-16,0 1 27 0,2-1-27 0,0-2 0 0,-1 2 23 15,1 0-23-15,0-1 0 0,-1 1 23 0,-2 0-23 0,1-1 0 0,0 1 13 16,-2-2-13-16,2 0 0 0,-2 0 38 16,2 1-38-16,1 0 0 0,-2-1 39 0,-1 0-39 0,-1-2 0 0,2 2 49 15,-1-1-49-15,0 1 0 0,0-1 29 0,-2 1-29 16,-1-1 0-16,1 1 28 0,-2-1-28 0,2 1 0 16,-1-1 16-16,1 0-16 0,2-2 0 0,0 2 33 0,-3-1-33 0,1 1 0 0,0-1 40 15,0-1-40-15,-1 0 0 0,0 1 48 16,-1 0-48-16,-1 2 0 0,1-2 33 0,-1 1-33 0,0-1 0 0,0 0 11 15,-2-1-11-15,1 0 0 0,-1 1 0 16,2 0 0-16,0 1 0 0,-1-1 8 0,-1 0-8 0,0-2 0 0,0 2 38 16,-2 1-38-16,1 0 0 0,0 0 19 15,-2-1-19-15,1-2 0 0,0 2 21 0,0-1-21 0,0 0 0 0,-1 0 29 0,-1 1-29 0,-2 0 0 16,2-2 27-16,0 1-27 0,0-2 0 0,0 3 10 16,0 0-10-16,0 2 0 0,-1-2-20 0,-1-1 20 0,-1 0 0 0,0 1 5 15,0 0-5-15,-1 1 0 16,2 0 18-16,-2 0-18 0,0-1 0 0,-1 1 29 0,3-1-29 0,-1 0 0 0,0 0 7 15,-1 1-7-15,-2 0 0 0,3 0 15 0,-2 0-15 0,0 1 0 0,0 0 3 32,-1 0-3-32,-2-1 0 0,2 1 8 0,-1 1-8 0,1 0 0 0,0-1-17 15,0 0 17-15,-1-2 0 0,1 3-32 0,0 1 32 0,0 0 0 16,-1 0-26-16,0 1 26 0,-1 0 0 0,0 0-44 0,0 1 44 0,-2 0 0 0,1 1-256 16,-1-1 256-16,0 1 0 0,0 1-72 15,2 0 72-15,0 0 0 0,0 1-15 0,0 2 15 0,-1-1 0 16,1 1 2-16,0 0-2 0,-1 0 0 0,1 1-2 15,-1-1 2-15,-3 2 0 0,2-1 21 0,2 1-21 0,-2 1 0 0,1-1-24 0,-1 0 24 0,1 1 0 32,7-2-1674-32,4-1 1674 0,4-1 0 0</inkml:trace>
  <inkml:trace contextRef="#ctx0" brushRef="#br0" timeOffset="45761.077">6766 9433 1024 0,'0'0'0'0,"0"0"0"0,0 0 0 0,0 0 0 0,0 0 256 0,0 0-256 0,0 0 0 0,0 0 173 16,0 0-173-16,0 0 0 0,0 0 9 0,0 0-9 15,0 0 0-15,0 0 84 0,0 0-84 0,0 0 0 0,0 0-25 16,0 0 25-16,0 0 0 0,0 0-58 0,0 0 58 0,0 0 0 0,4 4-93 15,2 2 93-15,2 3 0 0,-3-3-5 0,-3 0 5 16,-2-2 0-16,3 2 158 0,1 0-158 0,1 1 0 0,-1 0 207 16,0 2-207-16,0 0 0 0,1 0 151 0,-1 0-151 0,0 1 0 15,0 0 90-15,0-1-90 0,0 1 0 0,1 0-20 16,2 2 20-16,0 1 0 0,-1-2-17 0,0 2 17 16,0 1 0-16,1-2 21 0,-1 2-21 0,0 1 0 15,0-1 132-15,0 0-132 0,1 2 0 0,-1-1 197 0,1 0-197 0,2 2 0 0,-1-1 121 16,-1 1-121-1,1 1 0-15,-1-1 17 0,0-1-17 0,-2 1 0 0,1 0-22 0,-2-1 22 0,1 1 0 0,0 0-53 16,1-1 53-16,-1 2 0 0,0-2-47 16,0-1 47-16,0-1 0 0,-1-1-19 0,-1-1 19 0,0 0 0 0,0 0 62 15,0 0-62-15,0-1 0 0,0-2 138 0,-2 0-138 0,1-2 0 16,0 0 82-16,-2-2-82 0,1 0 0 0,0-1 61 0,0-1-61 16,0-1 0-16,0 0 98 15,-2 0-98-15,1 0 0 0,0-1 75 0,2-1-75 0,-1-1 0 0,-1 0 29 0,-1-1-29 0,-1-1 0 0,2-1-22 16,1-1 22-16,1-2 0 0,-1 1 31 15,0 0-31-15,0-1 0 0,0-2-1 0,2-1 1 0,0-2 0 0,-1-1-42 16,0 0 42-16,0-3 0 0,0 1-49 16,1-2 49-16,1-1 0 0,-1 0 106 0,1-1-106 15,2-1 0-15,-2 0 208 0,1-2-208 0,2 0 0 0,-1 2 208 0,-2 0-208 16,2 1 0-16,-1-2 91 0,0 1-91 0,0-2 0 16,0 1 47-16,0 1-47 0,1 1 0 0,-2 0 47 15,2-1-47-15,0 2 0 0,-1-1 47 0,0 0-47 0,2 0 0 0,-2 1 97 0,1 0-97 0,1 0 0 0,-1 3 138 31,1 0-138-31,-1 1 0 0,0 0 123 0,-2 0-123 0,1 1 0 16,1 2 19-16,-1 2-19 0,0 0 0 0,0 1-71 0,-2 1 71 16,1 0 0-16,0 2-168 0,0 1 168 0,-1 1 0 15,0-1-239-15,-1 1 239 0,-1 0 0 0,1 2-256 0,-2 1 256 0,1 1 0 0,0 0-256 0,-2 2 256 0,1 0 0 0,-1-1-104 16,-1 1 104-16,-1 1 0 0,1-2 27 16,2 2-27-16,-1 0 0 0,0-3-1783 15,2-1 1783 1,-1-1 0-16</inkml:trace>
  <inkml:trace contextRef="#ctx0" brushRef="#br0" timeOffset="46079.157">6780 9894 1024 0,'0'0'0'0,"0"0"0"0,0 0 0 15,0 0 0-15,0 0 256 0,0 0-256 0,0 0 0 0,3-1 256 0,3 1-256 0,1-2 0 16,-2 1 256-16,1-2-256 0,1 1 0 0,2-1 256 0,2-1-256 16,1-2 0-16,-1 3 256 0,0-2-256 0,2 1 0 15,0 0-117-15,0-1 117 0,4 1 0 0,-2 0-256 0,4 0 256 0,2-1 0 0,-4 0-251 16,0 2 251-16,-2-1 0 0,2 0-46 15,-1 0 46-15,1-2 0 0,-1 2 63 0,0 0-63 0,-1 0 0 0,1 0 69 16,-2-2-69-16,0 1 0 0,-9 3-742 16,-5 2 742-16,-5 2 0 0</inkml:trace>
  <inkml:trace contextRef="#ctx0" brushRef="#br0" timeOffset="46369.326">7619 9714 1024 0,'0'0'0'0,"0"0"0"0,0 0 0 0,0 0 0 15,0 0 256-15,0 0-256 0,0 0 0 0,0 0 256 0,0 0-256 0,0 0 0 0,0 0 256 16,0 0-256-16,0 0 0 0,0 0 256 0,0 0-256 16,0 0 0-16,0 0 142 0,0 0-142 0,0 0 0 0,0 10-256 0,-2 3 256 15,2 5 0-15,-2-9-256 16,-1-3 256-16,-1-2 0 0,1 3-61 0,-1-1 61 0,-1 3 0 0,1-1 220 15,-2 2-220-15,0 1 0 0,1-1 256 0,-1 2-256 0,-1 1 0 0,0-2 256 16,0 0-256-16,-1 1 0 0,2 0 81 0,-3 0-81 0,1 2 0 16,1-2-231-16,-1 2 231 0,-2 1 0 0,2-2-256 15,0 0 256-15,0-1 0 0,-1 0-256 0,1 0 256 0,0-1 0 0,0-1-109 16,1-1 109-16,0 0 0 0,1-2 107 16,-2-1-107-16,-1 0 0 0,3-2 74 0,1-1-74 0,0-1 0 0,3-1-735 15,2-1 735-15,2-1 0 0</inkml:trace>
  <inkml:trace contextRef="#ctx0" brushRef="#br0" timeOffset="46671.196">7374 9815 1024 0,'0'0'0'0,"0"0"256"16,0 0-256-16,0 0 0 0,0 0 256 0,0 0-256 0,0 0 0 0,0 0 256 0,0 0-256 0,0 0 0 0,0 0 256 15,0 0-256-15,0 0 0 0,4-1 217 0,2 1-217 16,2-2 0-16,-3 2-214 16,0 1 214-16,-1 1 0 0,0 0-256 0,1 2 256 15,1 0 0-15,0 0-256 0,2 1 256 0,0 1 0 0,-1 1 60 0,0 2-60 0,1 0 0 0,0 1 256 16,1 0-256-16,1 2 0 16,0-1 256-16,-3 2-256 0,1 1 0 0,0-1-9 0,2 2 9 15,1 1 0-15,-2-1-256 0,0 1 256 0,-2 1 0 0,1-1-256 16,0 1 256-16,1 0 0 0,-1-1-256 0,-2 0 256 0,1 0 0 0,1-2-177 0,0 0 177 0,2-2 0 15,-7-7-133 1,-3-5 133-16,-3-5 0 0</inkml:trace>
  <inkml:trace contextRef="#ctx0" brushRef="#br0" timeOffset="49101.892">8714 9430 1024 0,'0'0'0'0,"0"0"0"0,0 0 0 0,0 0 0 0,0 0 187 16,0 0-187-16,0 0 0 0,0 0 256 0,0 0-256 0,0 0 0 0,0 0 256 15,0 0-256-15,0 0 0 0,0 0 174 0,0 0-174 0,0 0 0 16,7 4 58-16,5 2-58 0,3 3 0 0,-9-5-104 15,-1-1 104-15,-5-1 0 0,3 3-134 16,-1-1 134-16,-1 3 0 0,1 0-58 0,-2 1 58 0,1 2 0 0,0-1 198 0,0 2-198 16,0 1 0-16,0 0 256 0,1 1-256 15,1 3 0-15,-1-2 256 0,-2 2-256 0,1 1 0 0,0 0 237 0,0 1-237 0,0 1 0 16,0 0-8 0,0 0 8-16,0 3 0 0,0-2-82 0,2-1 82 0,0 2 0 0,-1-1-55 15,-2 0 55-15,1 3 0 0,0-4 52 0,1 0-52 0,1-1 0 0,-1 2 124 16,0-1-124-16,0 2 0 0,0-1 30 15,0-1-30-15,0-1 0 0,0 0-187 0,0-1 187 0,1-1 0 0,-1 0-256 0,0-1 256 0,0-1 0 16,0-1-256-16,0 0 256 0,0-2 0 16,0-1-256-16,0-1 256 0,0-3 0 0,0-1-256 0,1-1 256 0,1-3 0 15,0-2 3-15,0-2-3 0,1-3 0 0,-3 5-435 16,-2 1 435-16,-2 1 0 0</inkml:trace>
  <inkml:trace contextRef="#ctx0" brushRef="#br0" timeOffset="49434.681">9141 9493 1024 0,'0'0'0'0,"0"0"0"0,0 0 0 0,0 0 0 0,0 0 256 16,0 0-256-16,0 0 0 0,0 0 256 0,0 0-256 0,0 0 0 0,0 0 256 0,0 0-256 15,0 0 0-15,0 0 256 16,0 0-256-16,0 0 0 0,0 0 256 0,0 0-256 15,0 0 0-15,2 1-223 0,2 1 223 0,2 1 0 0,-3 3-256 16,0 1 256-16,-2 2 0 0,1 1-163 16,0 2 163-16,0 1 0 0,0-1 256 0,-2-12-256 0,2 14 0 0,0 1 0 0,-2-15 0 0,2 14 256 15,1 2-256-15,1 1 0 0,-1 1 256 0,0 1-256 0,1 1 0 0,-1 0 256 0,0-1-256 16,0 2 0-16,1 0 256 0,1-1-256 0,2 2 0 0,-2-2-256 0,-2 2 256 0,-1-1 0 16,1 0-256-16,0-1 256 0,0-1 0 0,0 0-256 0,-2-2 256 0,1 1 0 15,-2-1 61 1,-1 1-61-16,-1 1 0 0,0-3 156 15,-1-1-156-15,-1-2 0 0,1-2-107 0,-1-1 107 16,-3-2 0-16,1-2-256 0,-2-2 256 0,-3-2 0 0,7 0-1004 16,4-3 1004-16,4 0 0 0</inkml:trace>
  <inkml:trace contextRef="#ctx0" brushRef="#br0" timeOffset="49656.04">8796 9910 1024 0,'0'0'0'0,"0"0"0"0,0 0 0 0,0 0 0 16,0 0 256-16,0 0-256 0,0 0 0 0,0 0 256 0,0 0-256 0,0 0 0 0,4-3 256 0,2 0-256 0,2-1 0 16,1 1 256-16,-1 0-256 0,3 0 0 0,2 0 256 15,0 1-256-15,5 0 0 0,-3 1-104 0,3 0 104 0,2 0 0 0,0 1-256 16,2-2 256-16,3 1 0 16,-4 0-256-16,0-1 256 0,0-1 0 15,-2 1-10-15,0 0 10 16,-2-1 0-16,2 1 256 0,-1-1-256 15,-1-1 0-15,-11 2-910 0,-6 2 910 0,-6 2 0 0</inkml:trace>
  <inkml:trace contextRef="#ctx0" brushRef="#br0" timeOffset="50101.933">9360 9869 1024 0,'0'0'0'0,"0"0"0"0,0 0 0 0,0 0 0 0,0 0 256 0,0 0-256 0,0 0 0 0,2 6 256 16,1 2-256-16,1 3 0 0,-1-5 256 15,1 0-256-15,-1-2 0 0,0 1 256 0,1 3-256 0,1 1 0 0,-1-1 256 16,1 2-256-16,2 0 0 16,-2-1-233-16,1 0 233 0,1-1 0 0,-1 0-256 0,2 2 256 0,1 0 0 0,-1-2 60 15,-2 1-60-15,2-1 0 16,-2-2 256-16,2 0-256 0,0-2 0 0,1 1 256 0,-3-1-256 0,1-1 0 0,0-1 256 0,-2-3-256 16,2 0 0-16,-1 0 256 0,0-1-256 0,0-1 0 0,0-1-256 15,1 0 256-15,-1-3 0 0,0 0-256 16,0 0 256-16,0-2 0 0,1 1-256 0,-1-1 256 0,0-3 0 0,0 3 256 0,-1-1-256 15,1-2 0-15,-1 2 256 16,-1-1-256-16,-1-2 0 0,1 3 256 0,-2 2-256 0,1 0 0 16,-1 1 256-16,-1-1-256 0,-1 1 0 0,1 1 256 0,0 0-256 15,1 2 0-15,-1 0-256 0,0 1 256 0,0 1 0 0,-1 0-256 16,-1 1 256-16,-1 1 0 0,0 1-256 0,1 1 256 0,0 1 0 0,0 0 256 0,0 2-256 16,0 0 0-16,0 1 256 15,2 1-256-15,-1 1 0 0,0 0 256 0,0 2-256 0,0 1 0 0,0-1 256 0,2 2-256 16,-1 1 0-16,0-1-244 0,2 0 244 0,0-1 0 0,-2 0-256 15,2 2 256-15,0 0 0 0,0-2-256 16,-2-2 256-16,1 0 0 0,0-2-256 0,1 0 256 0,1-2 0 0,-1-1-256 16,2 0 256-16,0-3 0 0,-3 0-1375 15,-2-1 1375-15,-2-1 0 16</inkml:trace>
  <inkml:trace contextRef="#ctx0" brushRef="#br0" timeOffset="50719.196">9806 9872 1024 0,'0'0'0'0,"0"0"0"0,0 0 0 0,0 0 0 0,0 0 256 0,0 0-256 16,0 0 0-16,0 0 256 0,0 0-256 0,0 0 0 0,0 0 256 0,0 0-256 0,0 0 0 0,-2 8 256 16,0 5-256-16,-1 4 0 0,3-9 256 0,2 0-256 0,3-2 0 0,-3 1-73 15,0 2 73 1,0 0 0-16,0 0-256 0,0 0 256 0,0 2 0 0,0-3 169 0,0 1-169 0,0-2 0 0,0 0 256 16,0 0-256-16,0-2 0 0,0 1 256 15,-2 0-256-15,1-1 0 0,0-1 256 0,0 0-256 0,1 0 0 0,-1-1 101 0,0-1-101 0,0-1 0 0,0-1-256 16,1-1 256-16,1-1 0 0,-1 0-256 15,0-1 256 1,0-2 0-16,0 0-256 0,1-2 256 0,1-3 0 0,-1 3-256 16,2-2 256-16,0 0 0 0,-1-1 256 0,-1 0-256 0,0-2 0 0,0 2 256 15,2 1-256-15,1 0 0 0,-1 0 256 0,-2-1-256 0,1 0 0 0,0 2 256 0,-2 1-256 16,1 0 0 0,0 1 256-16,0 1-256 0,1 1 0 0,-1 1-256 15,0-1 256-15,0 1 0 0,0 2-256 0,0 1 256 0,0 1 0 0,0 0-256 16,0 2 256-16,0 0 0 0,1 1-256 0,-1 1 256 15,0 1 0-15,-1 0 147 0,-1 2-147 0,-1 0 0 0,1 0 256 16,0 1-256-16,0 0 0 0,0-1 256 16,-2-1-256-16,1 0 0 0,0 1 256 0,2 0-256 0,-1 1 0 0,0-2-159 15,-2-1 159-15,1 0 0 0,0 0-256 0,0-1 256 0,0 0 0 16,0 0-77-16,0-1 77 0,0-1 0 0,0 0 144 0,2-1-144 0,-1 0 0 0,1-1 138 16,1-2-138-16,1 1 0 0,0-2-28 15,0 0 28-15,1-1 0 0,-1 0-171 0,1-2 171 0,1-2 0 0,-1 0-256 16,1-2 256-16,-1 0 0 0,0 0-182 15,1 0 182-15,2-2 0 0,-1 2 153 0,0-1-153 0,1 1 0 0,-1-1 256 16,-1-2-256-16,0-1 0 0,-1 3 256 0,2 1-256 16,0 0 0-16,1 1 256 0,-3 1-256 0,1 0 0 0,0 0 256 15,-2 0-256-15,2 2 0 0,-2-1-93 0,2 2 93 16,0 1 0-16,-1 1-256 0,-1 1 256 0,-1 1 0 0,2 0-256 16,-1 1 256-16,0 1 0 0,0 0-16 0,-2 2 16 0,1-1 0 0,0 2 256 15,0 1-256-15,0 2 0 0,1-1 256 0,-3 2-256 16,1 1 0-16,-1-1 256 0,-1 2-256 0,-1 0 0 0,0 0-256 15,-1 2 256-15,-2 1 0 0,2-2-256 0,2 1 256 16,-1 0 0-16,0-1-256 0,0 1 256 0,0 0 0 0,2-1-256 16,1-2 256-16,1 0 0 0,0-2-256 15,0-1 256-15,1-1 0 0,2-1-256 0,1-2 256 0,5-1 0 0,-9-1-1077 16,-3-1 1077-16,-3-1 0 0</inkml:trace>
  <inkml:trace contextRef="#ctx0" brushRef="#br0" timeOffset="51182.898">10515 9761 1024 0,'0'0'0'0,"0"0"0"0,0 0 0 16,0 0 0-16,0 0 256 0,0 0-256 0,0 0 0 0,0 0 256 0,0 0-256 0,0 0 0 0,-5 3 256 0,-3 0-256 16,-1 1 0-16,4-1 256 0,1-1-256 0,0 2 0 0,-2 1 256 15,0 1-256-15,-3 2 0 0,1-1-9 0,0 1 9 16,-1 2 0-16,1 1-256 15,-2 0 256-15,-1 2 0 0,2-1-149 0,0-1 149 0,2 0 0 0,-1 2 256 16,2-1-256-16,-2 2 0 0,3-2 256 0,1 0-256 0,1-1 0 0,0-1 256 16,1-1-256-16,1-1 0 0,1 1 256 0,2 0-256 0,2-1 0 0,-2-2-256 15,1 0 256-15,1-2 0 0,2 0-256 0,-1-1 256 16,3-1 0-16,-2-1-256 0,1-3 256 0,2 0 0 0,-2-1 256 16,1-1-256-16,1-2 0 0,0 1 256 0,-1-2-256 15,0-3 0-15,1 1 256 0,0-2-256 0,2 0 0 0,-3 1 256 0,0-1-256 16,-2 0 0-16,1 0-78 0,0 0 78 0,1-1 0 0,-2 2 26 15,-1 2-26-15,-1 0 0 0,1 0 197 0,-2 1-197 0,2 0 0 0,-2 0 238 16,-1 1-238-16,-1 0 0 0,1 2 230 16,-2 0-230-16,1 2 0 0,0 0-90 0,-2 0 90 0,1 0 0 0,0 2-256 15,-2 1 256-15,1 2 0 0,0-1-256 16,-1 2 256 0,-1 2 0-16,0-2-229 0,1 2 229 0,0 0 0 0,0 2 256 0,0 1-256 0,0 2 0 0,1-1 233 0,1 0-233 15,1 2 0-15,-1-1-256 0,0 2 256 0,0 1 0 0,1-2-256 0,1 1 256 16,1-1 0-16,-1 1-256 0,2-2 256 0,0 0 0 0,-1-2-256 15,0-1 256-15,0-3 0 0,1 2-256 0,1-3 256 0,2 1 0 0,-4-3-1137 32,-3-2 1137-32,-3-2 0 0</inkml:trace>
  <inkml:trace contextRef="#ctx0" brushRef="#br0" timeOffset="51673.352">10725 9790 1024 0,'0'0'0'0,"0"0"0"0,0 0 0 0,0 0 0 0,0 0 256 0,0 0-256 0,0 0 0 0,0 0 256 0,0 0-256 0,0 0 0 15,1 5 256-15,1 3-256 16,2 3 0-16,-2-4 256 0,-2-2-256 0,1 0 0 0,0 1 256 0,1 3-256 16,1 1 0-16,-1-2-195 0,-2 2 195 0,1 0 0 0,-1 0-256 15,-1 2 256-15,-1 1 0 0,1-3-256 0,2 0 256 0,-1-2 0 0,-1 2 256 16,0-1-256-16,-1 1 0 0,0-2 256 15,2-1-256-15,-1 0 0 0,0-1 256 0,2-1-256 16,-1-1 0-16,0 1 256 0,0-1-256 0,0 0 0 0,0-1 256 0,0-1-256 16,0-1 0-16,1 0-256 0,1-1 256 0,1-1 0 0,-1-1-256 15,1-1 256-15,2-1 0 0,-2-1-256 0,1-1 256 16,2-2 0-16,-1-1-256 0,1-1 256 0,1-3 0 0,0 3-95 16,2-1 95-16,1-2 0 0,-1 0 218 0,-1-1-218 0,0-1 0 0,0 1 256 15,0 1-256-15,1 0 0 0,-1 0 256 16,-1 2-256-16,0 0 0 0,2 1 256 0,-3 0-256 0,1 2 0 0,0 0 256 15,-2 1-256-15,2 0 0 0,-1 0-78 0,-2 2 78 16,1 0 0-16,0 3-256 0,-2 1 256 0,2 1 0 0,-1 0-256 0,-2 2 256 16,1-1 0-16,0 3-256 0,-2 0 256 0,1 1 0 0,0 1 256 15,-2 2-256-15,1 0 0 0,0 0 256 0,0 2-256 0,0 0 0 16,0 2 256-16,0 1-256 0,0 1 0 16,0-1 256-16,0 1-256 0,1 3 0 0,-1-3-256 0,0 0 256 0,0-1 0 0,0 1-256 15,-2 0 256 1,1 2 0-16,1-4-256 0,1 0 256 0,1-2 0 0,-1 1-256 0,0-2 256 15,0 0 0-15,1-3-256 0,1-2 256 0,1-1 0 0,1-2-256 16,1-1 256-16,3-1 0 0,-7 1-618 0,-3 0 618 0,-3 0 0 0</inkml:trace>
  <inkml:trace contextRef="#ctx0" brushRef="#br0" timeOffset="52069.354">11369 9332 1024 0,'0'0'0'0,"0"0"0"0,0 0 0 0,0 0 0 0,0 0 256 0,0 0-256 15,0 0 0-15,0 0 256 0,0 0-256 0,0 0 0 16,-4 6 256-16,-4 2-256 0,-1 3 0 0,3-4 256 16,2-2-256-16,0 1 0 0,-1 2 69 0,0 2-69 15,-3 1 0-15,1 0-256 0,0 3 256 0,-1 2 0 0,1 0-256 0,-2 1 256 16,0 1 0-16,1 1 19 0,-1 2-19 0,1 1 0 0,1 0 256 15,-2 0-256-15,-2 1 0 0,4 1 256 16,1-1-256-16,1 2 0 0,0 0 256 0,0 0-256 0,2 2 0 0,0-2 256 0,1 0-256 16,1 0 0-16,0 0 256 0,1 0-256 0,1 1 0 15,1-2-147-15,2 2 147 0,3 0 0 0,-1-2-190 16,0 1 190-16,3-1 0 0,0-1-72 0,0 1 72 0,2-2 0 0,1-1-131 0,1 0 131 0,3-3 0 0,-2 0-256 31,1-2 256-31,2 0 0 0,0-3-256 0,0-3 256 0,3-1 0 0,-3-4-256 16,2-2 256-16,1-2 0 0,-2-2-114 15,2-4 114-15,3-1 0 0,-4-4 122 0,0-2-122 16,-2-4 0-16,-10 11-580 0,-7 6 580 0,-7 3 0 0</inkml:trace>
  <inkml:trace contextRef="#ctx0" brushRef="#br0" timeOffset="52307.414">11601 9603 1280 0,'0'0'0'0,"0"4"256"0,0 3-256 0,0 1 0 16,0-2 256-16,0 0-256 0,0 0 0 0,-1 3 256 0,-1 2-256 0,-1 1 0 0,1 1 185 0,-2 1-185 16,0 1 0-16,1 0-256 15,-1 1 256-15,-1 3 0 0,0-1 202 0,-1 2-202 0,-3 2 0 0,2-3 256 0,0 1-256 0,-4 1 0 0,3-2 132 16,0 0-132-16,0-1 0 0,-1-1-256 0,3-2 256 0,-1-2 0 0,1-1-256 15,-3-3 256-15,1-2 0 0,2-1-256 16,1-2 256-16,0-1 0 0,-2-2-256 0,3-2 256 0,-1-3 0 0,3 4-519 0,2 0 519 0,2 0 0 16</inkml:trace>
  <inkml:trace contextRef="#ctx0" brushRef="#br0" timeOffset="52576.396">11419 9704 1024 0,'0'0'0'0,"0"0"0"0,0 0 0 0,0 0 0 0,0 0 0 0,0 0 256 0,0 0-256 16,0 0 0-16,4 3 256 0,2 1-256 0,3 2 0 0,-3-1 256 15,1 3-256-15,1 1 0 0,2 1 256 0,2 1-256 0,1 3 0 16,0 1 104-16,-1 3-104 0,4 2 0 0,-2 0-256 0,3 2 256 16,2 2 0-16,-2-2-256 0,-2 0 256 0,0 1 0 0,-1-2 52 15,0-2-52-15,-2 0 0 0,-1-1-19 0,-1-2 19 0,-2-2 0 0,0-1-96 16,-1-1 96-16,-3-3 0 0,0-1-143 15,-1-3 143-15,-1-2 0 0,0 0-141 0,-1-2 141 0,-1-1 0 16,1-3-132-16,0-1 132 0,0-2 0 0,0 4-137 16,-2 2 137-16,1 2 0 0</inkml:trace>
  <inkml:trace contextRef="#ctx0" brushRef="#br0" timeOffset="52909.618">11664 9250 1024 0,'0'0'0'0,"3"0"0"0,2 1 0 0,2 1 0 0,-3-2 256 0,3 0-256 0,-1 0 0 16,1-1 256-16,1 0-256 0,2 0 0 16,-1 1 256-16,2 1-256 0,4 1 0 0,-3 1 256 0,1 2-256 0,2 2 0 15,0 0 256-15,0 3-256 0,2 1 0 0,-2 1-256 0,-1 4 256 0,0 1 0 16,0 1-256-16,-1 2 256 0,-1 2 0 0,2 0 231 15,-2 2-231-15,0 2 0 0,-1 0 256 16,-1 1-256-16,0 3 0 0,-1-3 256 0,-1 3-256 0,-1 1 0 0,1-1 256 16,-2 0-256-16,-1 1 0 0,-1-1 256 0,-2-1-256 15,-2 1 0-15,1-1-256 0,-1 0 256 0,-1 1 0 0,0-2-256 0,-1-1 256 16,-1 0 0-16,-3 0-256 0,-4-1 256 0,0 1 0 0,1-4-256 16,0-1 256-16,-4-2 0 0,2 0-256 0,-2-1 256 15,0-1 0-15,2-3-256 0,-1-4 256 0,2-2 0 0,6-5-487 16,4-4 487-16,4-4 0 0</inkml:trace>
  <inkml:trace contextRef="#ctx0" brushRef="#br0" timeOffset="53472.74">12541 9817 1024 0,'0'0'0'0,"0"0"0"0,0 0 0 0,0 0 0 0,0 0 256 0,0 0-256 0,0 0 0 0,0 0 256 0,0 0-256 0,0 0 0 16,0 0 256-16,0 0-256 0,0 0 0 0,0 0 256 16,0 0-256-16,0 0 0 0,8 1 256 15,3 2-256-15,2 0 0 0,-4-4-256 0,-4-1 256 16,0-2 0-16,2 3-256 0,1 0 256 0,3 0 0 0,-1 1-256 16,2-2 256-16,0 1 0 0,0 1 256 0,2-1-256 0,0-1 0 0,1 1 256 0,0 0-256 15,3-1 0-15,-1 1 256 16,2 1-256-16,1-2 0 0,-1 2 256 0,3-1-256 0,1 0 0 0,-2 0 256 15,2 0-256-15,1-1 0 0,-1 1 256 0,0 0-256 0,3 0 0 0,-2 1-83 16,-1 0 83-16,-1 0 0 0,1 0 256 0,2 0-256 0,0 0 0 0,-1 0 256 31,-2-1-256-31,0-1 0 0,0 2 256 0,-1-2-256 16,0 1 0-16,-1 0 256 0,-4 1-256 0,1 1 0 0,-1-1 82 0,0 0-82 0,-2 0 0 0,0 0 0 16,-3 0 0-16,-2 0 0 0,3 0 0 0,-2 0 0 0,1 0 0 0,-2 0-82 15,-2 1 82-15,-2 1 0 0,1-1-256 0,0-1 256 31,-2-1 0-31,0 2-256 0,-1-1 256 0,-1 2 0 0,0-2-256 0,-1-1 256 0,-1-1 0 16,0 0-256-16,-1 1 256 0,-1-3 0 0,1 2-256 0,0-1 256 16,0-1 0-16,0 3-1709 15,2 1 1709-15,-1 1 0 0</inkml:trace>
  <inkml:trace contextRef="#ctx0" brushRef="#br0" timeOffset="53941.21">13277 9556 1024 0,'0'0'0'0,"0"0"256"0,0 0-256 0,0 0 0 0,0 0 256 0,0 0-256 0,0 0 0 0,0 0 256 15,0 0-256-15,0 0 0 0,0 0 256 0,0 0-256 0,0 0 0 16,0 0 256-16,0 0-256 0,0 0 0 0,0 0 256 0,0 0-256 0,0 0 0 15,3-1-256-15,3 0 256 0,1-1 0 0,-2 2-256 16,-2 1 256-16,1 2 0 0,2-2 256 0,1-1-256 0,2 1 0 16,-2 0 256-16,1 0-256 0,2 0 0 0,-2 0 256 15,1 2-256-15,3 0 0 0,-2-1 256 0,0 1-256 0,4 1 0 0,-3-1 256 16,1-1-256-16,2 0 0 0,-2 0-256 16,2 1 256-16,0 1 0 0,0-1-256 0,-2-2 256 0,1 1 0 0,0 0-178 15,-2 1 178-15,0 2 0 0,-1-3 256 0,-1 1-256 0,0-2 0 16,0 2 256-16,0 0-256 0,0 1 0 0,0-2 256 0,-2 0-256 0,-1 0 0 15,1-1 256-15,-1 1-256 0,0 1 0 0,-1-1 256 16,0 0-256-16,-2 1 0 0,0-1-154 0,-1 0 154 0,-1 0 0 0,-1 0 92 16,-1 1-92-1,-1 1 0-15,1-2 239 0,-1 2-239 0,-2 0 0 0,0 1 0 16,-1 0 0-16,-1 3 0 0,-1-1 0 0,0 0 0 0,-1 2 0 0,0 0 0 16,-2 0 0-16,0 1 0 0,0 1 0 0,-2 0 0 0,0 2 0 0,-1 0 0 15,0 2 0-15,-3 1 0 0,1-1 0 0,-2 0 0 0,-1 2 0 16,0-2 0-16,3 2 0 0,-2-1 0 0,1-1 0 15,0 0 0-15,1-1 0 0,0 0-241 0,2 0 241 16,0-1 0-16,8-8-2830 0,6-5 2830 16,3-5 0-16</inkml:trace>
  <inkml:trace contextRef="#ctx0" brushRef="#br0" timeOffset="55808.907">14196 9306 1024 0,'0'0'0'0,"-1"3"0"0,-1 2 0 0,-1 3 0 0,2-4 256 15,1-1-256-15,1-1 0 0,-1 2 256 0,0-1-256 0,0 2 0 0,0 0 256 16,0 0-256-16,0 2 0 0,0-2 256 16,2 1-256-16,-1 1 0 0,0 0 256 0,0 2-256 15,0 0 0-15,0 1 256 0,0 0-256 0,0 2 0 0,0 0-129 0,-2 2 129 0,1 1 0 0,0 1 2 16,2-1-2-16,-1 2 0 0,0-2 256 15,0 1-256-15,0 0 0 0,0 0 256 16,0 1-256-16,0 0 0 0,1 1 256 0,-4 0-256 0,2 0 0 0,0-1 256 16,0 0-256-16,0-1 0 0,0 1-256 0,-2-2 256 15,1 1 0-15,0-2-256 0,-1 0 256 16,-1-1 0-16,1-2-256 0,0-2 256 0,0-1 0 0,0-1-256 16,0-2 256-16,0-1 0 0,0-1-256 0,2-3 256 0,-1-3 0 15,0 0-130-15,-1-2 130 0,-2-3 0 0,3-1 208 0,-2-1-208 0,0-2 0 0,2 8-1231 16,1 4 1231-1,1 4 0-15,-2-18 0 0,-1-6 0 0,-1-6 0 0,1 4 0 16,0-1 0-16,0-1 0 0,0 1 0 0,0 0 0 16,0-1 0-16,0 2 0 0,0 1 0 0,-1 1 0 0,1 0 256 15,2 1-256-15,-1 1 0 0,0 1 256 0,2 1-256 0,-1 1 0 0,1 1 256 16,1 0-256-16,2 1 0 0,-2 1 256 16,0 0-256-16,0 2 0 0,0-1 256 0,0 2-256 15,0 0 0-15,0 2 256 0,1 1-256 0,1 1 0 0,-1 1 256 0,1 0-256 0,3 2 0 16,-3 1 100-16,2 1-100 0,0 1 0 0,0 1-256 15,1 1 256-15,2 2 0 0,-1-1-160 16,1 2 160-16,2 2 0 0,-2-1 256 0,1 2-256 0,2 0 0 0,-2 0 256 0,2 0-256 0,0 2 0 16,-1-1 256-16,2 2-256 15,0 1 0-15,-1-2 256 0,1 0-256 0,0 1 0 0,-1-1 256 16,-2 0-256-16,0-1 0 0,0 0 58 0,-2-1-58 0,-1 1 0 0,0-2-256 16,0-1 256-16,-2 0 0 0,1 0 203 15,-2-1-203-15,1 0 0 0,1-2 256 0,-3-1-256 0,1-1 0 0,0 0 54 16,-2-2-54-16,1 1 0 0,0-1 0 15,1-1 0-15,1-1 0 0,-1-1 0 16,1-3 0-16,0-1 0 0,-1 2-54 0,1-3 54 0,1-1 0 0,0 0-256 16,-1-1 256-16,0-2 0 0,0 2-256 0,0-1 256 15,0 0 0-15,1 0 256 0,-3 0-256 0,1-2 0 0,0 2 256 16,1 1-256-16,1 0 0 0,-1 0 54 0,-1 0-54 0,0 1 0 0,0 1 0 16,1 1 0-16,2 0 0 0,-2 1 0 15,1 1 0-15,0 0 0 0,0 1-81 0,-2 0 81 0,1 0 0 0,0 2-256 16,1 1 256-16,-1 0 0 0,0 2-256 0,0 0 256 0,0 1 0 15,0 1 256-15,-1 1-256 0,0 1 0 0,0 1 256 16,1 0-256-16,1 2 0 0,-1 0 81 16,-2 1-81-16,2 2 0 0,-1-1 0 0,0 2 0 0,0 0 0 0,0 2 0 15,0 0 0-15,0 3 0 0,1-2 0 0,-3 2 0 16,1 1 0-16,0-1 0 0,0 0 0 0,0 3 0 0,0-3 0 0,-2 1 0 16,1 1 0-16,0-2 0 0,0-1 0 0,0 1 0 0,0 0 0 15,1 1 0-15,-1 0 0 0,0 0-93 16,0-2 93-16,0 1 0 0,0-3-256 0,0-1 256 0,0-2 0 0,1-2-256 15,1-2 256-15,1-1 0 0,-3-3-2466 16,-2-3 2466-16,-2-3 0 0</inkml:trace>
  <inkml:trace contextRef="#ctx0" brushRef="#br0" timeOffset="56181.562">14949 9706 1024 0,'0'0'0'0,"0"0"0"0,0 0 0 0,0 0 0 0,0 0 256 0,0 0-256 16,0 0 0-16,0 6 256 0,0 4-256 15,0 3 0-15,0-6 256 0,2 0-256 0,-1-2 0 0,0 1 256 16,1 1-256-16,1 2 0 0,-3-9 0 0,2 7 92 0,1 2-92 16,1 0 0-16,-1-2-256 0,0 0 256 0,0-2 0 15,2 1-110-15,0-1 110 0,1 0 0 0,-2-1 256 16,2-1-256-16,0-1 0 0,0 0 256 0,0 0-256 0,1-2 0 0,-1-2 256 0,1 1-256 15,2-3 0-15,-2 1 256 0,-2-1-256 0,1-1 0 0,0-1 256 0,1-2-256 0,0-1 0 0,-1 2-57 16,-1 0 57-16,0-1 0 0,-1 0-256 16,-1-2 256-16,-1 0 0 0,0 0 93 0,-1 0-93 0,-1-2 0 0,-1 2 256 15,-2-1-256-15,-2 1 0 0,0 0 256 16,0 0-256-16,-1 1 0 0,0 1 256 16,-2 1-256-16,-4 0 0 0,2 1-182 0,-1 1 182 0,-2 1 0 0,2 0-256 15,-1 0 256-15,1 2 0 0,1-1-256 0,-3 1 256 0,1 1 0 0,2-1-256 0,0 1 256 16,2 0 0-16,1 0-256 0,2 1 256 0,2-1 0 0,-1-1-256 15,3 0 256-15,2-1 0 0,-2 2-1116 16,2 2 1116-16,-1-1 0 0</inkml:trace>
  <inkml:trace contextRef="#ctx0" brushRef="#br0" timeOffset="56544.1">15209 9618 1280 0,'0'0'0'0,"0"0"256"0,0 0-256 0,0 0 0 0,0 0 256 0,0 0-256 0,0 0 0 0,4 2 256 15,2 1-256-15,3 2 0 0,-3-2 145 0,-2 1-145 16,1 1 0 0,0 1-256-16,0 2 256 0,1 0 0 0,-2 0-256 0,2 0 256 0,0 1 0 0,-1 0-256 15,-1 1 256-15,0 0 0 0,-1 0-256 0,-1 0 256 16,-1 1 0-16,0-1 256 0,-1 1-256 0,-1 0 0 0,1-1 256 16,0-2-256-16,0-1 0 0,-1 1 256 0,0-1-256 0,-1 0 0 0,0-1 256 0,2-1-256 0,-2 0 0 15,1 0 256-15,0-1-256 0,0-1 0 0,0 0 256 16,0-2-256-16,0-1 0 0,0 2 256 0,0-1-256 0,0-1 0 0,0-1 256 31,2-1-256-31,-1-2 0 0,0 1 256 0,0-1-256 0,0-1 0 0,0-1 256 16,0-1-256-16,0-2 0 0,0 1 197 0,2-2-197 0,-1 0 0 0,2 0-256 0,0 0 256 0,2-2 0 0,-1 1-256 15,-2-1 256-15,1 0 0 0,-1 1-256 16,2 0 256-16,0-1 0 0,-1 1 150 16,1-1-150-16,2 0 0 0,-1 2-12 15,1 0 12-15,1 2 0 0,-1-1-256 0,-1 1 256 0,0 0 0 0,0-1-256 16,-2 2 256-16,1 0 0 0,0 1-256 15,1 0 256-15,2 2 0 0,-5 2-1504 0,-2 2 1504 16,-2 2 0-16</inkml:trace>
  <inkml:trace contextRef="#ctx0" brushRef="#br0" timeOffset="57033.614">15695 9628 1024 0,'0'0'0'0,"0"0"0"0,0 0 0 0,0 0 0 0,0 0 256 0,0 0-256 16,0 0 0-16,0 0 256 0,0 0-256 0,0 0 0 0,-4-4 256 16,-3-3-256-16,-1-2 0 0,2 7 115 0,0 0-115 15,0 4 0-15,-3-1-256 0,-1 1 256 0,-2 1 0 0,0 0-232 16,0 1 232-16,-2 1 0 0,3 0 25 0,-2 2-25 0,-1 0 0 16,3 0 256-16,0 1-256 0,1 2 0 0,0-1 256 15,0 0-256-15,2 2 0 0,1-2 256 0,1 0-256 0,1 1 0 16,-1-1 256-16,2 0-256 0,1-1 0 0,1 1 211 0,1-1-211 15,1 0 0-15,0-1-87 0,1 1 87 0,1-1 0 0,1-1-256 16,1-1 256-16,2 0 0 0,0-1-171 0,0 0 171 0,3 0 0 16,-2-2-87-16,2-1 87 0,0-1 0 0,0-1-118 15,3-1 118-15,2-1 0 0,-2 0-192 0,-1-1 192 16,1-1 0-16,0-1 19 0,-2-1-19 0,-1-2 0 0,2 1 256 16,-1-1-256-16,0 0 0 0,0 0 256 0,-2 0-256 0,-1-1 0 15,0 1 256-15,0 1-256 0,-2 0 0 0,0 1 256 16,-1 1-256-16,-1 0 0 0,1 0 227 0,-1 1-227 0,0 0 0 0,0 1-256 15,-2 1 256-15,-1 0 0 0,1 2-256 0,-2 0 256 0,1 0 0 0,0 1-256 16,-2 2 256-16,0-1 0 0,1 2 29 16,0 0-29-16,0 1 0 0,0-1 256 0,0 1-256 15,0 1 0-15,1 1 256 0,-2 2-256 0,0 1 0 0,1-1 256 16,1 1-256-16,1 1 0 0,-1-1-33 0,2 1 33 0,-1 0 0 0,0-1-256 16,0 1 256-16,0-1 0 0,0 0-256 0,1-2 256 0,2 0 0 0,-1-1-256 15,1-1 256-15,2 0 0 0,-1-2-256 16,-2-1 256-16,1-1 0 0,-2 0-986 0,-2-1 986 0,-2-1 0 0</inkml:trace>
  <inkml:trace contextRef="#ctx0" brushRef="#br0" timeOffset="57879.78">15411 9239 1024 0,'0'0'0'0,"0"0"0"0,0 0 0 0,0 0 0 0,0 0 8 16,0 0-8-1,0 0 0-15,0 0 256 0,0 0-256 0,0 0 0 0,0 0 256 16,0 0-256-16,0 0 0 0,0 0 256 0,0 0-256 0,0 0 0 0,0 0 256 16,0 0-256-16,0 0 0 0,0 0 256 0,0 0-256 0,0 0 0 15,0 0-256-15,0 0 256 0,0 0 0 0,0 0-256 16,0 0 256-16,0 0 0 0,0 6-256 0,2 3 256 0,-1 4 0 16,0-5 256-16,0 0-256 0,0-1 0 0,0 0 256 15,-2 0-256-15,1 1 0 0,0-1 256 0,0 2-256 0,0 1 0 16,0-1 256-16,0 1-256 0,0 2 0 0,0-2 256 0,-2 1-256 15,1 2 0-15,0-1 147 0,-1 1-147 0,-2 0 0 0,2 0-131 16,2 1 131-16,-1 0 0 0,0 0 256 0,0 0-256 0,0 0 0 16,1-1 256-16,-2 1-256 0,0-1 0 0,0 1 256 15,2 1-256-15,-1 0 0 0,0 0 256 0,0-1-256 16,0 2 0-16,0-2-78 0,2 0 78 0,-1-1 0 0,0 1-256 16,-2-1 256-16,1 1 0 0,1-1-256 0,1 0 256 15,1-1 0-15,-1 0-197 0,-2-1 197 0,1 0 0 0,1 0 240 0,1-2-240 0,1 0 0 0,-1-1 256 16,-2 1-256-16,1-1 0 0,1 0 238 15,1-1-238-15,1 0 0 0,0-1-178 0,0-1 178 0,1 0 0 0,-1-1-256 16,1-1 256-16,1-1 0 0,0 1-256 16,0-2 256-16,2 1 0 0,-2 0-256 0,1-1 256 0,2 0 0 0,-2-1-256 15,1-3 256-15,2-1 0 0,-2 1-256 0,0-1 256 0,0-1 0 0,0 0-238 16,-1 0 238-16,-2-1 0 0,2-2 68 16,-2-2-68-16,2-1 0 0,-3 1 56 0,-1 1-56 0,-1-3 0 0,-1 8-1215 15,-1 4 1215-15,-1 4 0 0</inkml:trace>
  <inkml:trace contextRef="#ctx0" brushRef="#br0" timeOffset="58134.118">15354 9419 1024 0,'0'0'0'0,"0"0"0"15,0 0 0-15,0 0 0 0,0 0 256 0,0 0-256 0,0 0 0 0,0 0 256 0,0 0-256 0,0 0 0 0,0 0 256 16,0 0-256-16,0 0 0 0,6 1 256 16,2 0-256-16,4 0 0 0,-4 0 256 0,-1-1-256 0,-1-1 0 0,1 1-78 15,2-1 78-15,0-1 0 0,0 1-256 0,2-1 256 16,0-1 0-16,-1 0-256 0,2 1 256 0,0 1 0 0,-1-2-256 16,2-1 256-16,1-2 0 15,-8 4-434-15,-7 2 434 0,-4 2 0 0</inkml:trace>
  <inkml:trace contextRef="#ctx0" brushRef="#br0" timeOffset="58495.826">15868 9182 1024 0,'0'0'0'0,"0"0"0"0,0 0 0 0,0 0 0 16,0 0 10-16,0 0-10 0,0 0 0 15,0 0 256-15,0 0-256 0,0 0 0 0,-1 8 256 0,-1 3-256 16,-1 5 0-16,3-8 256 0,1-1-256 0,1-3 0 0,-1 3 256 0,0 1-256 16,0 2 0-16,0 0 256 0,0 1-256 0,0 3 0 0,2-2 256 15,0 2-256-15,1 2 0 0,-1-1-47 0,-2 1 47 0,1 3 0 0,0-1 256 16,-2 2-256-16,1 1 0 15,0 0 256-15,-2-1-256 0,1 2 0 0,0 0 256 0,2 2-256 0,-1 0 0 0,0-1 256 16,0 0-256-16,0 0 0 0,0 1-256 0,0 0 256 0,0 1 0 0,0 0-256 16,1-1 256-16,2-1 0 0,-2-1-256 15,0-2 256 1,0-2 0-16,0 0-256 0,1-1 256 0,1-1 0 0,-1-2-256 16,1 0 256-16,1-1 0 0,1-2-256 0,0-3 256 0,1-2 0 15,-5-3-987-15,-2-3 987 0,-2-3 0 16</inkml:trace>
  <inkml:trace contextRef="#ctx0" brushRef="#br0" timeOffset="58941.349">16474 9245 1024 0,'0'0'0'0,"0"0"0"0,0 0 0 0,0 0 0 0,0 0 256 0,0 0-256 0,0 0 0 0,-5 5 256 16,-3 2-256-16,-4 3 0 0,6-5 256 0,1 0-256 0,0-1 0 15,0 1 256-15,-2 1-256 0,0 1 0 0,1 0 256 16,-1 2-256-16,-2 0 0 0,1 2 256 0,-1 0-256 15,-3 2 0-15,3 0 256 0,1 2-256 0,1 1 0 0,-2 1 256 0,1 1-256 0,0 1 0 16,1-1 256-16,0 1-256 0,2 1 0 0,-1-1 256 16,2 1-256-16,-1 1 0 0,2 0 256 0,2 1-256 0,1 1 0 15,-1-2 172-15,1 1-172 0,1 1 0 0,0-1-3 0,1 0 3 16,1 0 0-16,1 0-188 0,2 1 188 0,2-1 0 0,0 0-256 16,0-1 256-16,2-1 0 0,1-1-256 0,0-1 256 15,1-1 0-15,1-2-256 0,0-1 256 0,2-2 0 0,-1-3-256 16,3-1 256-16,2-3 0 0,-2-2-256 0,1 0 256 0,1-3 0 0,-1-1-184 15,0-2 184-15,2-2 0 0,-14 4-1333 16,-6 1 1333-16,-6 1 0 0</inkml:trace>
  <inkml:trace contextRef="#ctx0" brushRef="#br0" timeOffset="59242.369">16769 9438 1024 0,'0'0'0'0,"0"0"0"0,0 0 0 0,0 0 0 0,0 0 256 0,0 0-256 0,0 0 0 0,0 0 256 0,0 0-256 0,0 0 0 0,0 0 256 16,0 0-256-16,0 0 0 0,0 0 256 0,0 0-256 0,0 0 0 0,-1 4 256 15,-1 3-256-15,-2 1 0 0,2-2 256 16,0 0-256-16,0 1 0 0,0 1 256 0,0 1-256 0,0 2 0 0,0-1 228 16,-1 2-228-16,-1 1 0 0,1-1 256 0,-1 2-256 0,1 1 0 0,0-1 256 15,-1-1-256-15,-2 1 0 0,1 0 256 16,0 0-256-16,-4 2 0 0,3-2 64 0,-1 0-64 0,-1-1 0 0,1 0-256 15,-1 1 256-15,0 0 0 0,1-3-256 0,-2 0 256 0,0-1 0 0,1-2-256 16,0-2 256-16,-1-1 0 0,2-1-256 0,0-1 256 16,2-1 0-16,-2-2-256 0,2-1 256 0,1-1 0 0,0-2-157 15,1-1 157-15,1-1 0 16,1 4-1415-16,1 2 1415 0,1 2 0 0</inkml:trace>
  <inkml:trace contextRef="#ctx0" brushRef="#br0" timeOffset="59467.115">16599 9520 1024 0,'0'0'0'0,"0"0"0"0,0 0 0 16,0 0 0-16,0 0 256 0,0 0-256 0,0 0 0 0,0 0 256 0,0 0-256 0,0 0 0 16,0 0 256-16,0 0-256 0,0 0 0 0,0 5 256 15,0 2-256-15,0 3 0 0,2-3 256 16,1-1-256-16,1 0 0 0,2 1 256 0,-1 1-256 0,3 2 0 0,-8-10 0 0,6 10 212 16,0 0-212-16,1 2 0 0,-1-1-236 15,1 2 236-15,2 1 0 0,0-2 22 0,-1 2-22 0,3 1 0 0,-1-1 241 16,-1 0-241-16,0 2 0 0,0-3-256 0,2 0 256 0,1-1 0 0,-2-1-256 0,-2-1 256 0,-1 0 0 0,1-2-256 15,-2 0 256-15,2-2 0 0,-1-1-256 16,0-2 256-16,0-1 0 16,1-1-256-16,-3-2 256 0,1-2 0 0,0-1 227 15,-2 0-227-15,2-1 0 0,-1-1 221 0,-2-2-221 0,1 0 0 0,-2 5-943 16,-2 3 943-16,-2 3 0 0</inkml:trace>
  <inkml:trace contextRef="#ctx0" brushRef="#br0" timeOffset="59741.92">16889 9194 1024 0,'0'0'0'0,"2"3"0"0,1 0 0 0,1 1 0 0,-1-1 151 0,1-1-151 0,1 0 0 0,-1 0 164 16,2 1-164-16,0 1 0 0,0 0 256 16,1 0-256-16,1 1 0 0,-8-5 0 0,9 6 256 0,0 1-256 0,2 1 0 0,0 2 256 15,-1 2-256-15,3 2 0 0,0 0 256 16,0 1-256-16,2 3 0 0,-2-1 58 0,-1 2-58 15,0 1 0-15,-2 0 104 0,0 1-104 0,-1 2 0 16,0-1 208-16,-1 3-208 0,0 0 0 0,-2-1 256 0,-2 1-256 0,-2-1 0 16,0 0 256-16,-1 1-256 0,-1 2 0 0,-3-2 65 0,-2 0-65 15,-2 0 0-15,-1 0-256 0,-1 0 256 0,-2 1 0 0,-2 0-256 16,-3 0 256-16,-3 1 0 0,2-3-256 0,-2-2 256 0,-2-1 0 0,2-2-256 16,1-1 256-16,0-2 0 0,11-9-1262 0,7-7 1262 0,7-7 0 15</inkml:trace>
  <inkml:trace contextRef="#ctx0" brushRef="#br0" timeOffset="92575.832">14987 6187 1024 0,'0'0'0'0,"0"0"256"16,0 0-256-16,0 0 0 0,2-2 256 0,2-3-256 0,2 0 0 0,-2 1 256 0,1 1-256 0,2 1 0 15,-2-1 256-15,1 0-256 0,2-1 0 0,1 0 256 16,0 0-256-16,1-1 0 0,0 2 256 0,0-2-256 15,2 0 0-15,1 2-248 0,1 1 248 0,3 1 0 0,-3 0-208 0,2-1 208 16,1-1 0-16,1 3-119 0,1 1 119 0,3 1 0 0,-1-2 30 16,2 1-30-16,2 1 0 0,-2-1 46 0,2 0-46 15,0 0 0-15,-17 0-1037 0,-8-1 1037 0,-8-1 0 0</inkml:trace>
  <inkml:trace contextRef="#ctx0" brushRef="#br0" timeOffset="93948.32">3190 13432 1024 0,'0'0'0'0,"4"2"0"0,4 3 0 0,1 0 0 0,-2-1 256 0,-2-1-256 0,-1 0 0 0,1 0-256 32,1-1 256-32,3 0 0 0,-2 0 0 0,0 0 0 0,3-1 0 0,1 1 0 15,-1-1 0-15,3 0 0 0,-1 0 0 0,0 0 0 0,3 0 0 0,-1-1 0 0,3 2 0 16,2-1 0-16,0-1 0 0,1 0 0 0,0 0 0 0,0-1 0 15,1 1 0-15,1-2 0 0,1 1 0 0,1 0 0 0,2 0 0 0,-3 0 0 16,1 0 0-16,1-1 0 0,1 1 180 16,1 1-180-16,1-1 0 0,-3 1 256 0,3 1-256 0,1 0 0 0,-2 0 256 0,-1-1-256 0,0-1 0 15,1 1 201-15,-2 0-201 0,0 0 0 0,-1 0-256 16,0 0 256-16,-1 0 0 0,-2 0-256 0,0-1 256 0,-1 0 0 0,-2 0-256 31,0 1 256-31,-1 1 0 0,0-2-125 0,-2 0 125 0,0-1 0 0,-2 1 0 0,-1 1 0 0,-2 1 0 0,1-1 0 16,0 0 0-1,-2 0 0-15,-1 0 177 0,0 0-177 0,-1 0 0 0,0 1 256 0,-1-1-256 0,-1 2 0 0,2-1 256 0,-3 0-256 0,1 0 0 16,0 1 256 0,-2-1-256-16,1 3 0 0,-2-3-945 15,-2-2 945-15,-2 1 0 0</inkml:trace>
  <inkml:trace contextRef="#ctx0" brushRef="#br0" timeOffset="126007.664">4502 13817 1024 0,'0'0'0'15,"0"0"0"-15,0 0 0 0,0 0 0 0,0 0 0 0,0 0 0 0,0 0 0 0,0 0 0 0,0 0 0 0,0 0 0 16,0 0 0-16,0 0 0 0,0 0 0 0,0 0 0 0,0 0 0 16,0 0 0-16,0 0 0 0,0 0 0 0,0 0 0 0,0 0 256 15,0 0-256-15,0 0 0 0,4 2 256 0,3 3-256 0,1 0 0 16,-4-1 256-16,-2 0-256 0,-2 2 0 0,2-1 256 16,0 2-256-16,0 2 0 0,0-1 256 0,0 0-256 0,1 1 0 0,-1 0-96 15,-2 2 96-15,1 1 0 0,0-1-256 16,1 0 256-16,1 2 0 0,-2-1-256 0,-1 0 256 0,-1 2 0 0,1-1-256 15,2 2 256-15,-1 2 0 0,0-2-256 0,0-1 256 0,0 0 0 0,0 1-160 16,0 1 160-16,0 1 0 0,0-1 0 0,-1 0 0 0,1 2 0 16,-1-2 251-16,1-1-251 0,1-1 0 0,-1 0 256 15,1-1-256-15,1 1 0 0,0-2 58 0,0 0-58 16,1-2 0-16,-1-1-256 0,-2 0 256 0,1-1 0 0,0-2-256 16,1-1 256-16,1-1 0 0,-1 0-53 0,-1 1 53 15,1-1 0-15,-1-2 0 0,1-1 0 0,1-1 0 0,-1 0 0 0,1-1 0 0,1-1 0 0,-1-1 69 16,2-2-69-16,0 0 0 0,-1 0 256 0,1-1-256 15,1-2 0-15,1 0 256 16,1-1-256-16,3-2 0 0,-2 1 256 0,1-2-256 0,0-1 0 0,1-1 256 0,-3 0-256 0,1-2 0 0,1 1 256 31,0-3-256-31,1 0 0 0,0 0 210 0,-3-1-210 16,1 0 0-16,0 0-126 0,1 1 126 0,0 1 0 0,0-1-256 0,-2-1 256 16,-1-1 0-16,2 2-256 0,-3 0 256 0,1 0 0 0,0 1-256 15,0 2 256-15,0 0 0 0,0-1-256 0,-1 2 256 0,0 0 0 0,0 1 256 0,-2 0-256 0,1 1 0 0,0-1 256 16,-1 2-256-16,0 0 0 0,0 1 256 15,0 2-256-15,0 1 0 0,-1-1 256 0,0 1-256 0,-2 0 0 0,0 0 256 16,2 3-256-16,0-1 0 0,-1 1 256 0,-1 1-256 0,-1 1 0 16,1-1 256-16,-2 2-256 0,1 1 0 0,0-1 256 15,0 0-256-15,0 0 0 0,-1 0 256 16,-1 1-256-16,-1 1 0 0,1 0 146 0,2 1-146 16,-1 2 0-16,-1-2-141 0,-1 0 141 0,-1-1 0 0,1 1 256 0,0 0-256 0,0 1 0 0,1-2-2974 15,1-2 2974 1,1 1 0-16</inkml:trace>
  <inkml:trace contextRef="#ctx0" brushRef="#br0" timeOffset="126439.085">4391 14060 1024 0,'0'0'0'0,"0"0"0"0,0 0 0 0,0 0 0 0,0 0 0 0,0 0 0 0,0 0 0 0,2-1 0 0,2-1 0 15,2-1 0-15,-2 1 0 0,1 1 0 0,3 1 0 0,-2-1 0 16,0-2 0-16,3 0 0 0,0 1 0 0,1 0 0 16,3 1 0-16,-2-1 256 0,0-1-256 0,1 1 0 0,0-1 256 0,0 1-256 0,3 0 0 15,-2 1 256-15,1 0-256 16,2 0 0-16,-1 0-256 0,-1-1 256 0,1-1 0 0,-1 2-256 0,2 0 256 0,2 0 0 0,-2 0-256 16,-2 1 256-16,0 1 0 0,-1-2 0 0,-1 0 0 15,0-1 0-15,0 2 0 0,-2 2 0 0,2 0 0 0,-1-1 256 16,0 0-256-16,-1 0 0 0,-1-1 256 15,-1 0-256-15,0 0 0 0,-1 0 256 0,-1 0-256 0,-1 0 0 0,2 0 256 16,-1 0-256-16,0 0 0 0,0-1 256 0,-1 1-256 0,0-2 0 0,-2 1-1280 16,-3 1 1280-16,-3 1 0 0</inkml:trace>
  <inkml:trace contextRef="#ctx0" brushRef="#br0" timeOffset="126903.481">5390 13968 1024 0,'0'0'0'0,"0"0"0"0,0 0 0 0,0 0 0 0,0 0 0 0,0 0 0 0,0 0 0 16,0 0 0-16,0 0 0 0,0 0 0 0,0 0 0 16,0 0 0-16,0 0 0 0,0 0 0 0,0 0 0 0,0 0 0 15,0 0 0-15,0 0 0 0,0 0 0 0,-3 8 0 0,-2 5 0 16,-2 4 0-16,3-11 0 0,0-3 0 16,2-3 0-16,-2 4 256 0,-1 2-256 15,-2 1 0-15,2-2 256 0,-3 1-256 0,1 2 0 0,0-2-134 0,2 0 134 0,-1 0 0 16,-2 1-256-16,0 2 256 0,-1 0 0 0,0 0-122 0,0 0 122 0,-1 2 0 0,1-1 0 15,-2 0 0-15,0 1 0 0,2 0 0 16,-3 1 0-16,1 1 0 0,-1-2 0 0,3-1 0 0,-1 0 0 0,0 1 0 0,2-1 0 16,1 0 0-16,0 0 256 0,-3 0-256 0,0-1 0 0,3 0 256 15,3-1-256-15,0 1 0 0,-2-4 256 0,1 1-256 0,0-2 0 16,1-1 256-16,1 1-256 0,1-1 0 0,-1-2 143 16,2-1-143-16,-1-1 0 0,0-2-256 15,2 0 256-15,-1-1 0 0,-1 0-256 0,4-1 256 0,-2-1 0 0,0-1-256 0,2-2 256 0,-1-1 0 0,0 7-399 31,-2 3 399-31,1 3 0 0</inkml:trace>
  <inkml:trace contextRef="#ctx0" brushRef="#br0" timeOffset="127144">5154 14019 1024 0,'0'0'0'0,"0"0"256"0,0 0-256 0,0 0 0 0,0 0 0 0,0 0 0 0,0 0 0 0,0 0 256 0,0 0-256 0,0 0 0 16,0 0-256-1,0 0 256-15,0 0 0 0,0 0-256 0,0 0 256 0,0 0 0 0,0 0 0 0,0 0 0 0,0 0 0 0,0 0 0 16,0 0 0-16,0 0 0 0,0 0 256 15,0 0-256-15,0 0 0 0,7 4 256 0,2 3-256 0,3 1 0 0,-4-2 256 0,-3 0-256 32,-2 1 0-32,1 0 256 0,2 1-256 0,0 2 0 0,1-1 256 0,-1 2-256 15,3 1 0-15,-2-1-256 0,1 1 256 0,-1 2 0 0,0 0-256 0,1 1 256 0,2 1 0 16,-2-1-256 0,1 0 256-16,2 2 0 0,-2-2-256 0,1 0 256 0,2 2 0 0,-2-2-256 0,-1-2 256 0,1 1 0 15,-1-2 0-15,0-1 0 16,1 0 0-16,-5-7 0 0,-5-4 0 0,-5-4 0 0</inkml:trace>
  <inkml:trace contextRef="#ctx0" brushRef="#br0" timeOffset="128703.07">8410 13813 1024 0,'0'0'0'0,"0"0"64"0,0 0-64 0,0 0 0 16,0 0 67-16,0 0-67 0,0 0 0 0,0 0 73 0,0 0-73 0,0 0 0 0,0 0 32 16,0 0-32-16,0 0 0 0,0 0-58 0,0 0 58 0,0 0 0 15,-5 3-73 1,-3 3 73-16,-4 0 0 0,6-2-55 0,1-1 55 0,0 0 0 15,0 1 0-15,-2 1 0 16,0 2 0-16,1-2 53 0,-1 2-53 0,-1 0 0 0,0-1 54 0,1 1-54 16,0 2 0-16,1-1-15 0,-3 2 15 0,1 0 0 0,1 0-64 0,-2-1 64 0,-1 1 0 0,1 0-55 0,2 0 55 0,-2 1 0 15,1 0-21-15,0-1 21 16,0 1 0-16,-1 0-2 0,0 2 2 0,-1 0 0 0,0 0 0 16,2-2 0-16,0 1 0 0,-1-1 0 15,1-1 0-15,0 0 0 0,0 0 0 0,0 0 0 0,-1-1 0 16,1-1 0-16,2-1 0 0,-1 0 0 0,0-2 0 0,1-1 0 0,2-1 0 0,-1-1 1 15,1-3-1-15,1 0 0 0,0-1 8 0,0-3-8 16,2 0 0-16,0-1 17 0,1-1-17 16,1-2 0-16,-1 6-26 0,0 3 26 0,0 3 0 0</inkml:trace>
  <inkml:trace contextRef="#ctx0" brushRef="#br0" timeOffset="128938.581">8102 13804 1024 0,'0'0'0'0,"0"0"90"0,0 0-90 0,0 0 0 0,0 0-11 0,0 0 11 0,0 0 0 0,0 0 3 15,0 0-3-15,0 0 0 0,0 0 39 0,0 0-39 16,0 0 0-16,0 0 256 0,0 0-256 0,0 0 0 0,6-4-223 16,3-1 223-16,2-3 0 0,-6 9-46 0,-2 2 46 15,-2 3 0-15,3-2-31 16,2 1 31-16,0 2 0 0,-1-1-17 0,1 1 17 0,1 2 0 0,0 0 9 0,0 2-9 16,1 0 0-16,-1 2-1 0,2 0 1 0,0 2 0 0,0 1-42 15,2 0 42-15,0 3 0 0,-1-2-26 0,-1 2 26 0,0 2 0 0,0-2 0 16,2 3 0-16,2 0 0 0,-3 0 0 15,0-1 0-15,-2 2 0 0,1-1 0 0,0-1 0 0,1 0 0 0,-2-1 0 16,-1 0 0-16,-1 0 0 0,1-4 0 0,-2-1 0 16,-1-2 0-16,-2-8 0 0,-2-5 0 0,-2-5 0 0</inkml:trace>
  <inkml:trace contextRef="#ctx0" brushRef="#br0" timeOffset="129875.339">6332 13848 1024 0,'0'0'0'0,"0"0"6"0,0 0-6 0,0 0 0 0,0 0-6 0,0 0 6 0,0 0 0 0,1-7 0 16,1-2 0-16,1-4 0 0,-1 6 0 0,0 0 0 15,0 2 0-15,0-1 0 0,0 0 0 16,0 0 0-16,0-1 50 0,-1-2-50 0,0 0 0 0,-1 0 36 0,-1 0-36 0,-1-2 0 16,1 3-2-16,-1 1 2 0,-1 0 0 0,0-1-40 0,-2 0 40 0,-3-2 0 15,0 3-10-15,0 1 10 0,-1 1 0 0,0 0 1 16,-2 0-1-16,0 2 0 0,-1 0 5 0,0 1-5 16,-2 1 0-16,0 1-33 0,3 1 33 0,-2 1 0 0,1-1-7 15,-1 1 7-15,-3 1 0 0,4 0 0 0,0 1 0 0,2 2 0 16,0-2 0-16,0 2 0 0,2-1 0 0,0 2 6 0,0 2-6 15,2 1 0-15,1-1 49 0,2-1-49 0,1 0 0 0,0 1 21 16,2 2-21-16,2 1 0 0,-1-2-4 0,1 2 4 0,1 0 0 0,1 0-28 16,2 1 28-16,3 1 0 0,-2 0-32 15,2 0 32-15,4 1 0 0,-4-1-12 0,1 1 12 0,2 1 0 0,-2-1 0 16,1 0 0-16,2-1 0 0,-2 0 0 0,1 1 0 0,-1 0 0 16,0 0 0-16,-1 0 0 0,0-1 0 0,-1-1 0 15,1-2 0-15,-3 0 0 0,1 2 0 0,-1-2 0 0,1 0 0 0,-2 0 0 16,-2 0 0-16,-2-1 0 0,0-1 0 0,-1-1 0 15,-1 0 0-15,-1-1 0 0,-1 0 0 0,-1-2 0 16,0 1 0-16,-1 0 0 0,-3 0 0 0,2-1 0 0,0-2 0 0,-3-1 0 0,1 0 0 16,-3-1 0-16,-2-1 0 0,1 1 0 15,3-1 0-15,-1-1 0 0,0 0 0 16,-2-1 0-16,0-1 0 0,1 0 0 0,0-1 0 0,1-1 0 0,1-2 0 16,0 0 0-16,2-2 0 0,1 0 8 0,1-1-8 0,1-2 0 0,1 8-8 15,2 4 8-15,2 4 0 0</inkml:trace>
  <inkml:trace contextRef="#ctx0" brushRef="#br0" timeOffset="130176.949">6586 13655 1024 0,'0'0'0'0,"0"0"0"0,0 0 0 15,0 0 0-15,0 0 0 0,0 0 0 0,0 0 0 0,0 5 0 0,2 3 0 0,-1 1 0 0,0-2 0 16,0 0 0-16,0-1 0 0,0 2 0 16,1 1 0-1,1 2 0-15,-3-11 0 0,2 11 0 0,1 2 0 0,-1 1 0 0,0 1 0 0,0 2 0 0,0 2 0 0,0-3 0 0,0 1 0 0,0 0 0 0,0 2 0 16,0 0 0-16,0 3 0 0,0-2 0 16,-2 0 0-16,1 0 0 0,0-1 0 0,0-1 0 0,0-1 0 0,-1 1 0 15,-1-1 0-15,-1 1 0 0,1-2 0 0,0 0 0 0,0 0 0 16,0-4 0-16,-1 0 0 0,-1-2 0 0,1-2 0 15,-1-2 0-15,-1-1 0 0,1-2 0 0,-1 0 0 0,1-3 0 16,2 2 0-16,1-3 0 0,1 0 0 0</inkml:trace>
  <inkml:trace contextRef="#ctx0" brushRef="#br0" timeOffset="130739.928">6451 13943 1024 0,'0'0'0'15,"0"0"0"-15,0 0 0 0,0 0 0 0,0 0 0 0,0 0 0 0,0 0 0 0,0-2 0 0,2 0 0 0,-1-1 0 0,3 0 39 16,2-1-39-16,2-1 0 0,0 0 39 0,1 0-39 0,3-1 0 0,-2 0 40 16,-1 0-40-16,1-1 0 0,2 0-4 15,1 1 4-15,2 0 0 0,1 0 2 16,-1 0-2-16,4-1 0 0,-2 2-10 0,-2-2 10 0,1 0 0 0,-1 1 39 16,0 1-39-16,-2 0 0 0,-1 3 11 0,0-1-11 0,-1 2 0 0,-2 0-10 15,1 1 10-15,-3 1 0 0,0 0-66 0,-1 0 66 0,0 1 0 0,-1-1-80 16,-1-1 80-16,-1 1 0 0,1 2 0 0,-2 0 0 0,1 1 0 0,-1 0 0 15,-1 1 0-15,-1 2 0 0,0-2 15 16,-1 2-15-16,-1-1 0 16,1 1 21-16,2 2-21 0,-1 1 0 0,0-2-1 0,-2 2 1 0,1 0 0 0,0 0-9 15,-1 0 9-15,-1 2 0 0,2-2-16 0,1 0 16 0,1 1 0 0,-1-1-6 16,0 0 6-16,0-2 0 16,0 1 1-16,2 0-1 0,-1-1 0 0,1 0 8 0,1-3-8 0,1 1 0 0,0-1 7 0,0-1-7 0,1-1 0 15,0 0 5 1,1 0-5-16,1-2 0 0,0 0 14 0,-1-1-14 0,0-1 0 0,0-2 21 0,1-1-21 0,2-2 0 15,-2 1 22-15,0-1-22 0,0-2 0 0,1 1 28 0,-1-1-28 16,0-2 0-16,-1 3-2 0,1-2 2 16,-2 0 0-16,-1 0-12 0,-1 1 12 0,-1 0 0 0,1 0-27 0,0 2 27 15,0 1 0-15,-1-2-29 16,-1 1 29-16,-1-1 0 0,1 2-15 0,0 1 15 16,1 1 0-16,-1 0 10 0,-2-1-10 0,1 2 0 0,0-1 23 0,2 1-23 0,-1 0 0 0,0 1 13 15,-2 1-13-15,1 1 0 0,0 0 5 0,-2 0-5 0,1 0 0 0,-1 3-7 31,4 0 7-31,-2 1 0 0,0 0-11 0,0 2 11 0,0 0 0 0,0 0-25 16,-3 2 25-16,2 0 0 0,0 0-19 0,2 0 19 16,-1 2 0-16,0-2-14 0,0-1 14 0,0 0 0 0,0-1 8 15,0 1-8-15,0-1 0 0,0 0 5 0,0-1-5 0,0 0 0 0,1-2 18 16,2 0-18-16,0-3 0 0,-1 1 26 16,0-2-26-16,0-2 0 0,-1 2-57 0,-1 0 57 0,-1 0 0 0</inkml:trace>
  <inkml:trace contextRef="#ctx0" brushRef="#br0" timeOffset="132109.854">7177 13627 1024 0,'0'0'0'0,"0"0"0"0,0 0 0 0,0 0 0 0,0 0 44 16,0 0-44-16,0 0 0 0,0 0 71 0,0 0-71 0,0 0 0 0,1 8 59 15,1 5-59-15,1 4 0 0,-1-9 21 0,-2-3-21 16,1-3 0-16,1 4-35 0,-1 2 35 0,0 0 0 0,0 2-59 15,0 0 59-15,0 2 0 0,0 1-49 0,0 0 49 0,0 2 0 0,0-1-24 16,-2 1 24-16,1 0 0 0,0 0-5 16,0 1 5-16,0 0 0 0,0 0 16 0,-2 0-16 0,1 0 0 0,1-3 7 0,-2 0-7 0,0-1 0 0,1 0-1 15,1 0 1-15,1-1 0 0,-1-1-10 16,0 0 10-16,0-2 0 0,0-1-17 0,0 0 17 0,0-2 0 0,0 0-11 16,0-1 11-16,0 0 0 0,0-1-3 15,0-2 3-15,0 1 0 0,0-1 14 0,0-1-14 0,0-1 0 0,0-2 23 16,2-1-23-16,-1-2 0 0,0 2 9 0,0-1-9 0,0-1 0 15,0 0 3-15,0 1-3 0,0 0 0 0,0 0 7 16,-1-1-7-16,0 1 0 0,1-1 13 16,-2 0-13-16,1-1 0 0,-2 2 0 0,0 1 0 0,-1 1 0 0,1-2-3 0,-2 0 3 0,0-1 0 15,0 1-8-15,-1 3 8 16,-1-1 0-16,1 1-11 0,-2 0 11 0,-1 0 0 0,1 2-27 16,0 1 27-16,-4 1 0 0,3-1-14 0,0 2 14 0,0 0 0 0,-1 0-3 15,3 2 3-15,-1 2 0 0,0-1 0 0,-2-1 0 0,-1 3 0 0,3 0-7 16,1 1 7-16,0 2 0 0,1-1 0 0,1-1 0 0,1 1 0 15,0 0 0-15,1 0 0 0,1 1 0 0,1 0 0 16,2-1 0-16,2 1 0 0,0-1 0 0,0 0 0 0,4-2 0 0,0 1 0 16,1 0 0-16,5-1 0 0,-3-2 0 0,1-1 0 0,3 0 0 15,-1-3 0-15,2 1 0 16,0-2 0-16,-1 0 0 0,1-2 0 0,1 1 0 0,-1-2 7 0,2-3-7 0,2 0 0 16,-4-2 14-16,0 0-14 0,-2-2 0 0,1 0 14 0,-2 1-14 15,-1-3 0-15,1 1 6 16,-1 0-6-16,-1-2 0 0,-2 1-3 15,-2 0 3-15,-1-2 0 0,0 2-19 0,-1 1 19 0,-3 0 0 0,0 0-19 0,-1 0 19 16,-1 1 0-16,0 0 0 0,-1 0 0 0,-1-1 0 0,-1 3 0 0,-2 1 0 0,0 0 0 0,1 0 0 16,-1 1 0-16,-2 0 0 15,1 1 2-15,1 1-2 0,0 1 0 0,0 0 6 16,-1 1-6-16,-1 1 0 0,0 1 4 0,0 1-4 0,-1 1 0 0,2 0 1 16,0 1-1-16,1 1 0 0,0 1-6 0,1 1 6 0,1 3 0 0,-1-3-6 0,2 2 6 15,-1 0 0-15,2 1-1 16,1 1 1-16,1 2 0 0,1-1 0 0,1 1 0 0,1 0 0 0,0-1 0 0,1 0 0 0,1 0 0 0,1-1 0 31,0 1 0-31,1-1 0 0,0-2 0 0,2-2 0 0,1-1 0 0,-2-1 0 0,3-1 0 0,-1 0 0 0,1-2 8 16,-3-2-8-16,1-2 0 0,1-1 22 15,-1-1-22-15,0-2 0 0,1 0 25 16,-3-3-25-16,1-1 0 0,0 0-9 0,0-1 9 0,-1-3 0 0,-1 3-13 0,-1-1 13 0,0 0 0 16,-1 1-11-1,-1 1 11-15,-1 0 0 0,-1 1-9 0,-1 2 9 0,-1 0 0 0,1 1-11 16,-2 2 11-16,1-1 0 0,0 1-2 15,-2 1 2-15,1 1 0 0,0 0 2 0,0 0-2 0,0 2 0 0,0 0 7 16,-1 3-7-16,-1 1 0 0,1-2 3 0,0 1-3 16,-1 1 0-16,1 1-7 0,2 1 7 0,-1 2 0 0,0-1-5 15,-1 0 5-15,-1 1 0 0,1-1 0 0,2 1 0 0,-1 2 0 16,0-1 0-16,0-1 0 0,0 0 0 0,0 0 0 16,2-2 0-16,-1-1 0 0,0 2 0 0,0-1 0 0,0 1 0 0,0-2 0 15,2-1 0-15,-1-1 0 0,0 1 0 0,-2-1 0 0,1 0 0 0,0-2 8 16,0-1-8-16,0-1 0 0,0-2 11 15,2 0-11-15,-1-1 0 0,0-1 1 0,1-2-1 0,1-3 0 0,-1 0-7 16,2 1 7-16,0-4 0 0,-1 3-11 0,0-1 11 16,0 1 0-16,0 0-2 0,1-1 2 0,1 1 0 0,-1 0 8 15,1-1-8-15,-1 0 0 0,0 2 23 0,0 2-23 0,0 1 0 0,0-1 18 16,0 2-18-16,1 1 0 0,-2 0 1 0,2 1-1 0,0 1 0 0,-1 0-19 16,2 2 19-16,1 2 0 0,-1 0-17 15,-2 1 17-15,1 1 0 0,0 1-9 0,-2 3 9 16,1 1 0-16,1-1-5 0,-1 2 5 0,0 0 0 0,0 1 0 15,-2 2 0-15,1 1 0 0,-1-2 0 0,-1 1 0 16,-1 0 0-16,1 0 0 0,0 2 0 0,0 1 0 0,-1-2 0 0,-1-1 0 0,-1-1 0 16,1-1 0-16,-1 1 0 0,-1-1 0 0,1-2 0 15,2-1 0-15,-1-3 0 0,0 0 0 0,0-1 0 0,0-3 0 0,0 0 0 16,2-1 0-16,-1-1 0 0,0-3 13 16,0-1-13-16,0-2 0 0,1-1 11 0,1-2-11 0,1-1 0 0,-1-2 13 15,0-3-13-15,0-2 0 0,-1 13-37 16,-1 5 37-16,-1 5 0 0,3-22 0 0,1-8 0 0,2-9 0 15,-2 8 0-15,1-1 0 0,1-2 0 0,-1 2 0 16,0 1 0-16,0 0 0 0,0 4 0 0,0 3 0 0,-1 3 0 16,1-1 30-16,-2 3-30 0,1 1 0 0,-1 1-30 0,-1 2 30 15,-1 1 0-15,1 0 0 0,0 1 0 0,0 2 0 0,0 1 0 16,-2 1 0-16,1 1 0 0,0 1 55 0,2 0-55 0,-1 2 0 0,0 2 34 16,0 1-34-16,0 2 0 0,0 0 3 15,0 1-3-15,0 2 0 0,1 1-42 0,0 1 42 0,1 3 0 0,-1 0-36 16,0 1 36-16,0 2 0 0,0 1-14 15,0 2 14-15,0 2 0 0,0-1 0 0,-2 2 0 0,1 0 0 0,0 0 0 0,1 1 0 0,1 2 0 16,-1-2 0 0,-2 0 0-16,2 0 0 0,-1-1 0 0,0 0 0 0,0-1 0 0,0-1 0 0,-2-2 0 15,1-1 0-15,0-4 0 0,-1-1 0 0,1-2 0 0,0-1 0 16,-1-2 0-16,-2-2 0 0,2-2 0 0,2-3 0 0,-1-3 0 0</inkml:trace>
  <inkml:trace contextRef="#ctx0" brushRef="#br0" timeOffset="132274.076">7709 14025 1024 0,'0'0'0'0,"0"0"0"0,0 0 0 0,0 0 0 0,0 0 0 0,0 0 0 0,0 0 0 0,0 0 8 16,0 0-8-1,0 0 0-15,0 0 12 0,0 0-12 0,0 0 0 0,1 0 15 0,2 0-15 0,0 0 0 16,3-1 16-16,2 0-16 0,2 0 0 0,0 0 8 0,1 1-8 16,4 1 0-16,-3-2 13 0,-12 1-13 0,12-3 0 0,4 0 0 0,-2-1-8 15,2 1 8-15,1-3 0 0,-1 1-16 16,-2-1 16-16,1-2 0 0,-10 6-48 0,-5 2 48 0,-5 2 0 0</inkml:trace>
  <inkml:trace contextRef="#ctx0" brushRef="#br0" timeOffset="132608.655">8119 13529 1024 0,'0'0'0'0,"0"0"0"0,0 0 0 0,0 0 0 0,0 0 27 0,0 0-27 0,0 0 0 0,0 0 92 0,0 0-92 0,0 0 0 0,-4 7 49 0,-5 3-49 0,0 4 0 16,4-7-42-1,1-2 42-15,1-1 0 0,-3 2-61 0,-1 2 61 16,-1 0 0-16,1 2-53 0,-2 0 53 0,0 2 0 0,1 1-9 16,-1 1 9-16,-2 3 0 0,2-1 8 0,0 1-8 0,-1 1 0 0,2-1 9 15,-2 2-9-15,-1 1 0 0,3 1-1 0,1 2 1 0,1 3 0 16,0-3-13-16,0 1 13 0,2 1 0 0,0-1-6 15,1 1 6-15,1-1 0 0,0 2 0 0,1 2 0 0,1 0 0 0,2-1 0 16,2 1 0-16,2 2 0 0,1 0 0 16,2 0 0-16,3 2 0 0,-3-4 0 0,2-2 0 0,0-1 0 15,5 0 0-15,2 2 0 0,4 0 0 0,-3-6 0 16,0-1 0-16,3-4 0 0,-2-2 0 0,1-3 0 0,1-2 0 0,-15-5 0 16,-7-4 0-16,-7-4 0 0</inkml:trace>
  <inkml:trace contextRef="#ctx0" brushRef="#br0" timeOffset="132976.277">8426 13566 1024 0,'0'0'0'0,"0"0"0"0,0 0 0 0,0 0 0 0,4 2 0 0,2-1 0 0,2 2 0 15,-1-1 37-15,-3-1-37 0,1 0 0 0,1 0 88 16,1 2-88-16,3-1 0 0,0 2 31 16,2 1-31-16,3 2 0 0,-4 0-52 0,3 3 52 0,-1 1 0 0,-1 2-52 15,0 2 52-15,-2 2 0 0,1 1-48 0,2 1 48 0,0 3 0 0,0 0-4 16,-2 1 4-16,0 2 0 0,0 0 0 16,-2 2 0-16,-1 3 0 0,0-2 0 0,-2-1 0 0,-1 0 0 0,1 1 0 15,-2 2 0-15,1 0 0 0,-1 0 0 0,-2-2 0 0,-1 0 0 0,-1 0 0 16,-1 1 0-16,-1-1 0 0,-2 0 0 0,0 0 0 15,-2-2 0-15,1 1 0 0,0-2 0 0,-3 0 0 16,0-3 0-16,0 0 0 0,-1-1 0 0,0-1 0 0,1-2 0 0,0-2 0 0,0-1 0 16,-2-1 0-16,-1-2 0 0,3-3 0 0,0-1 0 15,2-3 0-15,1 0 0 0,1 0 0 0,1-2 0 0,1-1 0 16,2-2 0-16,2-2 0 0</inkml:trace>
  <inkml:trace contextRef="#ctx0" brushRef="#br0" timeOffset="133776.302">9093 14107 1024 0,'0'0'0'0,"0"0"0"0,0 0 0 0,0 0 0 0,0 0 0 0,0 0 0 0,0 0 0 0,0 0 3 16,0 0-3-16,0 0 0 0,3 2 9 16,3 3-9-16,1 0 0 0,-3-4 10 0,2-1-10 0,0-1 0 15,2 0 9-15,0 1-9 0,1-2 0 0,2 1-15 0,-1 0 15 0,3-1 0 0,0 1-9 16,1 1 9-16,4-2 0 0,-2 2-5 16,2-1 5-16,2 0 0 0,-2 0 7 0,1 0-7 0,2-1 0 0,-2 1 27 15,2 0-27-15,-1 0 0 16,2 1 39-16,1-2-39 0,2 1 0 0,-3 0 5 0,0 1-5 0,0 1 0 0,1-2-5 15,-3 0 5-15,2-1 0 0,-2 1-45 16,-1 0 45-16,0 0 0 0,-2 1-18 0,0-1 18 0,-2-1 0 0,0 2 3 0,-3-1-3 0,-1-1 0 16,-1 1 26-1,-1 0-26-15,0 0 0 0,-1 0 58 0,0 0-58 0,-2 0 0 0,0-1 43 0,-1-2-43 16,-3 0 0-16,0 1-5 0,-1 0 5 0,-1 0 0 0,-1 0-43 0,-1 0 43 16,-1 0 0-16,0-1-31 0,0-2 31 0,-1-1 0 0,0 1-3 15,-1 1 3 1,-1-3 0-16,1 2 38 0,-2 0-38 0,-1 0 0 0,1 0 53 15,2-1-53-15,-1 0 0 0,-1 1 36 0,1-1-36 0,0-2 0 0,0 2-17 16,-1 0 17-16,1-1 0 0,0 2-50 0,2-1 50 0,-1 2 0 0,0-1-44 0,-1-1 44 0,1 0 0 16,0 2 10-16,0 1-10 0,0 1 0 15,0 0 60-15,-2-2-60 16,-1 0 0-16,2 1 26 0,1 1-26 0,1 0 0 0,0 1-1 0,-3 0 1 0,1 1 0 0,1-1 11 0,1 1-11 16,1 1 0-16,-1-1 45 0,2 0-45 15,-2-1 0-15,1 2 56 16,2 1-56-16,-1 2 0 0,0-3 15 0,2 0-15 0,-1 0 0 0,2 0-1 15,1 0 1-15,1 0 0 0,-1 0-50 16,1 1 50-16,2 1 0 0,0-1-94 0,3 1 94 0,1 0 0 0,1 1-77 16,0 0 77-16,1 1 0 0,1-2 12 0,1 2-12 15,4 0 0-15,-4 0 101 0,2 1-101 0,0 1 0 0,-1-1 95 16,1 1-95-16,1 0 0 0,-1-1 11 0,-2 0-11 0,2 0 0 16,-1 1-117-16,-1-1 117 0,0 3 0 0,0-2-110 0,-1 1 110 15,-2 2 0-15,1-1-54 0,-2 0 54 0,0 1 0 0,0 0-8 16,-3 0 8-16,-2 2 0 0,0-2 2 0,-1 2-2 0,-1 0 0 15,-1 1-8-15,-2-3 8 0,-2 2 0 0,2-1 0 16,-1 1 0-16,-1 0 0 0,0-1 0 0,-2 2 0 0,-4 0 0 0,2-1 0 16,-2 1 0-16,-2 0 0 0,1 0 0 0,0 1 0 15,-3 0 0-15,2-1 0 0,2 0 0 0,-2-1 0 0,2 0 0 16,-2-1 0-16,-1 0 0 0,2-1 0 0,1 0 0 0,1-1 0 0,0-1 0 16,2 1 0-16,1-1 0 0,0-2 0 15,1-1 0-15,1-1 0 0,0-1 0 0,3-3 0 0,3 0 0 0</inkml:trace>
  <inkml:trace contextRef="#ctx0" brushRef="#br0" timeOffset="135202.476">13560 13666 1024 0,'0'0'0'0,"0"0"0"0,0 0 0 0,0 0 0 0,0 0 256 0,0 0-256 0,0 0 0 16,0 0 256-16,0 0-256 0,0 0 0 16,0 0 256-16,0 0-256 0,0 0 0 0,0 0 256 0,0 0-256 0,0 0 0 15,0 0 256-15,0 0-256 0,0 0 0 0,0 0 256 16,0 0-256-16,0 0 0 0,-6 6-144 15,-4 2 144-15,-5 3 0 0,9-5-149 0,2-2 149 0,2-1 0 0,-3 2 256 0,-1 1-256 0,-2 2 0 16,2-1 256-16,-1 2-256 0,-2 0 0 0,0 0 256 16,0 2-256-16,-2 0 0 0,1 1 256 0,0 1-256 0,-1 1 0 0,0-1 256 15,1 2-256 1,0 1 0-16,-1-2 22 0,1 1-22 0,0 0 0 0,0 1-256 16,-1 1 256-16,0 1 0 0,-1-2-136 0,3 0 136 0,-1-1 0 0,-1 0 142 15,2 0-142-15,0-1 0 0,-1-1 130 0,2-2-130 0,0 0 0 0,0-2-104 16,0 0 104-16,2-2 0 0,0-1-256 0,1-2 256 0,1-2 0 0,-1 1-256 0,1-2 256 15,0 0 0-15,1-3-256 0,1-2 256 0,1 0 0 0,0 3-1553 16,1 1 1553-16,1 1 0 16</inkml:trace>
  <inkml:trace contextRef="#ctx0" brushRef="#br0" timeOffset="135441.027">13234 13726 1280 0,'0'0'0'0,"0"0"256"0,0 0-256 16,0 0 0-16,0 0 256 0,0 0-256 0,0 0 0 0,4 3 256 0,4 1-256 0,2 2 0 15,-4-3 256-15,0 2-256 0,-2 0 0 0,2 1 256 16,0 1-256-16,4 1 0 0,-10-8 0 0,8 10 256 0,1 0-256 0,2 2 0 0,-2 0-256 16,1 1 256-16,3 3 0 0,-2-1 140 15,-2 0-140-15,2 2 0 0,-1 1 256 0,0 0-256 0,1 3 0 0,-1-3 256 16,1 0-256-16,2 0 0 0,-2 0 256 0,-1 1-256 0,0 1 0 0,0-2-256 15,2-2 256-15,1 0 0 0,-2-2-256 0,0-3 256 16,-1-1 0-16,-6-6-1932 0,-5-4 1932 0,-2-4 0 0</inkml:trace>
  <inkml:trace contextRef="#ctx0" brushRef="#br0" timeOffset="136209.058">11273 13882 1024 0,'0'0'0'0,"0"0"0"16,0 0 0-16,0 0 0 0,0 0 177 0,0 0-177 0,0 0 0 0,0 0 200 0,0 0-200 0,0 0 0 0,0 0 169 16,0 0-169-16,0 0 0 0,2 1 88 15,2 0-88-15,3 2 0 0,-3-6-83 0,1-2 83 0,1-2 0 16,0 0-240-16,2-1 240 0,0-2 0 16,-1 1-241-16,0 0 241 0,0-2 0 0,0 1-70 0,-2 0 70 0,-1-1 0 0,0 0 100 15,-1 1-100-15,-1-1 0 0,-1 2 256 0,-1-3-256 0,-1 1 0 0,-1 2 256 16,-2 1-256-16,-2 0 0 0,0 1 256 0,-3-1-256 15,-1 1 0-15,0 1-101 0,-1 1 101 0,-2 0 0 16,0 2-256-16,-3 1 256 0,-2 1 0 0,3 0-256 0,-2 1 256 0,-2 1 0 0,1 2-82 16,2-1 82-16,0 3 0 0,0-1 91 15,1 1-91-15,0 1 0 0,0 0 173 16,1 2-173-16,1 0 0 0,2 0 106 0,3 1-106 0,-1 0 0 0,2 0-32 0,1 2 32 16,1 0 0-16,3 0-119 0,2 1 119 0,2 0 0 0,0 0-141 15,2 0 141-15,2 2 0 0,0-1-61 0,3 1 61 0,1 0 0 0,1 0-41 16,2 1 41-1,3 0 0-15,-2-1-5 0,0 1 5 0,2 1 0 0,-2-1-9 16,0-1 9-16,-1 0 0 0,1 0-38 0,-2 0 38 0,-1 0 0 0,1-1-49 0,-1 1 49 0,-2 0 0 16,1-1-48-16,-3 0 48 0,-2-1 0 0,0 0 0 15,-2-1 0-15,-2 0 0 0,0 0 0 0,-1 0 0 0,-1-1 0 0,-1 0 0 16,-2 0 0-16,-2-2 0 0,0 0 0 0,-3-1 0 16,-1 0 0-16,1-1 0 15,-2-2 0-15,-1-1 0 0,1 1 0 16,-2-1 0-16,-1 0 0 0,1-1 0 0,0-1 0 0,-1-1 0 0,0-1 0 0,1-1 0 0,-1-2 0 0,2 1 12 0,0-1-12 0,2-1 0 15,0-2 60 1,-1-1-60-16,3-2 0 0,0-1 76 0,2 0-76 0,2-2 0 0,0-2 108 16,3-1-108-16,1-4 0 0,3 0 129 0,0-2-129 0,2-2 0 0,-3 17-385 15,-2 7 385 1,-2 7 0-16</inkml:trace>
  <inkml:trace contextRef="#ctx0" brushRef="#br0" timeOffset="136531.027">11477 13547 1024 0,'0'0'0'0,"0"0"256"0,0 0-256 15,0 0 0-15,0 0 256 0,0 0-256 0,0 0 0 0,0 0 256 16,0 0-256-16,0 0 0 0,0 0 148 0,0 0-148 0,0 0 0 0,1 4-43 16,1 4 43-16,1 2 0 0,-1-3-165 15,0-1 165-15,0 0 0 0,0 3-179 0,1 1 179 0,3 2 0 0,-4 1-113 16,0 2 113-16,-1 2 0 0,1-2 18 0,1 2-18 0,2 1 0 0,-3 1 9 15,0 2-9-15,-1 2 0 0,0-1-10 0,1 1 10 16,1 2 0-16,-1-2-186 0,1 1 186 0,-1 1 0 0,0-1-159 16,0 1 159-16,0-1 0 0,0 0-88 0,-2 0 88 15,1 0 0-15,0-1 0 0,0-1 0 0,0 0 0 0,0-1 0 16,-2 0 0-16,1 0 0 0,0-3 0 0,-2-3 0 0,1-1 0 16,0-1 0-16,0-1 0 0,0-2 0 0,0-2 0 0,0-2 0 15,0-1 0-15,0-3 0 0,2-1 0 0,-1-1 0 0,0 0 0 16,0 0 0-16,0 0 0 0</inkml:trace>
  <inkml:trace contextRef="#ctx0" brushRef="#br0" timeOffset="136709.812">11406 14061 1024 0,'0'0'0'16,"0"0"0"-16,0 0 0 0,0 0 0 0,0 0 105 0,0 0-105 0,0 0 0 0,0 0 35 0,0 0-35 16,0 0 0-16,0 0 56 0,0 0-56 0,0 0 0 0,0 0 74 15,0 0-74-15,0 0 0 0,4 1 37 0,1-1-37 0,2 2 0 0,0-4-24 16,4-1 24-16,0-1 0 0,0 1-65 15,2 0 65-15,1 0 0 0,0-1-76 0,-1 0 76 0,4-1 0 16,-3 1-73-16,2-2 73 0,1 1 0 0,0-2 33 0,-3-2-33 0,2-1 0 0,-1 2 159 16,-1-1-159-16,0 0 0 0,-9 7-261 15,-5 2 261-15,-5 2 0 0</inkml:trace>
  <inkml:trace contextRef="#ctx0" brushRef="#br0" timeOffset="137107.919">11719 13882 1024 0,'0'0'0'0,"-2"3"86"15,-2 2-86-15,0 2 0 0,1-3 144 0,2 0-144 0,-1 1 0 0,0 0 174 0,0-1-174 16,0-1 0-16,0 2 27 16,2 0-27-16,-1 2 0 0,1-7 0 0,0 5-53 0,-2 1 53 0,2-6 0 0,-2 7 0 0,0 0-135 0,2-7 135 0,0 8 0 0,-1 2 0 0,1-10 0 0,0 9-107 15,1 0 107-15,1 2 0 0,0-1-62 0,1 2 62 0,1 1 0 0,-1-2-50 0,0 1 50 16,0 2 0-16,1-2-24 0,3 1 24 0,2 0 0 0,-2-1 0 16,-2-2 0-16,2-1 0 15,-1 0 0-15,1-1 0 0,1-2 0 0,-1 1 9 0,1-2-9 0,-1-1 0 0,0 0 23 0,0-1-23 0,1-1 0 16,-1-1 38-16,0-1-38 0,0-1 0 0,1-1 46 15,-3-1-46-15,1-1 0 0,0 0 8 0,-1-1-8 16,1-2 0-16,-1 1 35 0,-1 0-35 0,-1-1 0 0,1 1 24 16,-2-1-24-16,1-2 0 0,0 2 49 0,0-1-49 15,1 1 0-15,-1 0 39 0,-2 0-39 0,1 2 0 0,0-1 39 0,-2 1-39 16,1 0 0-16,-1 1 39 0,2 0-39 0,0-1 0 0,0 2 2 16,-2 1-2-16,1 1 0 0,0 0-70 0,-2-1 70 0,1 2 0 0,0 0-95 15,0 1 95-15,0 1 0 0,0 1-127 16,2 1 127-16,-1 1 0 0,0 1-59 15,0 1 59-15,0 3 0 0,0-1 0 0,1 1 0 0,1 3 0 0,0-3 0 0,-1 2 0 0,0 0 0 16,0-1 0-16,0 1 0 0,0 0 0 0,0-2 0 16,-2-2 0-1,1-1 0-15,0 0 0 0,1 1 0 0,1-1 0 0,-1-4 34 0,0-2-34 0,0-2 0 0,-1 2-34 16,-1-1 34-16,-1-1 0 0</inkml:trace>
  <inkml:trace contextRef="#ctx0" brushRef="#br0" timeOffset="137610.808">12192 13698 1024 0,'0'0'0'0,"0"0"0"0,0 0 0 0,0 0 0 0,0 0 256 0,0 0-256 0,0 0 0 0,0 4 256 0,0 4-256 0,0 2 0 0,1-4 256 15,1-1-256-15,1 0 0 16,-1 2 22-16,-2 2-22 0,1 3 0 0,0 0-157 15,1 0 157-15,2 2 0 0,-2 0-256 0,0 0 256 0,0 2 0 0,0 1-196 0,-2 1 196 0,1 1 0 0,0-1-70 16,1 1 70-16,1 1 0 0,-1-1-15 0,-2 1 15 0,1 1 0 0,0-2-40 16,0-1 40-16,0-2 0 0,0 1-34 15,0-1 34 1,0-1 0-16,0 0-22 0,0-2 22 0,0 0 0 0,0-2 0 16,-2 0 0-16,1-2 0 0,0-1 0 0,2-2 0 0,0-1 0 0,-1 1 0 15,-2 0 0-15,1-1 0 0,0-3 38 16,2-2-38-16,-1-2 0 0,0 1 67 0,-2-2-67 0,1 0 0 0,0-1 59 15,-2-3-59-15,1-1 0 0,-1 2 55 0,0-2-55 0,-1 0 0 16,1 0-18-16,-1-2 18 0,-1 0 0 0,0 0-24 16,-1 1 24-16,-1-1 0 0,0 1-20 0,1 1 20 0,0 0 0 0,-1 1 8 15,-1-2-8-15,-2-1 0 0,2 4 30 0,0 1-30 16,0 1 0-16,-1-1 13 0,0 1-13 0,-2 0 0 0,1 2-15 16,2 1 15-16,0 1 0 0,0 0-28 0,1 0 28 0,0 0 0 15,0 1-54-15,0 1 54 0,0 1 0 0,0 1-38 0,1 1 38 16,0 2 0-16,1 0-69 0,1 2 69 15,1 1 0-15,0-2-4 0,1 1 4 0,1-1 0 0,1 2 0 0,2 1 0 0,2 3 0 16,-1-3 0-16,2 0 0 0,0 1 0 0,1-1 0 16,0-1 0-16,4 1 0 0,-2-2 0 0,1-1 0 0,2 0 0 0,-1-2 0 15,1-2 0-15,3-2 0 0,-3 0 8 16,1 0-8-16,0-2 0 0,0-2 53 0,1-3-53 0,2-1 0 0,-10 4-61 16,-6 2 61-16,-6 2 0 0</inkml:trace>
  <inkml:trace contextRef="#ctx0" brushRef="#br0" timeOffset="137804.05">12368 13938 1024 0,'0'0'0'0,"0"0"0"0,0 0 0 0,0 0 0 0,-2 6 256 0,0 2-256 0,-2 3 0 0,4-5 61 16,3 0-61-16,-1-2 0 0,-1 3-78 16,1 1 78-16,1 2 0 0,-3-10 0 0,2 10-134 0,-2 0 134 0,1 2 0 0,0 0-105 0,0 2 105 0,0 1 0 15,0 1 0-15,0 0 0 0,0 2 0 0,0-1 0 16,-2 0 0-16,1 0 0 0,0-2 0 0,0-1 0 0,0-2 0 0,-1-1 0 15,-1 0 0-15,-1-2 0 0,1-2 0 16,2-2 0-16,-1-1 0 0,0-1 0 0,2-3 0 16,-1-3 0-16</inkml:trace>
  <inkml:trace contextRef="#ctx0" brushRef="#br0" timeOffset="137962.845">12323 13818 1024 0,'0'0'0'0,"0"0"0"0,0 0 0 0,0 0 0 0,0 0 256 0,0 0-256 0,0 0 0 0,4-3 126 0,3-1-126 0,1-2 0 0,-3 3-171 15,-1 1 171-15,-1 1 0 0,-1 0-211 0,-2 1 211 0,-2 1 0 0</inkml:trace>
  <inkml:trace contextRef="#ctx0" brushRef="#br0" timeOffset="138595.08">12591 14008 1024 0,'0'0'0'0,"0"0"87"0,0 0-87 0,0 0 0 15,0 0 164-15,0 0-164 0,0 0 0 0,0 0 131 16,0 0-131-16,0 0 0 0,4-1-1 16,4-2 1-16,2 0 0 0,-5 1-92 0,-2-1 92 0,-2-2 0 0,2 2-86 15,-2-1 86-15,1-1 0 0,0 2-65 0,-2-2 65 0,1 0 0 16,0 0-50-16,-2 1 50 0,1 1 0 0,0-1 14 0,-2 0-14 0,1-1 0 0,-1 2 128 0,-1 1-128 0,-1 0 0 15,1 1 146-15,-1 0-146 0,-2 1 0 0,2-1 46 0,-1 1-46 16,-1 1 0-16,2 0-118 16,-2 1 118-16,-1 1 0 15,2 0-109-15,-1 2 109 0,-1 0 0 0,1-1-57 0,-1 3 57 0,1 0 0 0,1 1-40 16,-2 2 40-16,0 1 0 0,1-1-12 16,3 0 12-16,2-1 0 0,-2 1-14 0,2 1 14 0,-1 2 0 0,2-2-33 15,1 0 33-15,1-1 0 0,1-1 22 0,1 1-22 16,2-1 0-16,0-1-16 0,0-1 16 0,3 0 0 0,0-2-32 15,0-2 32-15,2-2 0 0,0 1 256 0,0-2-256 16,2-2 0-16,-1-1 256 0,0-2-256 0,2-2 0 0,-1-3 256 16,1-2-256-16,2-4 0 0,-3 3 256 0,1-3-256 0,-3 0 0 0,2 1 256 15,-2 1-256-15,-1 0 0 0,-1 0-256 0,-3-1 256 16,-2-1 0-16,0 4-256 0,-1 0 256 0,-1 2 0 0,0 0-256 16,-1 2 256-16,-1 0 0 0,0 2 256 0,-1 1-256 0,-1 1 0 0,1 0 256 15,-1 1-256-15,-1 0 0 0,0-1 256 0,-1 2-256 16,-1-1 0-16,0 2 256 0,1 1-256 0,0 1 0 0,0 0 256 15,0 1-256-15,0 0 0 0,0 0-49 0,2 0 49 16,-1 1 0-16,-1 0-256 0,3 1 256 0,-1 2 0 0,0-1-256 16,2 1 256-16,-1 2 0 0,1-1-215 0,1 1 215 0,1 2 0 0,0 0 256 15,1 1-256-15,2 3 0 0,-2-3 256 16,1 2-256-16,1 1 0 0,0-2 256 0,1 2-256 0,2 0 0 0,-2 0 256 16,0 0-256-16,0 0 0 0,0-1-168 0,1-1 168 15,-1 0 0-15,-1 0-256 0,0 1 256 0,-2 0 0 0,1-1-256 16,0 0 256-16,-2 0 0 0,0-2 256 0,-1-1-256 0,-1 0 0 0,-1-2 256 15,-1-1-256-15,-2 0 0 0,1-1 256 0,-1-1-256 16,-2-1 0-16,2-1-70 0,-1-1 70 0,-1-1 0 0,0-3-256 16,1-1 256-16,0-1 0 0,0-1-256 0,-1-1 256 0,-2-2 0 15,3-1-256-15,1-1 256 0,1-3 0 0,0 0-256 16,1-2 256-16,1-2 0 0,0 13-1047 16,1 5 1047-16,1 5 0 0</inkml:trace>
  <inkml:trace contextRef="#ctx0" brushRef="#br0" timeOffset="138944.425">13153 13458 1024 0,'0'0'0'0,"0"0"0"0,0 0 0 0,0 0 0 16,0 0 256-16,0 0-256 0,0 0 0 0,0 0 256 0,0 0-256 0,0 0 0 0,0 0 256 15,0 0-256-15,0 0 0 0,0 0 256 0,0 0-256 0,0 0 0 0,0 0 256 16,0 0-256-16,0 0 0 0,4 3 256 0,5 2-256 0,0 2 0 0,-8-1-256 15,-4-1 256-15,-4 0 0 16,2 1-256-16,-1 1 256 0,-3 2 0 0,3 1-256 0,-1 2 256 0,-2 1 0 0,1-1 256 16,-1 2-256-16,-2 1 0 0,2 1 256 0,-1 2-256 0,-2 2 0 15,3 0 256-15,-2 1-256 16,-2 1 0-16,3 0 256 0,1 1-256 0,0 1 0 0,0 1 256 16,2 2-256-16,-1 0 0 0,1 1-241 0,3 0 241 15,2 2 0-15,1-2 256 0,2 2-256 0,2 0 0 0,1 1 256 0,3 1-256 0,1 0 0 0,0 3 256 16,2 2-256-16,3 1 0 0,0 0 256 0,5 1-256 15,2 1 0-15,-2-5 240 0,2-1-240 0,0-1 0 16,1-4-240-16,1-3 240 0,2-2 0 0,-3-5-256 16,2-2 256-16,1-3 0 0,-16-9-2575 0,-8-5 2575 0,-8-5 0 0</inkml:trace>
  <inkml:trace contextRef="#ctx0" brushRef="#br0" timeOffset="139341.395">13664 13416 1024 0,'0'0'0'0,"0"0"0"0,0 0 0 0,0 0 0 0,4 2 256 0,4 0-256 0,1 1 0 0,-2-1 256 15,1 0-256-15,0 0 0 0,2 3 256 0,0 1-256 0,2 2 0 16,-12-8 0-16,13 9 256 0,0 2-256 0,2 1 0 0,-2 2 256 16,0 3-256-16,1 2 0 0,-1 1 253 0,2 1-253 15,1 1 0-15,-1 2-256 0,-2 3 256 0,0 2 0 0,-1-1-230 0,-1 3 230 0,0 1 0 0,0 0 256 16,-1 0-256-16,1 2 0 0,-4-1 256 16,-2 2-256-16,-2 1 0 0,1-1 256 15,0 3-256-15,-2 0 0 0,-1-1 256 16,-2 1-256-16,-2 0 0 0,-1-1 256 0,-1 1-256 0,-2-2 0 15,0-1-218-15,-4-1 218 0,0 1 0 0,-1-1-256 16,-3-3 256-16,-2 1 0 0,0-1-256 0,0-1 256 0,-3-2 0 0,0-1 256 16,0-3-256-16,-2-2 0 0,15-14-1853 15,7-8 1853-15,7-8 0 0</inkml:trace>
  <inkml:trace contextRef="#ctx0" brushRef="#br0" timeOffset="160534.422">4981 16486 1024 0,'0'0'0'0,"0"0"256"0,0 0-256 16,0 0 0-16,0 0 256 0,0 0-256 0,0 0 0 0,0 0 22 0,0 0-22 0,0 0 0 0,0 0-256 0,0 0 256 15,0 0 0-15,0 0 48 0,0 0-48 0,0 0 0 0,0 0 234 16,0 0-234-16,0 0 0 0,2 5 256 0,1 2-256 0,1 3 0 0,-1-5 256 16,-2 0-256-16,1-2 0 0,0 2 256 0,0-1-256 0,1 3 0 0,-1-1 256 15,1 1-256-15,1 2 0 16,-1 0 256-16,-2 2-256 0,1 1 0 0,0-2 256 0,0 2-256 16,0 0 0-16,-1 0-55 0,-1 2 55 15,-1 1 0-15,1-1-256 0,0 0 256 0,0 3 0 0,0-2-256 16,-2 0 256-16,1 2 0 0,0-1-256 15,0 3 256-15,0 0 0 0,0-2-256 0,2 1 256 0,-1 1 0 0,0-1-256 16,-2 0 256-16,1 2 0 0,0-2-41 0,2 0 41 0,-1 0 0 16,0-1 256-16,2 0-256 0,-1-1 0 0,0 0 256 15,0-1-256-15,0-1 0 0,0-2-85 0,0 0 85 0,0-2 0 0,0 0-256 16,1-2 256-16,1 0 0 0,0-1-256 0,-3-1 256 0,1 0 0 0,0-1-256 16,0-1 256-16,0-1 0 0,0-1-256 15,0-1 256-15,0-1 0 0,0 1-123 0,0 0 123 0,0 1 0 0,0-2 0 16,0-2 0-16,0 0 0 0,0 1 0 0,0 0 0 0,0 0 0 15,1-2 0-15,1-1 0 0,1-1 0 0,-1 0 127 16,1 0-127-16,-1-1 0 0,1-1 256 0,1-2-256 0,1-1 0 0,0 0 256 16,2-2-256-16,0-3 0 0,-1 2 256 15,1-2-256-15,4-2 0 0,-2 1 256 0,0-1-256 0,4-3 0 0,-3 0 48 16,1-1-48-16,-1-2 0 0,0 2-256 0,2 1 256 0,1-1 0 0,0-1-256 16,-3 0 256-16,1-1 0 0,1 2 230 0,-1 1-230 15,1 1 0-15,-1-1 50 0,-1 0-50 0,1 0 0 0,-1 1 237 16,1 1-237-16,0 1 0 0,-2-1 256 0,0 0-256 15,-2 0 0-15,1 3 256 0,-1 0-256 0,1 1 0 0,-2 0 256 0,-1 1-256 16,-1 2 0-16,1-1 256 0,-1 2-256 0,0 0 0 0,0 2 256 16,-2 1-256-16,1 0 0 0,0 1 256 15,-2 1-256-15,1 1 0 0,1-1 256 0,-3 0-256 0,1 2 0 0,0-1 75 16,-2 1-75-16,1 1 0 0,0-1 0 0,-2 0 0 0,1-1 0 0,0 2 0 16,-2 1 0-16,1 1 0 0,0-1 0 0,0 1 0 15,0 1 0-15,0-1 0 0,-2 0 0 0,0 0 0 0,2 0-3071 16,1 0 3071-16,1 0 0 0</inkml:trace>
  <inkml:trace contextRef="#ctx0" brushRef="#br0" timeOffset="160934.467">4861 16875 1024 0,'0'0'0'0,"0"0"0"0,0 0 0 0,0 0 0 0,0 0 0 0,0 0 0 0,0 0 0 0,0 0 0 0,0 0 0 0,0 0 0 16,6 2 0-16,5 3 0 0,3 0 0 15,-6-4 0-15,-2-2 0 0,0-2 0 0,2 2 0 16,2-1 0-16,3-1 0 0,-2 1 0 0,2 0 0 0,4 0 0 16,-3-1 256-16,1-2-256 15,2 0 0-15,-1 1 256 0,-1 1-256 0,1 0 0 0,-1 1 256 0,0-1-256 0,-1-1 0 0,1 1 256 0,-1-1-256 0,2-2 0 0,-3 3 256 16,0 0-256-16,-2 0 0 0,1 1 256 16,0-2-256-16,-1 0 0 0,0 1 256 0,-2 0-256 0,-1 0 0 0,1 1 256 15,-1-1-256-15,0 2 0 0,-1-2 256 0,-1 1-256 0,0 1 0 16,0-1 256-1,-2 0-256-15,1-1 0 0,-1 0 256 0,2 2-256 0,1-2 0 0,-2 1 255 0,-1 0-255 0,0 1 0 0,-2-1-3071 16,-3 2 3071-16,0 2 0 0</inkml:trace>
  <inkml:trace contextRef="#ctx0" brushRef="#br0" timeOffset="161340.633">5926 16691 1024 0,'0'0'0'0,"-3"4"0"0,-1 1 0 0,-2 2 0 0,4-3 256 0,1-1-256 0,1-1 0 0,-1 1 256 0,-1 0-256 0,-1 1 0 0,1-1-256 16,0-1 256-16,0 2 0 16,-1-2-158-16,-2 2 158 15,0 0 0-15,1 0-98 0,0 1 98 0,0 2 0 0,-1-3 256 0,-2 2-256 16,-1 0 0-16,1 1 256 0,0 1-256 0,-4 2 0 0,3-3 256 0,-1 2-256 16,-3 0 0-16,2 1 256 0,2 0-256 15,-1 2 0-15,0-1 256 0,-1 0-256 0,0 2 0 0,-1-2 256 0,3 0-256 0,-1 1 0 0,-1-1 256 0,0-1-256 0,-1 1 0 31,2-2 150-31,2-1-150 0,1 0 0 0,0-2-256 0,-2 0 256 0,-1-2 0 0,3-1-256 16,2-1 256-16,2-1 0 0,-1-2-256 0,1-1 256 0,1-1 0 0,0 0-256 16,1-1 256-16,1-2 0 0,-1 5-918 15,0 1 918-15,0 1 0 16</inkml:trace>
  <inkml:trace contextRef="#ctx0" brushRef="#br0" timeOffset="161547.147">5696 16637 1024 0,'0'0'0'0,"0"0"0"0,0 0 0 0,0 0 0 0,0 0 256 0,0 0-256 0,0 0 0 0,0 0 256 16,0 0-256-16,0 0 0 0,0 0 256 0,0 0-256 16,0 0 0-16,0 0 256 0,0 0-256 0,0 0 0 0,4 5 256 15,3 3-256-15,2 2 0 0,-3-4 256 16,-1 1-256-16,-1-1 0 0,1 2 256 0,2 1-256 16,-7-9 0-16,7 11 0 0,-1 0 256 0,1 2-256 0,2 1 0 0,-2 0 256 0,-2 2-256 0,1 1 0 0,0-1 256 15,2 1-256-15,1 1 0 0,-1-1 256 0,-2 1-256 16,2 1 0-16,-1-1 255 0,-2-1-255 0,1 1 0 0,0-1 0 15,1-1 0-15,-1-1 0 0,0-2 0 0,0 0 0 0,0-1 0 0,-4-8-3071 16,-2-4 3071-16,-2-4 0 0</inkml:trace>
  <inkml:trace contextRef="#ctx0" brushRef="#br0" timeOffset="163365.957">8964 16576 1024 0,'0'0'0'0,"0"0"0"0,0 0 0 0,0 0 0 0,0 0 0 0,0 0 0 15,0 0 0-15,0 0 256 0,0 0-256 0,0 0 0 0,-4 5 256 16,-4 3-256-16,-2 2 0 0,5-3-70 0,1 0 70 16,1 1 0-16,-2 1 208 0,-1 2-208 0,-2 0 0 15,2 2 256-15,-1 0-256 0,-2 2 0 0,0 1 256 0,1 2-256 0,-3 2 0 0,2-2 256 16,-1 1-256-16,1 1 0 0,0-1 256 0,-2 0-256 0,0 0 0 0,1-1 256 15,0 1-256-15,1 1 0 0,-1-2 256 16,1 0-256-16,0 0 0 0,1-3 256 0,-3-1-256 0,1-2 0 0,2-1-256 16,2-2 256-16,2-1 0 0,-3-1-256 0,2 0 256 0,0-2 0 0,1-2-151 15,1-1 151-15,1-1 0 0,-1-2-127 0,-1-2 127 16,1-3 0-16,2 5-1652 0,1 1 1652 0,1 1 0 0</inkml:trace>
  <inkml:trace contextRef="#ctx0" brushRef="#br0" timeOffset="163604.143">8694 16558 1024 0,'0'0'0'0,"0"0"0"0,0 0 0 0,0 0 0 0,0 0 256 0,0 0-256 0,0 0 0 16,0 0 256-16,0 0-256 0,0 0 0 0,0 0 256 0,0 0-256 0,0 0 0 0,6 0 256 16,2 1-256-16,3 1 0 0,-5 1 256 15,0 1-256-15,-2 1 0 0,0 1 256 16,2 1-256-16,1 2 0 0,-7-9 0 0,7 9-256 0,0 0 256 0,1 2 0 15,-1 0-69-15,-2 2 69 0,2 1 0 0,-1 0-114 0,0 2 114 16,0 1 0-16,0 1 256 0,2 1-256 0,0 1 0 0,-1 0 256 0,0 1-256 0,1 1 0 0,-1-2 54 16,0 2-54-16,0 0 0 0,1-2-256 15,-3 0 256-15,1-1 0 0,0 0-256 0,1-2 256 0,2 1 0 0,-2-4-256 0,-2-1 256 16,1-2 0-16,-4-6-895 0,-2-5 895 0,-2-5 0 0</inkml:trace>
  <inkml:trace contextRef="#ctx0" brushRef="#br0" timeOffset="164208.819">9062 16358 1024 0,'0'0'0'0,"2"3"0"0,3 1 0 0,1 2 0 0,-1-2 0 0,1 0 0 0,1 1 0 15,0 0 256-15,0 1-256 0,2 2 0 0,-2 1 256 0,2 1-256 0,0 2 0 16,0 1 256-16,2 2-256 0,0 1 0 0,-2 1 256 16,3 1-256-16,-1 4 0 0,0-2 256 0,-1 1-256 0,0 2 0 0,-1-1 193 15,0 1-193-15,-2 1 0 0,0 1 256 0,-1 1-256 16,-1 2 0-16,0-2 256 0,-2 0-256 16,-1 1 0-16,0 3 256 0,-1 1-256 0,-1 2 0 15,-1 1 256-15,-2 2-256 0,-2 2 0 0,-2-2-149 0,0 1 149 0,-4 1 0 16,0-4-256-16,-2 0 256 0,-2-1 0 0,2-4 95 15,-1-1-95-15,-3-3 0 0,3-4 120 0,-1-3-120 0,0-3 0 0,-1 0 165 16,3-1-165-16,-2-2 0 0,10-7-2472 0,5-5 2472 16,5-5 0-16</inkml:trace>
  <inkml:trace contextRef="#ctx0" brushRef="#br0" timeOffset="164576.219">8583 16315 1024 0,'0'0'0'0,"-6"0"0"0,-3 0 0 0,-2 0 0 0,4-1 256 0,2 0-256 0,1-1 0 0,-1 1 256 0,-1 0-256 15,-1 0 0-15,1 1 256 16,-2 0-256-16,-1 0 0 16,2 1 256-16,-1 2-256 0,-2 0 0 0,1 0 256 0,-1 1-256 15,-2 1 0-15,2 1-73 0,-1 2 73 0,-3 3 0 0,3 0 223 0,0 1-223 0,2 3 0 16,-1 0 256-16,-1 0-256 0,1 2 0 0,1 1 256 0,0 0-256 0,1 3 0 0,1 1 256 16,2 1-256-16,2 2 0 15,-1-2 256-15,1 1-256 0,1 2 0 0,0-1 256 16,4 1-256-16,1 1 0 0,-1 0 256 0,1 0-256 0,1 2 0 0,1-1 105 0,2 1-105 0,3 2 0 15,0-2 0-15,1 1 0 0,5 0 0 0,-4-3-119 0,2 0 119 16,0-2 0-16,1-3-245 0,0-1 245 0,3-2 0 0,-12-12-2707 16,-6-7 2707-1,-6-7 0-15</inkml:trace>
  <inkml:trace contextRef="#ctx0" brushRef="#br0" timeOffset="165604.213">6953 16344 1024 0,'0'0'0'0,"0"0"0"0,0 0 0 0,0 0 0 0,0 0 0 0,0 0 0 0,0 0 0 0,0 0 0 15,0 0 0-15,0 0 0 0,0 0 256 0,0 0-256 0,0 0 0 0,0 0 256 16,0 0-256-16,0 0 0 0,-1 4 256 0,-1 4-256 15,-1 2 0-15,3-1 256 0,2 2-256 0,2 0 0 16,-2 2-9-16,0 1 9 0,0 3 0 16,0 0-101-16,-2 1 101 0,1 1 0 0,0 2 249 15,-2 2-249-15,1 3 0 0,0-1 256 0,0 3-256 0,0 1 0 0,-1-2 256 0,-1 2-256 0,-1 0 0 0,1 0 256 16,0-1-256-16,0 1 0 0,-1-2 256 16,-1-1-256-16,-3 0 0 0,3-3-256 0,1 1 256 0,0-2 0 0,0-3-256 15,-1-1 256-15,-1-2 0 0,0-2-256 16,3-1 256-16,-1-2 0 0,0-2-256 0,2-1 256 0,-1-2 0 0,0-3-256 15,2-2 256-15,-1-2 0 0,0-2 138 0,0-1-138 0,0-2 0 16,0-2 256-16,0-2-256 0,0-4 0 0,0 2 256 0,2-3-256 0,-1-2 0 16,0 0 256-16,2-2-256 0,-1-2 0 0,0 2 256 15,-2-2-256-15,1-2 0 0,0 0 256 0,-2-2-256 0,1-3 0 16,0 4 256-16,2 1-256 0,-1 1 0 0,0-2 256 16,-2 0-256-16,1-1 0 0,0 4 234 0,-1 2-234 0,-1 2 0 0,0 1-234 15,3-1 234-15,-1 3 0 0,0 0-256 16,1 2 256-16,-1 0 0 0,1 0-256 0,1 0 256 0,1 1 0 0,-1 1-256 15,2 0 256-15,0 2 0 0,0-2 256 16,1 1-256-16,1 0 0 0,1 1 256 0,3 0-256 0,1 1 0 0,-1 0 256 16,1 1-256-16,3 0 0 0,-1 2 234 0,2 0-234 0,1 3 0 15,0-1 0-15,-1 2 0 0,4 2 0 0,-3 0 0 0,2 3 0 16,0 0 0-16,-1 1 0 16,-1 2 0-16,-1 0 0 0,-1 2 0 0,0 0 0 0,-1 2 0 0,-2-1 0 15,-2 1 0-15,-1 0 0 0,-1 0 0 0,-2 1 0 16,-2 0 0-16,0 0 0 0,-2 0 0 0,-2 2 0 0,-1-2 0 0,-2-1 0 0,-2 1 0 0,0-2-234 15,-1 0 234-15,-2-1 0 0,2-1-256 0,-2 1 256 16,-2-1 0-16,2-3 256 0,-2 0-256 0,0-3 0 0,0 2 234 16,3-1-234-16,-1 1 0 0,0-2 0 15,1 1 0-15,0-2 0 0,1 0 0 0,-1-2 0 0,3 1 0 0,-1-1 0 0,1 2 0 16,1-1 0-16,0-1 0 0,2 0 0 0,1 0 0 0,0 0 0 16,1 0 0-16,1 0 0 15,1 1 0-15,2 1 0 0,2 2 0 0,0-2 0 0,0 1 0 0,1 1 0 0,0 1 0 16,2 1 0-16,4 2 0 0,-3 0-250 0,-2 2 250 15,2 1 0-15,0 0-256 0,1 1 256 0,2 2 0 0,-3 1-256 16,-1 1 256-16,-1 1 0 16,1-1-256-16,-2 1 256 0,-1 0 0 0,-1-1-256 15,-1 0 256-15,-1-1 0 0,0 0-256 0,-1 2 256 0,-1-1 0 0,-1-2-256 16,-2 0 256-16,-2-1 0 0,0-1-256 0,0 0 256 0,-3-2 0 0,0 1-186 0,0-2 186 16,-2 0 0-16,-1-1 197 0,0-1-197 0,-1 0 0 0,0-2 256 15,0-1-256-15,-2 0 0 16,2-1 256-16,0-2-256 0,-1 1 0 0,2-1 256 0,-1-1-256 0,3-1 0 0,-1-1 256 15,-1-1-256-15,0-1 0 0,3-1 256 0,3-1-256 0,0-2 0 0,-1 1 256 16,2-1-256-16,1-2 0 0,2-1 256 0,2-2-256 16,2-1 0-16,1 1 239 15,3-1-239-15,1-1 0 0,1 1 0 0,2-2 0 0,5 0 0 0,-3-1 0 16,1 0 0-16,2-1 0 0,-10 13-3071 16,-6 5 3071-16,-6 5 0 0</inkml:trace>
  <inkml:trace contextRef="#ctx0" brushRef="#br0" timeOffset="165809.813">7335 16710 1024 0,'0'0'0'0,"0"0"0"0,0 0 0 0,0 0 0 0,0 0 0 0,0 0 256 0,0 0-256 0,0 0 0 0,0 0 256 16,0 0-256-1,0 0 0-15,1 9 256 0,1 6-256 0,2 5 0 0,-2-11 256 16,-2-1-256-16,1-3 0 0,-1-5 0 0,1 8 256 0,1 2-256 0,1 1 0 16,-1 0 256-16,-2 1-256 0,1 2 0 0,0 0 256 15,0 2-256-15,0 2 0 0,0-3 256 0,-2 1-256 0,1 0 0 0,-2 1 256 16,0-1-256-16,-1 2 0 0,0-2 256 15,2-2-256-15,-1 0 0 0,0-3 256 0,-1-1-256 0,1-2 0 16,0-3 255-16,2-2-255 0,-1-2 0 0,0 0-3071 16,2-1 3071-16,-1-1 0 0</inkml:trace>
  <inkml:trace contextRef="#ctx0" brushRef="#br0" timeOffset="165965.379">7307 16565 1024 0,'0'0'0'0,"0"0"0"0,0 0 0 0,0 0 0 0,0 0 256 16,0 0-256-16,0 0 0 0,0 0 256 0,0 0-256 0,0 0 0 0,5-2 256 16,1 0-256-16,2-1 0 0,-2 0 256 0,-2 2-256 0,2-1 0 0,-4 1-1024 15,-2 1 1024-15,-2 1 0 0</inkml:trace>
  <inkml:trace contextRef="#ctx0" brushRef="#br0" timeOffset="166904.722">7523 16734 1024 0,'0'0'0'0,"0"0"0"0,0 0 0 0,0 0 0 0,0 0 256 0,0 0-256 0,0 0 0 16,5 4 256-16,1 3-256 16,2 2 0-16,-2-5 256 0,-2-1-256 0,2-1 0 0,-1 1 256 0,0 1-256 15,0 2 0 1,1 2 256-16,2 1-256 0,4 3 0 0,-5-1 256 0,-1 1-256 0,1 2 0 0,0-1 256 15,-2 2-256-15,1 2 0 0,-1-2 256 0,-1 1-256 16,0 0 0-16,-2-1 256 0,-1 0-256 0,-1-1 0 16,0 0 256-16,-1-1-256 0,-1 1 0 0,-1-2 256 0,0 0-256 0,-1-1 0 0,0-2 255 0,-1 0-255 0,-2-1 0 15,2-1 0-15,-1-2 0 0,0 1 0 0,0-2-53 16,2-1 53-16,-1 0 0 0,-1-2-256 16,1-1 256-16,0-1 0 0,0 0-256 0,2 0 256 0,-1 0 0 15,0-2-256-15,2 0 256 0,-2-1 0 0,3-1-256 16,1-3 256-16,1-1 0 0,-1-1 256 0,2-2-256 0,0-1 0 0,1-1 256 0,1 1-256 0,1-4 0 15,0 2 256-15,1-2-256 0,2-1 0 0,-1 1 256 16,3 0-256-16,3 0 0 0,-3 1 53 16,-1-2-53-16,-1 1 0 0,2-1 0 0,0 2 0 0,1-1 0 0,-1 2 0 0,1 0 0 15,0 2 0-15,1-2 0 0,-3-1 0 0,1-1 0 0,1 1 0 16,-1 1 0-16,0-2 0 0,1 2 0 0,-3 1 0 0,1 0 0 0,0 0 0 16,1-1 0-16,0-1 0 0,0 2 0 0,-2 0 0 0,0 1 0 15,0 1 0-15,0-2 0 0,-2-1 0 16,1 2 0-16,-2-1 0 0,1 0 0 0,1 2 0 0,-3 0 0 0,1 1 0 15,0 3 0-15,-1 1 0 0,0 0 0 0,2 1 0 16,-3 1 0-16,1 0 0 0,-1 3 0 0,-1 2 0 16,-1 2 0-16,1-1 0 0,0-1 0 0,0 2 0 0,0 2 0 0,0 1 0 15,0 2 0-15,0-1 0 16,1 2 0-16,-1 0 0 0,0 2 0 0,1 2 0 0,1 1 0 0,-1 1 0 16,-2 0 0-16,1 2 0 0,0 2 0 0,0 3 0 0,0 4 0 15,0-2 0-15,0 2 0 16,1 2 0-16,-1-2 0 0,-2 2 0 0,1 0 0 0,0 1 0 15,0 0 0-15,0 1 0 0,0-2 0 0,0-3 0 0,0-1 0 0,0-1 0 0,-1 0 0 0,1-1 0 16,0-1 0-16,-1-1 0 0,-1-1 0 16,1-3 0-16,0-1 0 0,0-1 0 0,0-2 0 15,0 0 0-15,0-1 0 0,0-3-20 0,-2-1 20 0,1-1 0 16,0-1 20-16,2-1-20 0,-1-1 0 0,0 0 0 0,2-2 0 0,-1-2 0 0,-1 0 0 16,-1-3 0-16,-1 0 0 0,1 0-180 0,2-1 180 15,-1-2 0-15,0-1-256 16,-2-1 256-16,1-2 0 0,0 2-256 0,-1-1 256 0,-2 0 0 0,1 0-256 0,-1 1 256 0,-1-1 0 0,1 1-256 15,-1 1 256 1,-1 0 0-16,0 1-256 0,0 1 256 0,-1 0 0 0,1 0 155 16,0 1-155-16,-1 0 0 0,1 1 256 0,-1 1-256 0,-1 0 0 15,0 1 256-15,3 1-256 0,-1 1 0 0,1-1 256 16,-2 1-256-16,-1 0 0 0,2 3 256 0,1-1-256 0,1 3 0 0,-1-2-74 16,1 2 74-16,-1 0 0 0,2-1-256 0,1 1 256 15,1 1 0-15,-1 0-151 0,0 2 151 0,0 0 0 0,2-1 36 16,1 0-36-16,1 1 0 0,0-1 199 0,1 2-199 0,1 0 0 15,1-1 256-15,0 2-256 0,2 0 0 0,0-1 256 0,2-1-256 16,0 0 0-16,0 0 15 0,2 0-15 0,4-1 0 0,-4 0 0 16,2 0 0-16,0 0 0 0,0-1 0 0,0 0 0 0,1-2 0 15,0 0 0-15,-1-1 0 0,1-1 0 0,-1 1 0 16,0-3 0-16,0 0 0 0,-2 0 0 0,0-1 0 0,-2-1 0 0,0 1 0 16,0 0 0-16,-2 0 0 0,1-1-51 0,-2-2 51 15,2 0 0-15,-5 3-3020 0,-4 2 3020 16,-1 2 0-16</inkml:trace>
  <inkml:trace contextRef="#ctx0" brushRef="#br0" timeOffset="167778.558">9442 16889 1024 0,'0'0'0'0,"0"0"0"0,0 0 0 0,0 0 0 0,0 0 256 0,0 0-256 0,0 0 0 0,0 0 256 16,0 0-256-16,0 0 0 15,0 0 256-15,0 0-256 0,0 0 0 0,0 0 256 0,0 0-256 0,0 0 0 16,6 1 256-16,3 2-256 0,5-1 0 0,-6 0 256 0,-1-3-256 0,-1 0 0 0,3 1 256 15,0-1-256 1,1 0 0-16,1 0 256 0,0 0-256 0,1-1 0 0,2 1 256 0,-1 0-256 0,4 0 0 0,-2 1 256 16,3-2-256-16,0 1 0 0,-1-1 256 0,1 1-256 15,0-3 0-15,1 3 255 0,0 1-255 0,3 1 0 0,-2-1 0 0,0 0 0 0,2 0 0 0,0 1 0 16,2-1 0-16,0 2 0 0,-1-1-255 0,-1 0 255 16,-1 1 0-16,1-1-256 15,2 1 256-15,2 0 0 0,-2 0-256 16,-2-1 256-16,1 1 0 0,0-1 256 0,-1 0-256 0,-1-1 0 0,0 1 256 0,-1-1-256 0,-2-1 0 0,1 2 255 15,-1 0-255-15,-1 0 0 0,-1 0 0 0,0 0 0 0,-1 0 0 0,0 0 0 16,-3-1 0-16,-1-1 0 0,1 2 0 16,-2 0 0-16,2 1 0 15,-3-1-87-15,-1-1 87 0,1 2 0 0,-2-2-256 16,-2 1 256-16,-2 1 0 0,2-2 256 0,-2 1-256 0,2 1 0 0,-2-2 87 16,-1-1-87-16,-1-1 0 0,0 0 0 0,-1 1 0 0,-1-2 0 0,1 0 0 15,-2 0 0-15,1-1 0 0,-1 0 0 16,-2 0 0-16,0 0 0 0,3 2-3071 15,1 2 3071-15,1 2 0 0</inkml:trace>
  <inkml:trace contextRef="#ctx0" brushRef="#br0" timeOffset="168240.042">10258 16731 1024 0,'0'0'0'0,"0"0"0"15,0 0 0-15,0 0 0 0,0 0 256 0,0 0-256 0,0 0 0 0,0 0 256 16,0 0-256-16,0 0 0 0,1 6 256 0,1 2-256 16,1 3 0-16,2-6 256 0,-1-4-256 0,3-1 0 0,0 3 256 0,0 0-256 15,4 1 0-15,-2-2 256 0,2 1-256 16,4 1 0-16,-4 0-256 0,2-1 256 0,0 0 0 15,1 0 184-15,0 1-184 0,3 2 0 16,-2-2 256-16,-2 1-256 0,2 1 0 0,-1-1 256 0,1-1-256 0,-1-1 0 0,0 1 256 0,-1-1-256 0,-1 0 0 16,-1 1 256-16,-1 0-256 0,1 1 0 0,-1-1-256 0,-1-1 256 15,0-1 0-15,-2 2-256 0,-1 0 256 0,-1 1 0 0,0-2-256 0,-1-1 256 16,0 0 0-16,-1 0-256 16,-1 1 256-16,-1 1 0 0,1-1 256 0,-2 0-256 0,1 0 0 0,-1 1 256 0,-1 0-256 0,-1 1 0 0,0 0 256 15,-1-1-256-15,-2 3 0 0,2-2 256 0,-1 0-256 16,-1 0 0-16,1 1 256 0,-1 2-256 0,-1 1 0 0,-1-3 223 15,0 2-223-15,-1 0 0 0,1 1 104 16,-2 0-104-16,-1 1 0 0,2-1 0 0,-1 1 0 0,0 0 0 0,1-2 0 16,1 1 0-16,0-1 0 0,1 0 0 0,1-1 0 0,1 0 0 0,0-2-121 15,1 0 121-15,1-3 0 0,1 0-2950 0,1-2 2950 16,1-2 0-16</inkml:trace>
  <inkml:trace contextRef="#ctx0" brushRef="#br0" timeOffset="169371.945">11562 16348 1024 0,'0'0'0'0,"0"0"0"0,0 0 0 0,0 0 0 0,0 0 256 0,0 0-256 0,0 0 0 15,0 0 256 1,0 0-256-16,0 0 0 0,0 0 256 0,0 0-256 0,0 0 0 0,-5 0 256 0,-1-1-256 0,-2-1 0 16,1 0 256-16,-2-1-256 0,-1-1 0 0,1 1 69 0,-1 0-69 0,-2-1 0 0,12 4 0 0,-11-2-256 15,-3 0 256-15,-2 0 0 16,1 0-256-16,1 1 256 0,-4 0 0 0,3 3 256 0,-2 0-256 16,-1 1 0-16,0 0 256 0,3 0-256 0,-2 1 0 0,0 0 256 15,2 3-256-15,-1 0 0 0,1 1 256 16,-1 2-256-16,0 1 0 0,1 0-256 0,3 2 256 0,2 1 0 0,-3 0-256 15,2 2 256-15,0 1 0 0,0 0-256 0,2 1 256 16,1 1 0-16,0 0-256 0,2 1 256 16,1 1 0-16,1-1 256 0,2 1-256 0,2 1 0 0,0-2 256 0,2 2-256 15,2-1 0-15,-1 0 256 0,1-1-256 0,1 0 0 0,4 0 256 0,1 0-256 0,2 0 0 16,-1-1 256-16,0 0-256 16,2 0 0-1,-2-3-256-15,1 0 256 0,2-2 0 0,-1 1-256 0,3-1 256 0,0-1 0 16,0-2-256-1,-2-2 256-15,0-1 0 0,0 1 210 0,1-1-210 16,-1 0 0-16,1-1 256 0,-3-2-256 16,1-1 0-16,0 0 256 0,-1-1-256 0,-2-1 0 15,1 0 256-15,-2-2-256 16,-1-2 0-16,0 1-256 0,-2-1 256 0,-1-1 0 0,0 0-256 16,0-1 256-16,-2-1 0 0,1 0-43 0,-2-2 43 15,-1 0 0-15,0 4-1772 0,-1 3 1772 0,-1 3 0 0</inkml:trace>
  <inkml:trace contextRef="#ctx0" brushRef="#br0" timeOffset="170345.928">11840 16680 1152 0,'0'0'0'0,"0"0"-128"0,0 0 128 0,0 0 0 0,-4 0 0 0,-1 0 0 0,-2 0 0 0,2-1 8 16,0 1-8-16,0-2 0 0,-2 1 87 0,0 0-87 15,-1-1 0-15,-1 3-95 0,-1 1 95 0,10-2 0 0,-12 4 0 0,0-1 0 0,12-3 0 0,-12 4 0 16,-2 2 0-16,1-1 0 0,1 2 0 0,-2 2 0 16,3-1 121-16,1 0-121 0,0 2 0 0,0-1 256 0,0 1-256 15,-1 2 0-15,3-1 256 16,1 1-256-16,0 0 0 0,0 0 256 0,2 0-256 15,1-1 0-15,1 0 256 0,2 0-256 16,2 2 0-16,-1-2 256 0,1-1-256 0,1 0 0 16,1 0-256-16,1 0 256 0,2-1 0 0,-1-1-256 0,1-1 256 15,1 0 0-15,0-1-256 0,2-1 256 0,0 0 0 16,0-3-256-16,2-1 256 0,1-1 0 0,-2-2 256 16,3-1-256-16,-1-2 0 0,-1-1 256 15,2-3-256-15,0-1 0 0,0-1 256 0,-2 0-256 0,0-2 0 16,0 1 256-1,-2 0-256-15,-1-2 0 0,1 2-256 0,-2-1 256 0,-1 0 0 0,0 1-256 0,-1 2 256 16,0 0 0-16,-1 0-256 0,-1 0 256 0,-1-1 0 16,0 3-256-16,-1 0 256 0,-1 2 0 15,1 0-211-15,0 1 211 0,0 0 0 0,0 1 256 0,-2-1-256 16,1 2 0-16,0 0 256 0,0 1-256 0,0 0 0 0,0 1 256 0,0 2-256 0,0-1 0 0,0 2 256 0,0 1-256 16,0 2 0-16,0 0 256 0,0 0-256 0,0 4 0 0,0-1 256 0,0 1-256 0,0 2 0 15,0 0 256-15,0 0-256 0,0 2 0 0,0-1 256 0,2 2-256 0,-1 1 0 0,0-1-228 16,0 1 228-16,0 0 0 0,0-2-256 0,0 0 256 15,0-1 0-15,1-1-256 0,2-1 256 0,0-2 0 0,-1-1-256 0,0-1 256 0,0-1 0 0,0-1-256 0,0-1 256 16,0-3 0-16,0-1 256 0,2-2-256 0,0-3 0 16,-1 0 256-16,1-2-256 0,3-3 0 0,-2 0 256 0,0-1-256 0,-2-3 0 0,1 1-256 15,1-2 256-15,1-2 0 0,-5 13-1474 0,-2 5 1474 0,-2 5 0 0,5-19 0 16,3-7 0 0,1-6 0-16,-2 7 0 0,0 1 0 0,0 1 0 0,-2 3 0 0,0 2 0 0,-2 3 0 15,0 0 0-15,2 2 0 0,0 1 0 0,0 2 256 0,-2 2-256 0,1 2 0 16,0 0 256-16,-2 2-256 0,1 1 0 0,0 3 256 15,0 1-256-15,0 2 0 0,0 1 256 16,-2 1-256-16,1 2 0 0,0 0 256 0,0 1-256 0,0 1 0 0,-1 0 256 0,0 1-256 16,-1 3 0-16,0-3 172 0,2 0-172 0,-1-1 0 15,0 0-256-15,2 1 256 0,-1 1 0 0,0-4 65 0,-2 0-65 0,1-2 0 16,0-1 256-16,2 0-256 0,-1-1 0 0,0-1 256 16,-2-1-256-16,1-1 0 0,0-1 256 0,2-1-256 0,-1-3 0 0,0 0-186 0,2-3 186 0,-1-1 0 15,0-1-256 1,1-2 256-16,1-2 0 0,0-1-256 0,1-2 256 0,1-2 0 0,0 0-256 15,0-2 256-15,2-4 0 0,-1 3-256 0,0-1 256 0,4-1 0 16,-3 1-93-16,0 1 93 16,0-1 0-16,1 2 256 0,-1 1-256 0,0 1 0 0,0 1 256 0,1 0-256 0,-1 2 0 0,-1 0 256 0,2 1-256 0,2 2 0 0,-3 1 256 15,1 0-256 1,1 2 0-16,0 1 256 0,-3 1-256 0,1 1 0 0,0 1 256 0,1 2-256 0,-1 2 0 16,0 0 256-1,-2 2-256-15,1 2 0 0,1 1 256 0,-3 1-256 0,1 3 0 16,0 0 41-16,-2 2-41 0,1 1 0 0,-1 1 0 15,-1 2 0-15,0 2 0 0,0-2 0 0,-2 3 0 0,1 0 0 0,0-1 0 0,-2 1 0 0,1 1 0 0,0-1 0 0,0 0 0 0,0 0 0 0,0-2 0 32,-2-1 0-32,1-1 0 0,-1-1 0 0,4-1 0 0,-2-2 0 0,0-3 0 15,2-1 0-15,-1-2 0 0,0-2 0 16,1-2 0-16,1-2 0 0,-2 0-3071 0,-1-1 3071 0,-1-1 0 0</inkml:trace>
  <inkml:trace contextRef="#ctx0" brushRef="#br0" timeOffset="170872.644">12477 16332 1024 0,'0'0'0'0,"0"0"0"0,0 0 0 0,0 0 0 0,0 0 256 0,0 0-256 0,0 0 0 0,0 6 256 15,-2 2-256-15,1 3 0 0,1-5 256 0,1 0-256 0,1-2 0 16,-1 4 256-16,1 2-256 0,1 1 0 0,0 0 256 15,-1 3-256-15,0 2 0 0,0 1 256 0,0 3-256 16,0 2 0-16,0 0-176 0,1 3 176 0,1 1 0 0,-1-1 1 0,-2 2-1 0,1 0 0 0,0 0 256 16,2 0-256-16,0 2 0 0,-2-1 256 0,-1-2-256 15,-1 2 0-15,1-2 256 0,0-1-256 0,0-1 0 0,0 0 256 16,0-2-256-16,0-1 0 0,-1-3-256 0,-1-3 256 0,-1-1 0 16,1-2-256-16,0-1 256 0,0-2 0 0,-1-3-256 0,-1-1 256 15,-2-4 0-15,2-1-25 0,2-1 25 0,-1-4 0 0,0-1 256 16,-1-3-256-16,-1-1 0 0,1-1 256 0,2-3-256 0,-1-2 0 15,0-3 256-15,0-3-256 0,0-4 0 0,0 3 256 16,-2-2-256-16,0-3 0 0,1 1-256 0,-1-3 256 0,-1-1 0 0,1 2-256 16,0-1 256-16,-1 1 0 0,1 0-256 15,0 2 256-15,0 1 0 0,0 1 256 0,2 2-256 0,-1 1 0 0,0 2 256 16,0 1-256-16,-1 1 0 0,1 3 256 16,2 1-256-16,-1 2 0 0,2 0 256 0,1 2-256 15,1 0 0-15,1 1 199 0,2 1-199 0,0 0 0 0,1 1 0 0,2-1 0 16,3 1 0-16,-2 1 0 0,2-1 0 0,4 1 0 0,-2 2 0 15,3 1 0-15,1 1 0 0,-1-2 0 0,0 1 0 0,3 0 0 0,-1 1 0 16,2 1 0-16,2 1 0 0,-4 0 0 16,0 1 0-16,-1 1 0 0,-2-1 0 0,-2 0 0 0,-1 0 0 0,0 0 0 0,1 0 0 0,-3 0 0 15,-1 0 0-15,-3 0 0 0,1 1 0 0,-1-1 0 16,0-1 0-16,-2 1 0 0,-2 0 0 16,-2 0 0-16,-2 0 0 0,2 0-3071 15,0-1 3071-15,0-1 0 0</inkml:trace>
  <inkml:trace contextRef="#ctx0" brushRef="#br0" timeOffset="171053.819">12449 16524 1024 0,'0'0'0'0,"0"0"256"0,0 0-256 0,0 0 0 0,0 0 256 16,0 0-256-16,0 0 0 0,2 6 256 0,2 3-256 0,0 2 0 0,0-6 256 0,1-2-256 0,1-2 0 0,2 2 256 16,2-1-256-16,3 0 0 0,0 0 256 0,2-1-256 15,2-1 0-15,-2 1 256 0,2 0-256 0,1 0 0 0,-1-2-47 16,0-1 47-16,2-1 0 0,-1-1 256 15,-2-2-256 1,1 0 0-16,-1 0 256 0,0-1-256 0,-2-2 0 0,-9 6-2257 0,-5 3 2257 0,-5 3 0 0</inkml:trace>
  <inkml:trace contextRef="#ctx0" brushRef="#br0" timeOffset="171977.985">12921 16142 1024 0,'0'0'0'0,"-2"3"256"0,2 1-256 0,-1-1 0 0,0 0 256 16,2 1-256-16,-1 1 0 0,0 0 256 0,-3 0-256 0,2 1 0 0,0 1 256 16,2 2-256-16,-1 1 0 0,0 2 256 15,0 1-256-15,0 3 0 0,0-1 256 0,0 3-256 0,0 2 0 0,0 2 256 16,0 3-256-16,0 1 0 0,-1 0 256 16,0 1-256-1,-1 2 0-15,0-1 256 0,2 2-256 0,-1 1 0 0,0-1 256 0,0 2-256 0,0 0 0 0,0-1 256 0,-1-1-256 16,-1 1 0-16,1-3 255 0,2 0-255 0,-1-2 0 0,0-1 0 0,0-2 0 0,0-1 0 0,0-2 0 15,2-1 0 1,-1-2 0-16,0-2 0 0,0-2 0 0,0-3 0 0,1-1 0 16,1-3 0-16,1-2 0 0,0 0-255 0,1-2 255 0,1-1 0 0,-1-3 255 0,1-1-255 0,-1-1 0 0,1-2 0 15,1-3 0-15,1-2 0 0,0 0 0 16,0 0 0-16,1-2 0 0,0-3 0 0,2-1 0 0,1-4 0 0,-2 3 0 31,0-1 0-31,-2-1 0 0,0 1 0 0,2 0 0 0,1 1 0 0,-3 1 0 0,-2 3 0 0,-2 0 0 0,1 2 0 16,-1 1 0-1,-1 0 0-15,2 1 0 0,-1 0 0 0,0 2 0 0,0 1 0 16,-2 1 0-16,1 2 0 0,0 1 0 0,-1 1 0 0,0 1 0 0,0 1 0 16,1 1 0-1,1 1 0-15,-1 2 0 0,-2 1 0 0,1 2 0 0,0-1 0 0,1 2 0 0,2 0 0 0,-2 2 0 16,1 1 0-16,1 3 0 0,-1-2 0 0,0 0 0 0,0 2 0 0,0-1 0 16,1 0 0-16,2 2 0 0,-2-3 0 15,0 2 0-15,0 1 0 16,1-2 0-16,1-2 0 0,2 0 0 0,-2-1 0 0,-2 0 0 0,1-2 0 0,1 0 0 0,2-2 0 15,0-1 0-15,-1-1 0 0,0-2 0 16,0-2 0-16,2 0 0 0,0 0 0 0,1-3 0 0,0-1 0 0,-2-1 0 0,1-2 0 0,0 0 0 16,0-1 0-16,1-2 0 0,-1 0 0 15,-1-3 0-15,0-2 0 0,0 3 0 0,-2-1 0 0,2 0 0 0,-1 0 0 16,-2 1 0-16,1-1 0 0,-1 1 0 0,1 3 0 0,-3-1 0 16,1 0 0-16,-1 2 0 0,-1 1 0 0,0-1 0 15,-1 2 0-15,-1 1 0 0,1-1 0 16,0 2 0-16,0 1 0 0,0-1 0 0,-2 1 0 0,1 0 0 0,0 2 0 0,0 1 0 0,0 1 0 0,0 1 0 15,-2 0 0-15,1 1 0 16,0 1 0-16,0 3 0 0,0 1 0 0,0 1 0 0,0 3 0 0,0 1 0 0,0 1 0 16,0 2 0-16,0 1 0 0,0 1 0 15,-1 0 0-15,-2 3 0 0,0 1 0 0,3 2 0 0,-1 3 0 0,0-2 0 16,-1 2 0-16,-1 1 0 0,1 0 0 16,-1 1 0-16,-1 2 0 0,0-2 0 0,-2 1 0 0,0-1 0 0,2 0 0 15,-2-1 0-15,-1 0 0 0,1 0 0 0,2-2 0 0,-1-1 0 16,-1-1 0-16,-2-2 0 0,0-1 0 15,1-3 0-15,1-1 0 0,-1-2 0 0,1-1 0 0,-1-1 0 0,-2-2 0 0,2-2 0 16,1-2 0 0,0-1 0-16,-2-1 0 0,3-2 0 0,-1-1 0 0,0 0 0 0,-1-1 0 0,-2 0 0 0,3-3 0 15,1 0 0-15,1-1 0 0,-2 0 0 16,3 1 0-16,-1 0 0 0,0-1 0 0,2-1 0 0,-1-1 0 16,0 1 0-16,2 1 0 0,-2 1 0 15,1-1 0-15,2 0 0 0,-1-1 0 0,0 0 0 0,2 1 0 0,-1 0 0 16,2 1 0-16,1-1 0 0,1-1 0 0,0-1 0 0,2 1 0 0,0-3 0 15,1 2 0-15,0-1 0 16,3-2 0-16,-1 1 0 0,0 0 0 0,1-1 0 0,2-1 0 0,-1 0 0 16,3-2 0-16,-1 1 0 0,-2 1 0 15,0 0 0-15,2 0 0 0,-3 0 0 0,1-1 0 0,1 0 0 0,-2-1 0 0,0 0 0 0,0 0 0 0,-2 1 0 16,-1-1 0-16,0 0 0 0,3-2 0 0,-1 0 0 0,-5 8-3071 0,-3 5 3071 0,-3 5 0 16</inkml:trace>
  <inkml:trace contextRef="#ctx0" brushRef="#br0" timeOffset="172480.696">13639 16060 1024 0,'0'0'0'0,"0"0"0"0,0 0 0 0,0 0 0 0,0 0 256 16,0 0-256-16,0 0 0 0,0 0 256 0,0 0-256 15,0 0 0-15,0 0 256 0,0 0-256 0,0 0 0 0,-4 2 256 0,-2 1-256 0,-3 2 0 0,4-2 256 16,1 1-256-16,1 1 0 15,-1 0 256-15,-1 2-256 0,-2 0 0 0,2 1 256 0,-1 2-256 0,-1 1 0 0,1 0 256 16,-2 2-256-16,-1 1 0 0,3-1 256 16,1 2-256-16,1 1 0 0,-2 1 256 0,1 0-256 0,0 3 0 0,0-2 256 0,2 0-256 15,-1 3 0 1,0-2 255-16,2 1-255 0,-2 1 0 0,2 0 0 16,1 2 0-16,1 2 0 0,-1-3 0 0,2 1 0 0,-1-2 0 15,1 1 0-15,1-1 0 0,2-1 0 0,-1 3 0 0,1 1 0 0,1 2 0 0,1-4 0 0,0 1 0 16,4-2 0-16,-3 2 0 0,0-1 0 0,0 0 0 0,3-3 0 0,1 1 0 0,2-2 0 15,-1 0 0-15,-3-2 0 0,1 0 0 0,2-2 0 16,0-3 0-16,2-1 0 0,-3-1 0 0,2 0 0 16,1-2 0-16,-2-3 0 15,1-1 0-15,0-3 0 0,1 0 0 0,-3-2 0 0,1 0 0 16,1-3 0-16,-1-1 0 0,1-2 0 0,-9 6-3071 16,-4 2 3071-16,-4 2 0 0</inkml:trace>
  <inkml:trace contextRef="#ctx0" brushRef="#br0" timeOffset="172804.656">14041 16332 1024 0,'0'0'0'0,"0"0"0"0,0 0 0 0,0 0 0 0,0 0 256 0,0 0-256 0,0 0 0 0,0 0 256 15,0 0-256-15,0 0 0 0,0 0 256 16,0 0-256-16,0 0 0 0,0 0 256 0,0 0-256 0,0 0 0 0,-2 5 256 0,-2 3-256 15,-2 3 0-15,2-4 256 0,1 0-256 0,0-1 0 16,0 1 256-16,-1 1-256 0,-2 2 0 16,2 0 256-16,-1 0-256 0,-2 2 0 0,1 0 256 15,-1 1-256-15,-1 3 0 0,0-2 256 0,1 0-256 16,0 2 0-16,1 0 256 0,-2 1-256 0,-1 1 0 0,2-1 255 0,-2 0-255 16,-1 2 0-16,2-1-255 0,1 0 255 0,1 0 0 0,-2-1-256 0,0-2 256 0,-1 0 0 15,2-1-256-15,0-2 256 0,2 0 0 0,-1-1-256 0,2-2 256 16,-1 0 0-16,1-2-68 0,1-2 68 0,0-2 0 0,0 0 256 15,2-2-256-15,-1-1 0 0,1-3 256 0,-2-1-256 0,0-2 0 0,2 4-2492 16,1 2 2492-16,1 2 0 0</inkml:trace>
  <inkml:trace contextRef="#ctx0" brushRef="#br0" timeOffset="173077.472">13781 16360 1024 0,'0'0'0'0,"0"0"0"0,0 0 0 0,0 0 0 0,0 0 256 15,0 0-256-15,0 0 0 0,0 0 256 0,0 0-256 0,0 0 0 0,0 3 256 0,2 1-256 0,-1 2 0 16,2-1 256-16,2 1-256 0,2 2 0 0,-2 0 256 16,1 1-256-16,-1 2 0 0,2 1 256 0,-7-12-256 0,7 14 0 0,3 1 0 15,-1 1-256-15,-1 0 256 16,0 3 0-16,1-2-256 0,0 0 256 0,1 2 0 0,-2 0 256 0,3 1-256 0,-1 1 0 0,-1-2 256 16,1 0-256-16,0 0 0 0,0-1 256 0,-1-2-256 0,0 1 0 15,0-3 256-15,1 0-256 0,-1-1 0 0,0-4 256 16,1-1-256-16,-1-3 0 0,-1 0-256 0,-1-1 256 0,0-1 0 0,0-2-256 15,1-2 256-15,2-2 0 0,-7 3-1792 16,-3 0 1792-16,-3 0 0 0</inkml:trace>
  <inkml:trace contextRef="#ctx0" brushRef="#br0" timeOffset="173370.946">14141 16108 1024 0,'0'0'0'0,"0"0"0"0,0 0 0 0,0 0 0 0,0 0 256 15,0 0-256-15,0 0 0 0,0-8 256 0,2-4-256 0,-1-4 0 0,0 9 256 16,2 3-256-16,0 3 0 0,-1-3 256 0,1 0-256 0,1-1 0 16,0 2 256-16,1 0-256 0,2 0 0 0,0 1 256 0,-1 0-256 15,3 2 0-15,-2 2 256 0,1 1-256 0,-1 2 0 16,1 0-256-16,1 1 256 0,3 2 0 0,-3 2-256 0,1 3 256 0,2 2 0 0,-2 1 169 16,-2 3-169-16,2 3 0 0,-1-1 256 15,-2 2-256-15,2 2 0 0,-1 1 256 16,-2 1-256-16,1 2 0 0,-2 1 256 0,0 1-256 0,-2 3 0 0,0-2 256 15,-1 0-256-15,-1 2 0 0,-1-1 256 0,-1 1-256 0,-1 0 0 0,-1-1 256 16,-3 1-256-16,-1 1 0 0,0-4 86 16,-3-1-86-16,-2 0 0 0,2-2 0 0,0 0 0 0,-4-2 0 0,3-2 0 15,-1-2 0-15,1-2 0 0,-2-2 0 16,-4-4 0-16,0-1 0 0,10-8-3071 0,7-5 3071 0,7-5 0 16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35:32.176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16509 5884 1024 0,'0'0'0'0,"0"0"0"0,0 0 0 0,0 0 0 0,0 0 256 0,0 0-256 16,0 0 0-16,0 0 256 0,0 0-256 0,0 0 0 0,0 0 200 16,0 0-200-16,0 0 0 0,0 0 180 0,0 0-180 15,0 0 0-15,0 0 174 0,0 0-174 0,0 0 0 0,0 0 59 16,0 0-59-16,0 0 0 0,0 0-26 0,0 0 26 0,0 0 0 0,0 0-74 15,0 0 74-15,0 0 0 0,6 4 43 0,4 3-43 0,2 1 0 16,-5-5 153-16,-2-3-153 0,-1-3 0 16,2 3 204-16,1-1-204 0,1-1 0 0,2 1 189 0,-1 1-189 0,3 1 0 0,0-1 133 15,1 2-133-15,4-1 0 0,-2 0 79 0,3 1-79 0,2-1 0 0,0 0 45 16,2 0-45-16,2 0 0 0,-2-1-22 16,2 1 22-16,2 1 0 0,0-2 56 0,2 1-56 0,3 1 0 0,-2-1 42 15,1 0-42-15,2 0 0 0,-2 0 137 16,2-1-137-16,0-1 0 0,-1 1 140 15,0 0-140-15,1 0 0 0,-1-1 111 0,-1 1-111 0,0-2 0 0,-1 2 39 16,-2-2-39-16,1 1 0 0,0-1-64 0,-1-2 64 0,0 0 0 0,-1 1-43 16,-2 1 43-16,-3 1 0 15,3-1-28-15,-1 1 28 0,1 0 0 0,-3 1 12 16,-2 0-12-16,0 0 0 0,-1 0-105 0,1-1 105 0,-3 0 0 0,2 0-159 16,-2 0 159-16,0 0 0 0,-1-1-164 0,1 0 164 0,-3-1 0 0,0 1-92 15,-1-2 92-15,-2 0 0 0,-5 3-1731 16,-5 1 1731-16,-5 1 0 0</inkml:trace>
  <inkml:trace contextRef="#ctx0" brushRef="#br0" timeOffset="6856.113">4569 6933 1024 0,'0'0'0'0,"0"0"0"0,0 0 0 0,0 0 0 0,0 0 256 0,0 0-256 0,0 0 0 0,0 0 216 16,0 0-216-16,0 0 0 0,0 0 46 0,0 0-46 15,0 0 0-15,0 0-83 0,0 0 83 16,0 0 0-16,0 0-21 0,0 0 21 0,0 0 0 0,5 3 27 0,3 3-27 0,1 1 0 0,-4-4 57 16,0-3-57-16,-2-3 0 0,3 3 80 0,2 0-80 15,2 0 0-15,0 0-1 0,0 0 1 0,1 0 0 0,2 1-43 16,2-1 43-16,2 2 0 0,-1-1-87 0,2 0 87 0,2 0 0 0,-1 0-16 15,3 0 16-15,2 1 0 0,-2-1 58 16,3 0-58-16,3 2 0 0,-1-1 93 0,1-1-93 0,2 0 0 0,-1 0 36 16,1 0-36-16,2 0 0 0,1 0 9 0,3 0-9 0,2 0 0 15,-1 0-16-15,-2-1 16 0,0-1 0 0,2 1 13 16,1-2-13-16,3 1 0 0,-3 0 53 0,0 0-53 0,1 0 0 16,-1 0 51-16,1 0-51 0,1-1 0 0,-1 1 92 15,0-1-92-15,-1 0 0 0,-2 0 89 0,0 1-89 0,-1 0 0 0,-1 0 72 16,0 0-72-16,-2 0 0 0,-1 1 64 0,0 0-64 0,-1 0 0 15,-1-2 70-15,-3-1-70 16,0-2 0-16,-1 3 121 0,-3 0-121 0,-1 0 0 0,-1 1 125 0,-2-1-125 0,-2-1 0 16,0 1 86-16,-3-1-86 0,0-1 0 15,-2 1 17-15,-3 2-17 0,0 1 0 0,0-1-107 0,-2-1 107 0,-1-1 0 0,-1 2-232 16,-1 1 232-16,-1 1 0 0,-1-1-188 0,-1 0 188 16,-1 0 0-16,0 0-80 0,-1 0 80 0,-1 0 0 0,-1 0 105 15,0 0-105-15,-3 0 0 0,5 0-962 16,2 0 962-16,2 0 0 0</inkml:trace>
  <inkml:trace contextRef="#ctx0" brushRef="#br0" timeOffset="8032.609">3806 9288 1024 0,'0'0'0'0,"0"0"0"0,0 0 0 0,0 0 0 0,4 0 52 0,2 0-52 0,2 0 0 0,-1 0-52 16,0-1 52-16,2-1 0 0,0 2 176 16,3-2-176-16,1 1 0 0,-1 1 254 0,0 0-254 0,1 0 0 0,1 0 182 15,0-1-182-15,3-1 0 0,-3 1 79 0,3 1-79 0,-1 1 0 0,1-2-97 16,-3-1 97-16,2-1 0 0,-2 1-114 0,3 0 114 0,-1-1 0 0,0 1-126 15,-2-1 126-15,0-1 0 0,-1 0-7 0,0-1 7 0,-2-1 0 0,0 1 256 16,0 0-256-16,-2-2 0 0,0 2 246 16,1 0-246-16,-2-1 0 0,-1 1 93 0,-3 1-93 0,0 1 0 0,1-1-93 15,-2 1 93-15,-1 1 0 0,0-1-174 0,-1 0 174 16,-1-1 0-16,1 1-62 0,-2 1 62 0,1 0 0 0,0 1-18 16,-2 2 18-16,1-1 0 0,0 0 81 15,0 0-81-15,0 0 0 0,0 3 160 0,-2-1-160 0,0 3 0 0,1-1 92 16,-1 1-92-16,-1 2 0 0,1-1 44 0,2 1-44 0,-1 2 0 0,0-1 38 15,-1 2-38-15,-2 0 0 0,1 1 66 0,2 2-66 0,0 1 0 16,0 1 214-16,1 2-214 0,1 2 0 0,-1-1 105 16,2 2-105-16,-1 2 0 0,0-2 151 0,0 1-151 0,0 1 0 15,0 1 108-15,2 1-108 0,-1 2 0 0,0-1 157 0,1 1-157 16,2 1 0-16,-2-1-41 0,1-1 41 0,2 0 0 0,-1 1-95 16,-2 0 95-16,1 1 0 0,0 0-49 15,0 0 49-15,0 1 0 0,1-1 18 0,0-1-18 0,1 0 0 0,-1-1 68 16,0 1-68-16,0-1 0 0,0-2 75 15,1-2-75-15,-1-2 0 0,0 2 115 0,1-1-115 0,1-1 0 0,-1-1 24 16,-2-1-24-16,2-1 0 0,-1-2-24 0,-2-1 24 0,1-2 0 0,0-1-62 16,-2-2 62-16,1-1 0 0,0 0 56 15,0 0-56-15,0-2 0 0,0-1 71 0,0-1-71 0,0-1 0 0,1 0 56 16,-3 1-56-16,1-1 0 0,0-1-102 0,-2-2 102 0,1 1 0 16,0-2-118-16,-2 0 118 0,0-1 0 0,1 1-81 0,0-1 81 0,0-1 0 15,-1 0 127-15,-1 0-127 0,-1-1 0 0,0 0 256 16,-1 1-256-16,-1-3 0 0,-2 2 256 0,1-2-256 0,-3 0 0 0,-1 1 256 15,-2-1-256-15,-1-2 0 0,0 2 43 16,0-2-43-16,-3 0 0 0,2 2-53 0,-1-1 53 0,-3 1 0 16,2 0-75-16,-2-1 75 0,-1 1 0 0,0 0-108 15,0 1 108-15,-2 0 0 0,1 0-155 0,1 1 155 0,0 0 0 0,0 0-44 16,-1 1 44-16,0 0 0 0,0 1 34 16,-1 2-34-16,0-1 0 0,1 1 101 0,0 1-101 0,3 1 0 0,-2 0 129 0,0 0-129 15,0 0 0-15,2 0 174 16,3-1-174-16,0-1 0 0,1 1 103 0,1-1-103 0,3-1 0 0,1 0-120 15,1-1 120-15,3-1 0 0,2 3-2646 0,4 1 2646 0,1 1 0 0</inkml:trace>
  <inkml:trace contextRef="#ctx0" brushRef="#br0" timeOffset="8302.022">4264 9715 1024 0,'0'0'0'0,"0"0"0"0,0 0 0 0,0 0 0 0,0 0 256 16,0 0-256-16,0 0 0 0,0 0 256 0,0 0-256 0,0 0 0 0,-6 6 73 0,-2 4-73 0,-3 2 0 0,2-7 251 0,2-3-251 16,0-3 0-16,-2 2 229 0,-2 2-229 0,-1 0 0 15,1-1 49-15,-1 3-49 0,-2 0 0 16,0 0-256-16,0 0 256 0,-2 1 0 0,2 0-256 15,-2 0 256-15,-1 1 0 16,0-1-156-16,3-1 156 0,-2 0 0 0,3 0 128 0,0-1-128 0,1 0 0 16,7-3-574-16,6-1 574 0,3-1 0 0</inkml:trace>
  <inkml:trace contextRef="#ctx0" brushRef="#br0" timeOffset="8636.791">4668 9743 1024 0,'0'0'0'16,"0"0"0"-16,0 0 0 0,0 0 0 0,0 0 209 0,0 0-209 0,0 0 0 0,-2 4 87 15,-3 1-87-15,-1 1 0 0,2 0 200 0,2 0-200 0,-1 2 0 0,-1 0 127 16,-1 1-127-16,-2 2 0 16,7-11 0-16,-6 11 77 0,-2 2-77 0,-3 1 0 0,2-1-92 0,0 2 92 0,-1 2 0 0,0-2-70 15,0 2 70-15,-1 1 0 0,1-2-65 0,-1-2 65 0,0 0 0 0,-1-1 12 16,3 0-12-16,-1-1 0 0,0-4 27 0,1 0-27 0,2-2 0 0,0-1 86 16,0 0-86-16,2-2 0 0,0-1-144 15,1-2 144-15,1-2 0 0,1 2-454 0,2 0 454 0,2 0 0 0</inkml:trace>
  <inkml:trace contextRef="#ctx0" brushRef="#br0" timeOffset="8838.273">4493 9806 1024 0,'0'0'0'0,"0"0"0"0,0 0 0 0,0 0 0 0,0 5 256 16,2 2-256-16,-1 3 0 0,1-6 256 0,1-2-256 0,1-1 0 0,1 1 256 15,0 3-256-15,1 0 0 0,0 1 256 0,1 2-256 0,-7-8 0 0,9 8 0 16,-2 1 168-16,1 0-168 0,1 1 0 0,1 1-8 0,0 2 8 0,1 1 0 15,0 0-256-15,-1-1 256 0,0 2 0 0,1 0-171 16,-3 0 171-16,1 2 0 0,0-2-9 16,1-1 9-16,1 1 0 0,-2-1 77 0,-2 0-77 0,-1-1 0 0,1-1 82 15,0-2-82-15,1-1 0 0,-1 0 41 0,0-1-41 0,0-2 0 0,-3-3-948 16,-5-4 948-16,-2-1 0 0</inkml:trace>
  <inkml:trace contextRef="#ctx0" brushRef="#br0" timeOffset="9156.312">5227 9525 1024 0,'0'0'0'0,"0"0"0"0,0 0 0 0,0 0 0 0,0 0 256 0,0 0-256 0,0 0 0 0,2 4 47 0,1 3-47 0,1 1 0 0,-1-2 153 16,0 2-153-16,0 0 0 0,2 2 128 16,1 1-128-16,3 3 0 0,-9-14 0 0,7 14 142 0,-2 3-142 0,2 2 0 0,-1-1 129 15,-2 3-129-15,1 0 0 0,-1 1 72 0,-1 2-72 0,-1 0 0 0,2-1 3 16,-1 1-3-16,0 1 0 0,0-1-36 16,-2-1 36-16,1 0 0 0,-1 0-101 0,0-1 101 0,-1-1 0 0,1 1-2 15,1 0 2-15,1 1 0 0,-1-4-73 16,-2-1 73-16,1-2 0 0,0-2-87 0,-2-1 87 0,1-2 0 0,0-2 24 0,0-3-24 15,0-2 0-15,0-1 107 0,0 0-107 0,0-3 0 0,0 2-762 16,0-3 762-16,0 0 0 0</inkml:trace>
  <inkml:trace contextRef="#ctx0" brushRef="#br0" timeOffset="9494.603">5177 9632 1024 0,'0'0'0'0,"0"0"0"0,0 0 0 0,0 0 0 15,0 0 256-15,0 0-256 0,0 0 0 0,0-7 256 0,-2-3-256 0,1-4 0 0,2 6 256 16,1 0-256-16,1 2 0 0,0-2 84 0,2-2-84 0,0-1 0 16,-1 1 165-16,1 1-165 0,1-3 0 15,1 1-114-15,4 1 114 16,0 0 0-16,0 0-32 0,-1 1 32 0,3 2 0 0,0 1-105 0,0 0 105 0,2 2 0 0,-1 1 35 0,2 2-35 0,0 2 0 0,-1 0 58 16,1 3-58-16,2 0 0 0,-2 0 41 15,0 0-41-15,-2 1 0 0,0 1 80 0,-2 1-80 0,-1 3 0 0,-1-1 169 16,-3 1-169-16,-1 2 0 0,-3-1 1 0,-1 2-1 15,-2 1 0-15,-2-2 6 16,-2 1-6-16,-2-1 0 0,0 1-85 16,-3-1 85-16,-1 1 0 0,1-1-10 0,-2 1 10 0,0 0 0 0,1-1-99 0,-2-2 99 0,0 0 0 15,0-1-241-15,-2-1 241 0,-1 0 0 0,1-2-46 0,1 0 46 0,-2-2 0 0,3-1 109 32,2-1-109-32,1-1 0 0,1-1 42 0,2-2-42 0,1-2 0 0,4 0 18 15,2-3-18-15,3-1 0 0,-3 6-844 0,-1 2 844 16,-1 2 0-16</inkml:trace>
  <inkml:trace contextRef="#ctx0" brushRef="#br0" timeOffset="9836.354">5906 9323 1024 0,'0'0'0'0,"0"0"0"0,0 0 0 0,0 0 0 0,0 0 256 0,0 0-256 0,0 0 0 0,0 0 256 16,0 0-256-16,0 0 0 0,-4 8 256 0,-1 5-256 15,-3 4 0-15,4-9 176 0,1 0-176 0,1-2 0 0,-3 3-92 16,-2 2 92-16,-3 0 0 0,3 4-113 0,-1 1 113 16,-1 4 0-16,-1-2 74 0,-1 2-74 0,-4 2 0 0,4 0 41 0,0 2-41 0,-2 2 0 15,2-1 131-15,1 0-131 0,0 2 0 0,0-2 74 16,2 0-74-16,-2 0 0 0,3 1 89 0,1-1-89 0,0 3 0 16,1-3 100-16,1 2-100 0,3 0 0 0,-1-2 25 15,1 1-25-15,1-1 0 0,1-1 61 0,1-1-61 0,2-1 0 0,0 0 40 16,0-1-40-16,3-1 0 0,-1 0 38 15,1-1-38-15,2-1 0 0,0 0 29 0,0 0-29 0,4 0 0 16,-3-3 42-16,1-2-42 0,2 0 0 0,-1-2-53 0,3-2 53 0,0-1 0 16,0-2 5-16,-2-2-5 0,0-1 0 0,0-3-66 0,0-2 66 15,1-2 0-15,-2-1-113 0,3-1 113 0,-1-2 0 0,0-2-144 16,0-1 144-16,2-3 0 0,-11 10-1112 0,-5 4 1112 0,-5 4 0 0</inkml:trace>
  <inkml:trace contextRef="#ctx0" brushRef="#br0" timeOffset="10125.867">6238 9636 1024 0,'0'0'0'0,"0"0"0"0,0 0 0 16,0 0 0-16,0 0 256 0,0 0-256 0,0 0 0 15,0 0 256-15,0 0-256 0,0 0 0 0,0 0 256 0,0 0-256 0,0 0 0 16,-4 7 256-16,-2 4-256 0,-1 5 0 0,4-7 256 0,3-1-256 15,0-2 0-15,-2 3 92 0,-1 1-92 0,-1 2 0 0,1 0-162 0,0 2 162 16,-1 1 0-16,0-1-75 0,-1 2 75 0,-1 1 0 0,1 0 94 0,-1 1-94 16,-2 1 0-16,2-1 144 0,-1 1-144 15,-1 0 0-15,0-1 47 0,0 2-47 0,-2-1 0 0,2 0 67 16,-2 0-67-16,0 0 0 0,2-2-16 0,0-1 16 0,2-2 0 0,-1 0-176 16,0-3 176-16,-1-1 0 15,1-1-113-15,1-1 113 0,-1-3 0 0,2 0 9 0,0-2-9 0,2-1 0 0,1-1-1191 16,2-1 1191-16,2-1 0 0</inkml:trace>
  <inkml:trace contextRef="#ctx0" brushRef="#br0" timeOffset="10437.882">5965 9689 1024 0,'0'0'0'0,"0"0"0"0,0 0 0 0,0 0 0 0,0 0 256 0,0 0-256 0,0 0 0 0,0 0 256 16,0 0-256-16,0 0 0 0,2 4 256 0,1 4-256 0,1 2 0 0,1-5 256 31,0-2-256-31,4-1 0 0,-2 2 185 0,1 1-185 0,2 1 0 0,-10-6 0 0,10 8-7 16,3 1 7-16,2 3 0 0,-3-2-108 0,2 2 108 0,0 1 0 0,1 1-149 0,0 1 149 0,3 3 0 0,-3-2-85 16,2 1 85-16,0 0 0 0,0 1 42 0,-1 1-42 15,1 1 0-15,-2 0 120 0,1-2-120 0,-3 1 0 0,0-2 40 16,-1-1-40-16,-2-2 0 15,0 1 31-15,-4-2-31 0,0 1 0 0,0-4-100 16,-1-2 100-16,0-1 0 0,-1-1-102 0,-1-1 102 0,-1-1 0 0,1-1-11 16,-2-2 11-16,1-1 0 0,0-2 92 0,-2-1-92 0,1-1 0 0,0 2-972 0,-2 2 972 0,1 2 0 15</inkml:trace>
  <inkml:trace contextRef="#ctx0" brushRef="#br0" timeOffset="10802.666">6299 9292 1024 0,'0'0'0'0,"0"0"0"0,0 0 0 0,0 0 0 0,5-4 256 0,3-1-256 16,3-3 0-16,-4 5 256 0,-2 1-256 0,-1 1 0 0,3-1 200 15,0-1-200-15,4-1 0 0,-11 4 0 0,9-3-33 0,1 2 33 0,2 1 0 16,-1 0 10-16,2 1-10 0,1 2 0 0,-2 0-69 15,0 1 69-15,-2 1 0 0,3 4-109 0,0 1 109 0,2 3 0 0,1 2-47 16,0 5 47-16,2 2 0 0,-1 1 0 16,-2 3 0-16,1 4 0 0,0 0 139 0,-1 4-139 0,0 2 0 0,-1 0 101 15,-2 2-101-15,-1 2 0 0,0 2 50 0,-3 2-50 0,-2 3 0 0,-1-3 31 16,-2-1-31-16,-1-1 0 0,0 0-60 16,-5 2 60-16,1 0 0 0,-2-2-3 0,-2-1 3 0,-1-1 0 15,0 0-32-15,-1 0 32 0,-2 0 0 0,0-3 27 0,-4-2-27 16,0 0 0-16,-1-3 22 0,-1-1-22 0,-3-2 0 0,2-5-26 15,-2-3 26-15,-2-3 0 0,4-3-24 0,0-3 24 0,1-4 0 16,9-4-689-16,8-4 689 0,5-4 0 0</inkml:trace>
  <inkml:trace contextRef="#ctx0" brushRef="#br0" timeOffset="17635.991">5158 10453 1024 0,'0'0'0'0,"0"0"0"0,0 0 0 0,0 0 0 0,0 0 256 0,0 0-256 15,0 0 0-15,0 0 256 0,0 0-256 0,0 0 0 0,0 0 256 16,0 0-256-16,0 0 0 0,0 0 216 0,0 0-216 0,0 0 0 15,0 0 105-15,0 0-105 0,0 0 0 0,-5 13 123 0,-2 6-123 16,-1 6 0-16,7-18 71 16,4-6-71-16,4-6 0 0,-4 6 9 0,-2 2-9 0,1-1 0 0,1 0-21 0,0 1 21 0,1-1 0 0,-1 0-7 15,1-1 7-15,2-1 0 0,-1 1 35 16,-2-1-35-16,2-1 0 0,-1 1 167 0,1 0-167 0,1 0 0 16,-1 0 49-16,0-1-49 0,1-1 0 0,-1 1-1 0,1-1 1 0,1-2 0 0,-1 2-36 15,1-1 36-15,-1-1 0 0,1-1 2 16,1-1-2-16,2-2 0 0,-3 2 82 0,2 0-82 0,0-1 0 15,1 0 158-15,-1-1-158 0,3-2 0 0,-2 2 99 0,1-2-99 16,1 0 0-16,-1 1 28 0,-2 0-28 0,2 1 0 0,-2 0 3 16,0-2-3-16,-2 0 0 0,3 0 1 0,-3 1-1 0,1-1 0 15,-1 0-16-15,0 1 16 0,-2-3 0 0,1 1-36 0,-2 1 36 16,1 0 0-16,0-2-10 16,1-1 10-16,-1-1 0 0,-1 1 22 0,2 1-22 0,0-1 0 0,-1 1 21 15,0-2-21-15,-2 0 0 0,1 1 4 16,0-1-4-16,0-1 0 0,0 1 96 0,0-2-96 0,1-1 0 0,-1 2 135 0,-2-1-135 0,1 0 0 0,0 0 91 15,0 0-91-15,0 0 0 0,0 0-50 0,0 1 50 16,0-1 0-16,1 0-126 0,-2 0 126 0,1 1 0 0,-1-1 256 16,1 0-256-16,1 1 0 0,-1 0-256 15,-2-2 256-15,1 1 0 0,0-1-78 16,1-1 78-16,1-1 0 0,0 1 95 0,-3-1-95 16,1 0 0-16,0 0 63 0,0 1-63 15,0 0 0-15,0 1 15 0,-2 0-15 16,1 1 0-16,-1 0-18 0,-1 0 18 0,-1 1 0 0,1 0-10 0,-1-2 10 0,-1 1 0 0,1 2-39 15,-1 0 39-15,-2 1 0 0,2 0-68 16,0 0 68-16,0 1 0 0,0 0-71 0,0 2 71 0,0 1 0 0,0-1-28 16,-1 0 28-16,-3 1 0 0,2 0 0 15,2 1 0-15,-1 1 0 0,0-1 57 0,0-1-57 0,0 0 0 16,-1 2 86-16,0 1-86 0,-1 0 0 0,1 0 56 0,0-1-56 0,0 1 0 0,-1 1 13 0,0-1-13 0,-1 2 0 16,1 0-50-16,-1 1 50 0,-2 0 0 0,2 2-75 0,-1-1 75 0,-2 1 0 0,3 1-95 15,-2 0 95-15,0 0 0 0,0 1-97 16,0 2 97-16,-1 0 0 0,0 1-70 15,1-1 70-15,0 3 0 0,-1-3-218 0,0 2 218 0,-2 0 0 0,1 0 71 16,-1 1-71-16,0 1 0 0,0 0 75 16,0 0-75-16,-2 2 0 0,2-1 47 0,2 1-47 0,-2 2 0 0,3-1-21 0,1 0 21 15,0 1 0-15,0 0 65 16,-1 0-65-16,-2 2 0 0,0-1-47 0,3 0 47 0,-1 2 0 0,0 0-139 0,-1 0 139 0,0 2 0 0,0-1-72 31,2 1 72-31,1 1 0 0,0-2-16 0,-3 0 16 0,1-1 0 0,0 1 30 0,2 0-30 0,-2 2 0 0,1-1 75 31,2 0-75-31,-1 0 0 0,-1 0 59 0,3-1-59 0,-1 1 0 0,0 0 86 16,1 1-86-16,-1 1 0 0,1-2-5 0,1 1 5 0,1 0 0 0,-1 0-14 16,0-1 14-16,0 1 0 0,-1-1-88 15,3 1 88-15,-1 1 0 0,0-1-78 0,2 1 78 0,-1 1 0 16,0-2 256-16,2 0-256 0,-1-1 0 0,0 1-256 16,2 0 256-16,-1 0 0 0,0 0-91 15,0 0 91-15,0 2 0 0,0-2 38 0,1 1-38 0,0 1 0 0,0-2 42 16,1 0-42-16,1 0 0 0,-1-1 43 0,0 2-43 15,0 1 0-15,2-2 24 0,0-2-24 0,1 0 0 0,-1 0-2 16,0 2 2-16,0-1 0 0,0-2-63 0,2 0 63 0,0-1 0 16,-2 0-51-16,2 0 51 0,0-1 0 0,-1-1-91 0,2-1 91 15,0 0 0-15,-1 0-58 0,1-2 58 0,2 0 0 0,-2-1-27 16,1-1 27-16,1-1 0 0,0 1 13 0,-1-1-13 0,0 1 0 0,0-2 58 16,2 0-58-16,1 0 0 0,-3-1 63 15,0-1-63-15,-2-1 0 0,1 1 38 0,-1-1-38 0,1 0 0 0,-1-1 35 16,-1 0-35-16,-1 0 0 0,1-1 16 0,-2 0-16 15,1-1 0-15,1 1 10 0,-1 1-10 0,0-2 0 0,-1 2-31 16,-1 0 31-16,-1 0 0 0,1 0-16 0,-2-1 16 0,1-1 0 0,0 1-8 16,0 0 8-16,0-1 0 0,0 2 28 0,-2 0-28 15,1 0 0-15,0 0 25 0,0-1-25 0,0 0 0 0,0 0 62 16,-2 0-62-16,1 0 0 0,0-1 84 0,0 0-84 0,0-1 0 16,0 1 71-16,-1 0-71 0,-1 0 0 0,1 0 27 15,0-3-27-15,0-1 0 0,0 1-80 0,-2 1 80 0,0 1 0 0,3 1-1637 16,1 3 1637-16,1 0 0 0</inkml:trace>
  <inkml:trace contextRef="#ctx0" brushRef="#br0" timeOffset="19271.618">7539 7889 1024 0,'0'0'0'0,"0"0"0"0,0 0 0 0,0 0 0 16,0 0 256-16,0 0-256 0,0 0 0 0,0 0 256 15,0 0-256-15,0 0 0 0,0 0 256 0,0 0-256 0,0 0 0 0,0 0 256 16,0 0-256-16,0 0 0 0,0 0 256 15,0 0-256-15,0 0 0 0,0 0 101 0,0 0-101 0,0 0 0 0,0 0-1 16,0 0 1-16,0 0 0 0,0 0-121 0,0 0 121 0,0 0 0 0,6-1-101 16,3-1 101-16,5-1 0 0,-8 2-69 0,-2 0 69 0,-2 0 0 0,2 0 65 15,-2 0-65-15,2 0 0 0,-1 0 127 0,1 1-127 16,1 1 0-16,-1-1 145 0,0 1-145 0,0 1 0 0,1-1 107 16,0-1-107-16,2-1 0 0,-2 2 58 0,1-1-58 0,2 2 0 0,-1 0-37 15,1 2 37-15,1-1 0 0,0 0-43 0,0-1 43 16,2 0 0-16,-1 1-38 15,0-1 38-15,1 2 0 0,2-1 45 0,-1-1-45 0,4-1 0 0,-3 2 67 0,1 0-67 0,2 1 0 16,-2-2 68-16,2 1-68 0,3 1 0 0,-3-1 69 16,2-1-69-16,0 0 0 0,0 1 32 0,0 1-32 0,2 1 0 0,0-1 1 15,0-1-1-15,3 0 0 16,-1 0-21-16,1 2 21 0,1-1 0 0,0 0 22 0,1-1-22 0,2-1 0 0,-1 1 71 16,0 0-71-16,2 1 0 15,-1-1 59-15,1-1-59 0,3 0 0 0,-1 0-4 0,1 1 4 0,2 1 0 0,-2-3-26 16,0-1 26-16,1-1 0 0,-1 2-3 15,0-1 3-15,1 2 0 0,0-1-13 0,2-1 13 0,1-1 0 0,-3 1 37 16,-1 0-37-16,0 0 0 0,0 0 106 16,2 0-106-16,0 0 0 0,-2 0 144 0,2 0-144 0,1 0 0 0,-1-1 78 0,-1 1-78 15,0-2 0-15,0 1 1 0,2 0-1 0,0 0 0 0,0 1-21 16,-1 0 21-16,1 0 0 0,0 0-2 16,1-2 2-16,2 1 0 0,-2 1 12 0,0 1-12 0,2 1 0 0,-2-2 27 15,0-1-27-15,1-1 0 0,-1 1 46 0,0 1-46 0,-1 1 0 16,2-2 46-16,-2 0-46 0,0 0 0 0,0-1 57 0,0 0-57 0,1-1 0 15,-1 2 50 1,-1-1-50-16,0 2 0 0,1-1 87 0,1 0-87 0,1 0 0 16,-1 1 112-16,-1 1-112 0,0 1 0 15,0-2 84-15,0 0-84 0,2 0 0 0,-2 0 55 0,2 0-55 0,0 0 0 0,-2-1-11 0,2 1 11 16,1-2 0-16,-2 1-42 0,-1 1 42 0,-2 1 0 0,-1-2-71 0,-3 0 71 16,0-1 0-16,2 2-32 15,2 0 32-15,1 0 0 0,-1 0 62 16,-1 0-62-16,-1 0 0 0,1 0 151 0,1 0-151 0,3 0 0 0,-4 1 147 0,0 0-147 0,-2 1 0 0,2-1 102 15,-2 0-102-15,1 0 0 0,0 0 6 16,-1 1-6-16,1 1 0 0,-2-2-46 16,-1-1 46-16,-1-1 0 0,1 2-41 0,-1-1 41 0,0 2 0 15,-1-1 54-15,-2-1-54 0,1-1 0 0,-1 1 33 0,-1 0-33 0,-2 0 0 0,1 0 0 16,2 0 0-16,-1 0 0 0,-1 0 0 16,-1 0 0-16,-1 0 0 0,1 0 0 15,1 0 0-15,0 0 0 0,-1 0 0 0,0-1 0 0,-3-1 0 0,2 2 0 16,2 0 0-16,-1 0 0 0,-1 0 0 0,-2-1 0 0,1-1 0 0,-1 1 0 15,0 1 0-15,-1 1 0 0,0-2 0 0,-1 1 0 0,0-2 0 0,1 1 0 32,-2 0 0-32,0 0 0 0,1 0 0 0,-2 1 0 0,1 1 0 0,-2-1 0 15,0 0 0-15,-2 0 0 0,1 0 0 0,1 0 0 0,-1 0 0 0,0-1 0 16,0 0 0-16,-1-1 0 0,-1 1 0 16,0 1 0-16,-2 1 0 0,1 0 0 0,-2 0 0 0,2 1 0 15,-1-1 0-15,-2-1 0 0,1-1 0 0,-2 2 0 16,-1-1 0-16,0 2 0 0,0-2-177 0,0 0 177 0,0 0 0 0,-1 0-256 15,-1 0 256-15,-1 0 0 0,1-1-256 0,0 1 256 16,0-2 0-16,0 1-2382 0,-2 1 2382 0,1 1 0 0</inkml:trace>
  <inkml:trace contextRef="#ctx0" brushRef="#br0" timeOffset="55202.617">4494 11069 1024 0,'0'0'0'0,"0"0"0"0,0 0 0 0,0 0 0 0,0 0 256 0,0 0-256 0,0 0 0 16,4 6 256 0,2 2-256-16,3 3 0 0,-4-7 256 0,-1-1-256 0,-1-3 0 0,3 2 134 15,0 1-134-15,4 1 0 0,-10-4 0 0,7 2 73 0,1-2-73 0,2 1 0 0,-1 0 80 16,1 0-80-1,2 1 0-15,-2-1 30 0,1-1-30 16,3 1 0-16,-2-1 9 0,-2-1-9 0,2 0 0 0,-1 0-48 0,2 1 48 0,1 1 0 0,-2-3 23 16,3 0-23-16,-1-1 0 0,0 0-3 0,-2-1 3 0,0-1 0 0,0 1-30 15,0 1 30-15,1 0 0 0,-2 0 18 0,0-2-18 0,-2 1 0 16,0 0-17-16,0 1 17 0,-1 0 0 0,0-1 38 16,-1 0-38-16,-1-1 0 0,1 2 42 0,-1 0-42 0,-2 0 0 15,0 1 67-15,-1-1-67 0,-1 1 0 0,1 1 86 16,0-2-86-16,1 1 0 0,-2 1 91 0,-1 0-91 0,-1 0 0 0,1 1 103 15,-2 0-103-15,1 0 0 0,0 0 124 0,0 0-124 0,0 0 0 16,0 1 24-16,-2 1-24 0,1 1 0 0,-1-1-6 16,1 1 6-16,0 2 0 0,0-1-52 0,-1 2 52 0,-1 2 0 0,1 1-4 15,0 0 4-15,0 2 0 0,0-1 89 16,2 2-89-16,-1 1 0 0,0 1 60 0,0 0-60 16,0 2 0-16,0 0 82 0,0 1-82 0,0 1 0 0,1 0 55 0,-2 2-55 15,0 1 0-15,2 0 158 0,1 0-158 0,1 1 0 0,-1-1 98 16,-2 1-98-16,1 1 0 0,0-1-31 0,2 0 31 0,-1 0 0 0,0 1-31 15,-2 0 31-15,1 1 0 0,1-1-89 0,1 1 89 16,1-1 0-16,-1-1-50 0,-2 0 50 0,1 0 0 0,0-1 73 16,0 0-73-16,0 0 0 0,0-1 155 15,1-2-155-15,1 1 0 0,-1-1 125 0,1-2-125 0,-1 1 0 0,0-1 167 16,0 0-167-16,0-1 0 0,0-2 59 0,-2-2-59 0,1 0 0 0,0-1 88 16,1-1-88-16,1 0 0 0,-1-1 126 0,-2-1-126 15,1 0 0-15,0-2 116 0,-2 1-116 0,1-1 0 0,0-1 17 0,2-1-17 16,-1-1 0-16,0 0-50 0,-2 1 50 0,1-2 0 15,0 1-158-15,2-3 158 0,-1 0 0 0,0 1-143 16,-2-1 143-16,1-1 0 0,-1 1 26 0,-1-1-26 0,-1-1 0 0,1 0 168 16,0-1-168-16,0-2 0 0,-2 2 216 15,0 0-216-15,-4 0 0 0,3-1 195 0,-1-1-195 0,-2-2 0 0,0 2 0 16,-3 1 0-16,-2 0 0 0,2-1 0 0,0 0 0 0,-1-1 0 0,-2 0 0 16,1 1 0-16,-4 1 0 0,4-1-9 0,-3-1 9 0,1 0 0 15,-1 2 9-15,1 1-9 0,-4 1 0 0,4-2 0 16,-3 0 0-16,1-1 0 0,0 2 0 15,-2 1 0-15,1 1 0 0,0-1 0 0,0 1 0 0,-2 0 0 0,2 0 0 0,2 0 0 16,0 0 0-16,1 0 0 16,-3 0 0-16,0-1 0 0,2 1 0 0,4-1 0 0,-1-1 0 0,2 1 0 15,1 0 0-15,0 0 0 0,2-1 0 0,2-2 0 0,2-1 0 0,2 5-3071 0,2 2 3071 16,2 2 0-16</inkml:trace>
  <inkml:trace contextRef="#ctx0" brushRef="#br0" timeOffset="55573.602">4955 11464 1024 0,'0'0'0'0,"0"0"0"0,0 0 0 0,0 0 0 0,0 0 256 0,0 0-256 0,0 0 0 0,0 0 232 15,0 0-232-15,0 0 0 16,0 0-104-16,0 0 104 0,0 0 0 0,-5 8 202 0,-2 5-202 0,-4 4 0 16,6-12 256-16,3-4-256 0,0-4 0 0,2 3 0 0,-4 1 256 0,-2 1-256 0,-4 1 0 0,3-1 256 0,0 0-256 15,-3 1 0-15,0-2 78 0,0 0-78 0,-1 0 0 0,-1 0-184 16,0 1 184-16,-3 2 0 0,2-2-81 15,-1 0 81-15,-2-1 0 16,1 1 106-16,1-1-106 0,-1 0 0 0,2 0 147 16,-2 1-147-16,-2 1 0 0,4-2 248 0,2 1-248 0,1-2 0 0,0 1 10 15,0-1-10-15,2-1 0 0,1 1 29 16,1-2-29-16,0 1 0 0,4 0-1707 0,2 1 1707 0,2 1 0 0</inkml:trace>
  <inkml:trace contextRef="#ctx0" brushRef="#br0" timeOffset="56062.154">5355 11523 1024 0,'0'0'0'0,"0"0"0"0,0 0 0 0,0 0 0 0,0 0 204 0,0 0-204 16,0 0 0-16,0 0-31 0,0 0 31 0,0 0 0 0,0 0 59 15,0 0-59-15,0 0 0 0,-2 8 115 0,-2 4-115 16,-2 3 0-16,1-8 57 0,3-3-57 0,-1-2 0 0,0 3 45 15,0 2-45-15,0 0 0 0,0 0 19 0,-1 0-19 0,-1 1 0 0,0-1 55 16,0 0-55-16,-1 2 0 0,1-2 26 16,0 0-26-16,0 1 0 0,0-1 0 0,-1 0 0 0,0 1 0 0,0-1-49 15,2 2 49-15,-1 0 0 0,-1 0 3 0,1-1-3 0,0 0 0 0,0-1-44 16,0 2 44-16,0 0 0 0,-1 0 34 16,1-1-34-16,0 0 0 0,0 0 91 0,0-2-91 15,0-1 0-15,-1 1 158 0,1 0-158 0,0-2 0 0,0 0 156 16,1 0-156-16,0-2 0 0,-2 0-27 0,3-1 27 0,-1-1 0 15,0 0-74-15,2-1 74 0,-1-1 0 0,1-1-71 16,0-2 71-16,2 0 0 0,-2-1-77 0,2-1 77 0,-1-2 0 0,0 6-649 16,2 3 649-16,-1 3 0 0</inkml:trace>
  <inkml:trace contextRef="#ctx0" brushRef="#br0" timeOffset="56298.909">5171 11587 1024 0,'0'0'0'0,"0"0"0"0,0 0 0 0,0 0 0 0,0 0 256 0,0 0-256 0,0 0 0 0,0 0 256 0,0 0-256 15,0 0 0-15,0 0 11 0,0 0-11 0,0 0 0 0,0 0-70 16,0 0 70-16,0 0 0 0,4-1 146 0,4-2-146 0,2 0 0 16,-4 5 178-16,-1 1-178 15,-1 2 0-15,1 0 96 0,1 1-96 0,-1 2 0 0,1-2 17 0,1 2-17 16,1 0 0-16,-1 0-33 0,1 2 33 0,0 1 0 0,-1-1-9 0,2 2 9 0,0 0 0 0,-1 1 93 31,1-1-93-31,-1 2 0 0,0-1 48 0,-2 0-48 0,2 1 0 0,-2-1 23 0,2 0-23 16,0-1 0-16,-1 0-112 0,0 1 112 15,-2 0 0-15,1-1-157 0,0-2 157 0,0 0 0 0,1-2 20 16,-3-1-20-16,1 0 0 0,-3-5-763 0,-2-2 763 0,-2-2 0 0</inkml:trace>
  <inkml:trace contextRef="#ctx0" brushRef="#br0" timeOffset="58198.302">8510 11239 1024 0,'0'0'0'0,"0"0"0"0,0 0 0 0,0 0 0 0,0 0 256 0,0 0-256 0,0 0 0 0,0 0 256 15,0 0-256-15,0 0 0 0,0 0 172 0,0 0-172 0,0 0 0 0,0 0 166 0,0 0-166 16,0 0 0-1,0 0 114-15,0 0-114 0,0 0 0 0,0 0 2 0,0 0-2 0,0 0 0 0,-2 6-107 0,-1 4 107 16,-1 2 0-16,2-7-130 0,1-1 130 0,1-3 0 16,-2 4-8-16,-1 0 8 0,-1 4 0 0,1-3 153 15,0 2-153-15,-1 0 0 0,1-1 256 0,-1 2-256 0,-2 0 0 0,2 0 228 0,-1 0-228 0,-1 2 0 0,-1-1 53 32,0 1-53-32,-1 2 0 0,1-1-136 0,1 0 136 0,0 2 0 0,-1-2-212 15,-1 1 212-15,-2 0 0 0,3 0-113 16,-2-1 113-16,0 1 0 0,-1-1 54 0,3 1-54 0,-1 0 0 15,-1-1 174-15,1 0-174 0,0-1 0 0,1 0 109 16,-3 0-109-16,1-1 0 0,0-1-30 0,2-1 30 0,-2 0 0 0,2-3-138 16,0 0 138-16,2-3 0 0,0 0-121 15,0-1 121-15,2-1 0 0,0-2-56 0,1-2 56 0,1-2 0 16,0 4-942-16,1 2 942 0,1 2 0 0</inkml:trace>
  <inkml:trace contextRef="#ctx0" brushRef="#br0" timeOffset="58463.119">8269 11321 1024 0,'0'0'0'0,"0"0"0"0,0 0 0 0,0 0 0 0,0 0 256 0,0 0-256 0,0 0 0 16,0 0 256-16,0 0-256 0,0 0 0 0,6 1 256 16,3 1-256-16,4 1 0 0,-6-1 256 0,-2-1-256 0,-1-1 0 0,2 2 256 15,-2 2-256-15,2 0 0 0,-2 2 15 16,2 1-15-16,0 2 0 0,1 0-168 0,2 0 168 0,0 2 0 0,-1-1-32 0,0 1 32 15,1 2 0-15,-1-1 128 0,0 2-128 0,1 1 0 0,0 1 183 16,1 0-183-16,2 3 0 0,-3-3 39 0,-1-1-39 16,-1 1 0-16,2 0-114 0,-1 1 114 0,0 1 0 0,-1-3-256 15,3 0 256-15,-1-1 0 0,-6-9-1075 16,-3-5 1075-16,-3-5 0 0</inkml:trace>
  <inkml:trace contextRef="#ctx0" brushRef="#br0" timeOffset="59467.321">6354 11151 1024 0,'0'0'0'16,"0"0"0"-16,0 0 0 0,0 0 0 0,0 0 256 0,0 0-256 0,0 0 0 0,0 0 56 0,0 0-56 15,0 0 0-15,0 4 110 0,0 2-110 0,0 3 0 0,0-3 88 16,3 0-88-16,-2 1 0 0,0 1 11 0,-2 3-11 16,1 1 0-16,0 1-29 0,2 1 29 0,-1 1 0 0,0 1-12 0,1 0 12 15,1 2 0-15,-1 1 31 0,0 1-31 0,0 1 0 16,0 0 148-16,0-1-148 0,0 2 0 0,0-2 113 0,-2 2-113 0,1-1 0 15,0 1 63-15,0-2-63 0,0 1 0 0,0 0-38 16,1 0 38-16,-1 1 0 0,0-3-135 0,-2 0 135 0,1-1 0 0,0-1-55 16,-3 1 55-16,2-2 0 0,0-2 5 15,0-2-5-15,0-1 0 0,0-1 101 0,0-3-101 0,0-1 0 16,0-1 67-16,2-2-67 0,-1-1 0 0,-1-3 9 16,-1-3-9-16,-1-1 0 0,2 4-789 0,1 1 789 0,1 1 0 0</inkml:trace>
  <inkml:trace contextRef="#ctx0" brushRef="#br0" timeOffset="59999.475">6317 11308 1024 0,'0'0'0'0,"0"0"256"0,0 0-256 0,0 0 0 0,0-6 220 0,2-4-220 0,-1-2 0 0,0 5 23 0,1 1-23 0,2 1 0 0,0-2-36 16,0-2 36-1,3-1 0-15,-1 2 151 0,1-2-151 0,2 0 0 0,0 1 87 0,3 1-87 0,2 0 0 0,-3 1 30 16,2 2-30-16,0 1 0 0,1-1 0 15,0 1 0-15,2 0 0 0,-3 3-51 0,2 1 51 0,2 1 0 0,-2 2-22 0,0 1 22 0,-2 2 0 16,2-1 62-16,-3 2-62 0,2 3 0 0,-3-1 82 16,-1 1-82-16,0 2 0 0,-2 0 61 0,-2 0-61 0,-2 2 0 15,-1-1-11-15,-2 1 11 0,-2 0 0 0,0 0-136 16,-1 1 136-16,-1 0 0 0,-1 0-40 16,-2-1 40-16,-2 1 0 0,-1-1 27 0,1-2-27 0,-3 0 0 0,1 0 155 15,0-2-155-15,-2 0 0 0,0 0 137 0,3-1-137 0,-1 0 0 0,-1-1 72 16,1 0-72-16,0-1 0 0,0 0 31 0,1-1-31 0,2 0 0 0,0-1-45 31,1-1 45-31,3-1 0 0,-2 1-82 0,2-1 82 0,-1 0 0 0,3 1-75 16,2-2 75-16,2 1 0 0,0 0 19 0,1-2-19 0,1 1 0 0,1 1 55 15,1-1-55-15,3 3 0 0,0-1 55 0,3 0-55 0,1 1 0 0,0 0-15 16,0 1 15-16,2 2 0 0,-2 0 27 0,2-1-27 0,1 2 0 16,-1 1 3-16,0 3-3 0,2 0 0 0,-4 0 9 0,0 0-9 0,-1 2 0 15,-1-1-61 1,-4 0 61-16,0 2 0 0,-1-2-26 0,-1 0 26 0,-3-1 0 0,-1 1-44 15,-2-1 44-15,-2 1 0 0,-1-1-48 0,-3-2 48 0,-1 0 0 0,0 0-17 16,0 0 17-16,-4-1 0 16,2-1 45-16,-2-1-45 0,-4 0 0 0,3-1 84 15,-2 0-84-15,-1 0 0 0,-1-2 38 0,0 0-38 0,-2-1 0 0,2-1 12 16,1 0-12-16,0 0 0 0,0-3 16 0,-1-1-16 0,-1-2 0 16,3 0 39-16,0-1-39 0,1-1 0 0,0-1 43 15,3-1-43-15,2-2 0 0,1-1 24 0,1-3-24 16,3-2 0-16,1 11-1154 0,2 4 1154 0,2 4 0 15</inkml:trace>
  <inkml:trace contextRef="#ctx0" brushRef="#br0" timeOffset="60230.225">6900 11561 1024 0,'0'0'0'0,"0"0"0"0,0 0 0 0,0 0 0 15,0 0 256-15,0 0-256 0,0 0 0 0,0 7 256 0,0 3-256 0,0 2 0 0,1-4 256 0,1 1-256 16,1-1 0-16,-1 2 256 0,2 1-256 0,0 3 0 0,-1-2 145 16,-2 2-145-16,1 0 0 0,0 2-113 0,0 0 113 0,0 3 0 0,-1-3-119 15,-1 2 119-15,-1-1 0 0,1 1 8 16,0-2-8-16,0 1 0 0,-2-3 58 0,0 0-58 0,-1-2 0 0,0-1 49 16,2-1-49-16,-1-2 0 0,0-2-101 15,-2-2 101-15,0-1 0 0,3-2-951 0,1-1 951 0,1-1 0 0</inkml:trace>
  <inkml:trace contextRef="#ctx0" brushRef="#br0" timeOffset="60402.564">6894 11521 1024 0,'0'0'0'0,"0"0"0"0,0 0 0 0,0 0 0 0,0-4 256 0,2-3-256 0,-1-2 0 15,1 4 256-15,1-1-256 0,1 1 0 0,-1 0 256 16,2-2-256-16,0 1 0 0,-1-1 56 0,1 0-56 0,1-2 0 0,-4 7-824 15,-2 2 824-15,-2 2 0 0</inkml:trace>
  <inkml:trace contextRef="#ctx0" brushRef="#br0" timeOffset="60770.782">7158 11467 1024 0,'0'0'0'0,"0"0"0"0,0 0 0 0,0 0 0 16,0 0 256-16,0 0-256 0,0 0 0 0,4 6 256 15,3 4-256-15,1 2 0 0,-3-6 256 0,-1-2-256 0,0-1 0 0,1 2-7 0,1 1 7 16,1 2 0 0,-1 0-152-16,2 1 152 0,0 2 0 0,-1 0-178 0,0 1 178 0,1 3 0 0,-1-3-119 0,-2 2 119 0,1 1 0 0,-2-1-6 15,-1 2 6 1,-1 1 0-16,1-2 170 0,-2 0-170 0,-1 0 0 0,0 0 235 0,-1-1-235 0,-2 0 0 0,2-1 171 16,-1-1-171-16,-1-2 0 0,0 0 49 0,-1-2-49 0,-1 0 0 0,1-1-129 15,2-1 129-15,-1-1 0 0,-1 0-226 16,0-3 226-16,-1 1 0 0,1-1-121 0,2-1 121 0,-1-1 0 0,0 0 56 15,2-1-56-15,-1-1 0 0,0-1 151 0,2-1-151 0,-1-1 0 0,0-1 140 32,2-1-140-32,-1-3 0 0,1 1 65 15,1-1-65-15,1-2 0 0,-1-1 92 0,1-1-92 0,1-1 0 0,-1 1 71 16,1 0-71-16,1-1 0 0,0 1 77 0,0-1-77 0,1-1 0 0,0 1 78 16,1 0-78-16,2 1 0 0,-2 0 107 0,-1-1-107 0,0-1 0 0,1 3 15 0,0 1-15 0,1 0 0 0,-1-1-215 15,1-1 215-15,-1-1 0 0,0 1-256 16,0 0 256-16,0-1 0 0,-3 10-836 15,-5 5 836-15,-2 5 0 16</inkml:trace>
  <inkml:trace contextRef="#ctx0" brushRef="#br0" timeOffset="61310.588">7729 11207 1024 0,'0'0'0'0,"0"0"0"16,0 0 0-16,0 0 0 0,0 7 256 0,2 2-256 0,-1 4 0 0,0-6 256 0,1 0-256 0,1-2 0 16,0 3 256-16,2 1-256 0,0 2 0 0,-1 1 256 15,0 2-256-15,0 1 0 0,-1 1 256 0,-1 0-256 0,-1 3 0 0,1-2-104 16,2 2 104-16,0 2 0 0,-2-2-219 16,-1 2 219-16,-1 1 0 0,1-2-61 15,0-1 61-15,0-1 0 0,0 1 159 0,0 0-159 0,0 0 0 0,0-1 256 0,-2-1-256 0,1-1 0 16,0-2 252-16,2 0-252 0,-1-1 0 0,0-2 98 0,0 0-98 15,0-1 0-15,0-1-157 0,-2-2 157 0,1-1 0 0,0-1-206 16,2 0 206-16,-1-2 0 0,0-1-197 0,-2 0 197 0,1 0 0 0,0-2-85 16,-2-1 85-16,1-2 0 0,0 0-73 0,-1-1 73 15,-1-1 0-15,1-1-57 0,0-1 57 0,0-2 0 16,0 1 57-16,-1-1-57 0,-1-2 0 0,0 1 141 0,0 0-141 16,-1-2 0-16,1 2 155 0,-1-1-155 0,-1 1 0 0,-1 0 84 15,0 0-84-15,-1 1 0 0,0 1 53 16,-2-1-53-16,-1 1 0 0,1 0-43 0,-1 2 43 0,-2 1 0 0,0 1-140 0,0 0 140 15,-2 2 0-15,1 1-180 0,2 0 180 0,0 0 0 0,1 1 5 16,-3 2-5-16,1-1 0 0,1 3 184 0,0 1-184 0,2 2 0 16,-1-2 234-16,1 0-234 0,0 1 0 0,2 0 112 15,0 2-112-15,2 0 0 0,0-1 28 0,1-1-28 0,1 0 0 16,1 1 22-16,2 2-22 0,2 0 0 0,0-1 16 0,1-1-16 16,1 0 0-16,1 1-11 0,2 0 11 0,2 2 0 0,3-3-54 15,1 1 54-15,3-1 0 0,-2 0-79 16,2 0 79-16,0 0 0 0,1 0-148 0,1 0 148 0,4-2 0 0,-4-1-177 15,3-2 177-15,0-1 0 0,-2 0-114 16,0 0 114-16,-2 0 0 0,2-2-2 0,-2-1 2 0,1-1 0 0,-1-2 105 0,-2-1-105 16,-1-2 0-16,1 1 89 0,-2-2-89 0,0-1 0 0,-8 7-1223 15,-4 3 1223-15,-4 3 0 0</inkml:trace>
  <inkml:trace contextRef="#ctx0" brushRef="#br0" timeOffset="61692.045">8088 10996 1024 0,'0'0'0'0,"0"0"0"0,0 0 0 0,0 0 0 0,0 0 256 0,0 0-256 0,0 0 0 0,0 0 256 0,0 0-256 0,0 0 0 16,-6 8 118-16,-4 3-118 15,-3 4 0-15,7-7 42 0,4-3-42 0,0-1 0 0,-1 3 83 16,-1 3-83 0,-1 1 0-16,1-1-9 0,0 2 9 0,0 1 0 0,0 0-70 0,-2 1 70 0,-1 3 0 0,3 0-55 0,1 2 55 0,1 1 0 0,-2 0 26 15,-1 1-26 1,-2 2 0-16,4 0 170 0,1 1-170 0,1 1 0 0,-1 0 226 16,2 0-226-16,-1 1 0 0,0 0 178 0,2 2-178 0,-1 0 0 0,1 0 46 0,1-1-46 15,1 0 0-15,1 1-141 0,1-1 141 0,2 0 0 0,0 1-216 16,2 1 216-16,3 0 0 0,-2-2-225 0,1-1 225 0,2 0 0 0,0-1-151 15,4 1 151-15,0-1 0 16,-1-3-101-16,0-2 101 0,2-2 0 0,-1-3-51 0,2-2 51 0,2-3 0 16,-3-2-15-16,2 0 15 0,1-2 0 0,-14-3-367 15,-8-3 367-15,-5-3 0 0</inkml:trace>
  <inkml:trace contextRef="#ctx0" brushRef="#br0" timeOffset="62103.634">8584 10999 1024 0,'0'0'0'0,"2"0"0"16,1 0 0-16,1 0 0 0,0 0 256 0,1 0-256 0,2 0 0 0,-1 1 256 0,1-1-256 0,1 2 0 16,1 1 256-16,0 1-256 0,1 1 0 0,-10-5 0 0,10 7 56 15,0 1-56-15,1 3 0 0,0 0-229 0,0 3 229 16,2 2 0-16,-1 0-168 0,1 2 168 0,1 2 0 0,-2 0-2 16,-1 2 2-16,0 2 0 0,0-2 256 0,-2 3-256 0,2 0 0 0,-2 0 256 15,-1 2-256-15,0 1 0 0,-1-2 256 0,-1 0-256 0,-1 1 0 0,0-1 256 16,-1 1-256-16,0 2 0 0,-2-3-32 15,-1 1 32-15,-1-2 0 0,1 1-141 0,-2 0 141 0,1 1 0 0,-2-1-94 16,-1-2 94-16,-2-1 0 0,1 2-28 0,-1-1 28 0,-1-1 0 16,0 1-11-16,-3 0 11 0,-2-2 0 0,1 1-85 15,-2-1 85-15,0 0 0 0,-2-2-162 0,1 0 162 0,-3-1 0 0,2-2-168 16,-1-2 168-16,-2-2 0 0,4-1-140 0,2 0 140 16,1-2 0-16,6-5-588 0,4-5 588 0,4-5 0 0</inkml:trace>
  <inkml:trace contextRef="#ctx0" brushRef="#br0" timeOffset="77095.597">9500 11283 1024 0,'0'0'0'0,"0"0"0"0,0 0 0 0,0 0 0 0,0 0 256 0,0 0-256 0,0 0 0 0,0 0 256 0,0 0-256 0,0 0 0 16,0 0 256-16,0 0-256 0,0 0 0 0,0 0 256 0,0 0-256 16,0 0 0-16,0 0 256 0,0 0-256 15,0 0 0-15,0 7 168 16,-2 5-168-16,0 4 0 0,1-8-256 0,0-2 256 0,0-2 0 0,-1 3-231 0,-1 2 231 16,-1 1 0-16,1-1 116 0,-1 2-116 0,-1 0 0 0,1 1 256 0,-2 2-256 0,-1 2 0 15,1-3 256-15,2 2-256 16,-1 1 0-16,-2-1 256 0,0 1-256 0,-2 0 0 0,1 1 201 15,1-1-201-15,0 2 0 0,0-1-256 0,0-1 256 0,-1 1 0 0,1-1-256 0,1 1 256 16,0 1 0-16,0-2-256 16,-2 0 256-16,0-1 0 0,1 0-109 0,0-2 109 0,-1 0 0 0,3-3 112 15,2-1-112-15,2-2 0 0,-2-1 19 16,2-1-19-16,-1-1 0 0,2-1-87 0,1-2 87 0,1-1 0 0,0-3-119 16,1-1 119-16,1-3 0 0,-3 6-1094 15,-1 1 1094-15,-1 1 0 0</inkml:trace>
  <inkml:trace contextRef="#ctx0" brushRef="#br0" timeOffset="77439.891">9487 11321 1024 0,'0'0'0'0,"0"0"0"0,0 0 0 0,0 0 0 0,0 0 256 0,0 0-256 0,0 0 0 0,0 0 256 0,0 0-256 0,0 0 0 0,0 0 256 15,0 0-256-15,0 0 0 16,0 0 256-16,0 0-256 0,0 0 0 0,0 0 256 0,0 0-256 15,0 0 0-15,0 0 41 0,0 0-41 16,0 0 0-16,6-3-256 0,4-3 256 0,2-1 0 0,-7 8-256 0,-2 3 256 0,-2 4 0 0,2-4 256 16,1 1-256-16,-1 1 0 0,1 1 256 15,1 1-256-15,1 3 0 0,-1-1 256 0,-2 1-256 0,2 2 0 0,-1-1 256 16,1 1-256-16,1 0 0 0,-1 0 256 0,0 3-256 0,1-1 0 16,-1 1-6-16,0 1 6 0,0 1 0 0,0-1-174 15,1 1 174-15,3 1 0 0,-3-2 176 0,-1 1-176 0,-1 0 0 0,1 0 256 16,2 0-256-16,1 0 0 0,-1 0 256 15,-2 1-256-15,1 1 0 0,0-2 256 0,-2-2-256 0,-1 0 0 0,1 1-256 16,0-1 256-16,0-1 0 0,0-2-256 0,-2 0 256 0,2-1 0 16,-1-2-256-16,0-2 256 0,0-1 0 0,0-1-256 15,0-2 256-15,0-1 0 0,-2-2-1829 0,-1-1 1829 0,-1-1 0 16</inkml:trace>
  <inkml:trace contextRef="#ctx0" brushRef="#br0" timeOffset="78199.014">10601 11137 1024 0,'0'0'0'0,"0"0"256"15,0 0-256-15,0 0 0 0,0 0 256 0,0 0-256 0,0 0 0 0,0 0 256 16,0 0-256-16,0 0 0 0,3-5 256 16,3-4-256-16,1-2 0 0,-6 6 256 0,-2 2-256 0,-2 2 0 0,1-4-256 15,-1 0 256-15,-2-1 0 0,0 1-256 0,0 1 256 16,-3 1 0-16,1-1-256 0,-2 1 256 0,0 0 0 0,-1-1 256 0,-4 1-256 0,0 0 0 0,1 1 256 16,1 1-256-16,-1 1 0 0,-2 1 256 0,0 1-256 0,-2 1 0 0,2 2 256 31,-2 1-256-31,-1 3 0 0,3-2 256 0,-3 1-256 0,1 2 0 0,0 0-155 0,2 1 155 15,-1 2 0-15,1 1-256 0,0 2 256 16,1 2 0-16,0 0 88 0,2 1-88 0,1 1 0 0,0-1 256 16,2 1-256-16,1 1 0 0,0-1 256 15,2 1-256-15,1 1 0 0,1-1 256 0,2 3-256 0,2 0 0 0,-1-1 256 16,0 0-256-16,2 1 0 0,1-2-51 0,3-1 51 16,0-1 0-16,2 2-256 0,3-2 256 0,2 1 0 0,0-1 157 15,1-1-157-15,3-1 0 0,-1 0 256 0,3-2-256 0,1 0 0 16,-1-2 256-16,0-1-256 0,3-2 0 0,-2-1 216 15,1-2-216-15,1 0 0 0,-1-1 0 0,-2-1 0 0,0 0 0 0,-2-3 0 16,0 0 0-16,-1-3 0 0,0 2-216 0,-2-1 216 0,0-1 0 16,-2-1-256-16,-1-1 256 0,1-1 0 0,-1 1-256 15,-1-2 256-15,0 0 0 0,-2 0-256 0,-2-1 256 0,-2-2 0 0,1 0-256 16,0-3 256-16,-2-1 0 0,1 7-1831 16,-3 5 1831-16,-3 2 0 0</inkml:trace>
  <inkml:trace contextRef="#ctx0" brushRef="#br0" timeOffset="78733.43">10939 11513 1024 0,'0'0'0'0,"0"0"0"0,0 0 0 0,0 0 0 0,0 0 256 0,0 0-256 16,0 0 0-16,0 0 256 0,0 0-256 0,0 0 0 0,-2-6 256 0,-1-2-256 0,-1-3 0 15,1 5 256-15,2 2-256 0,-1 1 0 0,-2 0 256 16,-3-1-256-16,-1 1 0 0,2 0-202 0,-1 0 202 0,-1 1 0 16,-1 0-256-16,0 2 256 0,-1 2 0 15,-1-2-256-15,0 1 256 0,-3 1 0 0,2 0-171 16,2 1 171-16,-2 1 0 0,1 1 256 16,1 1-256-16,-1 2 0 0,1-2 256 0,0 1-256 15,-2 2 0-15,3-1 256 0,1 2-256 16,0 1 0-16,2-2 256 0,2 1-256 0,2 2 0 0,0-2-104 0,1 1 104 0,1-1 0 0,0 0-256 15,1 1 256-15,1 0 0 0,1-1-256 0,1 0 256 0,1-2 0 0,2 1-174 0,-1 0 174 0,3-1 0 16,0-2 232-16,1-1-232 16,2 0 0-16,-1-1 202 0,0-1-202 0,3-1 0 0,-2-1 48 0,0-2-48 0,2-2 0 0,-2-1-65 15,0 0 65-15,1-1 0 0,-2 1 82 0,1-3-82 0,-3 0 0 16,1 0 256-16,-1 0-256 0,0-2 0 0,-1 2 256 0,-1 0-256 16,-1-1 0-16,1 1 256 0,-2 0-256 15,-1-1 0-15,0 1 256 0,-1 1-256 0,-1 0 0 0,1 1 256 16,-2 1-256-16,1 0 0 0,1 0-256 0,-3 0 256 0,1 0 0 0,0 1-256 15,-2 1 256-15,1 0 0 0,0 1-256 0,-3 0 256 0,2 0 0 0,0 1-136 16,0 1 136-16,0 1 0 0,0 0 256 0,2 2-256 0,-1 0 0 16,0 1 256-16,0 0-256 0,0 4 0 0,0-1 52 15,2 1-52-15,-1 2 0 0,2-1-256 0,0 0 256 0,1 2 0 0,-1-2-256 16,0-1 256-16,0 0 0 0,0-1-256 0,1 0 256 16,1-2 0-16,0-1-256 15,-2-2 256-15,0-1 0 0,2-1-256 0,1-1 256 0,1-1 0 0,-5 1-788 0,-2 0 788 0,-2 0 0 0</inkml:trace>
  <inkml:trace contextRef="#ctx0" brushRef="#br0" timeOffset="79199.347">11144 11457 1024 0,'0'0'0'0,"0"0"0"0,0 0 0 0,0 0 0 0,0 0 0 0,0 0 0 0,0 0 0 0,0 0 0 0,0 0 0 0,0 0 0 0,0 0 256 16,0 0-256-16,0 0 0 0,0 0 256 0,0 0-256 0,0 0 0 0,0 8 256 15,0 4-256-15,0 5 0 0,0-8 256 0,2-4-256 0,-1 0 0 0,0 3 256 16,-1-8-256-16,1 9 0 0,0 3 0 0,0-3-57 0,1 1 57 0,1 2 0 0,-2-1-256 15,0 2 256-15,-1 1 0 0,1-3-173 0,-1 0 173 0,-1-1 0 16,1 0 256-16,0-1-256 0,0 0 0 0,0-1 256 16,3-1-256-16,-2 0 0 0,0 0 256 15,-2-2-256-15,1-1 0 0,0 1 256 0,0-1-256 0,0 0 0 0,0-3-93 0,0-1 93 0,0-1 0 0,0-2-256 32,2-1 256-32,-1-2 0 0,0 0-256 0,0-3 256 0,0-1 0 0,2-1-241 0,0 0 241 0,1-3 0 0,0 3 256 31,-2-2-256-31,1 0 0 0,0-1 256 0,2 0-256 0,0-2 0 0,-1 2 256 15,1 0-256-15,1 1 0 0,-1 0 256 16,-1 2-256-16,0 0 0 0,1 0 256 0,1 0-256 0,2 2 0 0,-1-1-108 16,-2 2 108-16,-1 0 0 0,0 2-256 0,2 0 256 0,0 2 0 15,0 0-256-15,0 1 256 0,1 1 0 0,-1 1 80 16,-2 3-80-16,1 0 0 0,1 0 256 0,-1 2-256 0,0 0 0 0,0 1 256 16,0 2-256-16,0 2 0 0,1 1 256 0,-1 1-256 15,0 3 0-15,0-2 256 0,-2 2-256 0,1 1 0 0,1 0-71 16,-3 1 71-16,1 1 0 0,0 1-256 0,0 0 256 0,0 2 0 0,-2-1-256 15,-1 0 256-15,-1 0 0 0,1-2-256 16,0 1 256-16,0-2 0 0,-1 0-256 0,-1-2 256 0,-1 0 0 0,1-3-256 16,2-1 256-16,-1-2 0 0,0-3-218 15,0-2 218-15,0-2 0 0,0 0-1167 0,2-1 1167 0,-1-1 0 0</inkml:trace>
  <inkml:trace contextRef="#ctx0" brushRef="#br0" timeOffset="79497.137">11599 11213 1024 0,'0'0'0'0,"0"0"256"0,0 0-256 0,0 0 0 0,0 0 256 15,0 0-256-15,0 0 0 0,0 4 256 0,2 1-256 0,-1 2 0 0,1 0 256 0,1 1-256 16,1 2 0-16,-1 3 256 0,-2 1-256 0,1 3 0 15,0 0 36-15,2 1-36 0,0 1 0 0,-1 1-256 16,0 2 256-16,0 2 0 0,0-2 256 0,0 0-256 0,0 1 0 0,0-1 256 0,-2 0-256 16,1 3 0-16,1-3 256 0,-1 0-256 0,0 0 0 0,0-1 256 15,-2-1-256-15,1-1 0 0,0-2-253 0,0-1 253 0,0-1 0 16,-1-2-256-16,-1-1 256 0,-1-3 0 0,1-2-256 16,-1-3 256-16,-1-2 0 0,0-2-256 0,1-2 256 0,0-3 0 0,1 4-1063 15,1 1 1063-15,1 1 0 0</inkml:trace>
  <inkml:trace contextRef="#ctx0" brushRef="#br0" timeOffset="79701.979">11531 11156 1024 0,'0'0'0'0,"2"-1"0"0,1-1 0 0,1-1 0 0,0 0 256 0,1-1-256 0,1-2 0 0,-1 3 256 15,2-2-256-15,0 1 0 0,1-1 256 16,0-1-256-16,4-2 0 15,-2 2 256-15,3 1-256 0,2 0 0 0,-1-1 256 0,-1 1-256 0,3 0 0 0,0 1 1 0,1 1-1 16,1 1 0-16,-1-1-256 0,-2 1 256 0,1 0 0 0,-1 1-159 16,0 2 159-16,-2-1 0 0,1 0 256 0,-2 0-256 0,-1 0 0 0,-7 0-1122 15,-4 0 1122-15,-4 0 0 0</inkml:trace>
  <inkml:trace contextRef="#ctx0" brushRef="#br0" timeOffset="79895.182">11620 11462 1024 0,'0'0'0'0,"0"0"0"0,0 0 0 0,0 0 0 0,0 0 256 0,0 0-256 16,0 0 0-16,6 0 256 16,2 0-256-16,3 0 0 0,-2 0 256 0,0 0-256 0,1 0 0 0,0-1 256 15,4 0-256-15,1-2 0 0,0 0 256 0,-1 0-256 0,4-1 0 0,-3-1-256 0,-1-1 256 16,0-2 0-16,0 0-256 0,1-1 256 0,1-2 0 0,-11 7-768 0,-5 5 768 15,-5 2 0-15</inkml:trace>
  <inkml:trace contextRef="#ctx0" brushRef="#br0" timeOffset="80165.004">11964 11033 1024 0,'0'0'0'0,"0"0"0"0,0 0 0 0,0 0 0 0,0 0 256 16,0 0-256-16,0 0 0 0,1 7 256 0,1 5-256 0,1 4 0 0,-1-8 256 16,1 0-256-16,1-2 0 0,-1 5 256 15,0 2-256-15,0 3 0 0,0 1 256 16,1 0-256-16,-1 4 0 0,0-1 256 0,1 4-256 0,1 1 0 0,-1-2-256 0,0 1 256 0,1 1 0 0,-1 0-256 16,-2 2 256-16,1 0 0 0,0 0 167 15,1-1-167-15,1 0 0 0,-1 0 256 0,-2 0-256 0,2 1 0 0,-1-1 256 16,0-2-256-16,0-1 0 0,0-2-256 0,-2-2 256 15,1-2 0-15,0-2-256 0,1-2 256 0,1-3 0 0,-1-2-256 16,1-1 256-16,-1-3 0 0,0-1-256 0,1-2 256 0,1-2 0 0,-3 2-679 16,-2-1 679-16,-2-1 0 0</inkml:trace>
  <inkml:trace contextRef="#ctx0" brushRef="#br0" timeOffset="80800.545">12235 11399 1024 0,'0'0'0'0,"0"0"0"0,0 0 0 0,0 0 0 0,0 0 256 15,0 0-256-15,0 0 0 0,0 0 256 0,0 0-256 0,0 0 0 0,0 0 256 16,0 0-256-16,0 0 0 0,-1 7 256 0,-1 4-256 0,-1 3 0 0,3-6 256 16,1-3-256-16,1-2 0 15,-1 2-197-15,0 1 197 0,0 1 0 0,0 0-256 0,0 0 256 16,1 1 0-16,0 0-256 0,1 0 256 0,1 1 0 0,-1-1 256 0,1 1-256 16,1 0 0-16,-1-1 256 0,2-1-256 0,1 0 0 0,-1 0 256 15,0-1-256-15,3 0 0 0,-1-2 256 0,-1 0-256 16,0-2 0-16,0-1-256 0,2 0 256 0,0 0 0 0,-2-3-256 15,3-2 256-15,-1 0 0 0,-1 0-256 0,1-1 256 16,2-1 0-16,-2-1 111 0,-1-2-111 0,1-1 0 0,-1 1 256 0,-1 0-256 16,-1-2 0-16,0 2 256 0,0 0-256 0,-2-1 0 15,1 1 256-15,-2 1-256 0,1 0 0 0,-1 0 256 0,-1 1-256 0,-1 0 0 16,1 0-154-16,1 1 154 0,-1 0 0 0,0 1-256 16,-2 1 256-16,1 0 0 0,0 1-3 0,-2-1 3 0,1 2 0 0,0-1 256 15,0 1-256-15,0 1 0 0,0 1 256 16,-2 0-256-16,1 3 0 0,0 0 256 0,2 1-256 0,-1 1 0 0,0 3 248 15,-2 1-248 1,0 3 0-16,2-1-239 0,2 2 239 0,0 1 0 0,-1 2-227 0,0 3 227 16,0 3 0-16,0-1-120 0,0 2 120 0,0 2 0 0,0-1-114 15,1 1 114-15,1 2 0 0,-1 0-122 0,0 1 122 0,0 2 0 16,-1-2-173-16,-1-1 173 0,-1 0 0 0,1 1-30 0,-2-1 30 0,1 0 0 0,0-2 20 16,-1 0-20-16,-1-2 0 0,0-1-69 15,-1-2 69-15,-3-2 0 0,3-1-145 0,-1-1 145 0,-1-1 0 0,1-4-3 16,0-1 3-16,-1-3 0 0,1 0 200 15,-1-1-200-15,-1-1 0 0,1-1 256 0,-1-1-256 0,1-3 0 0,0 0 256 0,0-1-256 0,0-1 0 16,-1-2 256-16,1 0-256 0,0-1 0 0,0 0 256 16,1-2-256-16,-2 0 0 0,2 0 256 15,1-1-256-15,1-2 0 0,0 0 248 0,1 0-248 0,1-2 0 0,1 1 0 16,1 0 0-16,1-2 0 0,3 0 0 0,1-1 0 0,3-2 0 0,0 2-141 16,2-1 141-16,4-1 0 0,-1 1-256 15,3 0 256-15,1 1 0 0,0 1-256 16,2 0 256-16,2 1 0 0,-2-1-256 0,1-2 256 0,0-1 0 15,-2 1-256-15,-1-1 256 0,0-1 0 0,-1 1-256 0,-2-2 256 0,0-1 0 0,-3-1-194 0,-2-1 194 16,-1-2 0-16,-5 16-1456 16,-4 7 1456-16,-4 7 0 0</inkml:trace>
  <inkml:trace contextRef="#ctx0" brushRef="#br0" timeOffset="81169.973">12877 10907 1024 0,'0'0'0'0,"0"0"0"0,0 0 0 0,0 0 0 0,0 0 256 0,0 0-256 15,0 0 0-15,0 0 256 0,0 0-256 0,0 0 0 0,0 0 256 16,0 0-256-16,0 0 0 0,0 0 256 0,0 0-256 0,0 0 0 0,0 0 256 16,0 0-256-16,0 0 0 0,-3 0-239 0,-2 1 239 15,0 1 0-15,-1 2-256 0,-2 2 256 0,0 3 0 0,1-1-256 16,-1 3 256-16,-3 1 0 0,3-1 256 0,1 2-256 0,1 1 0 15,-2 0 256-15,1 2-256 0,0 2 0 0,1-2 256 0,-1 2-256 16,3 1 0-16,0 0 256 0,1 1-256 0,1 1 0 0,-1 0 256 16,2 1-256-16,-1 1 0 0,2 0 256 0,2 1-256 0,2 2 0 15,-1-2-256-15,1 1 256 0,1 1 0 0,2 2-61 16,1 0 61-16,2 2 0 0,0-3 256 0,1-1-256 0,3 0 0 0,0-1 256 16,0-1-256-16,3-1 0 0,-2 0 30 15,1-1-30-15,2 0 0 0,0-6-256 0,1-2 256 0,0-3 0 0,-1-1-256 16,1-2 256-16,1-1 0 0,-1-4-256 0,-2-3 256 0,1-3 0 0,-1-1-256 15,0-2 256-15,-2-3 0 0,-8 7-1266 16,-7 2 1266-16,-7 2 0 0</inkml:trace>
  <inkml:trace contextRef="#ctx0" brushRef="#br0" timeOffset="81438.726">13309 11153 1024 0,'0'0'0'0,"0"0"0"0,0 0 0 0,0 0 0 0,0 0 256 0,0 0-256 0,0 0 0 0,0 0 256 0,0 0-256 0,0 0 0 0,0 0 256 16,0 0-256-16,0 0 0 0,-2 5 256 16,-2 2-256-16,-2 3 0 0,2-3 256 0,2-1-256 0,-1 0 0 15,-1 2 13-15,1 1-13 0,0 2 0 0,-1-1-256 16,-1 2 256-16,-2 1 0 0,2 0-256 0,-2 2 256 16,0 1 0-16,1 0 256 0,-1-1-256 0,-3 1 0 0,2 0 256 0,2 0-256 0,-1 0 0 0,-1 0 256 15,0 1-256-15,-1 1 0 0,1-4-256 16,1 0 256-16,0-2 0 0,0-1-256 15,2-1 256-15,-1-2 0 0,-1-1-256 0,2-2 256 0,0-1 0 0,0-1-256 0,1-3 256 0,1 0 0 16,1 1-525 0,2-1 525-16,2-1 0 0</inkml:trace>
  <inkml:trace contextRef="#ctx0" brushRef="#br0" timeOffset="81664.73">13109 11254 1024 0,'0'0'0'0,"0"0"0"0,0 0 0 0,0 0 0 0,0 0 256 15,0 0-256-15,0 0 0 0,0 0 256 0,0 0-256 0,0 0 0 16,0 0 256-16,0 0-256 0,0 0 0 0,2 3 256 16,1 2-256-16,1 3 0 0,0-2-244 0,1 1 244 0,2 2 0 0,-2 0-256 15,1 2 256-15,1 3 0 16,-7-14 0-16,7 14-204 0,2 2 204 0,0 1 0 0,0 1 256 16,2 1-256-16,0 1 0 0,-1 0 256 0,1-1-256 0,-1 2 0 0,-1-1 256 0,3-2-256 0,0-2 0 0,-1 0-119 31,0-3 119-31,-2-1 0 0,1-3-256 0,-1-1 256 0,0-3 0 15,-1-1-256-15,-1-2 256 0,0-1 0 0,-4 0-457 0,-4-2 457 0,-1 1 0 0</inkml:trace>
  <inkml:trace contextRef="#ctx0" brushRef="#br0" timeOffset="82004.741">13329 10777 1024 0,'0'0'0'0,"0"0"0"0,0 0 0 0,0 0 0 0,0 0 216 0,0 0-216 0,0 0 0 15,0 0 256-15,0 0-256 0,0 0 0 0,6-1 256 0,4 0-256 0,5 0 0 16,-7 1 256-16,-1 1-256 0,0 1 0 16,0 0 256-16,1 1-256 0,1 1 0 0,1 2-247 0,1-1 247 0,4 3 0 15,-3 2-256-15,0 1 256 0,4 3 0 0,-3 0-256 16,2 2 256-16,1 1 0 0,-1 3-51 0,0 0 51 0,2 3 0 0,-2 0 256 15,0 1-256-15,-1 2 0 0,0 0 256 0,-2 1-256 16,-1 2 0-16,0-1 256 0,-2-1-256 0,-1 0 0 0,0 1 256 16,-2 1-256-16,-1 0 0 0,0-1 127 0,-1 0-127 0,-1 1 0 15,-1-1-256-15,0 0 256 0,-2 1 0 0,-3-1-108 16,-1-1 108-16,-2 0 0 0,1-2 203 0,-2 0-203 0,-4-2 0 0,2 1 177 16,-1 0-177-16,-2 0 0 0,1-1-256 0,-1-1 256 15,-2 0 0-15,2-3-256 0,-2-1 256 16,-1-2 0-16,1-1-256 0,0-2 256 0,-2-2 0 0,11-7-829 15,5-4 829-15,5-4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8T09:42:51.279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11781 6841 1024 0,'0'0'0'0,"0"0"0"0,0 0 0 16,0 0 0-16,0 0 256 0,0 0-256 0,0 0 0 0,0 0 256 0,0 0-256 0,0 0 0 0,2-3 256 15,2-3-256-15,2-1 0 0,-2 3 256 0,-2 1-256 0,1 0 0 0,0 1 256 16,-2-1-256-16,2-1 0 0,-1 2 256 0,0 0-256 16,0 0 0-16,0 1-196 0,0-1 196 15,0 1 0-15,0 0-236 0,-2 0 236 0,1 0 0 0,0 1-24 16,1 2 24-16,1-1 0 0,-1 2 181 0,-2 0-181 15,1 1 0-15,0 0 256 0,1 1-256 0,2 2 0 0,-3-1 246 0,-1 1-246 0,-1 2 0 0,1-1 110 16,0 2-110-16,0 0 0 0,0 0-72 0,0 0 72 16,0 2 0-16,0-1-159 0,0 2 159 0,0 1 0 0,0-2-103 15,-3 2 103-15,2 1 0 0,0-1 51 0,0 2-51 0,0 1 0 0,1-2 159 16,1 1-159-16,1 1 0 0,-1-1 150 16,-2-1-150-16,1 1 0 0,0-1 45 0,3 1-45 0,-2 0 0 0,0 1-89 15,0-1 89-15,0 2 0 0,0-2-177 0,1-2 177 0,1 0 0 16,-1 0-176-16,-2 0 176 0,1-1 0 0,0 0-90 15,0-2 90-15,0 0 0 0,0-1 104 0,0 0-104 0,0-2 0 0,0 1 208 16,-1 0-208-16,1-1 0 0,-1-2 161 16,1-1-161-16,1-1 0 0,-2 1 33 0,2-1-33 0,0 0 0 0,1-1-79 15,-3-2 79-15,1 1 0 0,0-1-120 0,0 0 120 0,0 0 0 0,0 0-99 16,0-1 99-16,0-1 0 0,0-1 13 0,1-1-13 16,1-1 0-16,-1 0 144 15,0 0-144-15,0-1 0 0,0-1 166 0,1-1-166 0,1-2 0 0,1 1 73 0,0-2-73 16,1-1 0-16,-2 1 8 0,2-2-8 0,1 0 0 0,-1-1-8 15,0 0 8-15,3-2 0 0,-2 0 15 16,2 0-15-16,0-3 0 0,-1 2 83 0,0 1-83 0,-1 0 0 0,0 0 165 16,1-1-165-16,2-1 0 0,-2 1 164 0,-2-1-164 15,1-1 0-15,1 2 48 0,0-1-48 0,1 0 0 0,-1 0-102 0,0 0 102 0,-1-3 0 16,1 3-132-16,-2-1 132 0,2 0 0 0,-1 0-36 16,0 0 36-16,0 0 0 0,-1 2 105 0,3 2-105 0,-1 0 0 15,-1 0 182-15,-1-1-182 0,0-1 0 0,-1 4 201 16,2 1-201-16,0 0 0 0,-1 1-12 0,0 0 12 0,-2 2 0 0,0-1-256 15,-1 1 256-15,-1 2 0 0,1 1-256 16,0 1 256 0,0 1 0-16,0 0-256 0,-2 0 256 0,2 2 0 0,-1 0-256 0,-2 0 256 0,1 0 0 0,0 1-256 0,-2-1 256 15,1-1 0-15,0 2 49 0,-2 1-49 0,1 1 0 0,-1-1-1466 16,4-1 1466 0,-2-1 0-16</inkml:trace>
  <inkml:trace contextRef="#ctx0" brushRef="#br0" timeOffset="701.548">11623 7061 1024 0,'0'0'0'0,"0"0"0"0,0 0 0 0,0 0 0 0,0 0 256 16,0 0-256-16,0 0 0 0,0 0 256 0,0 0-256 0,0 0 0 15,0 0 256-15,0 0-256 0,0 0 0 0,0 0 256 0,0 0-256 0,0 0 0 0,0 0 256 16,0 0-256-16,0 0 0 0,7-2-174 15,4-1 174-15,5-1 0 0,-9 3-256 0,-1 1 256 0,-3 1 0 0,3-1-210 16,2 0 210-16,1 0 0 0,-1 0 148 16,0 0-148-16,4 0 0 0,-3 0 256 0,1 0-256 15,2 0 0-15,0 0 256 0,1 0-256 0,2 0 0 0,0 0 256 0,0 0-256 16,3 0 0-16,-2 0 256 0,-1-1-256 0,0-1 0 0,2 2 77 16,0 0-77-16,3 0 0 0,-3 0-177 0,3 0 177 0,0 0 0 0,-2 0-147 15,0 0 147-15,-2 0 0 0,2 0-59 16,-1-1 59-16,-1-1 0 0,0 2 20 0,-2 0-20 0,1 0 0 0,-3 0-90 15,-3 0 90-15,1 0 0 0,0 0-204 0,-2 0 204 16,1 0 0-16,-1 0-256 0,-3 0 256 0,-2 0 0 0,2 0-196 16,-2-1 196-16,1-1 0 0,1 1-82 15,-2 1 82-15,0 1 0 0,-1-1-698 0,-2 0 698 0,-2 0 0 0</inkml:trace>
  <inkml:trace contextRef="#ctx0" brushRef="#br0" timeOffset="1100.307">12595 7015 1024 0,'0'0'0'0,"0"0"0"0,0 0 0 0,0 0 0 0,0 0 256 0,0 0-256 0,0 0 0 0,0 0 256 16,0 0-256-16,0 0 0 0,0 0 218 15,0 0-218-15,0 0 0 0,0 0 256 0,0 0-256 0,0 0 0 0,0 0 256 0,0 0-256 16,0 0 0-16,0 0 256 0,0 0-256 0,0 0 0 0,0 0 22 0,0 0-22 16,0 0 0-16,0 0-198 15,0 0 198-15,0 0 0 0,2 9-240 0,1 5 240 0,2 4 0 0,-6-11-35 0,-2-3 35 16,-3-3 0-16,3 4 223 0,-1 1-223 0,-1 2 0 16,1-2 256-16,-1 1-256 15,1 2 0-15,0-1 256 0,-1 2-256 0,-1 1 0 0,1-2 11 16,-2 0-11-16,-1 1 0 0,2-1-182 0,-1 1 182 0,-2 0 0 0,2-1-256 15,-1 1 256-15,-1 2 0 0,0-3-256 0,0 0 256 0,-1-1 0 0,0 0-256 0,1 0 256 0,0 0 0 16,1-1 44-16,-1-1-44 0,3 0 0 0,-2-2 171 16,2 0-171-16,-2-3 0 0,3 1 157 15,1 0-157-15,1-2 0 0,1 1-1215 16,2-1 1215-16,2-1 0 0</inkml:trace>
  <inkml:trace contextRef="#ctx0" brushRef="#br0" timeOffset="1394.876">12405 7046 1024 0,'0'0'0'0,"0"0"0"0,0 0 0 16,0 0 0 0,0 0 256-16,0 0-256 0,0 0 0 0,0 0 256 0,0 0-256 0,0 0 0 0,0 0 256 0,0 0-256 0,0 0 0 0,0 0 256 15,0 0-256-15,0 0 0 0,5 5 256 0,3 3-256 0,4 1 0 16,-7-5 256-1,-2 0-256-15,-2-2 0 0,2 1 14 0,1 1-14 0,1 1 0 0,0 1-256 0,0 2 256 16,1 1 0-16,-1-2-198 0,0 1 198 0,0 2 0 16,1-1 40-16,0 1-40 0,1 2 0 15,-1-2 99-15,-2 1-99 0,2 0 0 0,-1 1 26 16,-2 0-26-16,1 1 0 0,0-1-87 0,0 0 87 0,0-1 0 0,0 0-130 16,-1 0 130-16,0-2 0 0,0 1-104 0,0 0 104 0,0-1 0 0,0-1-79 15,-2-1 79-15,1 0 0 0,-1-4-861 0,-1-3 861 0,-1-3 0 16</inkml:trace>
  <inkml:trace contextRef="#ctx0" brushRef="#br0" timeOffset="4261.357">13950 6872 1024 0,'0'0'0'0,"0"0"0"0,0 0 0 0,0 0 0 0,0 0 256 0,0 0-256 0,0 0 0 0,0 0 68 16,0 0-68-16,0 0 0 0,-1-4 58 16,-1-2-58-16,-1-3 0 0,1 5 73 0,0 1-73 0,0 1 0 0,0-2 117 15,-1 0-117-15,-2-1 0 0,2 1 71 16,-1 0-71-16,-1 0 0 0,1 0 30 0,0 0-30 0,0-1 0 0,-1 1-33 16,0 1 33-16,-1 0 0 0,1 1-76 0,-1 0 76 15,-2 0 0-15,2 1-32 0,-1 0 32 0,-1 0 0 0,1 0 28 0,-2 1-28 0,0 1 0 16,1 0 76-16,-2 1-76 0,-1 1 0 0,1 0 81 15,1 0-81-15,0 1 0 0,0 0 82 0,-2 1-82 0,0 2 0 0,2-1 70 16,-3 1-70-16,1 2 0 0,1-1 37 16,-2 0-37-16,0 0 0 0,1 1 24 0,-2 1-24 15,-1 0 0-15,1 0 27 0,2 2-27 0,1 1 0 0,-1-1 74 16,2 0-74-16,1-1 0 0,-2 1 106 0,3 2-106 0,-1 1 0 0,2-2 113 16,1 0-113-16,-1-2 0 0,2 3 111 15,2 0-111-15,2 0 0 0,-2-1 118 0,2 0-118 0,-1-1 0 0,2 0 116 0,1-1-116 16,1 0 0-16,1 0 98 0,1-2-98 0,2 0 0 15,-1 0 97-15,1 0-97 0,1 1 0 0,1-2 88 16,1-2-88-16,4-1 0 0,-4 1-24 0,1-1 24 0,2-1 0 0,0 1-176 16,0 0 176-16,4 2 0 0,-3-3-256 15,-1-1 256-15,0-1 0 0,1 0-256 0,0-2 256 0,4 1 0 0,-5 0-256 16,0 0 256-16,-2 0 0 0,1-1-256 0,-1-1 256 0,0-1 0 0,-1 0-82 16,0-1 82-16,-2-1 0 0,1-2 158 15,2 1-158-15,1-4 0 0,-8 7-730 0,-5 2 730 0,-2 2 0 16</inkml:trace>
  <inkml:trace contextRef="#ctx0" brushRef="#br0" timeOffset="4761.814">14267 7014 1024 0,'0'0'0'0,"0"0"0"0,0 0 0 16,0 0 0-16,0 0 188 0,0 0-188 0,0 0 0 0,0 0 256 0,0 0-256 0,0 0 0 0,0 0 256 15,0 0-256-15,0 0 0 0,0 0 256 16,0 0-256-16,0 0 0 0,0 0 180 0,0 0-180 0,0 0 0 16,-4 3-250-16,-2 1 250 0,-2 2 0 0,2-2-256 0,1 1 256 0,0 1 0 0,0 1-256 15,0 0 256-15,0 2 0 0,0-1 82 0,-2 1-82 16,0 2 0-16,1-1 256 0,2-1-256 16,-1 1 0-16,1 0 256 0,-3-2-256 0,1 2 0 15,2-1 256-15,1-1-256 0,1 0 0 0,-1 0-72 0,1-1 72 0,0 0 0 16,1-1-179-16,2 0 179 0,2-2 0 0,-2 0-165 0,1-1 165 0,1-1 0 0,0 0-188 15,1-1 188-15,2-1 0 0,0-1 2 16,0-1-2-16,2 0 0 0,-2-3 179 0,1 1-179 0,2-3 0 0,-2 1 169 16,1-2-169-16,1 0 0 0,0 0 122 0,-3-1-122 0,1 0 0 0,0 0 161 15,1 1-161-15,-1 0 0 0,-1 0 256 0,0 0-256 0,-2 2 0 16,2-1 254 0,-2 1-254-16,-1 0 0 0,1 0 34 0,-2 1-34 0,1 0 0 0,0 1-129 15,-2 1 129-15,1 1 0 0,0 0-123 0,-2 0 123 0,1 2 0 0,0 0-137 16,1 0 137-1,-1 0 0-15,0 3-21 0,0 0 21 0,0 1 0 0,0 0 186 0,0 1-186 0,0 2 0 0,0-1 256 16,0 1-256-16,0 2 0 0,0-2 127 16,-2 1-127-16,1 2 0 0,0-1-256 0,2 0 256 0,-1 2 0 0,0-3-256 15,-2-1 256-15,1 0 0 0,1-1-256 16,1-1 256-16,1 0 0 0,-1-2-256 0,-2-1 256 0,1-1 0 0,1-1-214 16,1-1 214-16,2-1 0 0,-2-2 162 15,1-3-162-15,1-1 0 0,-1 1 256 0,1-2-256 16,1-1 0-16,-3 7-1136 0,-3 3 1136 0,-3 3 0 0</inkml:trace>
  <inkml:trace contextRef="#ctx0" brushRef="#br0" timeOffset="4998.476">14560 6793 1024 0,'0'0'0'0,"0"0"0"0,0 0 0 0,0 0 0 0,0 0 256 0,0 0-256 0,0 0 0 0,0 0 256 16,0 0-256-16,0 0 0 0,0 0 256 0,0 0-256 0,0 0 0 0,0 7 256 15,-2 3-256-15,1 2 0 0,1-5 256 0,1-2-256 16,1-1 0-16,-1 3 256 0,1 2-256 0,1 2 0 0,-1 0 151 15,0 1-151-15,0 0 0 0,0 1 256 0,0 1-256 16,0 1 0-16,1 0 256 0,-1 1-256 0,0 3 0 0,0-3 128 16,0 1-128-16,0 0 0 0,-1 1-256 0,-1 0 256 0,-1 0 0 0,0-1-256 15,0-1 256-15,-1-1 0 0,1-2-256 0,-1 0 256 16,-1-1 0-16,0-2-256 0,0-2 256 0,-1-1 0 0,3-4-1303 16,1-3 1303-16,1-3 0 0</inkml:trace>
  <inkml:trace contextRef="#ctx0" brushRef="#br0" timeOffset="5156.468">14478 7020 1024 0,'0'0'0'0,"0"0"0"0,0 0 0 0,0 0 0 0,0 0 256 15,0 0-256-15,0 0 0 0,0 0 256 0,0 0-256 0,0 0 0 16,5 4 256-16,4 1-256 0,2 2 0 0,-3-6 256 0,1-3-256 16,-1-3 0-16,2 3 256 15,3 0-256-15,1 0 0 0,1-1-256 0,2-1 256 0,2-2 0 0,-2 1-256 16,2-2 256-16,2 0 0 0,-3-1-256 0,0-2 256 0,-1-1 0 0,1 1 256 15,-2-1-256-15,0-2 0 0,-10 9-768 0,-6 4 768 0,-6 4 0 0</inkml:trace>
  <inkml:trace contextRef="#ctx0" brushRef="#br0" timeOffset="5425.551">14955 6652 1024 0,'0'0'0'0,"-3"2"0"0,-3 1 0 0,-1 1 0 0,7-4 0 0,-4 2 256 15,1 0-256-15,1 0 0 0,-1-1 256 16,0 1-256-16,0-1 0 0,-2 0 256 0,0 0-256 15,-1 0 0-15,1 1 256 0,-1 1-256 0,-2 1 0 0,2 0 150 16,-1 1-150-16,-1 2 0 16,1 0 116-16,0 1-116 0,1 2 0 0,0 0 256 0,1 2-256 0,1 1 0 0,-2 0 256 15,2 2-256-15,0 1 0 16,-1 0 256-16,2 1-256 0,-1 3 0 0,2-2-23 0,1 1 23 0,1 1 0 0,1 1-256 0,1 1 256 16,1 1 0-16,0 0-256 15,1-1 256-15,1 0 0 0,2-1-123 0,-1 0 123 0,3 0 0 0,-2-1 106 16,2 0-106-16,1-1 0 0,0-1 168 15,2-2-168-15,1-2 0 0,-2-1-45 0,2-1 45 0,0-2 0 0,0-3-251 0,0-3 251 16,2-2 0-16,-2-1-229 0,-2-1 229 16,2-1 0-16,-9 1-1149 0,-4 0 1149 0,-4 0 0 0</inkml:trace>
  <inkml:trace contextRef="#ctx0" brushRef="#br0" timeOffset="5664.216">15286 6891 1024 0,'0'0'0'0,"0"0"0"0,0 0 0 0,0 0 0 0,0 0 256 0,0 0-256 16,0 0 0-16,-1 6 256 0,-1 4-256 0,-1 3 0 0,1-6 256 0,2 0-256 0,-1-2 0 0,-1 3 256 15,-1 1-256 1,-1 2 0-16,0 1 256 0,-1 2-256 16,-2 4 0-16,0-3-19 0,0 1 19 0,-3 1 0 0,1-2-256 0,0 2 256 15,-1 1 0-15,0-4-256 16,0-1 256-16,-2-2 0 0,1-1-256 0,2 0 256 0,1-2 0 0,5-4-493 0,3-5 493 31,3-2 0-31</inkml:trace>
  <inkml:trace contextRef="#ctx0" brushRef="#br0" timeOffset="5870.456">15156 6882 1024 0,'0'0'0'0,"0"0"0"0,0 0 0 0,0 0 0 0,0 0 0 0,0 0 256 15,0 0-256-15,0 0 0 0,0 0 256 0,0 0-256 0,0 0 0 0,0 6 256 0,2 2-256 0,-1 3 0 0,1-4 256 0,2 0-256 16,0-2 0-16,0 2 256 15,1 1-256-15,1 2 0 0,-6-10 0 0,6 10 256 16,2 1-256 0,0 3 0-16,-1-1-196 31,0 2 196-31,1 1 0 0,-1-1-64 0,1 2 64 0,1 1 0 0,0-2 14 0,-3 1-14 0,1 1 0 0,0-2-192 0,1-2 192 0,-1 0 0 16,0-2-256-16,-1-3 256 0,0-2 0 15,1 0-100-15,-2-2 100 0,-1 0 0 0,1-3 180 0,-1-2-180 0,0-2 0 0,-2 2-922 0,-3 0 922 0,0 0 0 0</inkml:trace>
  <inkml:trace contextRef="#ctx0" brushRef="#br0" timeOffset="6155.961">15432 6664 1024 0,'0'0'0'0,"3"0"256"0,-3 0-256 0,5 0 0 0,3 0 0 0,-2 1 256 15,1 1-256-15,1 1 0 0,2 1 256 0,-1 1-256 0,3 2 0 0,0 2 256 16,0 0-256-16,3 4 0 0,-3 1 256 0,0 1-256 16,2 4 0-16,-3-2 256 0,0 3-256 0,-2 0 0 0,-1 0-52 0,-1 1 52 15,0 1 0-15,-2-1 173 0,-1 2-173 0,-1 2 0 16,-1-2 256-16,-2 2-256 0,-2 0 0 0,-1-2 256 0,-2 1-256 16,-2-2 0-16,-2 2-193 0,-1-1 193 0,-4 2 0 0,2-1-256 15,-1-2 256-15,-2-1 0 0,2-3-256 16,-2-1 256-16,-1-2 0 0,3-2-256 0,3-3 256 0,1-1 0 0,5-6-1208 15,5-3 1208-15,2-3 0 0</inkml:trace>
  <inkml:trace contextRef="#ctx0" brushRef="#br0" timeOffset="6488.489">15952 7017 1024 0,'0'0'0'0,"3"3"0"0,2 1 0 0,3 1 0 0,-4-2 256 15,-1 0-256-15,-1-2 0 0,1 2 256 0,1-2-256 0,2 1 0 0,0-1 256 16,-1 2-256-16,3 0 0 0,-1-2 256 0,1 0-256 0,2 0 0 16,-1-1 256-16,2 1-256 0,4 1 0 0,-3-1-134 0,1-1 134 0,2-1 0 15,0 0-256 1,0 0 256-16,2 0 0 0,-2-1-10 0,1 1 10 0,-1-2 0 0,1 2 256 15,0-2-256-15,4 0 0 0,-4 2 256 0,0 0-256 0,-2 0 0 0,2 1 116 16,-1-1-116-16,1 0 0 0,-3 0-256 0,0 1 256 16,-1 1 0-16,0-3-256 0,-2 1 256 0,-1-1 0 0,-1 1-256 15,0 0 256-15,-1 1 0 0,-1-3-256 0,-2 0 256 0,-2-1 0 0,0 1 79 16,-1-1-79-16,-1-1 0 0,1 3-563 16,-2 3 563-16,1 0 0 0</inkml:trace>
  <inkml:trace contextRef="#ctx0" brushRef="#br0" timeOffset="6815.136">16316 6863 1024 0,'0'0'0'0,"0"0"0"0,0 0 0 0,0 0 0 0,0 0 256 0,0 0-256 0,0 0 0 0,0 0 256 16,0 0-256-16,0 0 0 0,7 2 256 0,5 1-256 0,1 1 0 0,-4-3 196 15,-2-1-196-15,-1-1 0 16,2 1-201-16,1 1 201 0,2 1 0 0,-1-1-256 0,1 1 256 0,2 1 0 0,-2 0-192 15,-1 0 192-15,1 1 0 0,-1 0 62 16,0-2-62-16,2 1 0 0,-2 1 256 0,-1-1-256 0,0 3 0 0,0-2 256 0,-2 1-256 16,1 2 0-16,0-1 256 0,-2 1-256 0,-1 2 0 0,0-1 256 0,-1 0-256 0,-1 2 0 0,1-2 83 15,-2 2-83-15,-1 0 0 0,0 0-192 32,-1 2 192-32,-1 0 0 0,-2 0-256 0,-3 1 256 0,-1 0 0 0,0-1-256 0,0 1 256 0,-4 0 0 0,3 0-162 31,-1 1 162-31,-3 0 0 0,3-2-22 0,-1-2 22 0,-2 0 0 0,4-1-99 0,1 1 99 0,1-1 0 0,0-2-62 15,0-1 62-15,2 0 0 0,-1-1-81 16,-1 1 81 0,-2-1 0-16,4-3-354 0,5-2 354 0,2-2 0 0</inkml:trace>
  <inkml:trace contextRef="#ctx0" brushRef="#br0" timeOffset="8294.191">16803 6721 1024 0,'0'0'0'0,"0"0"0"0,0 0 0 0,0 0 0 0,0 0 256 0,0 0-256 0,0 0 0 0,0 0 256 0,0 0-256 16,0 0 0-16,0 0 256 0,0 0-256 0,0 0 0 0,0 0 256 15,0 0-256 1,0 0 0-16,5 6 256 0,3 2-256 0,4 3 0 0,-9-5-118 0,-3-1 118 0,-3-1 0 0,3 4-97 15,0 1 97-15,0 3 0 16,0-12 0-16,0 10 208 0,0 0-208 0,0 1 0 0,0 1 256 0,-3 1-256 0,2 1 0 0,0-2 256 0,0 2-256 0,0 0 0 0,0 0 256 16,2 1-256-16,-1 1 0 0,-1-2 25 15,-1-1-25-15,-1 1 0 0,1-2-157 0,2 0 157 0,-1-2 0 16,0 1-256 0,0 0 256-16,0-1 0 0,0-2-256 0,-1 0 256 0,-2-2 0 0,1 0-144 15,2-1 144-15,-2-1 0 0,1 0-13 0,0-1 13 0,0 0 0 0,0-2-9 0,2-1 9 16,-1-1 0-16,0-2-73 0,0-1 73 15,0-2 0-15,0 0-66 0,2-3 66 0,-1-1 0 0,0 1-115 16,0-2 115-16,0-1 0 0,0 1-139 0,0-1 139 0,0-2 0 16,0 1-51-16,2 1 51 0,-1-1 0 0,-1 1 90 0,2 1-90 15,0 0 0 1,-1 0 238-16,1-1-238 0,2-1 0 0,-2 1 232 0,0 1-232 0,0 0 0 0,0 0 246 16,-2 0-246-16,1 1 0 0,0 1 139 0,1-3-139 0,1 1 0 0,-1 2-28 0,1-1 28 15,1 2 0-15,-1-1-212 0,-2 2 212 0,2 0 0 0,-1 1-235 16,1 1 235-16,1 1 0 0,-1-1-42 0,0 1 42 15,0-1 0-15,0 2 184 0,0-1-184 16,0 2 0-16,1 1 229 0,-1 1-229 0,0 1 0 0,0 0 256 16,0 2-256-16,0-1 0 0,0 1 225 0,0 2-225 0,0 0 0 0,-1 0 139 0,3 1-139 0,-1 2 0 0,-1-1-69 15,1 2 69-15,1 0 0 0,-2 1-164 0,2 0 164 0,1 2 0 0,-1-1-154 16,-2 0 154-16,1 2 0 0,0-3-54 16,0-1 54-16,0 0 0 0,0-1-48 15,1 2 48-15,-1 0 0 0,0-2 36 0,-2-2-36 0,1-1 0 0,0 1 102 16,-2 0-102-16,1-1 0 0,0-1 155 0,0-1-155 15,0-1 0-15,0 0-42 16,1-2 42-16,-1 1 0 0,0-1-202 0,-2-1 202 16,1-1 0-16,0-2-233 0,0-1 233 0,0-2 0 0,0 0-74 0,1-2 74 0,1 0 0 15,-1 0-47-15,1-2 47 0,1-1 0 0,0 0 54 0,2 0-54 0,0-2 0 0,-1 2 256 16,0-2-256-16,0-1 0 0,1 2 256 0,0 1-256 0,2 0 0 0,-1 0 256 31,-2 0-256-31,2 0 0 0,-1 2 168 0,0 1-168 16,0 0 0-16,0 2-75 0,1 1 75 0,-1 0 0 0,0 1-75 0,-1-1 75 0,0 2 0 0,2 1-26 31,-3 0 26-31,1 2 0 0,0 0 32 0,0 2-32 0,0-1 0 0,0 1 256 0,1 2-256 0,-1 0 0 0,0 1 256 0,0 1-256 0,0 1 0 0,-1 1 256 31,3 1-256-31,-1 3 0 0,-1-2 3 0,-1 0-3 0,-1 1 0 16,1 1 0-16,-2 2 0 16,2 1 0-16,-1 0 0 0,0 0 0 0,0 2 0 0,0-1-62 0,-2 1 62 0,1 0 0 15,0 1-256-15,0-1 256 0,0 2 0 0,0-1-256 16,-2-1 256-16,1 1 0 0,0-2-256 15,1 0 256-15,2 0 0 0,-2-3-202 0,0 0 202 0,0-2 0 0,0-1-122 0,0-2 122 16,0-1 0-16,-1-3-1917 0,-1-3 1917 0,-1-3 0 0</inkml:trace>
  <inkml:trace contextRef="#ctx0" brushRef="#br0" timeOffset="8793.343">17587 6913 1024 0,'0'0'0'0,"0"0"0"0,0 0 0 0,0 0 0 0,0 0 0 0,0 0 256 15,0 0-256-15,0 0 0 0,0 0 256 0,0 0-256 16,0 0 0-16,0 0 256 0,0 0-256 16,0 0 0-16,0 0 256 0,0 0-256 0,0 0 0 0,0 0 256 0,0 0-256 0,0 0 0 0,0 0 256 15,0 0-256-15,0 0 0 0,0 0 117 16,0 0-117-16,0 0 0 0,-2-5-256 0,-2-3 256 0,-2-1 0 0,1 9-151 16,-3 4 151-16,-2 4 0 0,3-2 256 0,1 0-256 0,0 1 0 15,1 0 256-15,-2 0-256 0,0 2 0 0,2-2 256 16,1 1-256-16,0 2 0 0,1-2 256 0,1 2-256 15,1 0 0-15,0-1 249 0,1 1-249 16,1 0 0-16,-1-2-186 0,2 0 186 0,-1 1 0 0,1-2-256 0,1-1 256 16,2 0 0-16,-1 0-256 0,1-1 256 0,1-1 0 15,-1-1-52-15,1-2 52 0,2-2 0 0,-1 1 183 0,2-1-183 0,2-1 0 0,-2 0 116 16,-1-3-116-16,-1 0 0 0,2 0 46 0,-1-1-46 0,0-2 0 16,0 2 16-16,-1-1-16 0,0-2 0 15,0 1 61-15,-2 0-61 0,2-2 0 0,-2 2 137 0,-1-1-137 16,-1 1 0-16,1 1 256 0,-2 0-256 0,1 2 0 0,0-1 256 15,-1 0-256-15,0 0 0 0,1 1 156 0,-2 3-156 0,-1-1 0 0,1 1-256 16,-2 1 256-16,1 1 0 0,0 0-256 16,0 1 256-16,0 1 0 0,0 1-256 0,2 1 256 0,-1 1 0 0,0 1-123 0,-2 0 123 15,1 2 0-15,0-2 116 0,0 1-116 0,0 2 0 16,0-2 149-16,-1 2-149 16,1 0 0-16,-1-2 55 0,2 0-55 0,-1-2 0 0,1 0-69 0,1-1 69 0,1 0 0 15,-1-1-143-15,1-2 143 0,2 1 0 0,-2-2-86 0,1-1 86 0,2-1 0 0,-4 1-2127 31,-2 1 2127-31,-2 1 0 0</inkml:trace>
  <inkml:trace contextRef="#ctx0" brushRef="#br0" timeOffset="9334.094">17876 6869 1024 0,'0'0'0'0,"0"0"0"0,0 0 0 0,0 0 0 0,0 0 256 0,0 0-256 0,0 0 0 0,0 0 256 16,0 0-256-16,0 0 0 0,0 9 256 0,0 5-256 0,0 4 0 15,0-9 256-15,2-3-256 0,-1-2 0 0,-1-4 0 0,1 9 256 16,1 1-256-16,1 2 0 0,-1-1 256 0,0-1-256 0,0 1 0 0,0-1 2 0,-2 1-2 15,1 0 0-15,0-1-41 0,0-1 41 0,0 0 0 16,0-2 256-16,-2-1-256 0,1-1 0 0,0 1 256 16,2-1-256-16,-1 0 0 0,0-1 256 0,0-1-256 0,0 0 0 0,0-2 256 15,1-1-256-15,-1-1 0 0,1 0 216 0,1-2-216 0,1 0 0 0,-1 0-256 16,0-2 256-16,0-2 0 0,1 1-256 16,1-2 256-16,2 0 0 0,-2-1-256 0,-2 0 256 0,1-1 0 0,0 1 133 15,1-1-133-15,2 0 0 0,-2 1 256 16,0 2-256-16,0 0 0 0,0 1 256 0,-1 0-256 0,1 0 0 0,0 2 256 0,-2 1-256 15,1 1 0-15,0 0 201 16,1 2-201-16,2 2 0 0,-1 0-201 16,-2 1 201-16,-1 1 0 0,1 1-256 0,-2 1 256 0,1 1 0 0,0 0-256 15,-2 0 256-15,1 2 0 0,0-1-221 0,0 0 221 16,1 1 0-16,-2-2 99 0,-1-1-99 0,-1 0 0 0,1 0 37 16,2 0-37-16,-1 1 0 0,0-2 62 15,-2-1-62-15,1-1 0 0,0 0-107 0,2-1 107 0,-1 0 0 0,0-1-195 16,1-1 195-16,1-1 0 0,-1 0-158 0,0-1 158 0,0-2 0 0,0 1 133 15,1-1-133-15,1-1 0 0,0-1 256 16,0-3-256-16,1-1 0 0,0 1 256 0,1 0-256 0,1-2 0 0,0 2 256 16,-3 0-256-16,1-1 0 15,0 1 256-15,-1 1-256 0,0-1 0 0,2 2 39 0,-3 1-39 0,1 1 0 0,0 0 0 16,1 0 0-16,1 2 0 0,-1 1 0 16,-1 1 0-16,0 1 0 0,0 1 0 0,1 1 0 0,1 1 0 0,-1 0 0 15,-2 1 0-15,2 2 0 0,-1 0-15 0,0 1 15 16,0 2 0-16,-1-1-212 0,-1-1 212 0,-1 0 0 0,1 1-256 15,0 1 256-15,0 2 0 0,-1-2-256 0,-1 0 256 0,-1-1 0 16,1-2-256-16,0 0 256 0,0-2 0 0,0 0-256 16,-2-1 256-16,1-1 0 0,0 0-256 0,2-2 256 15,-1 1 0-15,0-1-1564 0,0 0 1564 0,0 0 0 0</inkml:trace>
  <inkml:trace contextRef="#ctx0" brushRef="#br0" timeOffset="9899.554">18405 6932 1024 0,'0'0'0'0,"0"0"0"0,0 0 0 0,0 0 0 0,0 0 0 0,0 0 0 0,0 0 0 0,0 0 256 16,0 0-256-16,0 0 0 0,0 0 256 0,0 0-256 0,0 0 0 16,2 10 256-16,1 4-256 0,1 6 0 0,-2-10 256 15,-1-1-256-15,-1-3 0 0,1 2 256 0,0 0-256 16,0 2 0-16,0-2 256 0,-2 0-256 0,1 1 0 16,0-2-256-16,2 1 256 0,-1-1 0 15,0-2-20-15,-2-1 20 0,1-1 0 0,0 0 211 0,0-1-211 16,0 0 0-16,0-1 133 0,0-2-133 0,0 1 0 0,1-3 122 15,1-1-122 1,2-2 0-16,-1 1-121 0,1-2 121 0,1 0 0 0,-1-1-132 0,1-1 132 0,2-2 0 16,-1 2 159-16,-1 0-159 0,1 1 0 0,0 0 256 0,-2-1-256 0,2 1 0 0,-1 1 256 0,0 0-256 15,0 2 0-15,0 0 256 0,0 1-256 0,1 0 0 16,-1 3 256-16,1-1-256 0,1 2 0 0,-2 0 256 0,-1 2-256 16,0-1 0-16,0 3-196 0,0 0 196 0,0 1 0 0,0 0-256 15,0 1 256-15,0 2 0 0,-1-1-225 16,0 0 225-16,-2 1 0 0,1-1 26 0,0 0-26 0,0-1 0 0,-1 0 48 15,-1 0-48-15,-1 0 0 0,1-2 2 0,2 1-2 0,-1-1 0 0,0-1-149 16,0-1 149-16,0-1 0 0,0 1-256 16,1-1 256-16,1-1 0 0,-2-1-256 0,2-1 256 0,0-1 0 0,0 1-256 0,1-1 256 0,2-1 0 0,-2-2-256 15,0-1 256-15,0-2 0 16,1 0-84-16,2 0 84 0,0-2 0 0,-1 2 256 0,-2 1-256 0,1-1 0 16,0 1 256-16,2 0-256 15,0-1 0-15,-2 3 256 0,2 1-256 0,1 1 0 0,-3-1 256 0,-1 0-256 0,-1 2 0 0,1 1 256 16,1 1-256-16,1 1 0 0,0 2 256 0,-2 1-256 15,0 1 0 1,0 0 256-16,-1 2-256 0,-1 0 0 0,1 0 225 0,0 1-225 16,0 2 0-16,1-1-80 0,-3 2 80 0,1 1 0 0,0-1-256 0,-2 0 256 0,1 2 0 15,0-2-256-15,1-1 256 16,1 0 0-16,-1-1-256 0,0-1 256 0,0 0 0 0,1-2-256 16,1-1 256-16,2-1 0 0,-1 0-256 0,1-1 256 15,1 0 0-15,0-3-256 0,2-1 256 0,0-2 0 0,-6 3-1455 16,-3 2 1455-16,-3-1 0 0</inkml:trace>
  <inkml:trace contextRef="#ctx0" brushRef="#br0" timeOffset="10296.311">19080 6862 1024 0,'0'0'0'0,"0"0"0"0,0 0 0 0,0 0 0 0,0 0 256 0,0 0-256 0,0 0 0 0,-6 6 256 16,-2 3-256-16,-3 2 0 0,5-6 256 0,2-1-256 0,1-1 0 0,-2 2 256 15,-2-1-256-15,-3 0 0 0,1 1 256 0,3 1-256 31,-1 2 0-31,0-2 256 0,0 1-256 0,-1 1 0 0,2 0 256 0,1 0-256 0,1 2 0 16,-1-3-193-16,-1-1 193 0,1 0 0 0,2 0-114 16,1 0 114-16,1 1 0 0,0-2-127 0,1 1 127 0,1-1 0 0,0-2-82 15,1-1 82-15,1-1 0 0,0 0 56 16,2 0-56-16,0 0 0 0,0-3 87 0,1 1-87 0,1-2 0 0,1 0 8 16,0-1-8-16,1-1 0 0,-1-2-60 0,1 0 60 15,-1-2 0-15,0 1 83 0,1-1-83 0,3-3 0 0,-3 4 256 16,-1 0-256-16,0-1 0 0,-1 2 256 0,-1-1-256 0,-1 1 0 0,0 0 256 15,0 0-256-15,-2-1 0 0,1 3 256 0,-2 1-256 16,1 0 0-16,0 2 256 0,0 0-256 0,0 0 0 0,-2 2 256 16,-1 1-256-16,-1 2 0 0,1 0 85 15,2 1-85-15,-1 1 0 0,0 1-97 0,-2 1 97 16,1 2 0-16,1-1-213 0,1 1 213 0,2 2 0 0,-2 0-256 16,0 0 256-16,0 2 0 0,-1-2-256 0,2 0 256 0,0-1 0 0,-1-2-113 15,1-1 113-15,1 0 0 0,-1-2-60 16,2-1 60-16,0 0 0 0,-1-2-67 0,1-1 67 0,1-1 0 0,-1-2-28 15,-2-3 28-15,2-1 0 0,-3 4-1981 16,-2 2 1981-16,-2 2 0 0</inkml:trace>
  <inkml:trace contextRef="#ctx0" brushRef="#br0" timeOffset="10534.364">19322 6695 1024 0,'0'0'0'0,"0"0"0"0,0 0 0 0,0 0 0 0,0 0 256 16,0 0-256-16,0 0 0 0,0 4 256 0,0 3-256 0,0 1 0 0,0-1 256 16,2 1-256-16,-1 2 0 0,0 0 256 15,1 1-256-15,1 3 0 0,-3-14 0 0,2 14 256 16,1 1-256-16,1 3 0 0,-1 0 256 0,0 1-256 0,0 1 0 0,1-1 256 0,-1 1-256 16,0 1 0-16,0-2 256 0,0 1-256 15,0-2 0-15,0-2 256 0,1 0-256 0,2-1 0 0,-1-2 256 16,0 0-256-1,1-2 0-15,-4-6 256 0,-2-5-256 0,-2-5 0 16</inkml:trace>
  <inkml:trace contextRef="#ctx0" brushRef="#br0" timeOffset="10900.247">19804 6487 1024 0,'0'0'0'0,"0"0"0"0,0 0 0 0,0 0 0 0,0 0 256 15,0 0-256-15,0 0 0 0,0 0 256 0,0 0-256 16,0 0 0-16,0 0 256 0,0 0-256 0,0 0 0 0,-5 2 256 16,-3 3-256-16,-4 0 0 0,6 0 256 15,2 0-256-15,2 1 0 0,-3 1 256 0,-1 0-256 0,-3 1 0 0,2 2 256 16,2 1-256-16,-1 3 0 0,-2-2 256 15,0 2-256-15,-1 1 0 0,3 0 256 0,1 0-256 16,0 2 0-16,0 0 256 0,0 1-256 0,0 1 0 0,1-1 256 16,1 1-256-16,1 1 0 0,1-2 255 0,1 2-255 0,1-1 0 0,0 0 0 0,1-1 0 15,1 1 0-15,1 0 0 0,0-1 0 0,3-1 0 16,1 0-54 0,1 0 54-16,2-1 0 0,0-1-256 0,0 0 256 0,1 0 0 15,2-3-256-15,1-1 256 0,3-3 0 0,-3-2 22 0,2-3-22 0,3-2 0 0,-14 0-2527 31,-6-1 2527-31,-6-1 0 0</inkml:trace>
  <inkml:trace contextRef="#ctx0" brushRef="#br0" timeOffset="11192.047">20058 6600 1024 0,'0'0'0'0,"0"0"0"0,0 0 0 0,0 0 0 0,0 0 256 0,0 0-256 0,0 0 0 16,0 0 256-16,0 0-256 0,0 0 0 0,-2 4 256 16,-1 5-256-16,-2 0 0 0,1-2 256 0,2-2-256 0,-1-1 0 0,0 3 256 15,0 1-256-15,-1 2 0 0,0-1 256 0,-1 2-256 16,-1 1 0-16,1 0 256 0,-1 1-256 0,-2 3 0 0,2-2 256 16,0 0-256-16,0 2 0 0,0-1 256 0,-1-1-256 0,1 1 0 15,0 0 224-15,-1-1-224 0,-3 1 0 0,2-2 186 16,2-3-186-16,-1-1 0 0,-1-1 256 0,1-2-256 0,0-1 0 0,2-2 101 15,1 0-101-15,1-3 0 0,-2-1 0 0,1-2 0 16,0-2 0-16,2 4-3071 0,2 1 3071 0,2 1 0 0</inkml:trace>
  <inkml:trace contextRef="#ctx0" brushRef="#br0" timeOffset="11429.046">19889 6651 1024 0,'0'0'0'0,"0"0"256"0,0 0-256 0,0 0 0 0,0 0 256 15,0 0-256-15,0 0 0 0,0 0 256 16,0 0-256-16,0 0 0 0,3 6 256 0,2 2-256 0,2 3 0 0,-1-3 256 16,-1-1-256-16,0 0 0 0,1 3 256 15,1 2-256-15,3 1 0 0,-2-1 256 0,0 0-256 16,4 2 0-16,-3-1 256 0,1 0-256 0,2 1 0 0,-2 1 256 0,0 1-256 16,1 1 0-16,-2-4 256 0,2 0-256 0,1-1 0 0,-3 0 256 0,-1-3-256 0,-1 1 0 0,2-2 255 15,-3 0-255-15,1-2 0 0,0-2 0 16,0-2 0-16,-1-1 0 0,-1-2 0 0,-1-1 0 15,-1-2 0-15,-1 3-3071 0,-2 2 3071 0,-2-1 0 0</inkml:trace>
  <inkml:trace contextRef="#ctx0" brushRef="#br0" timeOffset="11694.763">20100 6430 1024 0,'0'0'0'16,"0"0"0"-16,0 0 0 0,0 0 0 0,0 0 256 0,0 0-256 0,0 0 0 0,4 1 256 0,4 2-256 0,1-1 0 0,-1 1 256 15,-3-1-256-15,1-1 0 0,1 3 256 16,2 2-256-16,0 1 0 16,0 0 256-16,2 1-256 0,0 2 0 0,-2 0 256 0,3 1-256 0,-1 2 0 0,0 2 256 31,-1 2-256-31,0 1 0 0,0 2 256 0,0 1-256 0,-1 2 0 0,-1 1 256 0,-2 2-256 0,-2 3 0 0,0 0 256 15,-3 3-256-15,-2 1 0 0,-5 1-162 0,-3 4 162 0,-4 1 0 0,-2-1-256 0,-4 1 256 16,-5 1 0-16,2-7-186 0,-2-3 186 0,-2-2 0 16,18-17-1956-16,8-12 1956 0,8-9 0 0</inkml:trace>
  <inkml:trace contextRef="#ctx0" brushRef="#br0" timeOffset="36865.334">7997 8697 1024 0,'0'0'0'0,"1"3"0"0,1 0 0 0,1 1 0 0,-1-3 256 0,-2-1-256 0,2 1 0 0,0 0 0 0,-2-1 0 0,2 1 256 0,1 1-256 16,1 2 0-16,0-2 256 0,-3 1-256 0,1 1 0 0,0-1 233 16,0 0-233-16,0 0 0 0,0 0 189 15,1 0-189-15,1 0 0 0,-1 0 179 0,1 0-179 0,2 1 0 0,-2 0 146 16,-2-1-146-16,1 0 0 0,0 0 69 0,1-1-69 0,1 2 0 0,-1-1-27 15,0 2 27-15,-1 0 0 0,0 0-85 0,1 1 85 0,1 2 0 16,-1-2-84-16,0 0 84 0,0 1 0 0,1-1 14 16,-1 2-14-16,0 0 0 0,0-1 101 0,-2 2-101 0,1 0 0 0,0 0 112 15,1 0-112-15,2 2 0 0,-2-1 87 16,0-1-87-16,0 3 0 0,-1-1 42 0,2-1-42 0,0 1 0 0,0-2-13 16,-2 1 13-16,-1-1 0 0,1 0-14 15,0-1 14-15,0 1 0 0,0-2 17 0,0-1-17 0,0-1 0 0,0 1 76 16,-2-1-76-16,1 0 0 0,2-1 102 0,0-1-102 0,1-1 0 0,-1 1 80 15,-2-2-80-15,1-1 0 0,0 0 80 16,0 0-80-16,1 0 0 0,-1-3 52 0,1 0-52 0,1-1 0 0,-1 0 33 16,-2-1-33-16,1-2 0 0,1 2-4 0,2-2 4 0,0 0 0 15,-1 1 35-15,-2-3-35 0,1-1 0 0,0 1 63 16,1 0-63-16,2-1 0 0,-3 0 85 16,2 0-85-16,1-2 0 0,-1 2 78 0,0-2-78 0,-2 0 0 0,0 1 74 15,-1 0-74-15,-1 1 0 0,1 0 86 16,0-1-86-16,0 0 0 0,0 1 8 0,0 1-8 0,1 0 0 0,-1-1-102 15,0 1 102-15,0 0 0 0,0 1-184 16,-2 0 184-16,1 1 0 0,0 1-253 0,1 1 253 0,1 1 0 0,0-1-252 16,-3 0 252-16,1 2 0 0,0-1-198 0,0 1 198 15,0 1 0-15,0-1-59 0,-1 0 59 0,0-1 0 16,1 1 73-16,-2 1-73 0,1 1 0 0,0 0-1607 0,-2 1 1607 16,1 1 0-16</inkml:trace>
  <inkml:trace contextRef="#ctx0" brushRef="#br0" timeOffset="37209.82">8059 8890 1024 0,'0'0'0'0,"0"0"0"0,0 0 0 0,0 0 0 0,0 0 256 0,0 0-256 0,0 0 0 0,0 0 256 15,0 0-256-15,0 0 0 0,0 0 256 0,0 0-256 0,0 0 0 0,3-1 256 16,2-2-256-16,2 0 0 0,-2 1 256 16,2 0-256-16,1 1 0 0,-1-2-256 0,0 0 256 0,4-1 0 15,-3 2-256-15,1 1 256 0,2 1 0 16,-1-1-198-16,2-1 198 0,4-2 0 15,-4 3 174-15,2 0-174 16,0 0 0-16,0 0 169 0,-3 0-169 0,1 0 0 0,1 0 47 0,0 1-47 0,4 1 0 16,-5 0-86-16,0-1 86 0,-2 2 0 0,1-1-191 15,1-1 191-15,-1-1 0 0,-7 1-683 0,-4 0 683 0,-4 0 0 0</inkml:trace>
  <inkml:trace contextRef="#ctx0" brushRef="#br0" timeOffset="37531.413">8649 8824 1024 0,'0'0'0'0,"0"0"0"0,0 0 0 0,0 0 0 0,0 0 0 0,0 0 0 0,0 0 0 0,0 0 256 0,0 0-256 0,0 0 0 0,0 0 256 15,0 0-256-15,0 0 0 0,0 0 256 0,0 0-256 16,0 0 0-16,0 0 256 0,0 0-256 0,0 0 0 0,0 0 256 16,0 0-256-16,0 0 0 0,0 0-6 0,0 0 6 0,0 0 0 15,0 0-256-15,0 0 256 0,0 0 0 0,2 7-256 0,2 3 256 16,2 4 0-16,-6-7-256 0,-4-2 256 0,-1-1 0 0,1 3 90 15,-1 0-90-15,-1 1 0 0,0 0 256 16,1 1-256-16,0 2 0 0,0-1 256 0,0-1-256 0,0 1 0 16,-1 0 173-16,0-1-173 0,-2 3 0 0,2-2-133 0,1 0 133 0,0-1 0 0,0-1-256 15,0-1 256-15,0 0 0 0,0 0-256 16,0-1 256-16,-1 0 0 0,2-3-199 0,1 0 199 0,1-3 0 0,-1 0 152 16,-1-1-152-16,-2-1 0 0,2-1 256 15,0-1-256-15,2-1 0 0,1 3-845 0,1 2 845 0,1 2 0 16</inkml:trace>
  <inkml:trace contextRef="#ctx0" brushRef="#br0" timeOffset="37730.541">8514 8849 1024 0,'0'0'0'0,"0"0"0"0,0 0 0 0,0 0 0 0,0 0 256 16,0 0-256-16,0 0 0 0,0 0 256 0,0 0-256 0,0 0 0 16,0 0 256-16,0 0-256 0,0 0 0 0,0 0 256 15,0 0-256-15,0 0 0 0,4 2 256 0,3 1-256 16,1 1 0-16,-2-1 32 0,0 0-32 0,-2 1 0 0,1 0-56 0,1 1 56 15,1 1 0-15,0 0-79 0,0 2 79 0,2 1 0 16,-2-1-45-16,2 2 45 0,0 0 0 0,-1 0-25 0,1 2 25 0,2 1 0 16,-2-2-89-16,0-1 89 0,1 0 0 15,-1 0-53-15,-2 0 53 0,1-1 0 0,1 0-72 0,-1-1 72 0,0 0 0 16,-5-5-893-16,-3-3 893 0,-3-3 0 16</inkml:trace>
  <inkml:trace contextRef="#ctx0" brushRef="#br0" timeOffset="40098.379">9148 8738 1024 0,'0'0'0'0,"0"0"0"0,0 0 0 0,0 0 0 0,0 0 256 16,0 0-256-16,0 0 0 0,0 0 256 0,0 0-256 0,0 0 0 0,0 0 256 16,0 0-256-16,0 0 0 0,2 9 256 15,2 5-256-15,3 4 0 0,-4-9 256 0,-1-3-256 0,-1-2 0 0,1 4-156 16,1 1 156-16,1 2 0 0,-1-1-256 15,-2 1 256-15,1 0 0 0,0 0-222 16,0 1 222-16,0 0 0 0,1-1 51 0,-1-1-51 0,0 0 0 0,0 0 175 16,0 1-175-16,0 0 0 0,0-2 156 0,-2 0-156 0,1-2 0 15,0 1 128-15,-2-1-128 0,1 0 0 0,0 0 27 0,0-2-27 0,0-1 0 0,1 1-30 16,0-3 30-16,1 1 0 0,-1-1-32 0,-1 0 32 16,-1 0 0-16,1-1 93 0,0-1-93 0,0-1 0 0,1-1 164 15,1-1-164-15,1-1 0 0,-1 0 78 0,1-1-78 0,2-2 0 0,-2-1-93 16,1-2 93-16,1-1 0 0,-1 1-137 15,0 0 137-15,0-1 0 0,1 0-100 0,0-1 100 0,1 0 0 0,-2 0-6 16,-1 0 6-16,-1-1 0 0,1 0 118 0,1 2-118 0,3-1 0 0,-3 1 245 16,-1-2-245-16,-1-1 0 0,1 4 255 15,0 1-255-15,0 0 0 0,0 0 18 16,-2-1-18-16,1 0 0 0,1 3-198 0,-1 1 198 0,0 1 0 0,0 0-233 16,0 1 233-16,0 0 0 0,0 2-73 0,0 1 73 0,0 1 0 0,0 0 44 15,1 1-44-15,1 1 0 0,-1 2 161 16,1 0-161-16,-1 1 0 0,0 1 222 0,1 1-222 0,1 2 0 0,-1-1 156 15,0 2-156-15,0 0 0 0,1 0 0 16,-3 2 0-16,1 1 0 0,0-2-120 0,0-1 120 0,0 1 0 16,0 0-93-16,-2 0 93 0,1 2 0 15,0-2 47-15,0-1-47 0,0 0 0 0,1 0 137 16,-3 0-137-16,1-2 0 0,0 1 144 0,0-2-144 0,0 0 0 0,0-1 71 16,-2-1-71-16,1-1 0 0,0 1 44 0,0 0-44 0,0-2 0 0,0 0-30 0,0-1 30 15,0-1 0-15,0 1-102 0,2-3 102 0,-1 0 0 0,0 0-109 16,1-1 109-16,1-1 0 0,-1-1-11 0,1-1 11 0,1-2 0 15,0 1 74-15,3-2-74 0,0 0 0 0,-1 0 96 16,-1 0-96-16,-1-1 0 0,2 1 100 0,-3-1-100 0,1 0 0 16,0 1 189-16,1 1-189 0,1 1 0 0,-1-1 173 0,-1 0-173 15,0 1 0-15,0 1 24 0,-2-1-24 0,1 2 0 16,0 0-150-16,0 0 150 0,0 2 0 0,0-1-178 0,-2 1 178 0,1 1 0 0,1 0-110 16,-1 1 110-16,0 1 0 15,0 1-77-15,0 1 77 0,0 1 0 0,0 0-32 0,-2 2 32 16,1 0 0-16,0 1-14 0,1 1 14 0,1 3 0 15,-1-2-122-15,-2 1 122 0,1 2 0 0,0-2-256 0,-2 1 256 0,1-1 0 0,0 1-256 16,-2 1 256-16,1 0 0 0,0-2-256 16,2-2 256-16,-1-1 0 0,0 1-135 15,0 0 135-15,0-1 0 0,1-2 28 0,1-1-28 0,1-1 0 0,-2-1-911 16,-1-3 911-16,-1 0 0 0</inkml:trace>
  <inkml:trace contextRef="#ctx0" brushRef="#br0" timeOffset="40467.387">9751 8978 1024 0,'0'0'0'0,"0"0"0"0,0 0 0 0,0 0 0 0,0 0 256 15,0 0-256-15,0 0 0 0,0 0 256 0,0 0-256 0,0 0 0 0,5-1 256 16,3-1-256-16,4-1 0 0,-7 0 256 0,-2 0-256 16,-2-1 0-16,2-1 256 0,1-1-256 0,1-2 0 0,-1 3-121 15,-2-1 121-15,2 2 0 0,-1-2-236 0,-2 1 236 0,1-3 0 16,-1 2-236-16,-1 0 236 0,-1-1 0 0,1 1-92 15,-2 0 92-15,1 2 0 0,-2-1 153 0,-2 1-153 0,0 0 0 0,1 1 256 16,-1 1-256-16,-1 1 0 0,0 0 256 0,-2 1-256 0,0 1 0 16,1 1 256-16,0 1-256 0,-1 1 0 0,1 0 101 15,2 0-101-15,-1 2 0 0,1-1-98 0,-3 2 98 0,1 2 0 0,2-1-73 16,2 0 73-16,2 1 0 0,-2 0 31 0,2 0-31 0,-1 2 0 0,1-2 99 16,1 0-99-16,1 1 0 0,1-1-42 0,1 1 42 15,1 0 0-15,-1-2-188 0,1-1 188 0,1 0 0 0,1-1-256 16,4 0 256-16,0 0 0 0,-1-2-256 0,1-1 256 15,2-3 0-15,0 0-256 0,0 0 256 0,1-3 0 0,0-1-19 16,-3-1 19-16,1-2 0 0,0 0 174 0,1-2-174 0,1 0 0 0,-9 6-733 16,-4 3 733-16,-4 3 0 0</inkml:trace>
  <inkml:trace contextRef="#ctx0" brushRef="#br0" timeOffset="41031.126">9923 8842 1024 0,'0'0'0'0,"0"0"0"0,0 0 0 0,0 0 0 0,0 0 256 16,0 0-256-16,0 0 0 0,0 0 256 0,0 0-256 0,0 0 0 0,-2 7 256 15,-2 2-256-15,-2 4 0 0,4-8 256 16,2 0-256-16,2-3 0 0,-1 3 256 0,1 1-256 0,1 2 0 0,-1-2 256 16,0 2-256-16,0 0 0 0,0-1-256 15,0 0 256-15,1-2 0 0,-1 2-256 16,-2-1 256-16,1 0 0 0,0-1 40 0,0-1-40 16,0 0 0-16,0 0 256 0,0 0-256 0,0 1 0 0,0-4 256 0,0 0-256 15,0-1 0-15,0 1 256 0,1 0-256 0,1 0 0 0,-1-2 118 0,0-1-118 16,0 0 0-16,0-1-256 0,2-1 256 0,0-2 0 0,-1 0-256 15,1-2 256-15,1 0 0 0,-1 0-256 16,1 0 256-16,3-1 0 0,-3 1 110 0,1-1-110 0,1 0 0 16,-1 0 256-16,1 1-256 0,-1 0 0 0,0 1 256 15,-2 1-256-15,1 0 0 0,0 1 256 16,1-1-256-16,-1 1 0 0,0 3 256 0,0 1-256 16,0 1 0-16,0 0-256 0,-1 1 256 0,0 1 0 0,0 0-256 0,0 2 256 15,0 0 0-15,-1 1-256 0,2 2 256 0,1 3 0 0,-3-4-113 0,-1 2 113 0,-1 0 0 0,1-1 256 16,0 2-256-16,0 0 0 0,0-1 256 0,-2-1-256 0,1 0 0 0,0 0 256 0,-2-1-256 0,1 0 0 15,0 0 112-15,0-1-112 0,0 0 0 16,0-1-202-16,0-1 202 0,0 0 0 0,0-1-232 0,2 0 232 0,-1-1 0 16,0 0-109-16,1-1 109 0,1-1 0 15,-1 0-5-15,2-1 5 0,1 0 0 16,-1-3-77-16,0-2 77 0,3 0 0 0,-2 1-52 0,2-2 52 0,0 0 0 0,0 0-35 16,1 0 35-16,2-2 0 0,-3 2 256 15,-1-1-256-15,-1 1 0 0,1-1 256 0,1 1-256 0,-1 0 0 0,0 1 256 0,-1 1-256 16,0 0 0-16,2 2 256 0,-3 0-256 0,1 2 0 15,0 0 97-15,-2 1-97 0,1 1 0 0,0 1-256 0,1 1 256 0,-1 1 0 0,-1 2-256 16,-1 1 256-16,-1 2 0 0,1-1-256 16,0 2 256-16,0 1 0 0,0-1-256 0,-2 0 256 0,1 1 0 15,0 0-256-15,0-1 256 0,0 1 0 0,0-1 43 16,-2-1-43-16,1 0 0 0,0-2-134 0,0-1 134 0,0 0 0 0,0-1-232 16,2-1 232-16,-1-1 0 0,1-2-236 15,2-1 236-15,0-2 0 0,-2-1-118 0,2-2 118 0,0-2 0 0,-2 5-767 16,-2 3 767-16,-2 3 0 0</inkml:trace>
  <inkml:trace contextRef="#ctx0" brushRef="#br0" timeOffset="41730.43">10472 8691 1024 0,'0'0'0'0,"0"0"0"0,0 0 0 0,0 0 0 0,0 0 0 0,0 0 0 0,0 0 0 0,0 0 256 0,0 0-256 0,0 0 0 0,0 0 256 16,0 0-256-16,0 0 0 0,0 8 256 16,0 3-256-16,0 4 0 0,1-7 256 0,1-3-256 0,1-1 0 0,-1 3 256 15,0 3-256-15,1 1 0 16,-1 0 256-16,1 1-256 0,1 2 0 0,-1-1-140 0,0 0 140 0,0 3 0 15,0-2-256-15,-2 0 256 0,1 2 0 16,0-2-256-16,-2-1 256 0,1 0 0 0,1 1 256 0,-4-1-256 0,2-1 0 0,0-2 256 16,0 0-256-16,0-2 0 15,0 1 256-15,0-1-256 0,0 0 0 0,0-1 256 0,-2-2-256 0,1-1 0 0,1-1-256 0,1-1 256 0,1-1 0 16,0-1-256-16,-1-1 256 0,0-1 0 0,2-1-256 16,1-2 256-16,1-2 0 0,0 1-62 0,1 0 62 15,2-1 0-15,-2 0 256 0,1-2-256 0,3-1 0 16,-2 2 256-16,0 1-256 0,1 0 0 0,-1 1 256 0,2-1-256 0,0 1 0 0,-1 1 256 15,1 1-256-15,-1 1 0 0,0 1 182 16,2 1-182-16,0 1 0 0,-3 0-256 0,-1 1 256 0,1 1 0 0,-1 0-256 16,-1 1 256-16,-1 1 0 0,0 0-256 0,0 1 256 0,-2 2 0 15,-1-2 143-15,-1 2-143 0,-1 0 0 16,0-1 256-16,-1 0-256 0,-1 0 0 0,0 0 256 0,-1 1-256 16,-2 0 0-16,1-2 229 0,-2 1-229 0,-3-2 0 0,3 1-251 15,-2 0 251-15,0-2 0 0,0 1-256 0,-1 0 256 0,-2 1 0 0,2-2-256 16,-1-2 256-16,-2 1 0 0,4-2-256 0,1-1 256 15,0-1 0-15,1 1-256 0,1-1 256 0,1-2 0 0,0 0-256 16,1-2 256-16,1-2 0 0,3 1 256 16,2 0-256-16,2-1 0 0,0 0 256 0,2-1-256 15,3 0 0-15,0 1-78 0,1 1 78 0,5 0 0 16,-4 2-256-16,2 2 256 0,0 2 0 0,0-1-256 0,-2 1 256 0,0 1 0 16,1 0 29-16,-2 1-29 0,0 1 0 0,0-1 256 15,-1 1-256-15,1 1 0 0,-2-1 256 0,-1 0-256 0,-1 0 0 16,2 1 256-16,-1-2-256 0,0 1 0 15,-1 0 256-15,3 0-256 0,-1 1 0 0,-1-3-90 0,0-1 90 16,-2-1 0-16,1 1-256 0,-2-1 256 0,1-2 0 0,1 2-256 0,-1-1 256 16,0-1 0-16,-1 1-256 0,-1-1 256 0,-1-1 0 0,0 1 152 15,-1 0-152-15,0-2 0 0,0 1 256 0,0-1-256 16,0-1 0-16,0 2 256 0,-2 1-256 0,1 0 0 0,-1-1 256 16,-1 1-256-16,-1-3 0 0,1 4 256 0,-1 1-256 0,-1 1 0 0,-1 0-256 15,0 1 256-15,-1 1 0 0,1 0-256 0,-1-1 256 16,-1 2 0-16,0 1-256 0,0 1 256 0,-1 2 0 0,1-1 256 15,2 1-256-15,-1 2 0 0,-1-2 256 0,1 1-256 16,0 2 0-16,1-2 256 0,1 2-256 0,1 0 0 0,1 0 256 16,1 0-256-16,1 1 0 0,0 0-256 0,1-1 256 0,1 1 0 0,1-1-256 15,0-1 256-15,3 0 0 0,1-2-256 0,1-2 256 0,2-1 0 16,-8-2-1650 0,-3-1 1650-16,-3-1 0 0</inkml:trace>
  <inkml:trace contextRef="#ctx0" brushRef="#br0" timeOffset="42100.829">11041 8902 1024 0,'0'0'0'0,"0"0"0"0,0 0 0 0,0 0 0 0,0 0 256 16,0 0-256-16,0 0 0 0,0 0 256 0,0 0-256 0,0 0 0 0,4-1 256 16,2-1-256-16,2-1 0 0,-2 3 256 0,1 1-256 0,-1 1 0 0,0 1 111 15,1 1-111-15,2 1 0 0,-1 0-256 0,1 0 256 16,2 2 0-16,-1-2-256 15,-2 3 256-15,-1 1 0 0,2-1 235 0,-3 2-235 0,1 0 0 16,0-1 256-16,-2-1-256 0,2 0 0 0,-2-1 256 0,-1 2-256 16,-1 0 0-16,0-1 256 0,-1-2-256 0,-1-1 0 15,1 1 256-15,-2 0-256 16,1-1 0-16,-1-1 16 0,-1 0-16 0,-1 0 0 0,1-2 19 0,0-1-19 0,0-1 0 16,0 0 256-16,-1 0-256 0,-1 0 0 0,1-1 256 15,0 1-256-15,0-2 0 0,0-1 256 0,2-1-256 0,-1-1 0 0,0 0 256 16,0 0-256-16,-1-2 0 0,2 0-256 0,2-1 256 0,0-2 0 0,1 1-256 0,1 0 256 15,1-2 0-15,1 1-256 0,0 1 256 0,4-3 0 0,-3 1-256 0,1 1 256 0,3 0 0 0,-1 0-256 16,1 0 256-16,3 1 0 0,-2-1-256 16,-2 0 256-16,2-1 0 0,-1 0-256 0,2 1 256 0,0-1 0 15,-9 8-1149-15,-4 3 1149 0,-4 3 0 0</inkml:trace>
  <inkml:trace contextRef="#ctx0" brushRef="#br0" timeOffset="42699.568">11448 8785 1024 0,'0'0'0'0,"-1"5"0"0,0 1 0 0,0 2 0 0,0-1 256 0,-1 0-256 0,-1 1 0 0,0-1 256 15,3 0-256-15,-1 2 0 0,0-2 256 0,-1 0-256 0,-1 1 0 16,1 1 256-16,2 1-256 0,-1 2 0 16,0-1 256-16,2-1-256 0,-1 0 0 0,1 0 256 15,1 1-256-15,1 0 0 0,-1 0 179 0,0-1-179 16,1 1 0-16,0-1-256 0,1 0 256 0,1-2 0 15,-1 0-256-15,1-2 256 0,2-1 0 0,-1 1-35 0,0-1 35 16,1 0 0-16,-1-2 254 0,2-1-254 0,0 0 0 0,-1-2 256 0,-2-2-256 0,1 0 0 16,1-1 143-16,-1-1-143 0,0-2 0 0,0 1-152 0,0-1 152 0,1-2 0 0,-3 0-209 15,-1-1 209-15,0-2 0 0,-1 1-28 0,-1 0 28 16,-1-2 0-16,1 2 198 0,-2-1-198 0,1 1 0 0,-1-1 256 0,-1 1-256 16,-1-1 0-16,1 2 256 0,-1 0-256 0,-1 2 0 0,0-1 256 15,0 1-256-15,-1 0 0 0,1 2 113 0,2-1-113 0,-1 1 0 16,1 1-256-16,-2 1 256 0,-1 1 0 0,3-1-256 15,2 0 256-15,2-1 0 0,1 2-256 0,-1 1 256 0,1 1 0 0,1-1-256 16,2 0 256-16,2 0 0 0,1 0-256 16,1 0 256-16,2 0 0 0,0-1-215 0,0 1 215 0,2-2 0 0,0 2 100 15,0-2-100-15,4 0 0 0,-2 2 102 0,0-2-102 16,4 0 0-16,-4 1 116 0,0 0-116 0,-2 1 0 0,2-2 172 16,-2-1-172-16,1-2 0 0,-3 3 161 0,-3-2-161 0,1 0 0 0,-1 0 103 15,-1-1-103-15,0-2 0 0,-3 3-56 16,-2-1 56-16,-2 2 0 0,1-1-90 0,-1-1 90 0,-1 0 0 0,-1 1-48 15,-2 0 48-15,-2 0 0 0,-1 1 58 0,1 1-58 0,-3 1 0 0,2-1 211 16,-1 1-211-16,-2 0 0 0,2 1 256 16,0 1-256-16,0 1 0 0,-1 0 256 0,0 2-256 0,-2 0 0 15,1 1 256-15,2 1-256 0,1 1 0 0,0 0 256 16,1 2-256-16,1 0 0 0,-2 0 202 0,3 2-202 0,-1 1 0 0,1 0-120 16,1 2 120-16,1 0 0 0,0 2-256 0,1 1 256 15,1 1 0-15,0-1-256 0,1 0 256 0,1-1 0 0,-1 2-256 16,-2-1 256-16,1 2 0 0,0-2-256 0,0 0 256 0,0 0 0 15,-1-3-256-15,-1 0 256 0,-1-2 0 0,1-1-256 16,0-2 256-16,0-1 0 0,0-4-1415 16,2-3 1415-16,-1-3 0 0</inkml:trace>
  <inkml:trace contextRef="#ctx0" brushRef="#br0" timeOffset="42865.056">11627 8984 1024 0,'0'0'0'0,"0"0"0"0,0 0 0 0,0 0 0 0,0 0 256 0,0 0-256 0,0 0 0 0,4 4 256 15,4 1-256-15,1 2 0 0,0-6 256 0,0-2-256 0,1-2 0 16,3 2 256-16,1 0-256 0,-14 1 0 0,19-2 0 0,-3 1 256 16,3 1-256-16,2-2 0 0,-2 1-256 15,2-1 256-15,1-1 0 0,-3 0-256 0,3-2 256 0,0 0 0 16,-15 3-768-16,-7 2 768 0,-7 2 0 0</inkml:trace>
  <inkml:trace contextRef="#ctx0" brushRef="#br0" timeOffset="43665.255">12249 8747 1024 0,'0'0'0'0,"0"0"0"0,0 0 0 15,0 0 0-15,0 0 256 0,0 0-256 0,0 0 0 0,0 0 256 0,0 0-256 16,0 0 0-16,0 0 256 0,0 0-256 0,0 0 0 0,0 0 256 16,0 0-256-16,0 0 0 0,0-8 256 0,-2-3-256 0,1-4 0 15,-1 9-256-15,-1 4 256 0,-2 3 0 0,0-2-256 0,-3 0 256 0,-1 0 0 0,0 1-256 16,3 0 256-16,-1 0 0 0,-2 1 256 15,-1 1-256 1,-2 1 0-16,2 0 256 0,0 2-256 0,1 0 0 0,-1-1 256 0,1 2-256 0,0 0 0 0,0 0 256 16,1 1-256-16,-1 2 0 0,2-1 256 0,1 0-256 15,1 1 0-15,-1 0 119 0,1 0-119 0,0 2 0 0,1-1-25 0,1-1 25 16,1 3 0-16,0-2 256 0,1 1-256 0,1 0 0 16,1 0 256-16,1 0-256 0,1 1 0 0,1-1 256 15,2 1-256-15,3 0 0 0,-2 0-256 0,1-1 256 0,1 1 0 0,1-1-256 16,0-1 256-16,1 1 0 0,1-3-256 0,1-1 256 0,2 0 0 0,-2-3-256 15,2-1 256-15,0-1 0 0,0 0-256 16,-1-1 256-16,1-1 0 0,-1-1-256 0,1-1 256 0,3-2 0 0,-2-1 256 16,-2-2-256-16,-1-2 0 0,2 0 256 15,-2-1-256-15,1-2 0 0,-2 0-175 0,0 1 175 0,-2-2 0 0,-1 1-256 16,-2 1 256-16,0 0 0 0,-1 0-256 0,-1 0 256 0,-1 1 0 0,-1 0-256 16,-2 1 256-16,-2 0 0 0,1 1-8 15,-1 0 8-15,-1 1 0 0,1 1 256 0,-1 2-256 0,-1-1 0 0,0 0 256 16,-1 1-256-16,-1 0 0 0,0 1 256 15,3 1-256-15,-1 1 0 0,0-1 256 0,-1 1-256 0,-1 0 0 0,1 1 256 16,2 2-256-16,-1 0 0 0,0-1-134 16,-1 1 134-16,0 1 0 0,0-1-256 0,2 1 256 0,-1 2 0 0,0-2-256 15,1 0 256-15,0 0 0 0,-1 0 165 0,2 1-165 0,-2 2 0 16,2-1 256-16,1-1-256 0,1-1 0 0,-1 2 256 16,0-1-256-16,0 0 0 0,0-1 256 0,3 2-256 0,-2 0 0 0,2 0-136 15,0-1 136-15,1-1 0 0,0 0-150 0,0-1 150 0,3-1 0 16,-1 1-120-16,-3-1 120 0,1 0 0 0,0 0-14 15,1-1 14-15,2-1 0 0,0 0 256 0,-3-1-256 0,1-2 0 16,0 2 256-16,-2 0-256 0,1 0 0 0,-1-1 256 16,-1 1-256-16,-1-2 0 0,2 1 251 0,-3-2-251 0,1 0 0 15,-1 0-256-15,-1 1 256 0,-2 0 0 0,1 1-256 16,-1-1 256-16,-1 2 0 0,0-1-256 0,-1 1 256 0,-1 0 0 0,0 1-256 16,0 0 256-16,-1 0 0 0,2 1-256 15,-2 0 256-15,-1 0 0 0,1 1-223 0,2-1 223 0,-1 2 0 0,2-1-104 16,2-1 104-16,1-1 0 0,-1 1-201 15,0 0 201-15,2 0 0 0,-1 0-1037 0,2 0 1037 0,-1 0 0 0</inkml:trace>
  <inkml:trace contextRef="#ctx0" brushRef="#br0" timeOffset="44166.362">12735 8709 1024 0,'0'0'0'0,"0"0"0"0,0 0 0 0,0 0 0 0,0 0 256 0,0 0-256 0,0 0 0 0,2 8 256 16,2 5-256-16,2 4 0 0,-2-9 256 15,-2-3-256-15,1-2 0 0,-3-3 0 0,3 8 256 0,1 2-256 0,-1 1 0 0,0-2 256 16,1 1-256-16,1 2 0 0,-1-1-256 0,-2 2 256 0,1 1 0 16,0-2-256-16,1 1 256 0,-1 0 0 0,0-1 68 15,0-1-68-15,0 0 0 0,0 0 256 0,-2-2-256 0,1 0 0 0,0-1 256 16,0-1-256-16,0-1 0 0,0 0 256 15,-1 0-256-15,0-1 0 0,2-1 256 0,-3-1-256 0,1-1 0 0,0 0-241 16,-2 1 241-16,1-2 0 0,0-1-256 0,0-1 256 0,0-1 0 0,-2 0-256 16,-1-1 256-16,0-1 0 0,0 0-256 0,2 1 256 15,-1-3 0-15,-2 3-256 0,0-2 256 0,-3 1 0 0,1-1 67 16,1 1-67-16,0 0 0 0,-1 0 256 16,-1-1-256-16,-2-2 0 0,2 3 256 0,-1 1-256 0,-1 1 0 0,0-1 234 15,0 0-234-15,-1 0 0 0,1 0-136 0,-1 0 136 0,0 2 0 0,-1-1-41 16,3 2 41-16,-1 2 0 0,0-1 174 15,1 0-174-15,0 1 0 0,0 0 180 0,2 1-180 0,-2 1 0 0,2-1 121 16,0 1-121-16,2 1 0 0,0-1 74 16,1 0-74-16,1 1 0 0,-2 0 44 0,3-1-44 0,-1 3 0 0,2-2-117 15,1 2 117-15,1 0 0 0,2-1-256 0,0 1 256 0,1-1 0 16,0-1-256-16,2 0 256 0,4 0 0 0,-2 0-234 16,1-1 234-16,2 0 0 0,-1-2-138 0,1-1 138 15,2-1 0-15,-1-1-140 0,2-1 140 0,1-2 0 0,0 1-34 16,-3-1 34-16,2-1 0 0,-1-2 96 0,2-2-96 15,0-3 0-15,-11 8-745 0,-5 5 745 0,-5 2 0 0</inkml:trace>
  <inkml:trace contextRef="#ctx0" brushRef="#br0" timeOffset="44330.609">12910 8839 1024 0,'0'0'0'0,"0"0"0"0,0 0 0 0,0 0 0 0,0 0 256 0,0 0-256 15,0 0 0-15,0 0 256 0,0 0-256 0,0 0 0 0,2 5 256 16,1 4-256-16,2 2 0 0,-2-4 256 0,0 1-256 15,0-1 0-15,0 1 256 0,0 2-256 0,0 0 0 16,0 1-256-16,0 0 256 0,1 2 0 16,-2-1-256-16,-1-1 256 0,-1 0 0 0,1-1-256 0,0-2 256 0,0 0 0 15,0-2 18-15,0 0-18 0,0-2 0 0,0-1-530 0,-2-3 530 0,1-3 0 0</inkml:trace>
  <inkml:trace contextRef="#ctx0" brushRef="#br0" timeOffset="45233.503">13042 8880 1024 0,'0'0'0'0,"0"0"0"0,0 0 0 0,0 0 0 0,0 0 256 0,0 0-256 0,0 0 0 16,4 2 256-16,1 3-256 0,2 0 0 0,-3-1 256 0,-2 0-256 0,-2 1 0 0,2 0 256 16,1 1-256-16,2 2 0 0,-2-1-88 15,-2 0 88-15,1 1 0 0,0-1-256 0,-2 0 256 0,1-2 0 0,0 2-256 16,0-1 256-16,0-1 0 0,0 0 256 15,0 0-256-15,0-1 0 0,0-1 256 0,-2-2-256 0,1 1 0 0,0-1 256 16,0 1-256-16,0-2 0 0,1-1 256 0,1-1-256 16,1-1 0-16,-1 0 256 0,0 0-256 0,1-1 0 0,0-1 256 15,1-1-256-15,1-2 0 0,-1 1-256 0,1-1 256 16,2-2 0-16,-1 2-256 0,0-2 256 0,1 0 0 0,-1 1-256 0,2 0 256 16,0 1 0-16,-1 1 256 0,0-1-256 0,0 1 0 0,1 1 256 15,0 1-256-15,1 0 0 0,0 1 256 16,-1 1-256-16,0 1 0 0,0 1 256 0,0 1-256 0,-1 1 0 0,0 1-217 15,0 1 217-15,2 1 0 0,-3 1-256 0,-1 1 256 16,-1 2 0-16,1 0-256 0,-2 1 256 0,1 2 0 0,-1-1-256 16,-2 1 256-16,-1 0 0 0,1 0 61 0,-2 1-61 15,1 0 0-15,0-1 110 0,-2-2-110 0,0 0 0 0,1-1-166 0,2-1 166 16,-1-1 0-16,0 1-256 0,3 0 256 0,-2-1 0 0,1-2-256 16,1-1 256-16,1-1 0 0,1-1-178 0,0-1 178 0,3-1 0 0,0 0 190 15,0-2-190-15,1 0 0 16,2 0 256-16,-1-2-256 0,3-2 0 0,-1 1 256 0,0-2-256 0,3 0 0 15,-3-2 55-15,1 0-55 0,2-2 0 0,-4 2 11 16,0 0-11-16,-1 2 0 0,0-2 169 0,0 1-169 0,-2-1 0 0,0 2 256 16,0-1-256-16,-1 1 0 0,-1 1 256 15,-1 0-256-15,-1 2 0 0,-1-1 256 0,-1 1-256 0,-1 0 0 0,0 1 256 16,-1 1-256-16,-1 0 0 0,-1 2-179 0,-2 0 179 0,-2 1 0 16,1 1-256-16,-1 1 256 0,-2 2 0 0,1-1-256 15,-1 1 256-15,-3 1 0 0,2-1-256 0,2 2 256 0,-1 0 0 0,-1-1-256 16,2 2 256-16,0-1 0 0,1 0 256 15,1 0-256-15,0 1 0 0,1-1 256 0,1-1-256 0,1 0 0 0,0 0 256 16,1-1-256-16,1 0 0 0,0-1-228 16,1 0 228-16,1 0 0 0,1-2-256 0,2-1 256 0,3-1 0 0,-3 0-94 15,0 1 94-15,0-2 0 0,1 0 256 16,3-2-256-16,2 1 0 0,-2 1 256 0,-1-2-256 0,0 0 0 0,-1 0 256 16,2 0-256-16,1 0 0 0,-3 0 256 0,-1 1-256 15,-1 0 0-15,1 1 93 0,1-1-93 0,-1-1 0 0,-1 1-178 0,-1 3 178 16,-1-1 0-16,1 2-233 0,1 1 233 0,-1 1 0 15,0 0-39-15,-2 2 39 0,1 0 0 0,0 2 125 0,-2 0-125 0,1 2 0 16,0-1 256-16,0 1-256 0,0 2 0 16,-1-1 175-16,-1 0-175 0,-1 2 0 0,1-2-36 0,0 1 36 15,0 2 0-15,0-2-158 0,-2 1 158 0,1 0 0 0,0-2-219 16,-1 0 219-16,-1-2 0 0,1 1-48 0,0-1 48 0,0 0 0 0,0-1 133 16,0-1-133-16,0 0 0 0,0 0 256 15,0-1-256-15,-1 0 0 0,1-1 256 0,0-1-256 0,0 0 0 0,0-1 170 16,0 0-170-16,0 0 0 0,0-1 0 15,0-1 0-15,0-1 0 0,1 0-177 0,-2-1 177 0,0-1 0 16,0-1-256-16,1-2 256 0,0 0 0 0,0 0-256 0,2 0 256 16,-1-1 0-16,2 0-256 0,1 1 256 0,3 0 0 0,-3-1-256 15,1 0 256-15,1-1 0 0,1 1-256 0,0-2 256 0,3 0 0 0,1 2-135 16,-1-2 135-16,3 0 0 0,-8 6-1479 16,-3 3 1479-1,-3 3 0-15</inkml:trace>
  <inkml:trace contextRef="#ctx0" brushRef="#br0" timeOffset="45699.059">14046 8763 1024 0,'0'0'0'0,"0"0"256"0,0 0-256 0,0 0 0 0,0 0-7 0,0 0 7 16,0 0 0-16,-4-1 21 0,-4-1-21 0,-1-2 0 0,3 3 252 15,2 0-252-15,1 0 0 0,-1 1 256 0,0-2-256 0,0 1 0 16,0 0 256-16,-1-1-256 0,1-1 0 0,0 1 256 16,-1 0-256-16,-1 0 0 0,2 0 256 0,-3 3-256 0,1 0 0 15,0-1 0-15,-1 1 0 0,-2 1 0 0,1-1-213 0,0 1 213 0,-1 1 0 16,0 0-59-16,1 1 59 0,0 2 0 0,0-1 240 15,-1 1-240-15,1 2 0 0,0-2 256 0,2 0-256 0,-2 0 0 0,2 3 256 16,-2 0-256-16,0 2 0 0,1-2 256 0,2-1-256 0,1 0 0 16,-1 1 256-16,2 0-256 0,-1 2 0 0,2-1-41 15,1 0 41-15,1 1 0 0,0 0-256 0,1 1 256 0,1 0 0 16,0 0-256-16,1-1 256 0,1 1 0 0,-1-1-256 16,1 0 256-16,1 1 0 0,2-1-256 0,1-2 256 0,2 0 0 15,0-1-256-15,0-1 256 0,1 0 0 16,1-1-256-16,0-1 256 0,3-1 0 0,-3-1-174 0,-1-2 174 0,0-1 0 15,-1-2 167-15,2-1-167 0,1-2 0 0,-9 4-954 16,-4 1 954-16,-4 1 0 0</inkml:trace>
  <inkml:trace contextRef="#ctx0" brushRef="#br0" timeOffset="45999.337">14099 8703 1024 0,'0'0'0'0,"0"0"0"15,0 0 0-15,0 0 0 0,0 0 256 0,0 0-256 0,0 0 0 0,0 0 256 0,0 0-256 0,0 0 0 0,0 7 256 16,2 5-256-16,-1 4 0 0,0-9 256 16,0-2-256-16,0-2 0 0,0 4 256 15,1 1-256-15,-2-8 0 0,3 11 0 0,-1-2 256 0,0 2-256 0,1 0 0 0,-1 0-72 16,0 2 72-16,0 1 0 0,0-1-256 0,1 1 256 0,2 0 0 0,-2 0-125 15,-1 0 125-15,-1-1 0 0,1 1 45 0,-1 0-45 16,1 2 0-16,1-2-78 0,0 0 78 0,2-1 0 0,-1-2-86 16,-2-1 86-16,1-2 0 0,0 0-188 0,0-1 188 0,0 0 0 0,0-3-127 15,2-2 127-15,1-2 0 0,-1-1-113 0,-2-1 113 0,1-1 0 16,0-1 147-16,-2-1-147 0,2-2 0 16,-3 4-683-16,-1 3 683 0,-1 3 0 15</inkml:trace>
  <inkml:trace contextRef="#ctx0" brushRef="#br0" timeOffset="46364.17">14253 8933 1024 0,'0'0'0'0,"0"0"0"0,0 0 0 0,0 0 0 0,0 0 0 15,0 0 256-15,0 0-256 0,0 0 0 0,0 0 256 0,0 0-256 0,0 0 0 0,1 4 256 0,1 2-256 0,1 3 0 16,-1-3 256-16,-2-1-256 0,1 0 0 0,0 1 256 16,1 1-256-16,1 2 0 0,-1-2-256 0,1 0 256 15,-1 1 0-15,0-1-256 0,1-1 256 0,1 0 0 16,-1 0-83-16,1-1 83 0,1 0 0 0,-2-2 256 0,3-1-256 0,-1-1 0 15,-1 0 256-15,1-1-256 0,1-1 0 0,-1 0 256 0,2-1-256 16,0-1 0-16,-1-1 256 0,-2-1-256 0,1-2 0 0,1 1-256 16,0-1 256-16,1-2 0 0,-1 1-256 0,-2-2 256 0,1 0 0 0,0 0 256 15,1 1-256-15,0-1 0 0,-1 1 256 16,-1 1-256-16,-1 0 0 0,1 0 256 0,-1 0-256 0,-2 1 0 0,2 1 256 16,-2 0-256-16,1 0 0 0,0 1 256 15,-2 0-256-15,1 2 0 0,0 1 243 0,-2 1-243 0,1 1 0 16,0 1-256-16,0 2 256 0,0-1 0 0,0 1-72 0,2 2 72 0,-1 0 0 15,0 0 256-15,-2 1-256 16,1 2 0-16,0-2 256 0,2 2-256 0,-1 0 0 0,0 0 167 0,1 2-167 0,1 0 0 16,-1-1-115-16,-2-1 115 0,1 0 0 0,1 0-256 15,-1 1 256-15,0 0 0 0,1-2-256 0,1-1 256 0,1 0 0 0,-1-1-256 16,0-1 256-16,0-1 0 0,0-1-256 16,1-2 256-16,2-2 0 0,-4 2-1932 0,-2 0 1932 0,-2 0 0 0</inkml:trace>
  <inkml:trace contextRef="#ctx0" brushRef="#br0" timeOffset="46863.981">14573 8775 1024 0,'0'0'0'0,"0"0"0"0,0 0 0 0,0 0 0 0,0 0 256 0,0 0-256 0,0 0 0 0,0 0 256 16,0 0-256-16,0 0 0 0,0 3 256 15,2 1-256-15,-1 2 0 0,0 0 256 0,2 1-256 0,0 2 0 0,-1 0 256 16,0 3-256-16,0 1 0 0,0-1 256 15,-2 1-256-15,1 0 0 0,0-1-256 0,0 1 256 16,0 1 0-16,0-2-256 0,-2 1 256 16,1-1 0-16,0 0 256 0,0 0-256 0,0-1 0 0,0-2 256 15,-2 0-256-15,1-2 0 0,0 1 256 16,2-2-256-16,-1 0 0 0,0-1 256 0,-1-1-256 16,1-1 0-16,-1-1 256 0,2-1-256 0,-1-1 0 0,2 0 105 15,0-1-105-15,1-1 0 0,-1-2-256 0,1-1 256 16,1-1 0-16,1 0-256 0,0 0 256 0,1-2 0 0,0 1-256 15,1 0 256-15,3-1 0 0,-3 0-101 0,1 1 101 16,1 0 0-16,0-1 256 0,-3 1-256 0,1 0 0 0,0 2 256 0,2 0-256 0,0 2 0 16,-2 0 256-16,3 0-256 15,-1 0 0-15,-1 2 256 0,-1 1-256 0,0 1 0 0,-1 0-256 0,-1-1 256 0,-1 2 0 16,0 1-256-16,-1 1 256 0,-1 1 0 0,0 0-256 0,-1 0 256 0,-1 1 0 16,0 0 225-16,-1-1-225 0,-1 0 0 0,0 0 256 0,-1 1-256 0,-1-1 0 15,0-1 256-15,-1 1-256 0,-1-1 0 0,-1 0 256 16,0 0-256-16,-1 0 0 0,1-1 121 0,-2-1-121 0,-1-1 0 0,2 0-256 15,-2 2 256-15,0 0 0 0,1-2-256 0,-1-2 256 0,1 1 0 16,0-1-256-16,2 0 256 0,-2 0 0 0,3-3-256 0,1 0 256 0,0-1 0 16,1-1-189-16,2-1 189 0,2-2 0 15,0 0 252-15,2-2-252 0,2-1 0 0,-3 9-1949 16,-1 3 1949-16,-1 3 0 0</inkml:trace>
  <inkml:trace contextRef="#ctx0" brushRef="#br0" timeOffset="47131.096">14962 8681 1024 0,'0'0'0'0,"0"0"0"0,0 0 0 0,0 0 0 0,0 0 0 0,0 0 256 0,0 0-256 15,0 0 0-15,0 0 256 0,0 0-256 0,0 0 0 16,-1 5 256-16,-1 4-256 0,-1 2 0 0,1-6 256 0,2-1-256 0,-1-1 0 16,0 4 256-16,-1 1-256 15,-2 3 0-15,2-2 256 0,2-9-256 0,-2 9 0 0,0 1 0 0,-1 1 256 16,-1 2-256-16,-1 1 0 0,2-2 183 0,1 1-183 15,1 0 0-15,-1 0 256 0,2 1-256 0,-1 0 0 0,0 0 256 0,2 1-256 16,-1 0 0-16,1-1 256 0,1 1-256 0,1 1 0 0,0-2 256 16,1 0-256-16,1-2 0 0,0 1-76 0,2 0 76 0,0-1 0 0,0 0-256 15,1 1 256-15,2 0 0 0,-1-3-256 0,1-1 256 16,2-3 0-16,-1 0-256 0,1 0 256 0,3-2 0 0,-3-1-256 16,3-1 256-16,-1 0 0 0,0-4-256 0,0-1 256 0,2-2 0 0,-11 4-1643 15,-5 1 1643-15,-5 1 0 0</inkml:trace>
  <inkml:trace contextRef="#ctx0" brushRef="#br0" timeOffset="47431.549">15314 8791 1024 0,'0'0'0'0,"0"0"0"0,0 0 0 0,0 0 0 0,0 0 256 16,0 0-256-16,0 0 0 0,0 0 256 0,0 0-256 0,0 0 0 0,0 0 256 15,0 0-256-15,0 0 0 0,-2 6 256 16,-1 4-256-16,-2 2 0 0,1-4 256 0,2-2-256 0,-1 0 0 0,0 0-185 16,-1 1 185-16,-3 2 0 0,3-1-256 0,-1 2 256 0,-1 0 0 15,0 0 20-15,-2 2-20 0,0 1 0 0,1-2 256 16,-1 2-256-16,-2 0 0 0,1 0 256 0,-1-1-256 0,-2 1 0 0,3-1-12 16,-2 0 12-16,-1-1 0 0,1-2-256 0,2 0 256 15,-2-2 0-15,1-1-256 0,2-2 256 0,-2-1 0 0,1-1-256 16,1-1 256-16,0-1 0 0,0-1-256 0,2-1 256 0,1-1 0 15,3 2-335-15,2 1 335 0,2 1 0 0</inkml:trace>
  <inkml:trace contextRef="#ctx0" brushRef="#br0" timeOffset="47665.292">15050 8763 1024 0,'0'0'0'0,"0"0"256"0,0 0-256 0,0 0 0 0,0 0 256 15,0 0-256-15,0 0 0 0,0 0 256 0,0 0-256 0,0 0 0 0,4 2 256 16,4 1-256-16,2 1 0 0,-3 0 256 0,-1-1-256 15,0 0 0-15,0 2 20 0,2 2-20 0,0 3 0 0,-8-10 0 0,8 9-256 16,1 2 256-16,2 0 0 0,-2 1-256 16,1 2 256-16,3 1 0 0,-3 0-256 0,1 1 256 0,2 1 0 0,-3-1 256 15,0 2-256 1,-2 2 0-16,1-4 58 0,1 1-58 0,2 0 0 0,-2-2-240 0,-2 0 240 16,2-1 0-16,-1-2-256 0,-1-2 256 0,1 0 0 0,-3-3-256 15,0 0 256-15,-2-3 0 0,2 0-58 0,-2-2 58 0,2-1 0 0,-2-2 256 16,-1-1-256-16,-1-2 0 0,-1 3-292 15,-1 2 292-15,-1-1 0 0</inkml:trace>
  <inkml:trace contextRef="#ctx0" brushRef="#br0" timeOffset="47930.518">15355 8734 1024 0,'0'0'0'0,"0"0"0"0,0 0 0 0,0 0 0 0,0 0 97 0,0 0-97 15,0 0 0-15,0 0-1 0,0 0 1 0,0 0 0 0,4 0 205 16,4 0-205-16,1 0 0 0,-1 0 222 0,-3 0-222 0,1 0 0 0,1 2 38 15,3 1-38-15,2 2 0 0,-2-1-182 16,-1 1 182-16,0 2 0 0,1 1-256 0,2 2 256 16,0 3 0-16,-3-3-123 0,0 2 123 0,-2 0 0 15,0 2 0-15,-1 1 0 0,-1 1 0 0,0-1 256 0,-2 0-256 0,0-1 0 0,-1 1 256 16,-2 0-256-16,-2 2 0 0,0-1 256 0,-1 0-256 0,-3 0 0 0,1 0-31 16,-1-1 31-16,-1 1 0 0,0-1-256 0,-2 2 256 15,0-1 0-15,1-2-256 0,-2 0 256 0,-1-2 0 0,3-2-225 16,1-1 225-16,0-3 0 0,4-3 0 15,4-3 0-15,1-3 0 0</inkml:trace>
  <inkml:trace contextRef="#ctx0" brushRef="#br0" timeOffset="48366.901">15825 8885 1024 0,'0'0'0'0,"0"0"0"0,0 0 0 0,0 0 0 0,0 0 0 15,0 0 0-15,0 0 0 0,0 0 256 0,0 0-256 0,0 0 0 0,0 0 256 16,0 0-256-16,0 0 0 0,2 7 256 0,2 4-256 15,2 3 0-15,0-10 256 0,0-3-256 0,1-3 0 0,1 4-179 16,3 0 179-16,1 1 0 0,-1-2-256 0,2 0 256 16,1 0 0-16,1 0-256 0,0 0 256 0,2 0 0 0,-1-1 100 15,3 0-100-15,3 0 0 0,-2 0 256 0,2 0-256 0,2 0 0 16,-2-1 256-16,1 1-256 0,3-2 0 0,-2 1 256 0,1 1-256 16,3 1 0-16,-3-2 256 0,0-2-256 0,-1 0 0 0,0 2 256 15,2 1-256-15,-1 1 0 0,-1-2-5 16,-1 1 5-16,0-2 0 0,-2 1-6 15,0 1 6-15,0 1 0 0,-3-1 230 0,-2 0-230 0,-1 0 0 0,0 0-50 16,-3 0 50-16,-1 0 0 0,-1 0-256 0,-2 0 256 16,-1 0 0-16,-1-1-256 0,-3 1 256 0,-2-2 0 0,0 0-256 15,-1-2 256-15,-1 1 0 0,0-1-256 0,-1-1 256 0,-2-2 0 0,3 4-858 16,1 3 858-16,1 3 0 0</inkml:trace>
  <inkml:trace contextRef="#ctx0" brushRef="#br0" timeOffset="48765.841">16389 8756 1024 0,'0'0'0'0,"0"0"0"0,0 0 0 0,0 0 0 0,0 0 226 0,0 0-226 0,0 0 0 16,0 0 256-16,0 0-256 0,0 0 0 0,0 0 256 15,0 0-256-15,0 0 0 0,5 4 256 0,4 3-256 16,2 1 0-16,-5-5 114 0,-1-2-114 0,0-2 0 0,-1 2-256 15,2 1 256-15,0-1 0 0,1 0-256 0,2 1 256 16,1 1 0-16,-2-2-256 0,2 0 256 16,0 0 0-16,-1 0-256 0,0 0 256 15,1 0 0-15,1-1 256 0,1 0-256 0,2 0 0 0,-2 0 256 0,1 1-256 0,-1 1 0 0,0-2 256 16,1 0-256-16,0 0 0 0,0 0 256 0,1 2-256 0,1-1 0 0,-2 0-256 16,0 1 256-16,-2 1 0 0,0-1-256 15,0-1 256-15,-2 0 0 0,1 0 256 0,0 3-256 0,-1 0 0 16,-1 0 256-16,-1-1-256 0,0 0 0 0,-2 1 256 15,-1 1-256-15,-1 1 0 0,0 0 256 0,-1 2-256 0,-1 1 0 16,-1-2 11-16,-2 1-11 0,-2 2 0 0,1-2-256 16,-1 2 256-16,-1 0 0 0,-2 0-256 15,1 0 256-15,-3 1 0 0,1 0-256 0,-2-1 256 0,-1 1 0 0,2 0-256 0,-2 1 256 0,0 0 0 16,1 1-41-16,-2-2 41 0,0 0 0 16,1 0-174-16,0-2 174 0,1-1 0 0,0 1-256 0,0 0 256 15,1-1 0-15,1-1-136 0,0-1 136 0,2-1 0 0,3-2 0 16,4-3 0-16,1-3 0 0</inkml:trace>
  <inkml:trace contextRef="#ctx0" brushRef="#br0" timeOffset="50832.398">17378 8667 1024 0,'0'0'0'0,"0"0"0"0,0 0 0 0,0 0 0 0,0 0 0 0,0 0 256 0,0 0-256 0,0 0 0 0,0 0 168 16,0 0-168-16,0 0 0 0,0 0 9 0,0 0-9 0,0 0 0 0,0 0 167 15,0 0-167-15,0 0 0 0,0 0 238 16,0 0-238-16,0 0 0 0,0 0 256 0,0 0-256 0,0 0 0 0,0 0 256 15,0 0-256-15,0 0 0 0,0 0 225 16,0 0-225-16,0 0 0 0,6-9-60 0,2-4 60 0,3-6 0 0,-8 14-213 16,-3 2 213-16,-3 5 0 0,3-2 0 0,0-2-256 15,-2 0 256-15,1 0 0 0,0 1-163 0,-1-2 163 0,-1 0 0 0,1 1 102 16,0 0-102-16,0 0 0 0,0 1 256 0,-1-1-256 0,-2-1 0 16,2 1 256-16,2 0-256 0,-1 0 0 0,0 1 256 15,-1-1-256-15,-1 2 0 0,1-2 72 0,0 0-72 0,0-1 0 0,0 2-83 16,-1 1 83-1,1 1 0-15,0-2-93 0,-1 1 93 0,-2-2 0 0,1 2-11 0,2 1 11 0,-2 1 0 0,1 0 109 16,-1-1-109 0,-2 3 0-16,2-2 211 0,-1 1-211 0,-2 1 0 0,2 0 212 0,-1 1-212 0,-1 2 0 15,0-2 72-15,1 0-72 0,0 0 0 0,0 1-42 16,-1 1 42-16,1 0 0 0,0 0-81 16,-1 1 81-16,-2 2 0 0,3-2 36 0,0-1-36 0,2 0 0 15,-2 0 137-15,1 1-137 0,0 2 0 0,0-3 202 0,2 2-202 0,-1 0 0 0,-1-1 138 16,3-1-138-16,-1 0 0 0,0 0 31 0,0 1-31 15,0 0 0-15,1-2-61 0,0 0 61 0,2 0 0 0,-1 0-102 0,-2 0 102 16,0 1 0-16,2 0-90 0,1-1 90 16,1 0 0-16,-1 0 6 0,0-2-6 0,0-1 0 0,0 2 170 15,2-2-170-15,-1 1 0 0,1 0 237 0,1 1-237 0,1-1 0 0,-1 1 184 16,0-2-184-16,1 1 0 0,-1 0 62 0,1 1-62 0,2 0 0 0,-2-2-18 16,1 1 18-16,1-2 0 0,-1 1-107 15,1 0 107-15,-1 0 0 0,0 0-109 0,0 0 109 0,0 1 0 0,0-1-55 16,1-1 55-16,2-1 0 0,-2 0 115 0,-2 2-115 0,1 0 0 0,0-2 172 15,0 0-172-15,0-1 0 16,1 1 4-16,0 0-4 0,1 1 0 0,-1-1 0 0,-1 0 0 16,0 0 0-16,1-1-57 0,-1 0 57 0,0 0 0 15,0-1-80-15,1 1 80 0,1-2 0 0,-1 1-10 0,1 1 10 16,-1 1 0-16,-1-2 59 0,-1 0-59 16,-1-1 0-16,1 2 88 0,1 0-88 0,1 0 0 0,-1 0 0 0,-2-1 0 0,-1 0 0 15,1 0 0-15,0 1 0 16,0 1 0-16,0-2 0 0,0 0 0 0,0 0 0 0,0 0-135 15,-2 1 135-15,1 1 0 0,0-2-192 0,0 0 192 0,0-1 0 0,0 1-157 0,-2 0 157 16,1 0 0-16,0 1-157 0,0-1 157 0,0-1 0 0,0 1-152 16,0-1 152-16,0-2 0 0,-1 2-123 15,-1-1 123-15,-1-1 0 0,2 3-2155 0,1 1 2155 0,1 1 0 16</inkml:trace>
  <inkml:trace contextRef="#ctx0" brushRef="#br0" timeOffset="52718.24">17311 8929 1024 0,'0'0'0'0,"0"0"0"0,0 0 0 0,0 0 0 0,0 0 256 16,0 0-256-16,0 0 0 0,0 0 256 0,0 0-256 0,0 0 0 0,0 0 256 15,0 0-256-15,0 0 0 0,0 0-768 0,0 0 768 16,0 0 0-16</inkml:trace>
  <inkml:trace contextRef="#ctx0" brushRef="#br0" timeOffset="54330.905">17203 8624 1024 0,'0'0'0'0,"0"0"0"0,0 0 0 0,0 0 0 0,0 0 256 0,0 0-256 16,0 0 0-16,0 0 256 0,0 0-256 0,0 0 0 0,0 0 256 15,0 0-256-15,0 0 0 0,0 0 256 16,0 0-256-16,0 0 0 0,0 0 256 0,0 0-256 0,0 0 0 0,0 0 256 16,0 0-256-16,0 0 0 0,0 0-203 0,0 0 203 0,0 0 0 15,-2 7-256-15,-1 4 256 0,-2 5 0 0,2-9-135 0,0-1 135 16,0-3 0-16,1 3 256 0,-2-1-256 15,0 0 0-15,1 1 256 0,-1 1-256 0,-2 2 0 0,2-1 256 16,2 0-256-16,-1 1 0 0,0 0 256 0,-1 0-256 0,-1 1 0 0,2 0 256 16,0-1-256-16,2 1 0 0,-1 0 256 0,0 0-256 0,0 1 0 0,1-1-137 15,1 1 137-15,1 0 0 0,-1 0-11 0,2-1 11 0,-1 1 0 0,1-1 256 16,2 1-256-16,0-1 0 0,-1-1 256 0,1 0-256 0,1-1 0 0,0-1 214 16,1 1-214-16,2-1 0 15,-2-1-31-15,1-1 31 0,1-1 0 0,1-1 33 0,1-2-33 16,3-2 0-16,-1 2 13 0,-3-1-13 0,1-1 0 0,1-2 0 0,0-1 0 0,2-1 0 15,-2 0 0-15,1-1 0 0,2-2 0 0,-2 1 0 16,2 0 0-16,2-2 0 0,-1 1 0 16,-2-1 0-16,-1-2 0 0,2 1 0 0,-3 0 0 0,2-2 0 0,-2 2 0 0,-1-1 0 15,0 1 0-15,-1 0 0 0,0-1 0 0,-2 1 0 0,1-1 0 16,-2-1 0-16,-1 0 0 0,1 0 0 0,-2 1 0 0,2-1 0 0,-3 2 0 16,-1 1 0-16,-1 0 0 0,1 0 0 31,-2 1 0-31,1-1 0 0,0 2 0 0,-2-1 0 0,1 1 0 0,0 1 0 0,-2 1 0 15,1 1 0-15,-1 0 0 0,-1 0 0 0,-2 2 0 0,2-1 0 0,2 1 0 0,-1 1 0 0,0 0 0 16,-1-2 0-16,-1 0 0 0,1 2 0 0,2 0 0 0,-1 1 0 16,1-1-3071-1,1 1 3071-15,1 1 0 0</inkml:trace>
  <inkml:trace contextRef="#ctx0" brushRef="#br0" timeOffset="54699.401">17719 8696 1024 0,'0'0'0'0,"0"0"256"0,0 0-256 0,0 0 0 0,0 0 256 0,0 0-256 0,0 0 0 0,0 0 256 16,0 0-256-16,0 0 0 0,0 0 256 0,0 0-256 0,0 0 0 16,0 0 256-16,0 0-256 0,0 0 0 0,0 0 256 0,0 0-256 0,0 0 0 15,-2-3 80-15,-2 0-80 0,-2-1 0 0,2 5-256 16,-1 1 256-16,-1 2 0 0,0-2-256 15,0 0 256-15,-1 0 0 0,1 0 256 0,2 1-256 0,-2 1 0 0,1 0 256 0,2-1-256 16,-1 0 0-16,0 0 256 0,2 0-256 0,-1 0 0 0,1 1 256 16,0 0-256-16,2 1 0 0,0 0 256 0,1-1-256 15,1 0 0-15,-1 1 134 0,1 1-134 0,2 2 0 16,-2-2-256-16,1-1 256 0,1 0 0 0,-1 0 40 0,-2 0-40 16,1 0 0-16,1 1 234 0,-1 0-234 0,0 1 0 0,0 0 190 15,0-1-190-15,0 0 0 0,-1 0-148 0,-1-1 148 0,-1 0 0 16,0 1-256-16,-1 0 256 0,-1 1 0 0,0-1-256 0,-2-1 256 15,-1 0 0-15,2-1-256 0,-1 0 256 0,-1 0 0 0,1-1-256 16,1-1 256-16,0 0 0 0,1-1-43 16,1-1 43-16,1-1 0 0,-1 0 70 0,0-2-70 0,0 0 0 0,1 2-1581 0,1 1 1581 15,1 1 0-15</inkml:trace>
  <inkml:trace contextRef="#ctx0" brushRef="#br0" timeOffset="55069.708">17769 8815 1024 0,'0'0'0'0,"0"0"0"0,0 0 0 0,0 0 0 16,0 0 256-16,0 0-256 0,0 0 0 0,0 0 256 0,0 0-256 0,0 0 0 0,2-5 256 0,1-3-256 0,1-3 0 16,0 6 256-16,0 3-256 0,3 2 0 0,-3-2 256 15,1 0-256-15,1 0 0 0,0 0 256 0,0-1-256 0,1-1 0 0,-1 0-81 32,1 0 81-32,2-1 0 0,-2 0-58 0,-2 1 58 0,1 0 0 0,0 1 151 0,-1-2-151 15,0 1 0-15,0-1 256 0,0 1-256 0,0 0 0 0,-1-1 256 0,0 2-256 16,-2-1 0-16,1 0 77 15,-2 1-77-15,1 0 0 0,-1-1-256 0,-1 1 256 0,-1 0 0 0,0 2-256 16,-1 0 256-16,-1 0 0 0,1 1-175 0,-2-1 175 0,0 0 0 0,0 2 222 0,-1 0-222 0,-1 2 0 0,1 0 256 16,-2 0-256-16,0 1 0 0,1 0 256 15,0 1-256-15,0 2 0 0,-1-2 256 0,0 2-256 0,-1 0 0 0,1-1 256 16,1 1-256-16,0 2 0 0,0-1 256 16,1 2-256-16,0 0 0 15,2-1 119-15,0-1-119 0,2 0 0 0,-2 1 0 0,2 0 0 0,1 2 0 0,1-3-209 0,2 1 209 0,0-1 0 16,0 0-256-1,1-2 256-15,2-1 0 0,0 1-256 0,1-1 256 0,3-1 0 0,-2-1-256 0,0-1 256 0,4-3 0 0,-1 1-256 16,0-1 256 0,4-2 0-16,-11 3-1838 15,-4 0 1838-15,-4 0 0 0</inkml:trace>
  <inkml:trace contextRef="#ctx0" brushRef="#br0" timeOffset="55393.166">18103 8677 1024 0,'0'0'0'0,"0"0"0"0,0 0 0 0,0 0 0 0,0 0 256 0,0 0-256 0,0 0 0 0,0 0 256 16,0 0-256-16,0 0 0 0,0 0 256 15,0 0-256-15,0 0 0 0,0 0 256 0,0 0-256 0,0 0 0 0,-5 9 256 0,-3 5-256 0,-4 4 0 0,10-11 256 32,3-3-256-32,3-2 0 0,-4-2 0 0,1 5-119 0,1 1 119 0,1 2 0 15,0-2-223-15,-3 1 223 0,1 2 0 16,1-3 60-16,1 1-60 0,1-2 0 15,-1 2 256-15,-2 0-256 0,1 2 0 0,0-3 256 0,1 1-256 16,1-1 0-16,-1 0 256 0,-2 0-256 0,2 0 0 0,-1 0 256 16,0-1-256-16,0 1 0 0,-1-1 18 0,-1 0-18 0,-1 0 0 15,0-1-256-15,-1-1 256 0,-1 0 0 0,0-1-256 16,0 1 256-16,-1 1 0 0,2-2-161 0,-2 1 161 0,0-2 0 0,0 1-15 0,2-1 15 0,-1 0 0 0,0-1 46 0,1-1-46 16,0-2 0-16,0 2 35 15,2-1-35-15,-1-1 0 0,0 2-1689 0,2 1 1689 0,-1 1 0 16</inkml:trace>
  <inkml:trace contextRef="#ctx0" brushRef="#br0" timeOffset="55896.957">18479 8516 1024 0,'0'0'0'0,"0"0"256"0,0 0-256 0,0 0 0 0,0 0 256 0,0 0-256 0,0 0 0 0,0 0 256 0,0 0-256 0,0 0 0 16,-4 4 256-16,-3 1-256 0,-1 2 0 16,0-2 256-16,3 0-256 0,-1 0 0 0,-1 1 256 0,-2 2-256 0,0 1 0 15,1-1 256-15,-1 2-256 0,-2 0 0 0,2 0 256 16,-1 0-256 0,-3 1 0-16,2 0 256 0,1 2-256 0,0 1 0 0,1-2 256 0,1 1-256 0,0 1 0 0,0-2 256 0,2 1-256 0,-1-1 0 0,1 0 91 15,3-2-91-15,2 0 0 0,-1 0 0 16,1-1 0-16,1 0 0 0,1-1-42 0,2-1 42 15,3 0 0-15,-3 0 73 0,1-1-73 0,1 0 0 0,0-1 133 16,1-1-133-16,2 0 0 0,0-1 0 0,0-1 0 16,3-1 0-16,-1 1 0 0,-3-1 0 0,1 0 0 0,2-3 0 15,0-1 0-15,1-2 0 0,0 2 0 0,-2-1 0 0,0-2 0 0,1 2 0 16,0-1 0-16,1-1 0 0,0 0-87 0,-2 0 87 0,0-1 0 0,0 0 62 16,0 1-62-16,-2-1 0 0,1 1 25 15,-2-1-25-15,2-1 0 0,-2 2 0 0,0 0 0 16,-2 2 0-16,0-2 0 0,-1 1 0 15,0-1 0-15,0 2 0 0,0 1 0 0,0 1 0 0,-1 0 0 16,-1 2 0-16,-1-1 0 0,1 1 0 0,0 0 0 0,0 0 0 0,0 2 0 16,-2 1 0-16,1 1 0 0,0 0 0 0,-2 0 0 0,1 1 0 0,0 0 0 15,2 0 0-15,-1 1 0 0,0 0 0 0,-2 1 0 0,1 2 0 16,0-2 0-16,2 1 0 0,-1-1 0 0,-1 1 0 16,-1 0 0-16,-1 2 0 0,1-3 0 0,-1 1 0 0,1-2 0 0,0 1 0 0,1 0 0 0,0-2 0 15,-1 1-181 1,2-2 181-16,-1-1 0 0,1 0 1 0,1-1-1 0,1 0 0 0,-1-1-2891 0,-2-2 2891 0,1 1 0 0</inkml:trace>
  <inkml:trace contextRef="#ctx0" brushRef="#br0" timeOffset="56133.48">18743 8740 1024 0,'0'0'0'0,"0"0"0"0,0 0 0 0,0 0 0 0,0 0 256 0,0 0-256 0,0 0 0 0,-2 8 256 16,-1 3-256-16,-2 5 0 0,4-9 256 15,1-1-256-15,1-4 0 0,-1 4 256 0,2 1-256 0,0 0 0 0,-1 1 256 0,0 3-256 0,0 1 0 0,-1-1 256 32,-1 1-256-32,-1 0 0 0,0 0 256 0,0-1-256 0,-1 0 0 0,1 0 256 0,0 0-256 0,0-1 0 0,0-2 155 0,0 0-155 0,0-2 0 15,1-1 32 1,1 0-32-16,1-2 0 0,-1-1 65 0,2-1-65 0,-1-1 0 0,2-3 131 0,1-1-131 0,1-2 0 16,-3 4-2431-1,-2 2 2431-15,-2 2 0 0</inkml:trace>
  <inkml:trace contextRef="#ctx0" brushRef="#br0" timeOffset="56367.268">18940 8557 1024 0,'0'0'0'0,"0"0"0"0,0 0 0 0,0 0 0 0,0 0 256 0,0 0-256 15,0 0 0-15,2 3 256 0,1 1-256 0,1 2 0 0,-2-2 256 0,3 1-256 0,-1 1 0 0,0 1 256 16,-2 1-256-16,1 2 0 0,0 0 256 0,-2 0-256 0,1 2 0 0,0 0 256 31,0 2-256-31,0 1 0 0,1-1 256 0,-1 1-256 16,0 0 0-16,0 1 256 0,-2 1-256 0,1 1 0 0,0-1 256 15,-2 0-256-15,1-1 0 0,-2 0 256 0,0 1-256 0,-1 1 0 16,0-4 256-16,2-1-256 0,1-2 0 0,-1-2 123 16,-1 0-123-16,-1-2 0 0,2-5-2939 15,1-2 2939-15,1-2 0 0</inkml:trace>
  <inkml:trace contextRef="#ctx0" brushRef="#br0" timeOffset="56544.609">18937 8819 1024 0,'0'0'0'0,"2"-1"0"0,2-2 0 0,2 1 0 0,-1 0 256 0,0 1-256 0,1 1 0 0,1-2 256 16,3 0-256-16,2-1 0 0,-3 0 256 0,2-1-256 15,0-2 0-15,1 2 256 0,1-1-256 0,2-1 0 0,-1-1 256 16,0-1-256-16,2-2 0 0,-11 7-1280 0,-5 3 1280 0,-5 3 0 16</inkml:trace>
  <inkml:trace contextRef="#ctx0" brushRef="#br0" timeOffset="56818.116">19257 8525 1024 0,'0'0'0'0,"0"0"0"0,0 0 0 0,0 0 0 0,0 0 256 0,0 0-256 0,0 0 0 16,0 7 256-16,-2 4-256 0,1 3 0 0,1-4 256 15,0-1-256-15,2 0 0 0,0 1 256 0,1 2-256 0,0 1 0 16,-2 0 256 0,0 3-256-16,-1 2 0 0,1-1 256 0,1 1-256 0,1 1 0 0,-1-2 256 15,0 0-256-15,0-1 0 0,0 1 256 0,0-2-256 0,0 1 0 16,-1-2 256-16,-1 0-256 0,-1-1 0 0,1 0 143 0,0 0-143 0,0-1 0 0,0-3 20 15,-2-1-20-15,1-3 0 0,1 0 112 16,1-1-112-16,1-1 0 0,-1-2-238 0,0-2 238 0,0-2 0 0,1-1-256 16,2-1 256-16,0-2 0 0,-3 5-2085 0,-1 2 2085 15,-1 2 0-15</inkml:trace>
  <inkml:trace contextRef="#ctx0" brushRef="#br0" timeOffset="57062.028">19430 8516 1024 0,'0'0'0'0,"0"0"0"0,0 0 0 0,0 0 0 0,0 0 256 0,0 0-256 0,0 0 0 0,0 0 256 16,0 0-256-16,0 0 0 0,2 5 256 0,1 2-256 0,1 3 0 0,-1-3 256 16,-2-3-256-16,2 1 0 0,-1 1 256 15,1 1-256-15,1 2 0 0,-1 0 256 0,0 2-256 0,0 0 0 16,0 0 256-16,-2 1-256 0,1 0 0 0,0 2 256 0,-2 0-256 0,1 2 0 16,0-1 256-1,-2 1-256-15,1 0 0 0,0 0 256 0,-2 0-256 0,1 0 0 0,0-1 256 0,-1 0-256 0,-1-1 0 16,1-1-96-16,-1 0 96 0,-1-1 0 15,2-2-256-15,-2-1 256 0,-1-3 0 0,3-3-2464 0,2-3 2464 0,2-3 0 0</inkml:trace>
  <inkml:trace contextRef="#ctx0" brushRef="#br0" timeOffset="57595.786">19295 8788 1024 0,'0'0'0'0,"0"0"0"0,0 0 0 0,0 0 0 0,0 0 0 0,0 0 0 0,0 0 0 0,0 0 256 0,0 0-256 16,0 0 0-1,3 0 256-15,2 1-256 0,2 0 0 0,-2-2 256 0,2-1-256 0,0-1 0 0,-1 0 256 0,1-2-256 16,1 0 0-16,1 1 256 16,1 0-256-16,3 0 0 0,-1-2-7 15,-1-2 7-15,4-1 0 0,-4 2-256 0,2-1 256 0,1-2 0 0,-2 2-256 16,2-2 256-16,0 0 0 0,0 1 205 16,-3-1-205-16,1 0 0 0,0 3 256 0,-1 1-256 0,-2 1 0 0,1 1-113 15,-2 0 113-15,-1 2 0 0,1 0 78 0,-1-1-78 0,-2 2 0 0,0-1-71 16,-1 3 71-16,-1 0 0 0,1 0 0 0,-1 1 0 0,0 1 0 15,-1 1-200-15,-1 1 200 0,-1 2 0 0,1-1 169 16,-2 0-169-16,1 1 0 0,0 2 256 0,0 0-256 0,0 2 0 0,0-1 256 16,-2 0-256-16,1 1 0 0,0 0 1 15,0-1-1-15,0 1 0 0,0-1-248 0,2 1 248 0,-1-1 0 0,0 0-103 16,0 0 103-16,0-1 0 0,1-3 207 0,1 1-207 16,1-2 0-16,-1 1 183 0,1-1-183 0,1 0 0 0,0-1-63 15,1-1 63-15,2 0 0 0,-2-2-244 0,1 0 244 0,1 0 0 0,-1-3-256 16,2 0 256-16,0-1 0 0,-1 0-256 0,0-1 256 15,1-1 0-15,-2 0 18 0,2-2-18 0,0 0 0 0,0 0 199 16,-2 0-199-16,-1-1 0 0,1 0 240 16,-2-1-240-16,1 0 0 0,0 2 164 0,-2-1-164 0,-1 2 0 0,1-1 80 15,0 0-80-15,0 1 0 0,0 1 182 0,-2 1-182 0,1 1 0 0,-1 0 239 16,-1 1-239-16,-1 0 0 0,1 1 256 0,-2 1-256 0,1 1 0 16,0 2 256-16,0 0-256 0,0 1 0 0,0 1 149 15,-1 1-149-15,-1 2 0 0,1-2-230 0,2 0 230 0,-1 1 0 0,0-1-256 16,0 1 256-1,0 2 0-15,0-1-214 0,0 0 214 0,0 2 0 0,-1-5-256 0,4 1 256 0,-2-2 0 0,0 0-256 16,0-1 256-16,0-1 0 0,0 0-256 16,2 0 256-16,-1-2 0 0,0-2-256 0,1-3 256 0,1-1 0 0,-2 4-877 15,-1 2 877-15,-1 2 0 0</inkml:trace>
  <inkml:trace contextRef="#ctx0" brushRef="#br0" timeOffset="58024.394">19869 8471 1024 0,'0'0'0'0,"0"0"0"0,0 0 0 0,0 0 0 0,0 0 0 0,0 0 256 0,0 0-256 0,0 0 0 0,0 10 256 16,0 3-256-16,0 6 0 0,1-10 256 15,1-2-256-15,1-1 0 0,-3-6 0 0,3 10 256 0,-1 1-256 0,0 3 0 16,0-2 256-16,0 1-256 16,0 2 0-16,0-1 256 0,0 1-256 0,0 0 0 0,0 1 136 0,-2-1-136 0,1 2 0 0,0-2-256 15,0-2 256-15,0 0 0 16,0-1-256-16,-2 0 256 0,1-1 0 0,0-1-256 0,0-1 256 0,0 0 0 0,0-2-256 0,0-1 256 0,0 0 0 15,0-1-140 1,2 0 140-16,-1-2 0 0,0-1 30 0,0-1-30 0,0-1 0 0,2 0 33 0,0-1-33 16,1-1 0-16,-1-1 256 0,1-2-256 15,1 0 0-15,0 1 256 0,2-2-256 0,0 1 0 0,-1-1 256 0,1 0-256 0,2-2 0 16,-2 2 256-16,0-1-256 16,0-2 0-16,0 3 256 0,2 0-256 15,0 0 0-15,-1 2 256 0,0 0-256 0,-1 2 0 0,0 0 187 0,0-1-187 16,1 1 0-16,1 1 143 15,-3 2-143-15,1-1 0 0,0 3-53 0,-1 0 53 0,0 1 0 0,-1 1-175 0,-1 1 175 16,-1 2 0-16,0-2-256 0,-1 1 256 16,-1 2 0-16,0-1-256 0,-1-1 256 0,-1 0 0 0,0 0-256 0,-1 0 256 0,-1 1 0 0,-1 0-256 0,0 0 256 0,-3 1 0 15,1-1-256-15,-2-2 256 0,0-1 0 0,1 1-166 0,-2-1 166 0,0 0 0 0,1-1-82 16,-1 0 82 0,-4-2 0-16,4 0 56 0,-1-1-56 0,-2-1 0 0,2-1 44 0,2-2-44 0,-2 0 0 15,2-1 11-15,1 1-11 0,1-2 0 0,0-1-4 0,2-1 4 0,1-2 0 0,1 6-788 16,2 3 788-16,2 3 0 0</inkml:trace>
  <inkml:trace contextRef="#ctx0" brushRef="#br0" timeOffset="58366.193">20452 8349 1024 0,'0'0'0'31,"0"0"0"-31,0 0 0 0,0 0 0 0,0 0 256 0,0 0-256 0,0 0 0 0,0 0 256 0,0 0-256 0,0 0 0 0,-2 5 256 16,-1 4-256-16,-1 2 0 0,2-4 256 15,-2-2-256-15,0 1 0 0,0 1 256 0,0 2-256 0,-1 1 0 0,1 1 256 16,-1 2-256-16,-1 1 0 0,1 0 256 0,-2 0-256 16,0 2 0-16,1-1 256 0,0 1-256 0,-1 0 0 0,1 1 85 0,2-2-85 15,-1 1 0-15,1 0 256 0,1 1-256 0,1 0 0 0,0 0 256 16,1 0-256-16,1 3 0 0,0-3 256 0,1 1-256 0,1 1 0 0,1-3 170 15,1 1-170-15,1 0 0 0,0-2-171 16,1 0 171-16,2-1 0 0,0 0-256 0,2 0 256 0,3-1 0 0,-3-2-256 16,1-2 256-16,2 0 0 0,0-2-256 15,1 0 256-15,2-2 0 0,-1-2-256 0,0-2 256 0,4-2 0 0,-3-3-256 16,0-1 256-16,-2-3 0 0,-9 6-1620 0,-5 2 1620 16,-5 2 0-16</inkml:trace>
  <inkml:trace contextRef="#ctx0" brushRef="#br0" timeOffset="58834.974">20779 8488 1024 0,'0'0'0'0,"0"0"256"0,0 0-256 0,0 0 0 0,0 0 0 0,0 0 256 0,0 0-256 16,0 0 0-16,0 0 256 0,0 0-256 0,0 0 0 0,-5 5 256 16,-3 5-256-16,-2 2 0 0,5-5 256 0,3-2-256 15,0-1 0-15,-2 3 256 0,-2 0-256 0,0 2 0 0,2 0 256 16,-2 1-256-16,0 2 0 0,-1-1-256 0,-2 2 256 0,0 1 0 0,1-2-256 15,-1 1 256-15,1 0 0 0,-1-1-256 0,-2 1 256 0,0 0 0 16,1-2-256 0,0 0 256-16,1-1 0 0,0-1-108 0,-1-1 108 0,-2 0 0 0,3-2-38 15,1-1 38-15,0-1 0 0,0-1-85 0,2-1 85 0,-1 0 0 0,0-2-95 16,2-2 95-16,1 0 0 0,0 0-37 16,1-1 37-16,1-1 0 0,-1-1-187 0,1-3 187 0,0-1 0 0,1 1-94 0,1-1 94 15,1 0 0-15,-1-1 79 16,2-1-79-16,-1-2 0 0,0 1 175 0,1-1-175 0,2 0 0 0,-2 1 206 0,1-1-206 15,1 0 0-15,-1 3 224 0,1 1-224 0,2 0 0 0,-2 0 256 16,-2 1-256-16,1 0 0 0,0 2 256 0,1 1-256 0,1 2 0 0,0-1 256 16,-3 0-256-16,1 0 0 0,0 2 234 15,0 1-234-15,0 1 0 0,0 0 207 0,1 0-207 16,1 0 0-16,0 3 256 0,0 1-256 0,1 2 0 0,-1-2 256 0,0 1-256 0,0 2 0 16,2 0-158-16,1 3 158 0,3 1 0 0,-3-1-256 15,0 2 256-15,-2 1 0 0,2 0-256 0,1 2 256 16,2 1 0-16,-2-2-256 0,0 0 256 0,1-1 0 0,-2 0-256 0,2 0 256 15,1-1 0-15,-2-1-256 16,-1-1 256-16,-1 0 0 0,1-3-158 0,1-2 158 0,0 0 0 0,0-1-192 0,-2-2 192 0,-1 0 0 0,-3-1-741 16,-4-1 741-16,-1-1 0 0</inkml:trace>
  <inkml:trace contextRef="#ctx0" brushRef="#br0" timeOffset="59093.426">20828 8213 1024 0,'0'0'0'0,"0"0"0"0,0 0 0 0,0 0 0 0,4 3 172 0,1 2-172 0,2 3 0 0,-2-4 70 16,1-2-70-16,2 1 0 0,-1 1 9 15,2 1-9-15,3 2 0 0,0 0 169 0,0 1-169 0,2 2 0 16,0 2 256-16,4 3-256 0,0 2 0 0,-1 0 256 15,0 2-256-15,2 2 0 0,-2 0 256 0,-1 2-256 16,-1 2 0-16,-3-1 256 0,-2 2-256 0,-1 0 0 0,-1 1 256 0,-2 1-256 0,-2 2 0 16,-2-1 256-16,-4 0-256 0,-1 2 0 0,-1-2 256 0,-2 2-256 15,-3 0 0-15,-1 0 256 0,-3 1-256 16,-5 0 0-16,3-3 256 0,-3-2-256 0,-2-1 0 0,14-17-2724 16,6-9 2724-16,6-9 0 0</inkml:trace>
  <inkml:trace contextRef="#ctx0" brushRef="#br0" timeOffset="86034.352">4019 9857 1024 0,'0'0'0'0,"0"0"0"0,0 0 0 0,0 0 0 0,3 2 256 0,2 1-256 16,2 1 0-16,-2-2 256 15,0-1-256-15,1-1 0 0,0 2 256 0,1-1-256 0,1 2 0 16,1-2 194-16,0-1-194 0,2-1 0 0,-1 1 256 0,0-1-256 0,1-1 0 0,2 2-256 15,-1-1 256-15,4-1 0 0,-2 1 16 16,3-1-16-16,2-1 0 0,-2 1 110 0,-2 0-110 0,1 0 0 16,0-1 124-16,-1 2-124 0,0-1 0 0,0 0 90 15,-1-1-90 1,-1-2 0-16,-1 3 40 0,-2-1-40 0,-1 2 0 0,1-2-38 16,-2 0 38-16,2-1 0 0,-3 1-26 0,-1 1 26 0,-1 0 0 15,1 0 47-15,-2 0-47 0,2 0 0 0,-3 1 94 16,-1-1-94-16,-1-1 0 0,1 2 84 0,-1 0-84 0,0 0 0 0,1 1 116 15,-2-2-116-15,1 1 0 0,-1 1 78 16,-1 0-78-16,-1 0 0 0,2 1 68 0,-2-1-68 0,0 2 0 0,0-1-12 16,2 1 12-16,-1 1 0 0,0-1 18 0,0 1-18 0,0 1 0 15,0 0 49-15,-1 0-49 0,-2 2 0 0,2-1 94 0,0 2-94 0,0 3 0 16,0-2 62-16,2 2-62 0,-1 0 0 0,0 1 71 16,2 2-71-16,-1 1 0 0,0-1 83 0,0 0-83 0,0 2 0 0,0-1 64 15,2 2-64-15,-1 1 0 0,0-1 18 16,1 0-18-16,1 0 0 0,0 0 87 0,-1 1-87 0,0 0 0 0,0-1 103 15,0 1-103-15,0 1 0 0,-1-1 139 16,2-1-139-16,0 1 0 0,-1 0 36 0,1-2-36 0,1 0 0 0,-1 0-26 16,-1-1 26-16,0-1 0 0,0-1-61 0,0-1 61 15,0 0 0-15,0 0-49 0,-2-2 49 16,1-1 0-16,0 1-26 0,0 0 26 0,0-1 0 16,0 0 83-16,0-3-83 0,0 1 0 0,0 1 178 0,0-2-178 15,0 2 0-15,0-3 185 0,0-1-185 0,0 0 0 0,0 0 96 16,0 0-96-16,0 0 0 0,0-1 72 0,-2-2-72 0,1 1 0 0,0-1-35 15,-2 2 35-15,1-1 0 0,-1 0 27 16,-1-1-27-16,-1-1 0 0,0 0-29 0,-1-1 29 0,-2-1 0 0,1 1 79 0,-3 0-79 16,-2 0 0-16,1-1 0 0,0 1 0 0,-1 1 0 0,-2-2 0 15,1 1 0-15,-4-3 0 0,2 1 0 0,-2 1 0 0,-1 1 0 16,0-2 0-16,1 0 0 0,-4-2 0 0,2 3 0 16,2-1 0-16,-1 2 0 0,1-1 0 0,-1 0 0 0,0 0 0 0,0 0 0 15,2 2 0-15,0-1 0 0,1 0 0 0,0 0 0 0,2-1 0 0,1 0 0 16,0 1 0-16,2-3 0 0,1 3 0 0,1-1 0 0,2-1 0 15,2 3-3071-15,4 1 3071 16,1 1 0-16</inkml:trace>
  <inkml:trace contextRef="#ctx0" brushRef="#br0" timeOffset="86434.053">4564 10068 1024 0,'0'0'0'0,"0"0"256"0,0 0-256 0,0 0 0 0,0 0 256 0,0 0-256 0,0 0 0 16,0 0 256-16,0 0-256 0,0 0 0 0,0 0 256 0,0 0-256 15,0 0 0-15,0 0 256 16,0 0-256-16,0 0 0 0,0 0 256 0,0 0-256 0,0 0 0 0,-9 3 256 16,-4 0-256-16,-6 1 0 0,9-2 256 0,3 1-256 15,2 1 0-15,5-4 0 0,-9 4 256 0,0-1-256 0,-4 0 0 0,3 0 189 0,-1 1-189 0,-3 1 0 0,3 0-11 16,-3 0 11-16,1 1 0 0,-1 0 71 0,3 0-71 16,-1 1 0-16,-1 0 256 15,0-1-256-15,-2 0 0 0,2 0 207 0,1-1-207 0,-1 0 0 0,2 0 55 0,0 0-55 0,2 0 0 0,0-2 0 16,0 0 0-16,1-2 0 0,1 1 0 15,1-1 0-15,1-1 0 0,3 1-3071 0,2-1 3071 0,2-1 0 16</inkml:trace>
  <inkml:trace contextRef="#ctx0" brushRef="#br0" timeOffset="86834.485">5000 10131 1024 0,'0'0'0'15,"0"0"256"-15,0 0-256 0,0 0 0 0,0 0 256 0,0 0-256 0,0 0 0 0,0 0 256 0,0 0-256 0,0 0 0 16,-1 5 256-16,-1 3-256 0,-1 2 0 0,1-4 256 16,0 1-256-16,0-2 0 0,-2 1 256 15,0 1-256-15,-3-1 0 0,1 1 136 0,0 2-136 0,-2 1 0 0,2-2-38 16,-1 0 38-16,-2 1 0 0,2 0 40 0,-1 0-40 16,-3 1 0-16,3 0 108 0,-1 0-108 0,-1 2 0 0,-1-1 55 0,0-1-55 0,-3 0 0 15,2 0 58-15,2 0-58 0,-2-1 0 0,1 0 51 16,0 0-51-16,-1 1 0 0,1-2-42 0,1-2 42 0,0 0 0 0,0-1 16 15,0-1-16-15,1-1 0 0,1 0-20 0,1-1 20 0,0-1 0 16,0-1 111-16,1-3-111 0,0 0 0 0,3 2-2011 16,4 1 2011-16,1 1 0 0</inkml:trace>
  <inkml:trace contextRef="#ctx0" brushRef="#br0" timeOffset="87067.759">4690 10087 1024 0,'0'0'0'0,"0"0"0"0,0 0 0 0,0 0 0 0,0 0 256 0,0 0-256 0,0 0 0 0,7 3 256 15,3 1-256-15,4 2 0 0,-5-3 256 0,-3-1-256 16,-2-1 0-16,2 2 255 0,-6-3-255 0,7 5 0 16,2 0 0-16,-2 0 129 0,1 1-129 0,2 1 0 0,-2 0 113 15,0 2-113-15,0 1 0 0,0 0-24 0,1 1 24 16,0 2 0-16,-1 0-70 15,2-1 70-15,0 2 0 0,-1 0-86 0,1 0 86 0,-1 1 0 0,0 1-69 16,2 1 69-16,1 1 0 0,-1 0-39 0,-1-2 39 0,0 1 0 0,0 0 85 16,-1-1-85-16,0 1 0 0,0-1-86 0,2 0 86 0,0 0 0 15,-7-10-976-15,-4-6 976 0,-4-6 0 0</inkml:trace>
  <inkml:trace contextRef="#ctx0" brushRef="#br0" timeOffset="90400.788">5804 10043 1024 0,'0'0'0'0,"0"0"0"15,0 0 0-15,0 0 0 0,0 0 256 0,0 0-256 0,0 0 0 0,-2-5 256 0,-2-2-256 16,0-3 0-16,1 4 256 0,2 2-256 0,-1 1 0 0,0-2 81 15,2-1-81 1,-1-2 0-16,0 2 94 0,-1-1-94 0,-1 1 0 0,1 0 97 0,2 1-97 16,-1 0 0-16,0 1 66 0,0-1-66 0,0 2 0 0,0-2 50 15,-1 1-50-15,1 0 0 0,0 1 39 0,0 1-39 16,0 1 0-16,0 1 61 0,2 1-61 0,-1 1 0 0,0-1 72 16,2 1-72-16,-1 1 0 0,0 2 61 0,1 1-61 0,-1 2 0 0,0-1 101 15,-2 2-101-15,1 0 0 0,0 2 82 16,2 2-82-16,-1 1 0 0,0-2 53 0,-2 1-53 0,1 0 0 0,0 2 44 0,2 0-44 0,-1 3 0 15,0-3 79-15,0-1-79 0,0 1 0 0,0 0 77 16,1 0-77-16,1 2 0 0,-2-2 40 0,0 1-40 0,-1 1 0 0,0-2-12 16,1-1 12-16,1 1 0 0,-1-1 14 15,-2-1-14-15,1 1 0 0,0-1 23 0,0 0-23 16,0-1 0-16,-1 0 21 0,-1-2-21 0,-1-1 0 0,1-2-50 16,0-2 50-16,0-1 0 0,0-1-61 0,-1-1 61 0,-1-1 0 0,2 1-1800 0,2-3 1800 0,2 0 0 0</inkml:trace>
  <inkml:trace contextRef="#ctx0" brushRef="#br0" timeOffset="90899.163">5700 10112 1024 0,'0'0'0'0,"0"0"0"0,0 0 0 0,0 0 0 0,0 0 256 16,0 0-256-16,0 0 0 0,-1-5 256 0,-1-2-256 0,-1-3 0 15,2 4 256-15,1 1-256 0,1 1 0 0,0-2 256 0,1 0-256 16,1-1 0-16,1 1 256 0,0 0-256 0,4 2 0 15,-3-1 220-15,1-1-220 0,1 1 0 0,1 0-8 0,1 3 8 16,3-1 0-16,-1 2-119 0,-3 1 119 0,1 1 0 0,0 0-90 16,2 2 90-16,1 0 0 0,0 0 54 0,-3 1-54 0,1 1 0 0,2 1 105 15,0 2-105-15,1 1 0 0,0-2 61 0,-2 1-61 0,1 2 0 16,-2-2 56-16,-1 2-56 0,-1 0 0 0,2 0-95 16,-1 0 95-16,0 1 0 0,1-1-48 0,-3-2 48 15,1 0 0-15,-1 0-26 0,0-1 26 0,-2 0 0 0,0-1 167 0,-1-1-167 16,-1 0 0-16,0-1 185 0,0 1-185 0,-2-1 0 0,3-3 32 15,-3 0-32-15,1-1 0 0,0-1-100 0,-2 0 100 0,1-2 0 0,0-2-92 16,-2-1 92-16,1-3 0 0,1 2-14 16,0-1 14-16,1-2 0 0,-1-1-46 0,1-1 46 0,1-3 0 15,-1 2-17-15,1-2 17 0,1-1 0 0,-1 2 19 16,2 1-19-16,0-1 0 0,-1 1 132 0,0-1-132 0,0-1 0 0,0 4 62 16,1 0-62-16,2 2 0 0,-2 0 91 0,-2 1-91 0,1 0 0 0,0 1 107 15,0 1-107-15,0 0 0 0,0 2 134 0,1 1-134 16,0 0 0-16,0 1-79 0,-2 2 79 0,1-1 0 0,0 3-118 15,1 1 118-15,-1 2 0 0,0 0-58 0,0 0 58 0,0 3 0 0,0 1 145 16,0 2-145-16,1 1 0 0,-1-1 177 16,0 2-177-16,0 1 0 0,0 1 110 0,-2 0-110 0,1 2 0 0,0 0 104 15,-2 1-104-15,1 1 0 0,0-1-28 0,1 1 28 0,-1 1 0 16,0 0-75-16,0-2 75 0,0 1 0 16,-1 0-164-16,-1 1 164 0,-1 1 0 0,1-2-73 0,0-1 73 0,0-1 0 0,0-2-8 15,2-1 8-15,-1-3 0 0,0 1 28 16,-2-2-28-16,1 0 0 0,0-7-2011 0,0-3 2011 0,0-3 0 0</inkml:trace>
  <inkml:trace contextRef="#ctx0" brushRef="#br0" timeOffset="91273.007">6456 10371 1024 0,'0'0'0'0,"0"0"0"0,0 0 0 0,0 0 0 0,0 0 256 0,0 0-256 0,0 0 0 16,4-1 256-1,2-1-256-15,2-1 0 0,-1 0 256 0,-3 0-256 0,1-1 0 0,1 0 256 0,2-1-256 16,2-1 0-16,-2-1 212 0,1 0-212 16,2-2 0-16,-2 2-94 0,-2 0 94 0,1-1 0 0,1 0-96 0,-3 0 96 0,1-2 0 15,0 3 89-15,-2-1-89 0,2 2 0 0,-2 0 206 16,0-2-206-16,-2 0 0 0,0 1 191 16,-2 0-191-16,-2 2 0 0,1 1 18 0,-1 0-18 0,-1 2 0 0,-1 0-93 15,-1 0 93-15,-1 0 0 0,0 1-246 0,-2 1 246 0,-1 1 0 0,1 1-136 0,0 1 136 16,-4 1 0-16,3 0 38 15,-1 2-38-15,-2 1 0 0,2-1 256 0,0 1-256 0,-1 1 0 0,1 1 256 16,1 1-256-16,-1 2 0 0,1-2 238 16,2 0-238-16,1-1 0 0,0 3-26 0,1 0 26 15,1 2 0-15,0-1-186 0,2-1 186 0,1 1 0 0,1-1-256 0,3 0 256 0,1-1 0 0,0-1-256 0,0 0 256 0,3-2 0 16,1 1-138 0,2-1 138-16,1 0 0 0,0-2 50 0,0-2-50 0,3-1 0 0,-3-2 147 15,1-1-147-15,2-1 0 0,-2-2 65 0,2-1-65 0,0-2 0 0,-9 5-1263 16,-6 1 1263-1,-6 1 0-15</inkml:trace>
  <inkml:trace contextRef="#ctx0" brushRef="#br0" timeOffset="91865.355">6727 10200 1024 0,'0'0'0'0,"0"0"0"0,0 0 0 16,0 0 0-1,0 0 256-15,0 0-256 0,0 0 0 0,1 7 256 0,1 3-256 0,1 2 0 0,-1-4 256 16,1 0-256-16,1-2 0 0,-1 2 256 0,1 0-256 15,1 1 0-15,0 1 256 0,-3 0-256 0,1 2 0 0,0-2-80 0,-2 1 80 0,1 0 0 16,-1-1-256-16,2-1 256 0,0 0 0 0,0-1-165 0,-2-1 165 0,1 0 0 0,0 0 224 31,-2-1-224-31,1 0 0 0,1-2 256 0,-1 0-256 16,0-3 0-16,0 2 256 0,0-2-256 0,0-1 0 0,0 0 78 0,0-1-78 0,0-2 0 16,1 0-164-16,1-1 164 0,1-2 0 0,-1 1-212 15,1-3 212-15,1-1 0 0,0 1-233 0,0-2 233 0,1 0 0 0,-1 0-10 16,0 0 10-16,0-1 0 0,1 1 126 0,-1 0-126 15,0 1 0-15,0 1 173 0,0 1-173 0,1 0 0 0,-1 1 185 0,1 1-185 16,2 0 0-16,-1 2 112 0,-1 1-112 0,0 1 0 0,0 1-73 16,-2 1 73-16,1 1 0 0,0 1-232 0,2 1 232 0,1 2 0 15,-2 0-201-15,-1 2 201 0,-1 3 0 0,2-2 49 16,-3-1-49-16,1 0 0 0,0 0 215 0,-2 0-215 0,1 2 0 0,0-3 191 16,0 1-191-16,0-2 0 0,-1 1 99 15,-1 0-99-15,-1-2 0 0,2 1 43 0,-1 0-43 16,0-1 0-16,0-1-38 0,0-1 38 0,0-1 0 0,0 0-206 0,0 0 206 15,0 0 0-15,0-3-200 0,0-1 200 16,0-1 0-16,1 1-72 0,1-1 72 0,1-1 0 0,0-2 46 0,2-3-46 0,0-2 0 16,-1 2 68-16,1 0-68 15,2-1 0-15,-1 0 66 0,-2 1-66 0,-1-1 0 0,1 1 180 0,1 0-180 0,1-1 0 16,0 2 177-16,-3 2-177 0,1 0 0 0,0 1 184 16,0 0-184-16,0 0 0 0,1 2 81 0,0 1-81 0,1 0 0 0,-1 3-17 15,1 1 17-15,2 2 0 0,-2 0-118 0,-1 3 118 0,1 1 0 0,0 0-191 16,-2 1 191-16,-1 2 0 0,1-1-98 0,-2 2 98 15,1 1 0-15,0-1 87 0,-1 0-87 0,0 2 0 0,0-1 156 16,-2 0-156-16,1 2 0 0,0-2 27 0,-2 1-27 0,1 0 0 0,0-2-105 16,0-2 105-16,0 0 0 0,0-2-163 15,-2-2 163-15,1-1 0 0,0-3-143 16,2-1 143-16,-1-1 0 0,0-2-153 0,-2 0 153 0,1-1 0 0,0 2-1229 0,0 2 1229 16,0-1 0-16</inkml:trace>
  <inkml:trace contextRef="#ctx0" brushRef="#br0" timeOffset="92322.764">7320 10004 1024 0,'0'0'0'0,"0"0"0"0,0 0 0 0,0 0 0 0,0 0 256 16,0 0-256-16,0 0 0 0,2 4 256 0,1 3-256 0,1 2 0 15,-1-3 256-15,1 1-256 0,2 2 0 0,-2 1 256 0,0 1-256 0,0 3 0 0,0-1 215 16,0 3-215-16,0 2 0 15,0 0-256-15,-1 1 256 0,0 3 0 0,0-1-256 0,-2 2 256 0,1 0 0 0,0-1 46 16,-2-1-46-16,1-1 0 0,0 0 256 0,0-1-256 0,0-1 0 0,0 0 256 16,0-2-256-16,0 0 0 0,0-1 112 0,-2-3-112 0,1-1 0 0,0 0-82 31,2-1 82-31,-1-2 0 0,0-1-161 0,-2-1 161 0,1 0 0 0,0-2-111 16,0-2 111-16,0-1 0 0,0-3-8 0,0-1 8 0,0-2 0 0,1 0 132 15,0-1-132-15,1-2 0 0,-1 0 204 0,1-1-204 0,2-2 0 0,-1 1 103 16,1 0-103-16,1-2 0 0,-1 2 58 15,0-1-58-15,0 0 0 0,0 0 17 0,2 0-17 16,0-2 0-16,-1 4 27 0,1 0-27 0,3 2 0 0,-3 1 68 0,1 1-68 0,1 1 0 0,-1-1 75 16,2 1-75-16,0-1 0 0,0 4 28 15,2 3-28-15,0 1 0 0,-2 0-99 0,0 1 99 0,-2 2 0 0,1-1-138 16,-2 1 138-16,2 2 0 16,-2-2 1-16,0 1-1 0,-2 1 0 0,0-1 183 15,-1 0-183-15,-1 1 0 0,-1-1 155 0,-1 1-155 0,-1 0 0 0,-1 0 65 16,-1 0-65-16,-2 1 0 0,0-1 47 0,-1-1-47 0,-2-1 0 0,0 1-9 0,0 0 9 0,-3-1 0 0,0-1-114 31,0 1 114-31,-2-1 0 0,3 0-240 0,-2-1 240 0,-1-1 0 0,2-1-249 16,1-3 249-16,0 0 0 0,1-1-125 0,1-1 125 0,0-1 0 0,5 3-1224 15,3 1 1224-15,3 1 0 0</inkml:trace>
  <inkml:trace contextRef="#ctx0" brushRef="#br0" timeOffset="92657.198">7793 10377 1024 0,'0'0'0'0,"0"0"0"0,0 0 0 0,0 0 0 0,0 0 256 0,0 0-256 0,0 0 0 0,5-1 256 15,4 1-256-15,2-2 0 0,-5-1 256 0,-1-1-256 0,-1-2 0 16,1 1 256-16,1-1-256 0,0-2 0 0,0 2 256 16,-2 0-256-16,2 0 0 0,-2-1 8 0,0-2-8 15,-2-1 0-15,0 2-139 0,-1 1 139 0,-1 0 0 0,1 0 50 0,-2-1-50 0,1 1 0 16,-2 0 256-16,-1 3-256 0,-1-1 0 0,0 1 256 15,-2 1-256-15,0 1 0 0,1 1 256 0,-1 1-256 0,-4 1 0 0,3 1 256 16,-1 1-256-16,-1 1 0 0,0 0 183 16,0 1-183-16,-1 2 0 0,0 0-256 0,3 1 256 0,-1 2 0 0,0 0-256 15,1 1 256-15,0 3 0 0,1-3-157 0,0 1 157 0,2 0 0 0,0 1 256 16,2 0-256-16,2 2 0 0,0-2 234 16,2-1-234-16,2 1 0 0,1-1-29 0,2 1 29 0,2-1 0 15,0-1-215-15,0-2 215 0,2 0 0 0,1-2-256 0,0-1 256 0,2-1 0 0,-1-2-233 16,1-1 233-16,3-3 0 0,-12 2-1494 15,-5-1 1494-15,-5-1 0 0</inkml:trace>
  <inkml:trace contextRef="#ctx0" brushRef="#br0" timeOffset="93099.194">7953 10225 1024 0,'0'0'0'0,"0"0"0"0,0 0 0 0,0 0 0 15,0 0 256-15,0 0-256 0,0 0 0 0,0 0 256 0,0 0-256 0,0 0 0 0,5 0 256 16,3-1-256-16,1-1 0 0,-2 2 256 16,0-1-256-16,-1-1 0 0,0 2 215 0,1 1-215 15,1 1 0-15,2 0-238 0,-1 2 238 0,3 0 0 16,-2 0-247-16,1 1 247 0,0 1 0 0,0 1-181 16,-2 2 181-16,-1 1 0 0,1-1 1 0,-2-1-1 0,-1 0 0 0,0 1 198 0,-1 0-198 0,0 1 0 0,-1 1 144 15,0 1-144-15,-2 0 0 0,-1-1 17 0,0 0-17 16,-1-1 0-16,1 0-80 0,-1-1 80 0,-1 0 0 0,0-1-147 15,-1-1 147-15,-1 0 0 0,1 0 44 0,0-1-44 16,0 0 0 0,0-1 203-16,-1-1-203 0,1 0 0 0,0-1 256 0,0-2-256 0,0 1 0 0,0-1 256 15,-1 0-256-15,-1 0 0 0,1-1 256 0,2-1-256 0,-1-1 0 0,0 1 256 0,0-1-256 0,-1-1 0 0,2-2-137 32,1-1 137-32,1-3 0 0,-1 3-256 0,3-1 256 0,-2-1 0 0,1-1-220 0,1-2 220 0,1-1 0 0,0 1-35 15,1 0 35-15,1-2 0 0,1 1 201 0,0 1-201 31,2 0 0-31,-1 0 187 0,1-1-187 0,2 0 0 0,-2 0-65 0,-1 1 65 0,0 0 0 0,0 0-256 16,1 0 256-16,2 1 0 0,-4 0-256 0,-1-1 256 0,-1 0 0 0,-1 1-256 16,0 1 256-1,-1 0 0-15,-1 5-884 0,-2 4 884 0,-2 4 0 0</inkml:trace>
  <inkml:trace contextRef="#ctx0" brushRef="#br0" timeOffset="93928.672">8776 10023 1024 0,'0'0'0'0,"0"0"0"0,0 0 0 0,0 0 0 0,0 0 101 0,0 0-101 0,0 0 0 0,0 0 190 15,0 0-190-15,0 0 0 0,0 0 217 16,0 0-217-16,0 0 0 0,0 0 256 0,0 0-256 0,0 0 0 0,0-6 228 15,0-4-228-15,0-3 0 0,0 8 31 0,-2 2-31 0,1 3 0 0,-1-4-185 16,-1 0 185-16,-1-2 0 0,0 3-256 16,-2-1 256-16,-1 2 0 0,0 0-256 0,-1 2 256 0,-2-1 0 0,0 1-197 15,0-2 197-15,-4 1 0 0,2 2 222 16,-2 1-222-16,0 1 0 0,-1 0 256 16,0 2-256-16,-3 0 0 0,2 1 256 0,1 1-256 0,0 2 0 0,0 0 256 0,-1 1-256 0,-2 2 0 0,3 1 192 15,0 0-192-15,2 3 0 0,-2-2-121 0,1 2 121 0,-1 1 0 0,3-1-75 16,2 1 75-16,0 0 0 15,0 1 46-15,1-1-46 0,1 2 0 0,0-1 207 0,3-1-207 0,2-1 0 0,0 1 235 16,1 0-235-16,1 2 0 0,1-2 134 16,2-2-134-16,2 1 0 0,0-1-56 0,0 0 56 0,4-1 0 0,-1 0-241 15,2 0 241-15,2-1 0 0,1-1-256 0,1-2 256 0,3-1 0 0,-2 0-256 16,2-2 256-16,1-1 0 0,0 0-256 16,0-2 256-16,3 0 0 0,-2-4-147 0,0-2 147 0,2-3 0 0,-2 1-27 15,0-3 27-15,0-1 0 0,-2 0 25 16,0-3-25-16,-2-1 0 0,-9 8-523 0,-5 4 523 0,-5 4 0 0</inkml:trace>
  <inkml:trace contextRef="#ctx0" brushRef="#br0" timeOffset="94831.618">8764 10181 1024 0,'0'0'0'0,"0"0"0"0,0 0 0 0,0 0 0 0,0 0 0 0,-4 4 256 0,-2 1-256 0,-1 2 0 0,3-3 256 0,2-1-256 0,2-1 0 0,-2 0 256 0,0 2-256 31,0 0 0-31,0-1 256 0,0 0-256 0,0 0 0 0,2-3 0 0,-3 6 121 15,1-1-121-15,0 3 0 0,0-1 55 0,0-1-55 0,0 0 0 0,1 0-166 16,1 2 166-16,1 0 0 0,-1 0-254 0,0 0 254 16,0 2 0-16,1-2-244 0,1 1 244 0,1-1 0 0,-1-1-22 0,2 1 22 0,0-1 0 0,0-1 206 0,1 1-206 0,1-2 0 0,0 1 212 15,2-1-212-15,1 1 0 0,-2-3 86 16,1-1-86-16,2-1 0 0,-2 0-40 16,1-1 40-16,2-1 0 0,-2-1-170 15,0-1 170-15,1-1 0 0,-1 0-21 0,-1-2 21 0,0 0 0 0,0 0 200 16,-2 0-200-16,-1-1 0 0,0 1 256 15,-1-2-256-15,-1 0 0 0,-1 0 256 0,-1 0-256 0,-1-2 0 16,-1 2 256-16,-1-1-256 0,-1 1 0 0,-1 1 256 16,0 0-256-16,-3 2 0 0,0-1-256 0,-1 1 256 0,-2 0 0 15,0 1-256-15,-1 1 256 0,-2 1 0 0,1 0-256 0,0 1 256 0,-2 1 0 0,0 1-256 16,3 1 256-16,-2 2 0 0,2-3-256 16,0 0 256-16,1-1 0 0,3 3 38 0,2 0-38 0,2 1 0 15,0-2 125-15,1 0-125 0,1 0 0 0,1-1-27 16,2 0 27-16,2 0 0 0,2 0-113 0,2-1 113 0,3-1 0 0,0 0-171 15,2-1 171-15,4-1 0 0,-12 2-583 16,-5 1 583-16,-5 1 0 0,19-4 0 0,7-1 0 0,7-2 0 16,-4 3 0-16,2-2 0 0,2 1 0 0,-4-1 0 15,3 0 0-15,1-1 0 0,-3 1 0 0,-3 0 0 0,-1-1 0 16,0 1 256-16,-1 1-256 0,-1 0 0 0,-1 2 137 16,-4-1-137-16,1 2 0 0,-3-2 256 0,-1 1-256 0,-3 1 0 0,1 0 256 15,0-1-256-15,-1 2 0 0,-2-1 256 0,-2 0-256 16,-1-1 0-16,0 1 256 0,-1 1-256 0,-1-2 0 0,-1 2 256 15,-1 2-256-15,-1-1 0 0,-1 2-256 0,-1 0 256 16,-2 1 0-16,2 0-256 0,-2 1 256 0,0 2 0 0,0-1-256 0,-1 1 256 0,-2 2 0 16,0-1-256-16,3 0 256 0,-1 2 0 0,0-1 256 15,-1 1-256-15,1 2 0 0,1-2 256 0,1 1-256 0,1 2 0 0,-2-1 256 16,2 1-256-16,0 0 0 0,1-1 199 16,2 1-199-16,2 0 0 0,0-2-256 0,1 0 256 0,1-1 0 0,0 0-256 15,1-1 256-15,2 0 0 0,-1-2-256 16,1-2 256-16,2-1 0 0,1-1-256 0,0-1 256 0,1-1 0 15,-2-1 256-15,3-1-256 0,-1-1 0 0,0-2 256 0,-1-3-256 0,0-1 0 16,0-1 14-16,-1-1-14 16,0-3 0-16,0 1-256 0,-1-3 256 0,1-2 0 0,0 0-256 0,-2-2 256 15,1-1 0-15,0 0-35 0,-2-1 35 0,-1-2 0 16,1 2 256-16,-2-1-256 0,1-1 0 0,-1 2 256 0,-1 1-256 0,-1 1 0 0,1-1 256 16,-2 2-256-16,2-1 0 0,-2 3 256 15,-2 1-256-15,0 2 0 16,1 0 256-16,1 0-256 0,-1 1 0 0,1 2-256 0,-1 2 256 0,-1 1 0 0,1 1-256 0,-1 0 256 15,-1 2 0-15,1 0-256 0,1 1 256 16,0 1 0-16,-1 1 105 0,2 2-105 0,-1 2 0 16,0 0 256-16,2 1-256 0,-1 1 0 0,0 1 256 15,0 2-256-15,0 0 0 16,0 2 256-16,0 1-256 0,0 3 0 0,0 0 256 0,2 1-256 0,-1 3 0 0,0-1-256 0,0 1 256 0,0 2 0 0,0-2-256 0,-2 2 256 16,1 1 0-16,1 0-256 0,1 1 256 0,1 2 0 0,-1-3-256 15,-2 0 256-15,1-1 0 0,0 0-235 0,0-1 235 0,0-1 0 16,0-1-46-16,2-1 46 0,0-1 0 15,-1-2-64-15,0-1 64 0,0-3 0 0,0 0-97 0,1-2 97 0,1-1 0 16,-3-3-746-16,-1-3 746 0,-1-3 0 0</inkml:trace>
  <inkml:trace contextRef="#ctx0" brushRef="#br0" timeOffset="95098.135">9545 10222 1024 0,'0'0'0'16,"0"0"0"-16,0 0 0 0,0 0 0 0,0 0 256 0,0 0-256 0,0 0 0 0,-1 8 256 0,-1 3-256 0,-1 5 0 0,3-9 256 16,1-2-256-16,1-1 0 0,-1 2 256 0,-2 1-256 0,1 1 0 31,0 1 256-31,2 0-256 0,-1 2 0 0,-2-1-256 0,0 1 256 16,-1 2 0-16,0-1-256 0,2 1 256 0,-1 1 0 0,0-2-256 15,0-1 256-15,0 0 0 0,0 1-256 0,0-2 256 0,0 0 0 0,0-1 256 16,2 0-256-16,-1-2 0 0,0-1 159 0,2 0-159 0,-1-2 0 15,0-2 24-15,1 0-24 0,1-2 0 0,-1-1-172 0,0 0 172 0,0-1 0 16,1-2-256-16,1-1 256 0,2-2 0 0,-2 0-226 16,-1-1 226-16,0-2 0 0,0 1 6 0,1 0-6 0,1-2 0 15,-1 2 170-15,1-1-170 0,-1-2 0 0,-2 9-217 16,-2 3 217-16,-2 3 0 0</inkml:trace>
  <inkml:trace contextRef="#ctx0" brushRef="#br0" timeOffset="95528.435">9561 10311 1024 0,'0'0'0'0,"0"0"0"0,0 0 0 0,0 0 0 0,0 0 256 0,0 0-256 0,0 0 0 16,0 0 256-16,0 0-256 0,0 0 0 0,0 0 256 0,0 0-256 16,0 0 0-16,0 0 256 0,0 0-256 0,0 0 0 0,0 0 256 15,0 0-256-15,0 0 0 0,0 0-256 0,0 0 256 0,0 0 0 0,0 0-256 16,0 0 256-16,0 0 0 0,4 6-256 16,2 4 256-16,2 2 0 0,-3-10-256 0,-1-4 256 0,0-4 0 0,0 4 110 15,1 0-110-15,1-1 0 0,-1 1 256 16,0-1-256-16,1-1 0 0,-1-1 256 15,0 0-256-15,0-1 0 0,0 1 256 0,-2-1-256 0,1-2 0 0,1 2 15 0,-2 0-15 16,0-1 0-16,0 1-241 0,-1 1 241 0,0 0 0 0,-1 0-78 0,-1 0 78 0,-1 0 0 16,-1-1 254-16,-1 1-254 0,-1 0 0 15,0 1 256-15,-3 0-256 0,0 2 0 0,0 0 256 0,0-1-256 0,-4 2 0 0,2 1 132 16,-1 1-132-16,-2 1 0 0,2-1 2 16,-1 1-2-16,-2 1 0 0,3 1 22 0,-2 1-22 0,-1 2 0 0,1-1 49 15,1 0-49-15,0 1 0 0,0 1 129 16,1 0-129-16,0 1 0 0,1 0 220 0,-1 2-220 0,3 1 0 0,0 0 166 15,1 0-166-15,1 2 0 0,0-1 54 0,3-1-54 16,1 0 0-16,1 2-30 0,3 0 30 0,1 0 0 0,1 0-57 16,2 0 57-16,0-1 0 0,2 0-132 0,3 1 132 0,2 0 0 0,1-1-250 15,1 0 250-15,3-1 0 0,-2 0-256 0,2-2 256 16,1-1 0-16,-3 0-256 0,3-2 256 0,0-1 0 0,-2-1-256 16,0 0 256-16,-1-2 0 15,0-2-80-15,-2-2 80 0,0-2 0 0,-2-1 59 16,0 0-59-16,-1-1 0 0,-1 0 113 0,0-1-113 15,-2-2 0-15,-5 6-1225 0,-4 2 1225 0,-4 2 0 0</inkml:trace>
  <inkml:trace contextRef="#ctx0" brushRef="#br0" timeOffset="98219.192">9708 9972 1024 0,'0'0'0'0,"0"0"0"0,0 0 0 0,0 0 0 0,-2 4 256 0,-2 3-256 0,-2 2 0 16,3-5 256-16,1-1-256 0,1-1 0 0,-1 1 247 15,-1 0-247-15,-2 0 0 0,2 0 166 0,0-1-166 0,0 0 0 0,0 0 55 16,0 1-55-16,0 1 0 0,1-1-37 16,-2 0 37-16,0 1 0 0,1-2-173 15,2 0 173-15,1 0 0 0,-1 0-201 16,0 1 201-16,0 1 0 16,1-1-98-16,1-1 98 0,1 0 0 0,-1-1 81 0,0-2-81 0,1 1 0 0,-1 0 256 15,1 0-256-15,2 0 0 0,-1-2 256 0,-2-1-256 0,1-1 0 0,0 1 256 16,0 0-256-16,0-1 0 0,0 0 256 0,0 1-256 0,0 0 0 0,0 0 248 0,0 1-248 0,1-2 0 0,-1 2-116 15,-2-1 116-15,1 2 0 0,0-1-256 0,0 0 256 0,0-1 0 16,0 2-256-16,-2-1 256 0,1 2 0 0,-2-1-256 0,-1 1 256 0,-2 1 0 0,2 0-256 16,0 1 256-16,0 1 0 0,0-1-144 15,0 0 144-15,0 1 0 0,0-1 124 0,-1 1-124 0,-3 1 0 16,5-2-664-16,3-2 664 0,0-2 0 16</inkml:trace>
  <inkml:trace contextRef="#ctx0" brushRef="#br0" timeOffset="98869.777">9827 10241 1024 0,'0'0'0'0,"0"0"0"0,0 0 0 0,0 0 0 0,0 0 256 16,0 0-256-16,0 0 0 0,0 0 256 15,0 0-256-15,0 0 0 0,0 0 256 0,0 0-256 0,0 0 0 16,0 0 256-16,0 0-256 0,0 0 0 0,1 8 256 0,1 3-256 0,1 5 0 0,-1-8-256 16,1-2 256-1,-1-2 0-15,0 3-256 0,-2 2 256 0,1 1 0 0,0-1-256 16,0 2 256-16,0 0 0 0,0 0-166 0,-2 0 166 0,1 2 0 0,0-2 256 0,-2-1-256 0,1 1 0 0,0-1 256 15,0-1-256-15,0 0 0 0,0-1 256 0,-1-1-256 16,-3 0 0-16,3 0 76 0,1 0-76 0,1-2 0 0,-1 1-140 0,-1-2 140 16,-1-1 0-16,1 0-18 0,2 1 18 0,-1-1 0 15,0-2 125-15,2 0-125 0,-1-1 0 0,0 0 256 16,0-1-256-16,0 0 0 0,0-2 188 0,2 0-188 0,-1-1 0 0,0-2-101 16,1-1 101-16,1-2 0 0,-1 0-256 0,1 0 256 15,3-2 0-15,-3 1-256 0,1-2 256 0,1-1 0 0,-1 1-71 16,1-1 71-16,2-2 0 15,-2 2 235-15,1-1-235 0,2-1 0 0,-2 2 256 0,2 1-256 0,0-1 0 16,-2 2 256-16,-1 1-256 0,-1 0 0 0,2 0 256 16,0 0-256-1,2 2 0-15,-1 0 150 0,-2 2-150 0,2 0 0 0,-1 1-256 0,1 1 256 0,1 1 0 0,0 1-256 0,-3 1 256 0,1 1 0 0,0 1-256 16,0 1 256-16,1 1 0 0,-1 1 145 0,0 1-145 0,0 2 0 0,-1 0 256 16,-1 1-256-16,0 2 0 0,0-1 256 15,0 0-256-15,0 1 0 0,0 2 233 0,-2 0-233 0,1 3 0 0,0-3-256 16,-2 1 256-16,1-1 0 0,1 2-256 15,-1 1 256-15,0 1 0 0,0-2-256 0,-2 0 256 0,1-1 0 0,0 0-256 0,0-1 256 16,0 0 0-16,0-1-256 0,0 0 256 0,0-1 0 0,0-2-104 31,1 0 104-31,1-2 0 0,-2-1 20 0,2-1-20 0,0 0 0 0,2-2-3 0,0-2 3 16,1-2 0-16,0 0-43 16,1-1 43-16,3-2 0 0,-7 4-782 0,-3 1 782 0,-3 1 0 0</inkml:trace>
  <inkml:trace contextRef="#ctx0" brushRef="#br0" timeOffset="99429.13">10396 10351 1024 0,'0'0'0'0,"0"0"0"0,0 0 0 0,0 0 0 0,0 0 256 0,0 0-256 0,0 0 0 0,2-4 256 0,1-2-256 0,1-3 0 15,-3 4 256-15,-1 1-256 0,-1 1 0 16,1 0 256-16,0-1-256 0,0 2 0 0,0-1 256 0,2 0-256 0,-1-1 0 16,-1 2 256-16,-1-1-256 0,-1 1 0 0,-1 1 238 15,-1 0-238-15,-1 1 0 0,0 1-256 0,0 0 256 0,-1 2 0 16,1 1-256-16,-1 2 256 0,-3 1 0 0,3-2-256 0,-1 1 256 0,-1 1 0 15,0 0 256-15,2 0-256 0,0 1 0 0,0-1 256 0,1 1-256 16,1-1 0-16,-1 0 256 0,2 1-256 0,1 0 0 0,-1-2 26 16,2-1-26-16,-1-1 0 0,1 1-256 0,1 0 256 0,1 1 0 0,0-1-256 15,1-1 256-15,1 0 0 0,1-1-256 16,1-1 256-16,2-1 0 0,-2-1 256 0,1-1-256 0,1-1 0 0,1 1 256 16,0-1-256-16,2-1 0 0,0 0 256 15,-3-1-256-15,1-1 0 0,-1 1 256 0,3-1-256 0,-1 0 0 0,-1 1-48 16,-1-1 48-16,0-1 0 0,-1 1-179 15,-1 1 179-15,-1 0 0 0,1 0-19 0,-2 1 19 0,1 0 0 0,1 1 179 16,-3-1-179-16,1-1 0 0,0 2 256 0,-2 1-256 0,1 1 0 0,-1-1 243 16,-1 1-243-16,-1 1 0 0,1 1 25 0,0 1-25 0,0 2 0 15,0-1-101-15,0 1 101 0,0 1 0 0,0 1 11 16,-2 1-11-16,1 2 0 0,0 1 115 0,0 1-115 0,0 3 0 16,0-2 51-16,0 2-51 0,0 2 0 0,0-2-72 15,-1 2 72-15,-2 1 0 0,2 0-190 0,0 1 190 0,0 1 0 16,0 0-160-16,0-2 160 0,0 1 0 0,1-1-114 0,-2 0 114 0,0-1 0 15,1-1-37-15,-1-2 37 0,-1 0 0 0,0 0 92 16,1-2-92-16,0 0 0 0,-1-1 155 0,-1-2-155 0,-1 0 0 16,1-2 161-16,1-2-161 0,0-1 0 0,-1-1 145 15,-1-1-145-15,-1-1 0 0,1 0 115 0,1-1-115 0,0-1 0 0,0 0 49 16,-1-1-49-16,-2-1 0 0,1 0-109 16,1-2 109-16,-1 0 0 0,0-1-256 0,2 1 256 0,-2-2 0 0,3 0-256 15,1-1 256-15,1 0 0 0,0-1-256 0,1-1 256 0,1-3 0 16,1 2-256-16,1-1 256 0,1-2 0 0,0 1-256 0,2-1 256 15,4-1 0-15,-2 1-184 0,2-2 184 0,3-1 0 0,-9 12-1160 16,-3 5 1160-16,-3 5 0 0</inkml:trace>
  <inkml:trace contextRef="#ctx0" brushRef="#br0" timeOffset="99792.636">10875 10187 1024 0,'0'0'0'0,"0"0"0"0,0 0 0 15,0 0 0-15,0 0 256 0,0 0-256 0,0 0 0 0,0 0 256 0,0 0-256 0,0 0 0 0,0 0 256 16,0 0-256-16,0 0 0 0,-8-6 256 0,-4-2-256 0,-5-3 0 0,9 7 256 16,4 3-256-16,1 2 0 0,-4-1 14 15,0 0-14-15,-1 0 0 0,1 3-256 0,-2 0 256 0,-1 1 0 0,2 1-121 16,-1 1 121-16,0 2 0 0,1-1 256 15,-1 2-256-15,-2 0 0 0,2 1 256 0,2 0-256 0,-2 2 0 0,2-2 256 16,1 1-256-16,1 2 0 16,0-1 256-16,1 1-256 0,0 1 0 0,2-1 256 0,2 1-256 0,2 3 0 0,1-3-256 15,0 0 256-15,1-1 0 0,1 0-256 0,2 0 256 0,2-1 0 16,1-1-256-16,1 1 256 0,3-1 0 0,-1 0-256 0,2-2 256 16,3 0 0-1,-1-2-229-15,2-2 229 0,3-1 0 0,-2-2-178 0,0-2 178 0,2-2 0 0,6-5-145 31,4-2 145-31,5-4 0 0,-26 10-621 0,-11 3 621 0,-11 3 0 0</inkml:trace>
  <inkml:trace contextRef="#ctx0" brushRef="#br0" timeOffset="100460.152">11105 10013 1024 0,'0'0'0'0,"0"0"0"0,0 0 0 0,0 0 0 15,0 0 256-15,0 0-256 0,0 0 0 0,0 0 256 0,0 0-256 0,0 0 0 0,0 0 256 0,0 0-256 0,0 0 0 16,-1 6 256-16,-1 3-256 0,-2 2 0 16,3-4 256-16,1 1-256 0,1-1 0 0,-1 3-5 0,0 1 5 0,0 3 0 0,0-1-256 15,0 1 256-15,0 2 0 16,0 0-243-16,0 1 243 0,0 1 0 0,0 0 256 0,-2 2-256 0,1 2 0 0,1-3 256 16,1 1-256-16,1-2 0 0,0 1 256 0,-4 1-256 15,2 1 0-15,0-3-97 0,3-1 97 0,-2-1 0 0,0 0-256 16,1 0 256-16,1-1 0 0,-1-2-256 0,1-2 256 0,1 0 0 0,0-2-256 15,1 0 256-15,2-2 0 0,-2-2-256 0,1-2 256 0,1-1 0 16,-1-2 185-16,2-1-185 0,0-2 0 0,-1-2 223 16,1-1-223-16,2-2 0 0,-2 0-36 0,0-2 36 0,1-1 0 0,-2 2-174 15,2-3 174-15,1-1 0 0,0 2 14 0,-2-1-14 16,-1 0 0-16,-1 2 256 0,0 0-256 0,-2 2 0 0,1-1 256 16,0 1-256-16,0 0 0 0,-2 0 256 15,-1 2-256-15,-1 1 0 16,1-1 256-16,1 2-256 0,-1 1 0 0,0 0 256 0,-2 1-256 0,1 1 0 0,0 1-110 0,-2 1 110 15,1 1 0-15,0 0-256 0,0 2 256 16,0-1 0-16,0 1-256 0,0 1 256 0,0 2 0 16,0-1-256-16,0 0 256 0,0 1 0 15,0-1 256-15,2 2-256 0,-1 0 0 0,0-1 256 16,0 1-256-16,0-1 0 0,0 0 256 0,1-1-256 16,1 0 0-16,0 0 56 15,1-1-56-15,2 0 0 0,-2-1-256 0,0-1 256 0,0-1 0 0,1 0-256 0,1-1 256 0,2-1 0 0,-2-1-256 16,1-1 256-16,2-1 0 0,0 0-256 0,-3-1 256 0,1-1 0 0,0-1 256 0,-2 0-256 0,2-1 0 0,-1 0 256 0,-2 1-256 15,1-1 0-15,0 1 256 0,-1-1-256 16,1-1 0-16,-1 2 256 16,-1 0-256-16,-1 2 0 0,1-1 256 0,-2 1-256 0,1 0 0 0,0 1 39 0,-2 1-39 0,1 1 0 0,0 0-210 15,0 1 210-15,0 1 0 0,0 2-42 0,-2 1 42 16,1 2 0-16,0-1 102 0,2 1-102 0,-1 2 0 0,0-1 116 0,-2 1-116 16,1 1 0-16,0 1-98 0,2 2 98 0,-1 2 0 0,0-3-256 15,0 1 256-15,1-1 0 0,-1 0-256 0,1 0 256 0,1-1 0 16,-1-2-256-16,1 0 256 0,1-2 0 0,-1 0-256 0,1-1 256 0,1-1 0 15,0-3-256-15,0-2 256 0,2-2 0 16,-2 0 223-16,1-1-223 0,2-1 0 0,-2-3 256 0,1-2-256 0,1-3 0 0,-5 9-1223 16,-4 4 1223-16,-1 4 0 15</inkml:trace>
  <inkml:trace contextRef="#ctx0" brushRef="#br0" timeOffset="100886.975">11647 10105 1024 0,'0'0'0'0,"0"0"256"0,0 0-256 0,0 0 0 0,0 0 256 0,0 0-256 15,0 0 0-15,0 3 256 16,2 3-256-16,-1 1 0 0,0-2 256 0,0 0-256 0,1 0 0 16,-1 4 256-16,1 1-256 0,1 3 0 0,-1-1 256 0,-2 1-256 15,1 3 0-15,0 0-125 0,-2 1 125 0,1 1 0 0,0-2-256 16,2 1 256-16,-1 0 0 0,0-1-18 0,0 0 18 16,0-1 0-1,0-1 256-15,0-2-256 0,0 0 0 0,0-2 256 0,0 0-256 16,0-1 0-16,0-3 256 0,0 0-256 0,0-2 0 0,1 0 256 31,1-1-256-31,2-1 0 0,-1-1-232 0,1-1 232 0,2-1 0 0,0-1-256 0,2-1 256 0,0-1 0 0,0 0-256 16,2-2 256-16,0 0 0 0,-1 0-256 0,-1-2 256 31,0-1 0-31,0 2 99 0,-1 0-99 0,1-1 0 0,0 2 256 16,-2 1-256-16,2 1 0 0,-1-1 256 0,-2 0-256 0,1 2 0 0,0 0 256 15,-1 1-256-15,0 0 0 0,0 1 256 0,0 2-256 0,0-1 0 0,0 3-130 16,-2 1 130-16,-1 2 0 0,1-1-256 0,-1 1 256 0,0 2 0 15,-1 0-256-15,-2 1 256 0,-2 2 0 0,0-1 118 0,-1-1-118 0,-2 1 0 0,1-1 256 0,0 0-256 0,-4 1 0 16,3-1 256-16,-1 0-256 0,-1-1 0 0,-2-1 256 16,1-1-256-16,-3 0 0 0,2-1-90 0,1-1 90 0,0-1 0 0,-1 1-256 15,-2-1 256-15,-1 0 0 0,2-1-256 0,0-1 256 0,2-1 0 0,-1-1-256 16,2-1 256-16,-2-1 0 0,3-1-256 0,2-2 256 0,2 0 0 16,-1-1-256-16,1-1 256 0,1-3 0 0,1 1 118 15,2-2-118-15,2-3 0 0,-3 11-1276 0,-1 4 1276 16,-1 4 0-16</inkml:trace>
  <inkml:trace contextRef="#ctx0" brushRef="#br0" timeOffset="101192.387">12179 9997 1024 0,'0'0'0'0,"0"0"0"0,0 0 0 0,0 0 0 0,0 0 256 0,0 0-256 15,0 0 0-15,-1 4 256 0,-2 1-256 0,0 2 0 0,1-1 256 16,2 2-256-16,-1 1 0 0,-2 0 256 0,0 1-256 0,-1 2 0 0,4-12 0 0,-3 14 256 16,-1 1-256-16,-1 3 0 0,1-1-206 0,-1-1 206 15,0 2 0-15,2-1 28 0,1 0-28 0,1 2 0 0,-1-1 256 16,0 2-256-16,0-1 0 0,2 0 256 0,1 0-256 16,1 0 0-16,-1-1 256 0,1 0-256 0,1 0 0 0,2-1 256 15,2 1-256-15,1 0 0 0,-1-1 256 0,0-1-256 0,3-1 0 0,1-1-256 0,-1 0 256 0,4-1 0 16,-3-4-256-16,1 0 256 0,2-2 0 0,-2-2-256 15,2 0 256-15,1-2 0 16,-1-1-256-16,0-2 256 0,2-2 0 0,-11 2-1358 0,-5 0 1358 0,-5 0 0 0</inkml:trace>
  <inkml:trace contextRef="#ctx0" brushRef="#br0" timeOffset="101462.115">12566 10177 1024 0,'0'0'0'0,"0"0"0"0,0 0 0 16,0 0 0-16,0 0 256 0,0 0-256 0,0 0 0 0,0 0 256 0,0 0-256 16,0 0 0-16,-5 6 256 0,-3 3-256 0,-4 2 0 0,6-4 256 15,2-1-256-15,2 0 0 0,-2 1 256 0,-1 1-256 0,-2 2 0 0,1-1 256 16,-1 2-256-16,-1 0 0 0,1 1-256 0,-2 2 256 16,-1 1 0-16,2-1-256 0,-2 0 256 15,0 0 0-15,1 0-256 0,-1-1 256 0,1 0 0 0,0-1-190 0,2-1 190 0,-2-2 0 16,1-1 256-16,1 0-256 0,-1-2 0 0,1-1 192 0,2-3-192 0,1 0 0 0,-1-1-79 15,2-1 79-15,-1-1 0 0,1-1-237 16,0-3 237-16,2 0 0 0,-1-1-256 0,2-1 256 0,-1-2 0 0,0-1-94 16,2-2 94-1,-1-1 0-15,0 9-360 0,0 4 360 0,0 4 0 16</inkml:trace>
  <inkml:trace contextRef="#ctx0" brushRef="#br0" timeOffset="101658.87">12347 10158 1024 0,'0'0'0'0,"0"0"0"0,0 0 0 0,0 0 0 0,0 0 256 0,0 0-256 0,0 0 0 0,0 0 256 15,0 0-256-15,0 0 0 0,2 4 256 0,1 3-256 0,1 1 0 0,0-3 256 0,2-1-256 16,1 0 0-16,0 2 256 16,1 3-256-16,2 1 0 0,-10-10 0 0,10 11 256 15,0 2-256-15,4 1 0 0,-3 1-256 0,2 0 256 0,0 3 0 0,-1-2-256 16,0-1 256-16,-1 1 0 0,1-1-256 0,-2 0 256 0,-1-1 0 16,0-1-16-16,0 0 16 0,-2-1 0 0,1-2 256 15,-2 0-256-15,2-2 0 16,-2-1 110-16,0-2-110 0,-2-1 0 0,2-1-256 0,-1 0 256 0,0 0 0 0,-3-1-862 15,-2-2 862-15,-2-2 0 0</inkml:trace>
  <inkml:trace contextRef="#ctx0" brushRef="#br0" timeOffset="101940.039">12649 9953 1024 0,'0'0'0'0,"0"0"0"0,0 0 0 0,0 0 0 0,0 0 256 16,0 0-256-16,0 0 0 0,4 3 256 0,2-1-256 0,2 2 0 0,-1-1 256 16,0-1-256-16,1 0 0 0,0 3 256 15,2 1-256-15,0 2 0 0,-10-8 0 0,9 9 256 16,2 1-256-16,1 2 0 0,-2 2-23 0,0 2 23 0,-2 2 0 16,-1-1-131-16,-1 2 131 0,0 2 0 15,0-1 39-15,-2 3-39 0,1 0 0 0,-3-1 52 16,-2 2-52-16,-2 0 0 0,0-1-93 0,-1 1 93 0,-1 1 0 15,0 0-252-15,-3-2 252 0,-2 1 0 0,2-2-256 0,2 0 256 0,-1-2 0 0,-1-2-235 0,3-1 235 16,-1-2 0-16,2-1-93 0,1-3 93 0,1-1 0 0,0-1 62 16,1 0-62-16,1-2 0 0,-1-4-350 0,0-3 350 0,0-3 0 0</inkml:trace>
  <inkml:trace contextRef="#ctx0" brushRef="#br0" timeOffset="102367.151">13458 10067 1024 0,'0'0'0'0,"0"0"0"0,0 0 0 0,0 0 0 0,0 0 256 0,0 0-256 0,0 0 0 0,0 0 256 15,0 0-256-15,0 0 0 0,-1 5 256 0,0 4-256 0,-1 2 0 0,1-4 256 0,-1 2-256 0,-1 0 0 16,1 0-256 0,-1 2 256-16,-2 1 0 0,2-1-256 15,0 0 256-15,0 1 0 0,-1 1 41 0,-1-1-41 0,-1 2 0 0,1-1 256 16,1-1-256-16,0 1 0 0,-1-1 256 0,-1 1-256 0,-1-1 0 15,0 0 256-15,3 0-256 0,-1-1 0 0,1 0 256 16,-2 1-256-16,0 0 0 16,-1-1-256-16,3 1 256 0,-1-1 0 0,0-1-256 0,2-2 256 0,-1 0 0 15,0-1-256-15,2-1 256 0,-2 0 0 0,1-2-256 16,0-1 256 0,0-1 0-16,0-2-42 0,2-1 42 0,-1-2 0 0,0 1 138 0,2-3-138 0,-1 0 0 0,0 3-649 0,2 3 649 0,-1 0 0 0</inkml:trace>
  <inkml:trace contextRef="#ctx0" brushRef="#br0" timeOffset="102765.741">13373 10073 1024 0,'0'0'0'16,"0"0"0"-16,0 0 0 0,0 0 0 0,0 0 0 0,0 0 0 0,0 0 0 0,0 0 0 0,0 0 0 0,0 0 0 0,0 0 251 0,0 0-251 0,0 0 0 0,7-6 216 31,2-2-216-31,3-3 0 0,-7 6 256 0,-4 4-256 0,-1 0 0 0,3-1 113 0,0 0-113 0,1 0 0 0,-1 0 23 15,-2 1-23-15,1 1 0 0,0-1-86 0,1 0 86 0,1 0 0 16,-1 0-98 0,-2 1 98-16,1 1 0 0,1 0-3 0,0 1 3 15,1 1 0-15,-1-1 216 0,-1 0-216 0,0 0 0 0,1 1 256 16,0 2-256-16,3 0 0 0,-1-1 256 0,0 2-256 0,1-1 0 16,-2 1 256-16,2 2-256 0,0 1 0 0,1-1 256 15,-3 2-256-15,1 0 0 0,0 0-132 16,1 0 132-16,2 2 0 0,-2-2-147 0,0 2 147 15,0 0 0-15,0 1 76 0,2 0-76 0,0 3 0 16,-1-2 256-16,0-1-256 0,1 0 0 0,-1 0 256 0,1 0-256 0,1-1 0 0,-1 0 256 16,-2 0-256-16,-1 0 0 0,0-1-130 15,2-1 130-15,1 0 0 0,-2-1-256 0,-1 0 256 0,-1-1 0 0,1 0-256 16,-2 0 256-16,2 0 0 0,-1-1-256 0,-2-1 256 16,1 0 0-16,-1-1-256 0,-1-1 256 0,-1-1 0 0,0 0-256 15,-1 0 256-15,-1-2 0 0,1 0-1067 16,2-1 1067-16,-1-1 0 0</inkml:trace>
  <inkml:trace contextRef="#ctx0" brushRef="#br0" timeOffset="105666.048">14403 10012 1024 0,'0'0'0'0,"0"0"0"16,0 0 0-16,0 0 0 0,0 0 256 0,0 0-256 0,0 0 0 0,0 0 256 15,0 0-256-15,0 0 0 0,0 0 256 0,0 0-256 0,0 0 0 0,0 0 256 16,0 0-256-16,0 0 0 0,6 1 256 0,4 0-256 0,5 1 0 0,-9-2 256 16,-4-1-256-16,-1-2 0 0,2 2 175 15,-2 1-175-15,1-1 0 0,-1-1-256 0,2 0 256 0,1-1 0 0,-3 1-256 16,-1-2 256-16,-1 0 0 0,1 1 256 15,0 0-256-15,0 1 0 0,-3-1 256 0,0 0-256 0,-1-1 0 0,2 2 256 16,-2-2-256-16,0 0 0 0,0 2 256 0,0 0-256 0,-4 0 0 16,3 0 256-16,-1 0-256 0,-1 0 0 0,0 2 256 15,-2 1-256-15,-1 1 0 0,0 0-255 0,-2 1 255 0,0 1 0 0,0 2 53 16,1-1-53-16,0 4 0 0,-1-1 256 0,0 0-256 0,-3 3 0 0,3 0 256 16,1 1-256-16,0 0 0 0,0 1 26 15,2-1-26-15,-2 2 0 0,1 0 0 16,1 0 0-16,-1 1 0 0,2 0 0 0,1-2 0 0,0 1 0 0,1 0 0 15,1 0 0-15,3-1 0 0,0 0 0 16,2-1 0-16,2 1 0 0,0-1 0 0,3 2 0 0,1 1 0 0,-1-3 0 16,2-2 0-16,3-1 0 0,0 1 0 15,0 0 0-15,1-1 0 0,1-2 0 0,0-1 0 0,3-1 0 0,-2 1 0 16,-2-1 0-16,2 0 0 0,-1-2 0 0,1-1 0 0,-1 0 0 16,-1-1 0-16,0-2 0 0,-2 1 0 0,1-1 0 15,0 0 0-15,-1 0 0 0,-1-2 0 0,0 0 0 16,-1-1 0-16,0 1 0 0,-1-1 0 0,-1-2 0 0,1 2 0 0,-2-1 0 0,-1-1 0 0,1 1 0 15,-2 0 0-15,1-1 0 0,0 0 0 16,0 0 0-16,0-2 0 0,1 2 0 0,-1-1 0 0,0-1 0 0,-1 1 0 16,-1 0 0-16,-1 2 0 0,1-2 0 0,1 1 0 15,1 0 0-15,-1-1 0 16,0 1 0-16,0 0 0 0,0 0 0 0,-2 1 0 0,1 0 0 0,0 1 0 0,1-1 0 0,3 1 0 16,-2 2 0-1,-2 0 0-15,1 1 0 0,0-1 0 0,0 0 0 0,0-1 0 0,0 1 0 0,0 2 0 0,0 2 0 0,0-1 0 16,-2 1 0-16,1 2 0 0,0-2 0 0,1 1 0 0,1 1 0 0,0-1 0 15,-1 3 0-15,0 0 0 0,0 0 0 16,0 2 0-16,0 1 0 0,0-1 0 0,-2 1 0 0,1 2 0 0,0-2 0 16,0 2 0-1,0 1 0-15,0-1 0 0,-2-2 0 0,1 2 0 0,0-1 0 16,0 0 0-16,0-2 0 0,0 1-18 0,-2-1 18 0,1 0 0 0,0-1-256 0,2-1 256 16,-1-2 0-16,1 0-256 0,1-1 256 0,1-1 0 15,-1-1-256-15,0-3 256 0,0 0 0 0,2 0-205 16,1-2 205-16,2 1 0 0,-5 2-2080 0,-2 1 2080 0,-2 1 0 0</inkml:trace>
  <inkml:trace contextRef="#ctx0" brushRef="#br0" timeOffset="106927.665">14663 10174 1024 0,'0'0'0'0,"0"0"0"0,0 0 0 0,0 0 0 0,0 0 256 15,0 0-256-15,0 0 0 0,0 0 256 0,0 0-256 16,0 0 0-16,0 0 256 0,0 0-256 0,0 0 0 0,0 8 256 15,0 5-256-15,0 4 0 0,0-10 256 0,0-3-256 16,0-3 0-16,0 4 256 0,0 2-256 0,0 0 0 16,0 0-115-16,-2 0 115 0,1 1 0 0,1 0-256 0,1-1 256 0,1 0 0 0,-1 0 237 15,0 2-237-15,0 0 0 0,0 0 256 0,1-1-256 16,2 1 0-16,-2-1 256 0,1-1-256 0,1 0 0 0,-1-1 256 16,1-1-256-16,1-1 0 0,0 1 256 0,2 0-256 15,0 2 0-15,-1-5-256 0,1 1 256 0,2-2 0 0,-2 0-256 0,1 0 256 16,1 0 0-16,0-2-235 0,-1-2 235 0,0 0 0 0,0 1 256 15,0-3-256-15,-1 0 0 0,-1 0 256 0,-1-1-256 0,-1-2 0 16,2 2 256-16,-3-1-256 0,1-2 0 0,-2 1 84 16,-1 0-84-16,-1-2 0 0,0 2-227 0,-1-2 227 0,-1 0 0 0,1 1 38 15,-1 1-38-15,-1 0 0 0,-2 0 256 0,1 1-256 16,-3 0 0-16,1 0 256 0,-1 1-256 0,-2 0 0 0,1 2 179 16,-1 1-179-16,-3 1 0 0,3 1-256 15,-1 1 256-15,-2 1 0 0,2 0-256 0,2 1 256 0,-1 1 0 0,0-1-256 0,2 1 256 0,1 1 0 16,1-2-256-16,1 2 256 0,0 0 0 0,2-2-256 15,1 1 256-15,1-2 0 0,2 1-256 16,3 0 256-16,1 1 0 0,0-2-168 0,0-2 168 0,3 1 0 0,1-3 256 16,-1 0-256-16,3-1 0 0,-1 2 94 0,0-1-94 0,2-1 0 0,-1 0-256 15,1 0 256-15,3-1 0 0,-3 0-256 0,2 2 256 16,0-1 0-16,0-1-256 0,-2 0 256 0,1-2 0 0,-2 3-256 16,-1 1 256-16,1 1 0 0,-2-1 93 15,-1 0-93-15,0 0 0 0,-2 0 256 0,-1 2-256 0,-1 1 0 0,2-1 256 16,-3 0-256-16,1 0 0 0,-1 1 256 0,-1 0-256 0,-1 0 0 0,1 1 256 15,-2-1-256-15,1 2 0 0,-1 0 256 0,-1 2-256 0,-1-1 0 16,1 2 256-16,-2 0-256 0,1 2 0 0,0-1-177 16,0-1 177-16,0 3 0 0,0-2-256 15,-1 1 256-15,-1 1 0 0,1 0-256 0,0 0 256 0,0 2 0 0,1-2-82 16,1-1 82-16,1 0 0 0,-1 0 256 0,2 1-256 0,-1-1 0 0,1 0 207 16,1 1-207-16,1-1 0 15,0 0 256-15,1-3-256 16,2 1 0-16,-2-1 183 0,1-1-183 0,1-1 0 0,-1 1 197 0,2-1-197 0,0 0 0 0,-1-3 24 15,1-1-24-15,3-2 0 0,-3 2-2 0,0-1 2 0,2-1 0 0,-3-1 100 16,-1-1-100-16,-1-2 0 0,0 1 57 16,0 0-57-16,-2-1 0 0,-1 1-38 0,-1-1 38 15,-1-2 0-15,0 2-25 0,-1 1 25 0,-1 0 0 0,-1 0 165 0,-2-1-165 0,0 1 0 0,0 0 178 16,-1 1-178-16,-1 0 0 0,0 0 0 0,0 1 0 16,-1 0 0-16,1 1 0 0,-2 1 0 0,-1 0 0 0,2 1-256 15,1 0 256-15,-1 0 0 0,1 0-256 0,1 1 256 0,1 0 0 0,0 0-256 16,0 1 256-16,2-1 0 0,1-1-256 15,1 0 256-15,1-1 0 0,1 1-256 0,1-1 256 0,1-1 0 0,3 0-184 16,1-1 184-16,2-2 0 0,-1 2 207 0,3 0-207 0,2-1 0 16,0-1 30-1,0-2-30-15,3-3 0 0,-3 3-217 0,1-1 217 0,2 0 0 0,-2 1-251 0,2-1 251 0,1-2 0 0,-1 3-97 16,1 0 97-16,0 1 0 0,0 0 104 16,-3-2-104-16,2 1 0 0,-1 1 177 0,0 2-177 0,0 0 0 0,-2 2 256 15,-2 1-256-15,-1 1 0 0,-1 0 256 0,0-1-256 0,-2 2 0 16,1 0 256-1,-2-1-256-15,2 2 0 0,-2-1 256 0,-1 1-256 0,-1 0 0 0,1 1 256 0,-2 2-256 0,2 0 0 0,-1 1 231 16,0 1-231-16,0 1 0 0,0 0 0 0,-1 1 0 0,0-1 0 0,0 3 0 31,-1 2 0-31,0 1 0 0,0-1 0 16,-2 1 0-16,1 0 0 0,-1-1 0 0,0 2 0 0,-1 0 0 16,1 0 0-16,-1 1 0 0,-2 1 0 0,2-1 0 0,2 0 0 0,-1 1 0 0,0-1 0 0,0 0 0 0,0 0 0 0,0-1 0 31,-2-2 0-31,1 0 0 0,1 0 0 0,1-1 0 0,1 0 0 0,0-2 0 15,-4 0 0-15,2-2 0 0,0 0 0 16,0 1 0-16,0-1 0 0,0-2 0 0,3-1 0 0,-2 0 0 0,0-1 0 16,-2-2 0-16,1 1 0 0,0-1 0 15,2-1 0-15,-1-1 0 0,-1 0 0 0,-1 1 0 0,-1-2 0 0,1 0 0 16,2-2 0-16,-1-1 0 0,-1 2 0 16,-2 0 0-16,0 0 0 0,1 0 0 0,-1-2 0 0,-1 0 0 0,1 1 0 15,0 1 0-15,0 1 0 0,-1-1 0 16,-2 0 0-16,0-1 0 0,1 2 0 0,-1 1 0 0,-1 1 0 0,0-1 0 15,0 3 0-15,-1 0 0 0,1 0 0 0,-2 1 0 0,0 1 0 16,1 0 0-16,1 1 0 0,-1 2 0 0,0-2 0 0,2 0 0 0,-1 0 0 16,1 1 0-16,0 0 0 0,2 1 0 0,-1 0 0 15,1-1 0-15,0 0 0 0,1 1 0 0,1 0 0 0,1 1 0 0,0-2 0 16,1 1 0-16,1-2 0 0,3 1 0 0,1-1 0 16,2 0 0-16,0 0 0 0,2 0 0 0,0 1 0 0,1-4 0 15,1 1 0-15,2-2 0 0,-1 0 0 16,2-2 0-16,1 1 0 0,1-3 0 0,0-1 0 15,2-2 0-15,-12 5-3071 0,-6 2 3071 0,-6 2 0 0</inkml:trace>
  <inkml:trace contextRef="#ctx0" brushRef="#br0" timeOffset="107177.496">15707 10145 1024 0,'0'0'0'0,"0"0"0"0,0 0 0 15,0 0 0-15,0 0 256 0,0 0-256 0,0 0 0 0,0 0 256 0,0 0-256 0,0 0 0 16,-3 8 256-16,-2 3-256 0,-2 4 0 0,3-7 256 16,0-3-256-16,2-1 0 0,-1 1 256 0,3-5-256 0,-1 8 0 0,-1 1 0 0,0-2 256 15,-1 0-256-15,-1 1 0 0,1-1 256 16,2 0-256-16,-1 1 0 0,0 0 256 16,2 2-256-16,-1 0 0 0,1 0 256 0,1-1-256 0,1 1 0 0,0-1 256 0,1-1-256 0,1 0 0 0,-1-1 256 0,1 1-256 15,1-1 0-15,2-1 255 0,-1 1-255 0,3-1 0 0,-1-2-238 16,2-1 238-16,0-1 0 0,-2 1-256 0,3-1 256 15,-1 0 0-15,0-3-256 0,1-1 256 0,2-2 0 0,-9 3-2321 16,-4 2 2321-16,-4-1 0 0</inkml:trace>
  <inkml:trace contextRef="#ctx0" brushRef="#br0" timeOffset="107566">15895 10231 1024 0,'0'0'0'0,"0"0"0"0,0 0 0 0,0 0 0 0,0 0 256 0,0 0-256 0,0 0 0 0,0 0 256 0,0 0-256 0,0 0 0 0,0 0 256 16,0 0-256 0,0 0 0-16,-1 6 256 0,-1 4-256 0,-1 2 0 0,1-5 256 0,2-1-256 0,-1 0 0 0,0-1 256 15,2 2-256-15,-1-1 0 0,0 1 256 0,0 0-256 16,0 2 0 0,0-2 256-16,0-1-256 0,0 0 0 15,1-1 256-15,1 1-256 0,1-2 0 0,0 1 256 0,1 0-256 0,2 1 0 0,-1-1 256 16,1-3-256-16,1 1 0 0,-1-2 255 0,2 0-255 15,0 0 0-15,-2-1-80 0,2-2 80 0,1 1 0 0,-2-2-30 0,-1 0 30 0,0-1 0 0,1 1 110 16,-1-1-110 0,0-2 0-16,0 1 0 0,-2-1 0 0,1-1 0 0,-1 0 0 15,0 0 0-15,-2-2 0 0,0 2 0 0,-1 0 0 0,-1-1 0 0,-1 2 0 0,-1-1 0 0,-1 2 0 0,-1-1 0 16,0-1 0-16,-1 1 0 16,0-1 0-16,-1 1 0 15,-1-1 0-15,0 3 0 0,0 1 0 0,-2 1 0 0,2-1 0 0,-2 0 0 0,0 0 0 0,2 0-255 16,0 1 255-16,1 0 0 0,0 0-194 15,1-1 194-15,1-1 0 0,0 1-175 0,1-2 175 0,1 0 0 0,1 3-2447 16,1 2 2447-16,1 2 0 16</inkml:trace>
  <inkml:trace contextRef="#ctx0" brushRef="#br0" timeOffset="108130.492">16260 9928 1024 0,'0'0'0'0,"0"0"0"0,0 0 0 0,0 0 0 0,0 0 256 16,0 0-256-16,0 0 0 0,0 0 256 0,0 0-256 0,0 0 0 16,3 9 256-16,2 4-256 0,3 5 0 0,-4-8 256 15,-1-5-256-15,-1-1 0 0,-2-4 0 0,3 8 256 16,0 0-256-16,0 1 0 0,-1 0 256 0,-1 2-256 0,-1 1 0 15,1 0 256-15,1 0-256 0,2 2 0 0,-2-2 256 0,-2 2-256 16,1 1 0-16,0-2 256 0,0 1-256 0,0 0 0 0,0 0 256 0,1 1-256 0,1 0 0 16,-1-2 256-16,-2 0-256 0,1-1 0 0,0 0 255 15,0 1-255-15,0 0 0 0,0-3-41 0,1 0 41 0,1-2 0 16,-1 1-256-16,-2-2 256 0,1-1 0 0,0 0-256 16,0 0 256-16,1-2 0 0,-1 0 112 0,0-1-112 0,0 0 0 0,0-2 256 15,1-1-256-15,1-1 0 0,-2-1 76 16,-1 0-76-16,-1-1 0 0,1 1-256 0,0-1 256 0,0-1 0 0,0-1-256 15,0-1 256-15,0-2 0 0,-1 1-256 0,-1 1 256 0,-1-1 0 0,1 1-7 16,-2-1 7-16,0-1 0 0,0 2 256 16,-1-2-256-16,-1 0 0 0,1 2 256 0,-2 0-256 0,0 2 0 0,-1-2 256 15,0 1-256-15,-4 1 0 0,3-1 32 16,0 3-32-16,-1-1 0 0,1 0-256 0,-1 1 256 0,-4 0 0 0,3 2-144 16,1 1 144-16,0 2 0 0,0-2 209 0,2 1-209 0,-2 1 0 0,2 0 256 15,1 1-256-15,1 1 0 0,1 0 19 16,0 0-19-16,2 2 0 0,-1-2 0 15,2 1 0-15,-1 1 0 0,2-1 0 0,1 0 0 0,1 1 0 0,0 0 0 0,1 0 0 16,1 1 0-16,1-1 0 0,0 1 0 0,4 0 0 0,-1-2 0 16,0 0 0-16,4 0 0 0,-3-1 0 0,1-1 0 0,1 0 0 0,1-1-185 31,1-1 185-31,4-1 0 0,-4 1-256 0,0-3 256 0,2 0 0 0,-1-2-256 0,1-1 256 0,2-1 0 16,-11 3-2374-16,-5 2 2374 0,-5 2 0 0</inkml:trace>
  <inkml:trace contextRef="#ctx0" brushRef="#br0" timeOffset="108829.179">16552 10256 1024 0,'0'0'0'0,"0"0"0"0,0 0 0 0,0 0 0 0,0 0 256 0,0 0-256 0,0 0 0 0,0 0 256 0,0 0-256 15,0 0 0-15,5-1 256 16,3 0-256-16,3 0 0 0,-4-1 256 0,-3 0-256 0,-2-1 0 0,2-1 256 0,1 1-256 0,1-3 0 0,-1 3 256 16,-1-2-256-16,0 1 0 0,0-1 256 15,1 0-256-15,1-1 0 0,-2 0-163 0,-1 0 163 16,-1-1 0-16,2 0-130 0,-3 2 130 0,1-2 0 0,-1 1 256 15,-1 1-256-15,-1 0 0 0,0 0 256 0,-1 0-256 0,-2 0 0 16,1 1 256-16,-1 0-256 0,-1 2 0 0,0 0 256 16,-1 1-256-16,-2 1 0 0,2-1 256 0,-1-2-256 0,-1 1 0 0,1 2-32 15,-1 1 32 1,1 0 0-16,0 4 212 0,0 0-212 0,-1 2 0 0,1-2 112 0,2 1-112 0,-1 1 0 0,0 1 0 0,1 2 0 0,0 1 0 16,2-1 0-1,2 0 0-15,1 1 0 0,-1 0 0 16,1 1 0-16,1 1 0 0,1-2 0 15,2 1 0-15,3-1 0 0,-3 0 0 0,1-1 0 0,2 0 0 0,0 0 0 16,3-2 0-16,1 0 0 0,-2-2-112 0,2-1 112 16,0-1 0-16,0-1-256 0,2-1 256 0,0-1 0 0,-1-2 125 15,1-2-125-15,0-2 0 0,-7 4-2828 16,-7 1 2828-16,-4 1 0 0,20-5 0 0,6-4 0 0,6-2 0 0,-10 1 0 16,-4-2 0-16,-2 0 0 0,-1 0 0 15,-2-2 0-15,-1-1 0 0,-1 1 0 0,-2-1 0 0,-1 0 0 0,0 2 256 16,-2 2-256-16,-2 0 0 0,1 0 256 15,-1 2-256-15,-1 1 0 0,1 0 256 0,0 1-256 0,0 0 0 0,0 0 256 16,2 1-256-16,-1 0 0 0,0 1 256 0,2 1-256 0,-1 0 0 16,1 2 256-16,1 0-256 0,1 1 0 0,-1 0 256 15,2 1-256-15,0 0 0 0,-1 3 256 0,1 0-256 0,1 1 0 0,-1 1-256 16,1 2 256-16,-1 0 0 0,0 0-256 16,0 2 256-16,0 1 0 0,-1-1-201 0,1 1 201 0,-3 2 0 0,1-2 256 15,-1 1-256-15,-1 0 0 0,1-1 256 0,-2 0-256 0,1-1 0 16,-1-1 256-16,-1-1-256 0,-1 0 0 0,1 0 121 15,0-2-121-15,0-1 0 0,0 1 33 0,0-1-33 0,0 0 0 0,0-1 149 16,0-1-149-16,-1-1 0 0,2 0 256 16,-2 1-256-16,0-1 0 0,0-1 256 0,2-2-256 0,-1 1 0 0,0-1 153 15,0 0-153-15,0-1 0 0,0 0 0 0,2-1 0 0,-1-1 0 16,0-1 0-16,2-3 0 0,-1-1 0 0,0 1 0 16,0 0 0-16,0-1 0 0,2 0-46 0,1 0 46 0,0-2 0 15,-1 1-17-15,1 0 17 0,1-1 0 0,-1 0 26 16,1-1-26-16,2 0 0 0,-2 0-26 0,1 1 26 0,1 0 0 0,-2 0-256 15,3 0 256-15,-1 1 0 0,-1-1-256 16,1 0 256-16,2-2 0 0,-2 2-256 0,-2 0 256 0,1 1 0 0,-4 7-2240 16,-2 3 2240-16,-2 3 0 0</inkml:trace>
  <inkml:trace contextRef="#ctx0" brushRef="#br0" timeOffset="109162.871">17368 9873 1024 0,'0'0'0'0,"0"0"0"0,0 0 0 0,0 0 0 0,0 0 256 0,0 0-256 0,0 0 0 0,0 0 256 16,0 0-256-16,0 0 0 0,0 0 256 0,0 0-256 15,0 0 0-15,-5 7 256 0,-2 3-256 0,-4 4 0 0,4-7 256 16,1-1-256-16,0-2 0 0,6-4 0 0,-7 5 256 15,0 3-256-15,-1 1 0 16,1 0 256-16,0 1-256 0,-1 3 0 0,1-2 256 0,0-1-256 0,0 0 0 0,0 1 256 0,2 2-256 0,1 1 0 0,-1-1 256 16,2 1-256-16,-1 0 0 0,2 0 256 15,1 1-256-15,0 0 0 0,1 0 255 0,2 1-255 0,2 0 0 0,-1 1 0 16,1-1 0-16,1 2 0 0,0-1 0 0,3-1 0 0,2 1 0 0,-2-1 0 16,0 0 0-1,4 0 0-15,-1-3-208 0,1 0 208 0,2-2 0 0,-1-2-256 0,2-1 256 0,1-2 0 0,-1-1 111 16,1-1-111-16,1-1 0 0,-2-1 136 15,2-4-136-15,1-1 0 0,-12 2-2854 0,-6 1 2854 16,-6 1 0-16</inkml:trace>
  <inkml:trace contextRef="#ctx0" brushRef="#br0" timeOffset="109654.735">17653 9961 1024 0,'0'0'0'0,"0"0"0"0,0 0 0 16,0 0 0-16,0 0 256 16,0 0-256-16,0 0 0 0,0 0 256 0,0 0-256 0,0 0 0 0,-5 4 256 15,-2 3-256-15,-3 2 0 0,3-4 256 0,3 1-256 0,2-1 0 0,-2 0 256 0,0 1-256 0,0 1 0 0,-1 0 256 16,-2 0-256-16,0 1 0 0,0 1 256 16,-1 1-256-16,-3 0 0 0,3-1 256 0,-1 1-256 15,-2-1 0-15,2 1 256 0,-1-1-256 0,-3 1 0 16,3 0 256-16,-1 0-256 0,-2 1 0 15,2-1 256-15,2 0-256 0,-2-1 0 0,1-1 210 0,0-1-210 0,-1 0 0 0,3-2-256 16,1-1 256-16,0-1 0 0,0-1-256 16,3 0 256-16,2-2 0 0,-1-2-243 0,1 1 243 0,1-3 0 0,0 0 256 15,1-1-256-15,1-2 0 0,0 0 256 16,1-1-256-16,1-1 0 0,0-1 235 0,1 0-235 0,3-2 0 0,-2 1-256 16,-2-1 256-16,1 0 0 0,0 1-256 15,0 0 256-15,0 1 0 0,1 1-256 0,-1 0 256 0,0 2 0 0,0 0-50 16,-2 0 50-16,1 2 0 0,0 1 256 15,-2 1-256-15,1 0 0 0,0 1 256 0,-2 0-256 0,1 0 0 0,0 1 256 16,1-1-256-16,2 2 0 0,-2 1 103 0,1 1-103 0,1 1 0 16,-1 0 0-16,0 0 0 0,0 1 0 0,0 1 0 15,1 2 0-15,2 3 0 0,-2-2 0 0,0 1 0 0,0 2 0 0,0 0 0 16,1 0 0-16,2 3 0 0,-2-3-103 0,0 2 103 0,0 0 0 0,0 0 103 16,0-1-103-16,1 1 0 0,-1-2 0 15,1 2 0-15,2 0 0 0,-2-3 0 0,3-3 0 0,-1-1 0 0,0 1-108 16,-2-2 108-16,2-1 0 0,-5-2-2963 15,-4-2 2963-15,-1-2 0 0</inkml:trace>
  <inkml:trace contextRef="#ctx0" brushRef="#br0" timeOffset="109925.151">17722 9766 1024 0,'0'0'0'16,"0"0"0"-16,0 0 0 0,0 0 0 0,0 0 256 0,0 0-256 0,0 0 0 0,4 4 256 0,2 2-256 0,2 3 0 16,-2-5 256-16,2-1-256 0,0-1 0 15,0 3 256-15,2 1-256 0,2 2 0 0,-2 0 256 16,2 2-256-16,0 1 0 0,-1 1 256 0,2 3-256 0,0 2 0 16,0-2 256-16,-3 1-256 0,1 0 0 0,0 4 256 0,-2 2-256 0,-1 3 0 0,-1-1 256 15,-1 2-256-15,-3 2 0 0,0 0 256 16,-2 0-256-16,-2 2 0 0,-2-1 256 0,-2 1-256 0,-3 2 0 0,0-2 255 15,-1-1-255-15,-5 0 0 0,1-1 0 0,-3-2 0 0,-2-1 0 16,2-2 0-16,0-1 0 0,-2-3 0 0,12-12-3071 16,6-7 3071-16,6-7 0 0</inkml:trace>
  <inkml:trace contextRef="#ctx0" brushRef="#br0" timeOffset="132932.587">11752 12318 1024 0,'0'0'0'0,"0"0"256"0,0 0-256 0,0 0 0 0,0 0 256 0,0 0-256 0,0 0 0 0,0 0 256 0,0 0-256 0,0 0 0 0,4 3 256 16,4 1-256-16,1 2 0 0,-2-4 256 15,-2-2-256-15,-1-2 0 0,2 3-118 16,1-1 118-16,2 2 0 0,-1-1-256 16,1-1 256-16,2-1 0 0,-2 1-256 0,1 0 256 0,3 0 0 0,-3-1-129 0,1 1 129 0,2-2 0 0,-3 1 256 15,2-1-256-15,1-1 0 0,-2 0 256 0,0 0-256 0,-2-1 0 0,0 0 256 16,2 1-256-16,1 0 0 0,-8 2-1289 15,-5 1 1289-15,-2 1 0 0</inkml:trace>
  <inkml:trace contextRef="#ctx0" brushRef="#br0" timeOffset="133265.813">12436 12018 1024 0,'0'0'0'0,"0"0"0"16,0 0 0-16,0 0 0 0,0 0 256 0,0 0-256 0,0 0 0 0,0 8 256 0,0 3-256 15,0 5 0-15,0-9 256 0,0-2-256 16,0-2 0-16,0 3 256 0,0 2-256 0,0 0 0 0,0 2 256 16,2 0-256-16,-1 2 0 0,0-1-98 15,-2 2 98-15,1 1 0 0,0-1-243 0,0 0 243 0,0 2 0 16,-1-2-103-16,-1 1 103 0,-1 0 0 0,1-1 58 0,0 0-58 16,0-1 0-16,0 0 80 0,-1-1-80 0,1-2 0 0,0-1 79 15,0-2-79-15,0-1 0 0,0 0-12 0,0-1 12 0,0-1 0 0,1-1-1041 0,1-3 1041 16,1 0 0-16</inkml:trace>
  <inkml:trace contextRef="#ctx0" brushRef="#br0" timeOffset="133608.367">12377 12002 1024 0,'0'0'0'0,"0"0"0"0,0 0 0 0,0 0 0 0,0 0 256 0,0 0-256 0,0 0 0 0,2-4 256 16,2-3-256-16,2-1 0 0,-1 3 256 0,0 1-256 0,1 1 0 15,-1-2 256-15,0 1-256 0,0 0 0 16,2 1 256-16,0-2-256 16,1 0 0-16,0 0-176 0,2 1 176 0,0 1 0 15,-1 1-256-15,2 1 256 0,1 1 0 16,-1-1-256-16,-1 0 256 0,0-1 0 0,0 4-256 16,2-1 256-16,0 3 0 0,0-1 256 0,-2 1-256 0,0 1 0 0,1 0 256 15,-1 0-256-15,1 1 0 0,0 1 256 0,-2 0-256 0,-1 1 0 0,1 1 256 0,-1 2-256 0,0 1 0 16,0-1-58-16,-2 2 58 0,2 1 0 0,-2-2-256 0,-1 2 256 0,-1 1 0 15,0-1-256-15,-1 0 256 0,-1 2 0 0,2 0-74 16,-3 1 74-16,1 1 0 0,-1-2 256 0,-1 1-256 0,-1 0 0 0,0-1 159 0,-1 1-159 16,-2 1 0-16,2-4-91 0,0 0 91 0,0-2 0 0,0 0-256 15,-1-1 256-15,-1-2 0 0,1-1-256 16,-1-2 256-16,-1-1 0 0,3-3-528 0,2-2 528 0,2-2 0 0</inkml:trace>
  <inkml:trace contextRef="#ctx0" brushRef="#br0" timeOffset="133789.912">12473 12195 1024 0,'0'0'0'0,"-1"3"0"0,0 0 0 0,0 0 0 0,0 0 256 0,2 0-256 16,-1 1 0-16,0-2 256 0,2 1-256 0,-1 1 0 0,1-1 256 0,1-1-256 16,1-1 0-16,2 0 256 15,-1-1-256-15,3-1 0 0,-1 2 164 16,3 0-164-16,2 1 0 0,-12-2 0 0,10 0-256 0,1-1 256 0,2-2 0 0,-2 2-256 15,2-2 256-15,1-2 0 0,0 1-256 0,-3-1 256 0,2-2 0 0,-9 6-420 16,-4 1 420-16,-4 1 0 0</inkml:trace>
  <inkml:trace contextRef="#ctx0" brushRef="#br0" timeOffset="134099.533">12835 11885 1024 0,'0'0'0'0,"0"0"0"0,0 0 0 0,0 0 0 0,0 0 256 0,0 0-256 0,0 0 0 0,-1 9 256 15,-1 5-256-15,-1 4 0 0,3-11 256 16,1-3-256-16,1-2 0 0,-2-2 0 0,1 6 256 0,0 1-256 0,0 2 0 16,0-1 256-16,1 2-256 0,1 1 0 0,-1 0 73 15,0 2-73-15,0 1 0 0,0-1-256 0,-2 1 256 0,1 2 0 16,0 0-256-16,0 1 256 0,0 1 0 0,1 0-41 0,-1 2 41 0,0 2 0 0,0-4 256 15,-2-1-256-15,1-1 0 0,0 1 256 0,0-1-256 0,0 1 0 0,0-1 124 16,0-1-124-16,0-2 0 0,0 0-256 16,-2-2 256-16,0 0 0 0,1-2-256 0,2-2 256 0,-1-1 0 0,0-1-256 15,3-3 256-15,-2 1 0 0,0-2-668 0,-2-1 668 0,1-1 0 0</inkml:trace>
  <inkml:trace contextRef="#ctx0" brushRef="#br0" timeOffset="134393.898">12982 11901 1024 0,'0'0'0'0,"0"0"0"0,0 0 0 0,0 0 0 0,0 0 256 16,0 0-256-16,0 0 0 0,0 0 256 0,0 0-256 0,0 0 0 0,0 0 256 0,0 0-256 15,0 0 0-15,0 3 256 0,2 3-256 16,-1 1 0-16,0-2 256 0,1 2-256 0,1 0 0 0,-1 1-256 0,0 3 256 15,0 2 0-15,0-2-256 0,-2 1 256 0,1 2 0 0,0-1 36 16,0 1-36-16,0 0 0 0,0 1 256 0,1 0-256 0,2 3 0 0,-2-2 256 16,-2 2-256-16,1 1 0 0,0-1 256 15,-2-1-256-15,1-1 0 0,0 1 256 0,0-1-256 16,0 1 0-16,0-1-256 0,0 0 256 0,0 0 0 0,0-3-256 16,0-1 256-16,0-3 0 0,0 1-256 0,0-2 256 0,0-1 0 0,0-4-1060 15,0-3 1060-15,0-3 0 0</inkml:trace>
  <inkml:trace contextRef="#ctx0" brushRef="#br0" timeOffset="134696.666">13516 11891 1024 0,'0'0'0'0,"1"3"256"0,1 1-256 0,1 2 0 0,-1-1 256 0,0 1-256 15,0 2 0-15,0 0 256 0,2 1-256 16,0 2 0-16,0 2 256 0,-4-13-256 0,5 15 0 16,1 2 0-16,-1 1 256 0,-2 2-256 0,2 2 0 0,-1-2 256 0,1 1-256 0,1 1 0 15,-2-1-191-15,-1 3 191 0,-1 0 0 0,0-1 40 0,0 0-40 0,-2 1 0 0,1-2 116 16,-2-1-116-1,1-1 0-15,0-1 149 0,0-1-149 0,0-1 0 0,0-3-107 0,0-3 107 0,0-1 0 0,0-1-245 16,0 0 245-16,0-2 0 0,0-5-1298 16,0-2 1298-16,0-2 0 15</inkml:trace>
  <inkml:trace contextRef="#ctx0" brushRef="#br0" timeOffset="135061.161">13563 12242 1024 0,'0'0'0'0,"0"0"256"0,0 0-256 0,0 0 0 0,0 0 256 0,0 0-256 0,0 0 0 0,2-4 256 16,1-2-256-16,1-3 0 0,0 4 256 16,1 1-256-16,1 0 0 0,-1-1 256 0,2 1-256 0,0-3 0 0,0 3 22 15,1 0-22-15,2 0 0 0,-2 1-256 0,1-1 256 0,3 2 0 0,-3 1-256 32,1 1 256-32,2 1 0 0,-2 0 256 0,1 1-256 0,3 1 0 15,-3 1 256-15,0 0-256 0,-2 3 0 0,1 0 256 16,0 2-256-16,1 0 0 0,-2 1 256 0,0 0-256 0,-1 2 0 15,-1 0-197-15,-2 1 197 0,-2 1 0 0,1-1-256 16,-1 0 256-16,-1 1 0 0,-1-1-256 0,-1 0 256 0,-1-1 0 0,0 0-106 16,-1-1 106-16,-1 1 0 0,0-2 256 0,-2-1-256 0,-3 0 0 0,0 0 256 15,0-1-256-15,-1 1 0 0,1-2 256 16,-2-1-256-16,0-1 0 0,0-1 256 0,-2-1-256 0,0 0 0 0,2-2-256 16,-3 1 256-16,0-1 0 0,1-2-256 15,0-2 256-15,-1 0 0 0,2-1-256 0,3 1 256 0,2-3 0 0,-3 1-256 16,3-1 256-16,-1-2 0 0,2 2 256 0,2-1-256 0,2-2 0 15,0-1 256-15,2-1-256 0,2-3 0 0,-2 10-1511 16,-2 4 1511-16,1 4 0 0</inkml:trace>
  <inkml:trace contextRef="#ctx0" brushRef="#br0" timeOffset="135425.018">13989 12144 1024 0,'0'0'0'15,"0"0"256"-15,0 0-256 0,0 0 0 0,0 0 256 0,0 0-256 16,0 0 0-16,5 1 256 0,3 1-256 0,1 1 0 0,-2-1 256 0,-2 0-256 16,2 1 0-16,-1 0 256 0,0 1-256 0,0 1 0 0,-6-5 0 0,6 6 256 0,2 2-256 15,0 0 0-15,-2 2-256 0,0 0 256 0,-1 2 0 0,0-1-256 16,-1 2 256-16,-1 1 0 0,-1-2-256 0,-1 2 256 0,-1 1 0 0,1-2 256 16,0 0-256-16,0-1 0 0,0 0 256 15,-2 1-256-15,1 0 0 0,-2-1 256 16,0-2-256-16,-1 0 0 0,1-1 256 0,1-1-256 0,1-1 0 0,-1-1-256 0,-1 0 256 0,-1-2 0 15,1 1-256-15,-1-1 256 0,1-1 0 0,0 0-256 16,2 0 256-16,-1-2 0 0,0 1 256 0,0-2-256 0,0-2 0 0,0 0 256 16,0-1-256-16,0-1 0 0,0-1 256 15,0-1-256-15,0-2 0 0,0 0 256 0,2-2-256 0,-1-1 0 0,0 2 53 16,2-1-53-16,-1-2 0 0,0 0-256 16,1 0 256-16,1-2 0 0,0 1-256 0,2 1 256 15,1-1 0-15,-1 0-33 0,0 0 33 0,3-2 0 0,-1 2 256 16,0 0-256-16,1 1 0 0,-1 0 51 0,1 1-51 0,-1-1 0 0,0 1-256 15,1 0 256-15,3-1 0 0,-3 1-256 0,2 0 256 16,1 1 0-16,-7 7-1351 16,-4 3 1351-16,-4 3 0 0</inkml:trace>
  <inkml:trace contextRef="#ctx0" brushRef="#br0" timeOffset="135757.419">14312 12068 1024 0,'0'0'0'16,"0"0"0"-16,0 0 0 0,0 0 0 0,-2 7 256 0,-2 3-256 0,-3 2 0 15,4-6 256-15,1-2-256 0,1-2 0 0,-1 3 256 0,2 0-256 0,-1 1 0 0,0 1 256 16,-1 0-256-16,-1 1 0 0,1-1 256 0,2 1-256 0,-1 2 0 15,0-1 256-15,-1 0-256 0,-1 1 0 0,1 0-138 16,2 1 138-16,-1 0 0 0,-1 0-256 16,4-1 256-16,-2 1 0 0,0 0-256 0,2-1 256 0,-1 1 0 0,2-2-109 0,1-1 109 0,1 0 0 0,0-1 256 31,1 1-256-31,2-1 0 0,-2-1 256 0,1-1-256 0,1 0 0 0,1 0 256 0,0-1-256 0,1-1 0 0,0-1 256 16,-1-1-256-16,0-1 0 0,-1-1-220 15,3-1 220-15,0-1 0 0,-2-1-256 0,0 0 256 0,-2-3 0 0,-1 1-256 16,-1-1 256-16,-1 0 0 0,0 0-91 15,-2-1 91-15,-1-2 0 0,-1 1 256 0,-1 0-256 16,-1-1 0-16,-2 1 256 0,0-1-256 0,-1 0 0 0,-1 1 256 0,0 0-256 0,-4-1 0 16,2 1 65-1,-1 0-65-15,-3 1 0 0,3 1-256 0,-1-1 256 0,-2 1 0 0,3 1-256 16,-2 1 256-16,-1 1 0 0,2-1-256 0,1 3 256 0,1-1 0 0,0 1-256 0,2-2 256 0,1 0 0 16,0 1-256-16,1 0 256 0,1 0 0 15,1-1 221-15,4-1-221 16,1-2 0-16,-2 6-752 0,-2 1 752 0,1 1 0 0</inkml:trace>
  <inkml:trace contextRef="#ctx0" brushRef="#br0" timeOffset="136066.25">14661 11885 1024 0,'0'0'0'0,"0"0"0"0,0 0 0 0,0 0 0 0,0 0 256 31,0 0-256-31,0 0 0 0,4 4 256 16,3 4-256-16,1 2 0 0,-4-3 256 0,-1-1-256 0,-1 0 0 0,1 3 256 15,1 1-256-15,1 3 0 0,0-2 256 0,-1 2-256 16,0 1 0-16,0 0-256 0,0 2 256 0,0 1 0 0,-1 0-256 0,-1 1 256 0,-1 1 0 0,2-1-94 16,-3-1 94-16,1 1 0 0,0 0 256 15,-2 0-256-15,1 3 0 0,-1-3 256 0,-2-2-256 0,0 0 0 0,1 1 256 16,-1 0-256-16,-1 0 0 0,1-4-256 15,0-1 256-15,0-2 0 0,0-2-256 0,0 0 256 0,-1-2 0 0,3-3-930 16,1-3 930-16,1-3 0 0</inkml:trace>
  <inkml:trace contextRef="#ctx0" brushRef="#br0" timeOffset="136630.162">14560 12191 1024 0,'0'0'0'0,"0"0"0"0,0 0 0 0,0 0 0 0,2 0 256 0,2 0-256 0,2 0 0 15,-2-1 256-15,2-1-256 0,0-1 0 0,1 0 256 16,0-1-256-16,4-2 0 0,-2 2 256 0,2-1-256 0,2-1 0 0,-2-1-226 16,1-2 226-16,2-1 0 0,-2 1-256 15,2-2 256-15,0 0 0 0,0-2-256 0,-3 0 256 0,1-3 0 0,0 2-256 16,1-2 256-16,1-1 0 0,-3 1 256 0,-1-1-256 16,0 0 0-16,-2 0 256 0,-1 1-256 0,0 1 0 0,0 0 256 15,-3 2-256-15,-2 0 0 0,0 2-256 0,-2 2 256 16,-2 1 0-16,2 0-256 0,-2 1 256 0,1 0 0 0,0 1-256 15,-1 2 256-15,-2 2 0 0,3-1 252 0,-2 0-252 16,0 2 0-16,0 1 256 0,2 0-256 0,-1 2 0 0,0 1 256 0,0 0-256 0,0 1 0 0,0 2 256 16,0 1-256-1,0 2 0-15,0 2 256 0,2 1-256 0,-1 3 0 0,0-1-256 0,2 1 256 0,-1 0 0 16,0 2-256-16,2 1 256 0,-1 1 0 0,0-2-217 16,0 1 217-1,0 1 0-15,0-1 256 0,0 1-256 0,0 1 0 0,0-2 256 0,0-2-256 0,0 1 0 0,0-1 256 0,1 1-256 16,1 0 0-16,-1-2 256 0,1-1-256 15,2-2 0-15,-1-1-256 0,-2 0 256 0,-1-2 0 0,1 0-256 32,0 0 256-32,0-1 0 0,0-2-256 0,-2-2 256 0,1-2 0 0,0 1 256 0,1 1-256 15,1-1 0-15,-1-2 256 0,-2-1-256 16,1-1 0-16,1-1 256 0,1-1-256 16,2-2 0-16,-2 0-256 0,1 0 256 0,1-4 0 15,-1 2-256-15,0-1 256 0,0-2 0 0,1 3-256 16,0-2 256-16,1 0 0 0,-2 1-256 15,2-1 256-15,0 0 0 0,0 2 187 0,0-1-187 0,1 1 0 0,-1 1 256 16,0 1-256-16,1 1 0 0,-1 1 256 0,0-1-256 0,0 1 0 0,0 1 256 0,1 1-256 0,-1 1 0 16,0 1 256-16,1 1-256 0,2 1 0 15,-3 1-256-15,-1 1 256 0,-1 2 0 0,0-1-256 0,2 0 256 0,1 1 0 0,-4 2-256 0,0-1 256 0,-2 3 0 0,1-1-256 0,-1 1 256 0,-1 0 0 16,1 0 170-16,-2-1-170 16,1 1 0-16,-1-3 76 0,0-1-76 0,-1 0 0 0,1-1-256 0,1-1 256 15,1 0 0-15,-1-4-754 0,0-1 754 0,0-1 0 0</inkml:trace>
  <inkml:trace contextRef="#ctx0" brushRef="#br0" timeOffset="137339.273">15329 12241 1024 0,'0'0'0'0,"0"0"0"0,0 0 0 0,0 0 0 0,3 1 256 0,2 0-256 0,2 0 0 15,-1-1 145-15,-3-1-145 16,1-1 0-16,0 1-105 0,1-1 105 0,2-1 0 0,0 0-256 15,-3-1 256-15,1-1 0 0,-5 5 0 0,5-5-40 0,0 0 40 0,0-1 0 0,0 0 0 16,-1-2 0-16,0 0 0 0,-1 1 0 0,-1 1 0 0,-1 0 0 16,1 0 0-1,-2-2 0-15,1 0 0 0,-2 1 0 0,-1 2 0 0,-1 1 0 0,1-1 213 0,-1 1-213 0,-1 0 0 16,-2 1 256-16,1-1-256 0,-3 2 0 16,2 0-132-16,-2 2 132 0,0-1 0 0,1 2-256 0,0 1 256 15,-1 1 0-15,2-1 31 0,-2 1-31 0,0 1 0 0,1 1 256 0,0 1-256 0,2 2 0 0,1-1 256 31,1 2-256-31,0 1 0 0,1 0 256 0,1 1-256 0,1 2 0 16,-1-2 256-16,2 1-256 0,-1 0 0 0,3 0-11 0,2 2 11 0,0 1 0 0,1-3-256 0,2-1 256 0,0-2 0 16,-1 1-256-1,1-1 256-15,2 0 0 0,-1-2-256 16,1 0 256-16,3-2 0 0,-3-2-256 0,1 0 256 0,2-3 0 0,-2-1-4 0,1-2 4 16,-1-2 0-16,-1-1 175 0,0-2-175 15,-2-4 0-15,1 3-118 0,0-1 118 0,1-2 0 0,-3 1-154 0,-2-2 154 0,-1-1 0 0,0 2 0 16,0-1 0-16,-1 0 0 0,-1 1 0 15,-1 1 0-15,-1 0 0 0,1 0 0 0,-2 2 0 0,1 0 0 0,0 0 111 16,0 2-111-16,0 0 0 0,0 1 256 16,0 0-256-16,0 0 0 0,0 0 256 0,0 1-256 0,0 0 0 0,1 0 256 15,1 1-256-15,1 1 0 0,-1 0 256 0,0 1-256 0,0 1 0 16,1-1-117-16,1 1 117 0,2 0 0 0,-2 2-256 16,1 1 256-16,1 1 0 0,-1 0-256 0,0 2 256 0,1 0 0 15,-1 1-256-15,0 2 256 0,0 0 0 0,0 2 9 16,-2 0-9-16,1 2 0 0,1-1 256 0,-3 0-256 0,1 2 0 15,-1-2 256-15,-1 0-256 0,-1 1 0 0,1-1-256 0,-2 1 256 0,1 0 0 0,0-1-256 16,0-2 256-16,0 0 0 0,0-1-256 16,-2-1 256-16,1-1 0 0,0 1-3 0,-1-2 3 0,-1-1 0 0,0 1 0 15,3-1 0-15,-1 0 0 0,0-1 256 16,0 1-256-16,0-1 0 0,0-2 256 0,2 1-256 0,-1-2 0 0,0 0 256 16,-2-2-256-16,1 1 0 0,0-2-256 0,2 0 256 0,-1-1 0 0,0-1-256 15,0-1 256-15,0-2 0 0,0 2-233 16,2 0 233-16,-1-1 0 0,0 0 256 0,1-2-256 0,2-1 0 0,-1 2 85 15,1-2-85-15,1 0 0 0,0 1-155 16,1 1 155-16,3 0 0 0,-2 0-209 0,0 0 209 0,3-2 0 0,-1 2 0 16,0-2 0-16,1 0 0 0,1 1 0 0,0 1 0 0,1 0 0 15,-7 5 0-15,-5 3 0 0,-5 3 0 0</inkml:trace>
  <inkml:trace contextRef="#ctx0" brushRef="#br0" timeOffset="137665.965">16013 12030 1024 0,'0'0'0'0,"0"0"0"0,0 0 0 0,0 0 0 0,0 0 0 0,0 0 0 0,0 0 0 0,0 0 0 0,0 0 0 0,0 0 0 0,-6 6 0 15,-3 4 0-15,-4 2 0 0,7-7 0 0,2-3 0 16,1-2 0-16,-2 2 0 0,5-2 0 0,-4 2 0 0,0 0 0 0,4-2 0 0,-4 2 0 16,0 1 0-16,0 1 0 0,0-1 0 15,-1-1 0-15,-2 0 0 0,3 0 0 0,1 1 0 0,1 1 0 0,0 0 0 0,1 0 0 16,1 1 0-16,-1 0 0 0,1-1 0 15,0 3 0-15,2-2 67 0,0 2-67 0,1 0 0 0,-1-1 14 16,1 1-14-16,2 1 0 16,-2 0-81-16,1 0 81 0,1 2 0 0,-1-3 0 0,0 1 0 0,0-1 0 0,0 0 0 0,-1 1 0 0,0-1 0 0,0 0 65 0,0 1-65 0,0-1 0 0,-2-2 211 15,-1-1-211-15,-1 0 0 0,1 1 218 0,-2-1-218 16,1 3 0-16,-1-4-45 0,-1-1 45 0,-1-1 0 0,0 0-212 16,0 0 212-16,-1 0 0 0,0-1-237 15,-1-1 237-15,-3-1 0 0,4 1 0 16,1-1 0-16,1-1 0 0,0-1 0 0,1-2 0 0,1 0 0 0,1 1 16 0,1 0-16 15,1-1 0-15,-1 5-16 16,-2 1 16-16,1 1 0 0</inkml:trace>
  <inkml:trace contextRef="#ctx0" brushRef="#br0" timeOffset="138220.319">16747 12029 1024 0,'0'0'0'0,"0"0"0"16,0 0 0-16,0 0 0 0,0 0 0 0,0 0 0 0,0 0 0 0,-5 3 0 31,-4 0 0-31,-2 1 0 0,5-2 0 0,2-1 0 0,2-1 0 0,-3 1 0 16,-2 0 0-16,0 1 0 0,0-1 47 15,-1 2-47-15,-2 2 0 0,1-3 164 0,-1 2-164 0,-3 0 0 16,3 0-5-16,0 2 5 0,-2 2 0 0,2-2-2 0,1 1 2 0,0 0 0 15,1 0 15-15,1 1-15 0,1 2 0 0,-1-3 256 0,2 2-256 16,1 0 0-16,1 0 256 0,1 0-256 0,1 2 0 16,1-3 256-16,1-1-256 0,1 0 0 0,1 0 76 0,1 0-76 0,1 0 0 0,1 0-120 15,0 0 120-15,1-2 0 0,-1-1-92 0,1 0 92 16,2-2 0-16,-1-1-93 0,1 0 93 0,2 0 0 0,-2-3 113 16,0 1-113-16,1-2 0 0,-2-2 198 15,2-1-198-15,1-2 0 0,0-1 84 0,-2 0-84 0,-1-2 0 0,1 1-108 16,-2 0 108-16,-1-1 0 0,1 0-102 0,-2-1 102 0,2 0 0 0,-2 1 170 15,-1 2-170-15,-1 0 0 0,1 0 256 16,-2 0-256-16,1-1 0 0,1 3 256 0,-1 0-256 0,0 2 0 0,-1-1 256 16,0 1-256-16,-2 1 0 0,2-1 250 15,-2 0-250-15,1 2 0 0,0 0-209 0,-2 2 209 16,1 1 0-16,0 0-19 0,-2 0 19 0,1 0 0 0,0 3 244 0,2 1-244 0,-1 2 0 16,0 0 256-16,2 1-256 0,-1 3 0 0,1-1 256 15,1 1-256-15,1 2 0 0,-1-1 256 0,-2 2-256 0,1 1 0 0,1-2-115 16,0 1 115-16,1 0 0 0,-1-1-256 15,-2 0 256-15,1-1 0 0,0-2-256 0,1 0 256 0,1-2 0 0,-1 0-256 16,-2 0 256-16,1-2 0 0,1-2-256 0,-1 0 256 16,0-3 0-16,0-1-206 0,1-1 206 0,1-1 0 0,-2-2 165 15,-1-4-165-15,-1 0 0 0,1 6-1735 16,-2 4 1735-16,1 1 0 0</inkml:trace>
  <inkml:trace contextRef="#ctx0" brushRef="#br0" timeOffset="138529.582">16904 11989 1024 0,'0'0'0'0,"0"0"0"0,0 0 0 0,0 0 0 0,0 0 256 0,0 0-256 0,0 0 0 0,0 0 256 15,0 0-256-15,0 0 0 0,6 3 256 16,2 2-256-16,4 3 0 0,-5-4 256 0,-1-2-256 0,-1 1 0 0,2 0 256 16,-1 1-256-16,0 1 0 0,0 1 101 0,-2 2-101 15,2 0 0-15,-1 1-256 0,0 0 256 16,0 2 0-16,0-1-256 0,0 1 256 0,1 2 0 0,-2-2-256 0,-1 1 256 0,-1 0 0 16,1 0 256-16,-2 1-256 0,1 1 0 15,0-4 256-15,-2 0-256 0,1-2 0 0,0 1 256 0,-2-1-256 16,1 0 0-16,0-1-241 0,-2-1 241 0,1 0 0 0,0-2-256 15,0 1 256-15,0-1 0 0,0-1-256 16,0 1 256-16,0-2 0 0,0 0 256 0,2-1-256 0,-1-1 0 0,0 0 256 0,0-1-256 0,0-1 0 0,0-1 256 16,2-1-256-16,-1-2 0 0,1 1 256 15,1-3-256-15,1-1 0 16,-1 0 256-16,0-3-256 0,1-1 0 0,-1 1-256 0,0 0 256 0,0-2 0 0,0 1-256 0,1-1 256 0,1-1 0 0,-2 1-256 16,3 0 256-1,-1-2 0-15,-1 2 256 0,1 1-256 0,1 0 0 0,0 0 256 0,2 1-256 0,1 2 0 0,-6 6-1652 16,-3 4 1652-16,-3 4 0 0</inkml:trace>
  <inkml:trace contextRef="#ctx0" brushRef="#br0" timeOffset="138936.658">17428 12071 1024 0,'0'0'0'0,"0"0"0"0,0 0 0 0,0 0 0 0,0 0 0 0,0 0 0 0,0 0 0 0,0 0 0 16,0 0 0-16,0 0 0 15,0 0 0-15,0 0 0 0,0 0 0 0,0 0 0 0,0 0 0 16,0 0 0-16,2-7 0 0,2-4 0 0,2-3 0 0,-6 8 0 16,-2 2 0-16,-2 1 0 0,0-1 0 0,0 0 0 0,-3 0 0 0,1 0 0 0,-2-1 0 0,0 1 0 0,0 1 0 15,-2 1 0-15,0 1 0 16,2 0 0-16,-2 1 0 0,-1 1 0 0,2 0 0 15,0-1 0-15,-2 2 0 0,2 0 256 16,-1 2-256-16,-2 0 0 0,3-1 256 0,1 1-256 0,0 1 0 0,1 0 256 16,1 2-256-16,1 0 0 0,0 0 256 15,1 1-256-15,0 2 0 0,2-2 256 0,1 0-256 0,1 1 0 0,-1-1 256 16,2 0-256-16,-1 2 0 0,2-1 129 0,3 2-129 0,1 0 0 16,-1 0 29-16,1-1-29 0,1 1 0 0,1-1 34 0,0 0-34 15,1 1 0-15,1-1-14 0,1 0 14 0,2-2 0 0,-2 1-52 16,1-1 52-16,0-2 0 0,0 0-62 0,1 0 62 0,1-2 0 0,-1-1-127 15,-2-1 127-15,2-1 0 0,-1-1-256 16,1-1 256-16,-1-1 0 0,0-1-256 0,1-2 256 0,-1 0 0 0,-8 3-961 16,-4 2 961-16,-4 2 0 0</inkml:trace>
  <inkml:trace contextRef="#ctx0" brushRef="#br0" timeOffset="139522.609">18269 11887 1024 0,'0'0'0'0,"0"0"0"16,0 0 0-16,0 0 0 0,0 0 0 0,0 0 0 0,0 0 0 0,0 0 0 0,0 0 0 16,0 0 0-16,0 0 0 0,0 0 0 0,0 0 0 0,0 0 0 15,0 0 0-15,0 0 0 0,0 0 35 0,0 0-35 0,0 0 0 0,0 0 34 16,0 0-34-16,0 0 0 0,-4-2-69 16,-4-3 69-16,-1 0 0 0,1 3 0 15,2 4 0-15,0 1 0 0,0-2 0 0,1 0 0 0,0 0 0 0,0 0 0 0,-1 2 0 0,-2-1 0 0,3 1 0 16,1-2 0-16,0 1 0 0,0 1 0 15,2-1 0-15,-1 3 0 0,1-1 0 0,1 0 0 16,1 1 0-16,0 0 0 0,1-2 0 0,1 1 0 0,0 1 0 0,1 0 0 16,1 1 0-16,2 0 0 0,-1 0 0 15,3 1 0-15,-2-1 0 0,1 0 0 0,3 1 0 0,-3 0 0 0,0 0 0 0,2 1 0 16,-1-1 0-16,-2-1 0 0,1 0 0 0,0 0 0 16,-1 0 0-16,0 0 0 0,0 1 0 15,-2 0 0-15,1 2 0 0,-1-1 0 0,0-1 0 0,-2 0 0 16,0 1 0-16,-1 0 0 0,-1 1 0 0,0-1 0 15,-1-1 0-15,-1 0 0 0,-1 0 0 0,-2 1 0 0,0-1 0 0,0 0 70 16,-1 0-70-16,-1-1 0 0,0-1 26 0,0-1-26 16,-1-1 0-16,0 0 29 15,-4 1-29-15,-1-1 0 0,1-2 44 0,2 1-44 0,1-2 0 0,-1 0 6 0,-2-2-6 0,0 1 0 0,2-2-137 16,2 0 137-16,1-1 0 0,1 0-38 16,1-1 38-16,0-1 0 0,2-2 0 15,1-1 0-15,1-3 0 0,0 9 0 0,1 3 0 0,1 3 0 0</inkml:trace>
  <inkml:trace contextRef="#ctx0" brushRef="#br0" timeOffset="139764.712">18453 11811 1024 0,'0'0'0'0,"0"0"0"0,0 0 0 0,0 0 0 0,0 5 0 0,0 2 0 15,0 3 0-15,0-3 0 0,2-2 0 0,-1 0 0 0,0 0 0 0,2 1 0 0,0 1 0 16,-2 1 0-1,2 2 0-15,0 1 0 0,-1-1 0 16,-1 1 0-16,-1 2 0 0,1-1 0 0,0 2 0 0,0 1 0 0,0 1 0 16,0 1 0-16,0 1 0 0,0-1 0 15,0 0 0-15,0-1 0 0,0 1 0 0,-2-2 0 0,1 1 0 0,0-3 0 16,-2 0 0-16,1-2 0 0,0 0 19 16,2-2-19-16,-1 0 0 0,0-6-19 0,0-3 19 15,0-3 0-15</inkml:trace>
  <inkml:trace contextRef="#ctx0" brushRef="#br0" timeOffset="139928.226">18441 11707 1024 0,'0'0'0'0,"0"0"0"16,0 0 0-16,0 0 0 0,0 0 0 0,0 0 0 0,0 0 0 0,0-4 0 0,0-4 0 0,0-2 0 0,1 3 0 15,1 0 0-15,1-1 0 0,-1-1 0 16,1-2 0-16,1 0 0 0,-3 7 0 15,-1 4 0-15,-1 4 0 0</inkml:trace>
  <inkml:trace contextRef="#ctx0" brushRef="#br0" timeOffset="140428.957">18646 11471 1024 0,'0'0'0'0,"0"0"0"0,0 0 0 0,0 0 0 0,1 5 0 0,1 4 0 0,1 2 0 0,-1-4 256 16,0 0-256-16,0-2 0 0,1 4 256 0,1 3-256 0,1 1 0 0,1 2 256 15,0 1-256-15,1 4 0 0,-1-1-45 0,-1 2 45 0,1 2 0 16,0 1-256-16,-2 3 256 0,1 1 0 0,-1-1-256 16,-1 2 256-16,-1 1 0 0,1-2-180 15,2 0 180-15,0 0 0 0,-1 0 256 0,-2 0-256 16,1-1 0-16,0-1 256 0,-2-1-256 0,1-1 0 16,0-3 8-16,-2-1-8 0,1-1 0 0,0-3-256 0,0-1 256 0,0-1 0 15,0-2-256-15,0-2 256 0,1-1 0 0,-1-2-39 0,-2-2 39 16,1-1 0-16,0-2 0 0,0-1 0 15,0-1 0-15,0-2 256 0,0-2-256 0,0 0 0 0,0-2 256 0,0-2-256 0,0-3 0 0,1 2-18 16,1-1 18-16,1-3 0 16,-1 2-256-16,0-1 256 0,0-2 0 0,1 1-238 15,1 1 238-15,1-1 0 0,0 2 0 0,2 0 0 0,1 1 0 0,-2 0 0 16,1 2 0-16,2 1 0 0,-2 0 0 16,0 1 0-16,0 0 0 0,2 2 256 0,0 1-256 0,1 1 0 0,0 1-96 0,-1 1 96 0,0 1 0 15,-1 1-160-15,3 1 160 0,-1 1 0 0,-2 1 0 16,0 1 0-16,-1 2 0 0,-1-2 0 15,-2 2 0-15,-2 0 0 0,2-1 0 0,-2 2 0 0,2 0 0 0,-2 0 0 16,-1-1 0-16,-1 0 0 0,-1 1 0 16,-1 0 0-16,-2 2 0 0,1-3 0 0,-2-1 0 0,-3 0 0 0,2 0 0 0,0 1 0 0,-4 0 0 0,2-2 0 15,-1 1 0-15,-3-2 0 0,3-1 0 16,-1-1 0 0,-2-1 0-16,2 0 0 0,-1-1 0 0,-2 0 0 0,2-1 0 15,0-3 0-15,1-1 0 0,1 0 0 0,1-2 0 0,0-2 0 0,2-2 0 16,2-1 0-16,2-3 0 0,0 10 0 15,2 4 0-15,2 4 0 0</inkml:trace>
  <inkml:trace contextRef="#ctx0" brushRef="#br0" timeOffset="140699.611">19192 11555 1024 0,'0'0'0'0,"0"0"0"0,0 0 0 0,0 0 0 0,0 0 0 0,0 0 0 0,0 0 0 0,2 6 0 15,3 2 0-15,1 3 0 0,-2-3 0 0,1-2 0 16,1 0 0 0,-1 2 41-16,1 1-41 0,-1 2 0 0,0 2 131 0,1 1-131 0,1 3 0 15,0 1-172-15,-1 2 172 0,0 2 0 0,0-1 0 0,0 1 0 16,1 2 0-16,-1-1 0 0,-2 1 0 16,1 1 0-16,0 0 0 0,-2 0 0 0,1 1 0 0,1 0 0 0,-1-1 0 0,0-1 0 0,0 1 0 0,-2-1 0 15,1 1 0-15,0-2 0 16,-2-1 0-16,1-1 0 0,0 0 0 15,0-1 0-15,1-1 0 0,-1-2 0 16,-2-1 0-16,1-2 0 0,1-1 0 0,1-2 0 0,1-3 0 0,-2-1 0 0,2-2 0 16,0-2 0-16,0-3 0 0,-2-2 0 0,2-2 0 0,-3 3 0 15,-1 1 0-15,-1 1 0 0</inkml:trace>
  <inkml:trace contextRef="#ctx0" brushRef="#br0" timeOffset="140922.851">19536 11922 1024 0,'0'0'0'0,"0"0"0"0,0 0 0 0,0 0 0 0,0 0 0 16,0 0 0-16,0 0 0 0,3 6 0 0,0 4 0 0,1 2 0 0,-1-5 0 15,-2-3 0-15,1-3 0 0,0 6 0 16,1 1 0-16,1 3 0 0,-4-11 0 0,3 9 0 0,-2 2 0 0,1 0 0 0,1 2 0 16,0 0 0-16,1 2 0 0,-2-1 0 0,-1 1 0 0,-1 1 0 0,1-1 0 15,0 0 0-15,0-2 0 0,0 0 0 0,-2-1 0 16,1-1 0-16,0-2 0 0,0-2 0 0,0-2 0 0,0 1 0 0,2-2 0 15,-1-1 0-15,0-2 0 0,0-2 0 0,0-2 0 16,0 3 0-16,-2 0 0 0,1 0 0 0</inkml:trace>
  <inkml:trace contextRef="#ctx0" brushRef="#br0" timeOffset="142116.963">19684 11830 1024 0,'0'0'0'0,"0"5"0"0,-2 1 0 0,1 2 0 0,0-3 0 0,2-1 0 0,-1 0 0 0,0 0 0 0,2 0 0 0,-1 0 0 0,1 2 0 16,1 2 0-16,2 1 0 0,-2-2 0 16,0 1 0-16,0 2 0 0,0 0 0 15,0 1 0-15,0 3 0 0,0-3 0 16,1 0 0-16,2 1 0 0,-2-1 0 0,-2 1 0 0,1 0 0 0,0-3 0 16,-2 0 0-16,1-2 0 0,0 1 0 0,-2-1 0 0,1 0 0 0,0-1 0 15,-2-1 0-15,1 0 0 0,0-1 0 0,2 0 0 0,-1 1 0 16,0-3 0-16,-2-1 0 0,1-1 0 15,0 0 0-15,2-1 0 0,-1-1 0 0,0-2 0 0,1 0 0 16,2-1 0-16,-2-1 0 0,-2-1 0 16,1-2 0-16,1 0 0 0,1-1 0 0,1-2 0 0,0 0 0 0,1-1 0 0,2-1 0 0,-2 2 0 15,0-1 0-15,0 1 0 0,0-1 0 0,1 1 0 0,2-1 0 0,-2 2 0 16,1 2 0 0,3 0 0-16,-1 0 0 0,-2 0 0 0,-1-1 0 15,1 3 0-15,1 2 0 0,-1 1 0 0,0 0 0 0,0 1 0 0,0 1 0 0,1 1 0 0,0 1 0 0,1 1 0 0,-1 1 0 16,-2 1 0-16,-1 1 0 15,0 1 0-15,2 1 0 0,1 2 0 0,-3-1 0 16,-1 1 0-16,-1 2 0 0,1-1 0 0,0 0 0 16,0 2 0-16,-1-1 0 0,0 2 0 0,-2 1 0 0,1-2 0 0,0 0 0 0,0 1 0 0,0-1 0 31,0-1 0-31,0 0 0 0,0 0 0 0,-2 1 0 0,1 0 0 0,2-1 0 16,1-2 0-16,1-1 0 0,0 1 0 0,0-2 0 0,1-1 0 0,0 1 0 0,1-2 0 15,3-1 0-15,-1-2 0 16,1-1 0-16,2-1 0 0,-2-1 0 0,1-1 0 15,2-1 0-15,-1-2 0 0,2-3 0 0,1-2 0 0,0 2 0 16,-3-1 0-16,1-2 0 0,0 1 0 0,-2-1 0 16,0 0 0-16,-3 0 0 0,-2 2 0 0,-2 0 0 0,1 1 0 15,1 0 0-15,-2 2 0 0,-1 0 0 16,-3 0 0-16,0 2 0 0,1-1 0 0,-2 1 0 0,1 0 0 0,-2 1 0 16,-1 0 0-16,-2 0 0 0,1 1 0 15,-2 1 0-15,-1 1 0 0,1-1 212 0,-2 0-212 0,0-1 0 0,1 1-212 16,2 2 212-16,-1 2 0 15,-1-2 0-15,1 0 0 0,0 0 0 0,0 1 0 0,2 0 0 0,-2 1 0 0,2-1 0 16,1 1 0-16,1 1 0 0,0-2 0 0,1 1 0 0,1 1 0 16,0-1 0-16,1 1 0 0,1 1 0 0,0-1 0 15,1-1 0-15,1 0 0 0,0 0 0 0,0 1 0 0,1 1 0 0,-1-2 0 16,1-1 0-16,1-1 0 0,0 2 0 0,0-1 0 16,1 2 0-16,-1-1 0 0,-2-1 0 0,1 0 0 0,1 0 0 15,-1 1 0-15,0 1 0 0,-1-1 0 16,2 1 0-16,2 1 0 0,-3 0 0 0,-1 0 0 0,-1 1 0 0,1 0 0 15,-2 0 0-15,1 1 0 0,0 1 0 0,0 1 0 0,1 2 0 0,-1 0 0 16,-2 1 0-16,1 3 0 0,0-3 0 16,-2 0 0-16,1 2 0 0,0-1 0 15,-2 1 0-15,1 2 0 0,0-1 0 0,2 1 0 0,-1 1 0 0,0-2 0 16,-2 0 0-16,1-1 0 0,0 0 0 0,0-2 0 16,0 0 0-16,0 0 0 0,0 0 0 0,0-1 0 0,0-2 0 0,-2-1 0 15,1-1 0-15,0 1 0 0,0-2 0 16,0-1 0-16,0-1 0 0,-1-1 0 0,-2-1 0 0,0 0 0 0,3-1 0 0,-1-1 0 0,0-1 0 15,0-3 0-15,0 0 0 0,0 0 0 16,0-2 0-16,0 0 0 0,0 0 0 0,0-2 0 0,0-1 0 0,1 1 0 16,1-1 0-16,1-2 0 0,0 0 0 15,1-2 0-15,1-1 0 0,2 1 16 0,2-2-16 0,1-1 0 0,0 1 256 16,1 0-256-16,1 0 0 0,2 0 256 16,-1 0-256-16,4 1 0 0,-3 0-34 15,2 0 34-15,0 1 0 0,-2-1-256 0,3 1 256 0,-1-2 0 0,1 2-238 16,-3 1 238-16,2-1 0 0,-3 2 0 0,-1 0 0 0,1 2 0 0,-2-1 0 15,-1 0 0-15,1 1 0 0,-2 0 0 0,-2 1 0 16,-2 0 0-16,1 1 0 0,-1 0 0 0,-1 1 0 0,-1 1 0 16,-1 2 0-16,-1-1 0 0,0 1 0 15,-1-1 0-15,-1 1 0 0,1 1 0 0,-1 1 0 16,-1 1 0-16,0 0 0 0,-1 1 0 0,-2 1 0 0,2 1 0 0,1 1 0 0,0 1 0 16,0 0 0-16,1 0 0 0,1 1 0 0,-2 1 0 0,1 1 0 0,0 2 0 0,1 0 0 15,1 2 0-15,1 1 0 0,-1-1 256 16,2 1-256-16,-1 2 0 0,0-1 256 15,2 1-256-15,-1 0 0 0,0-1 256 0,0 1-256 0,0 1 0 0,-1-1 256 0,-1-1-256 16,-1 1 0-16,0-2 256 0,-1-1-256 0,-1 0 0 16,0-2-256-16,-1 0 256 0,-3-2 0 0,1-1-256 15,-2-2 256-15,-2-1 0 0,0-1-256 0,0-2 256 16,-3-2 0-16,-1-2-256 0,-4-2 256 0,-2-3 0 0,14 7-256 0,7 2 256 16,7 2 0-16</inkml:trace>
  <inkml:trace contextRef="#ctx0" brushRef="#br0" timeOffset="142262.937">19527 11654 1024 0,'0'0'0'0,"0"0"0"0,0 0 0 0,0 0 0 0,0 0 107 0,0 0-107 0,0 0 0 0,0 0-42 0,0 0 42 0,0 0 0 0,-3 3 256 15,-2 2-256-15,-2 2 0 0,5-5-321 0,2-2 321 0,2-2 0 0</inkml:trace>
  <inkml:trace contextRef="#ctx0" brushRef="#br0" timeOffset="171093.164">3314 12582 1024 0,'0'0'0'0,"0"0"0"0,0 0 0 0,0 0 0 0,0 0 0 0,0 0 0 16,0 0 0-16,0 0 0 0,0 0 0 0,0 0 0 0,0 0 0 16,0 0 0-16,0 0 0 0,0 0 0 0,0 0 0 0,0 0 0 0,0 0 0 15,0 0 0-15,0 0 0 0,-2 8 0 0,0 5 0 0,-2 4 0 16,3-8 0-16,2-2 0 0,3-1 0 0,-3 2 0 16,0 0 0-16,0 2 0 0,0-1 0 0,0 1 0 0,0 2 0 15,0-1 0-15,-2 2 0 0,1 1 0 0,0-2 0 16,0 1 0-16,0 0 0 0,0 1 0 0,2 0 0 0,-1 2 0 0,-1-2 0 15,-1 1 0-15,-1 1 0 0,1-2 0 0,2-1 0 0,-1 0 0 0,-1 1 0 16,-1-2 0-16,-1 1 0 0,1-2 256 0,-1 0-256 16,1-2 0-16,0-1 256 0,-1-2-256 0,-1-1 0 0,1-1 256 15,2-1-256-15,-1 0 0 0,0-2 256 16,2-1-256-16,-1-1 0 0,0 1-1024 0,2 0 1024 0,-1 0 0 0</inkml:trace>
  <inkml:trace contextRef="#ctx0" brushRef="#br0" timeOffset="171633.381">3235 12680 1024 0,'0'0'0'0,"0"0"0"0,0 0 0 0,0 0 0 0,0 0 0 0,0 0 0 0,0 0 0 15,0-7 0-15,0-2 0 0,0-4 0 16,1 6 0-16,1 1 0 0,1 1 0 16,0-1 0-16,2 0 0 0,0-1 0 0,-5 7 0 0,4-7 155 0,1 0-155 0,1-2 0 0,-1 3 256 15,2 1-256-15,0 1 0 16,0-1 256-16,2 0-256 0,4 2 0 0,-4 0 256 0,2 1-256 0,1 1 0 15,-1 0 256-15,1 1-256 0,2 1 0 0,-2 3 256 0,-1 1-256 0,0 2 0 16,0-1-256-16,1 1 256 0,0 1 0 0,0 1 101 0,-2 0-101 0,-1 2 0 0,0-1-242 16,-2 0 242-16,-1 2 0 0,-1-1-256 15,-2 0 256-15,-2 2 0 0,0-2-256 0,-1 2 256 0,-1 1 0 0,-1-3 132 16,-2 1-132-16,-2-1 0 16,1 0 256-16,-1-1-256 0,-3 1 0 0,2-2 256 15,0-1-256-15,-4 0 0 0,3-1-256 0,-1 0 256 0,-1-2 0 0,1 1-256 0,2-1 256 0,1 0 0 0,-1-2-256 16,-1-1 256-16,1-1 0 0,1 1-256 0,1-1 256 0,1 0 0 0,-1-1-146 15,0 0 146-15,1 0 0 16,1 0 0-16,1 0 0 0,1 0 0 0,0 0 256 0,1 0-256 0,1 0 0 0,1-1 256 16,1 0-256-16,1-1 0 0,0 1 225 15,2 1-225-15,1 1 0 16,0 0-1-16,1 2 1 0,2-1 0 0,-2 1 256 0,1 0-256 0,2 1 0 0,-2 0 256 16,0 1-256-16,0 2 0 0,1-1 137 15,-3 1-137-15,1 2 0 0,1-1-231 0,-3-1 231 0,1 0 0 0,-2 1-190 0,-1 1 190 0,-1 2 0 0,-1-2-256 16,-2 1 256-16,-2 0 0 15,1-1-256-15,-1 0 256 0,-1 1 0 0,-1-1-256 16,-2 1 256-16,-2 0 0 0,-1-2-196 0,1-1 196 0,-3 0 0 0,1 0 0 16,0 0 0-16,-1 1 0 0,0-3 0 0,0-1 0 0,-2 0 0 0,1-1 0 0,2 1 0 0,1-2 0 15,-2 0 256-15,1-2-256 0,0-2 0 0,0 1 256 16,1-1-256-16,2-2 0 0,-1 0 256 0,2 0-256 0,1-3 0 0,1 0 256 31,2-1-256-31,2-2 0 0,-1 7-1024 0,1 3 1024 0,1 3 0 0</inkml:trace>
  <inkml:trace contextRef="#ctx0" brushRef="#br0" timeOffset="172078.528">3671 12864 1024 0,'0'0'0'0,"0"0"0"0,0 0 0 0,0 0 0 16,0 0 0-16,0 0 0 0,0 0 0 0,0 0 0 0,0 0 0 0,0 0 0 0,0 0 0 16,0 0 0-16,0 0 0 0,0 0 0 0,0 0 0 15,0 0 0-15,3-2 0 0,3 0 0 0,1-1 0 0,-2 3 0 16,0 1 0-16,0 1 0 0,1-1 256 0,0 1-256 0,1 1 0 16,0 0 256-16,1 1-256 0,2 2 0 15,-2 0 101-15,0 2-101 0,1 0 0 0,-1 0-256 16,-1-1 256-16,1 0 0 15,0 2-256-15,-2 0 256 0,-1 2 0 0,-1-2-101 0,-1 1 101 0,-1-1 0 16,1 1 0-16,-2-1 0 0,1 1 0 0,1-1 0 16,-3-1 0-16,1 0 0 0,-1-1 0 0,-1-1 0 15,-2 0 0-15,2-1 0 0,-1 1 0 0,-1-1 0 0,1-1 0 16,-1 1 0-16,-2-2 0 0,2 0 0 0,-1-1 0 0,-2-1 0 0,2 1 0 0,0-3 0 0,0 0 0 0,0 0 0 16,2-1 0-16,-1-1 0 0,1 0 0 0,-2-1 0 0,-1-1 0 15,1 0 256-15,2-2-256 0,-1 0 0 0,1 0 255 0,1 0-255 16,1-1 0-16,0-1-256 0,1-1 256 0,1 0 0 15,0 1-255-15,1-1 255 0,1 1 0 0,0-1 39 0,0 1-39 16,2-1 0-16,-1 1 161 0,1-1-161 0,3 1 0 0,-2-1 256 0,-2 1-256 0,1-1 0 16,0 1 256-16,2 1-256 0,0-1 0 15,-5 7-712-15,-4 2 712 0,-1 2 0 0</inkml:trace>
  <inkml:trace contextRef="#ctx0" brushRef="#br0" timeOffset="172634.511">4013 12850 1024 0,'0'0'0'0,"0"0"0"0,0 0 0 0,0 0 0 0,0 0 0 0,0 0 0 0,0 0 0 0,0 0 0 16,0 0 0-16,0 0 0 0,0 0 0 0,0 0 0 16,0 0 0-16,0 0 0 0,0 0 0 0,0 0 0 15,0 0 0-15,0 0 0 0,0 0 0 0,0 0 0 0,0 0 0 0,0 0 0 0,-6 9 0 16,-3 5 0 0,-4 5 0-16,7-13 0 0,4-4 0 0,3-4 0 15,-3 4 0-15,-1 1 0 0,-1 1 0 0,1-1 0 0,0 0 0 0,0 0 0 0,0 1 256 16,-1 0-256-1,1 2 0-15,0-2-256 0,2 1 256 0,-1 1 0 0,0-1 0 0,0-1 0 0,0 0 0 16,1 1 0-16,1 1 0 0,1 2 0 0,-1-3 0 0,2-1 0 0,-1 0 0 0,1 0 0 16,1 1 0-16,1 1 0 0,1-2 0 0,0-1 0 15,1 0 0-15,0-1 0 0,1-1 0 16,2-1 0-16,-3 1 0 0,2-1 0 0,0-1 0 0,0 0 0 16,0-1 0-16,1-1 0 0,-1 1 0 0,-1 0 0 0,0-1 0 15,0 1 0-15,-1-1 0 0,0-1 0 0,1 0 0 16,-2 1 0-1,-1-3 0-15,0 3 0 0,-1-2 0 0,-1 1 0 0,0-1 0 0,-1 0 0 16,-1-1 0-16,0 1 0 0,-1-1 0 0,-1 1 0 0,0-1 0 0,-1 1 0 0,-1 0 0 16,0 1 0-16,-1 0 0 0,-2 0 0 0,1 0 0 0,-1 1 0 0,-1 0 0 0,2 1 256 15,-3 1-256-15,1 1 0 0,1-2 256 0,1-1-256 0,0-2 0 0,2 1 256 16,1 2-256-16,1-1 0 0,1 2-768 16,1 1 768-16,1 1 0 0</inkml:trace>
  <inkml:trace contextRef="#ctx0" brushRef="#br0" timeOffset="173366.9">4230 12730 1024 0,'0'0'0'0,"0"0"0"0,0 0 0 0,0 0 0 0,0 0 0 0,0 0 0 0,0 0 0 15,0 0 0-15,0 0 0 0,0 0 0 0,0 5 0 16,3 3 0-16,-2 2 0 0,1-2 256 0,1 0-256 0,1 1 0 15,-2 0 256-15,-1 4-256 0,-1 0 0 0,1 0 256 16,1 0-256-16,1 2 0 0,-1-1 256 0,0 2-256 0,0 1 0 0,0-2 256 16,1 0-256-16,-1-1 0 0,-1 0 256 0,-1 1-256 0,-1 1 0 0,1-5 256 15,0-1-256-15,0-3 0 0,0 1 199 0,0-1-199 16,0 0 0-16,0-2-256 0,0-2 256 16,0-1 0-16,0-2-256 0,-2-1 256 0,0-2 0 0,1 3-1479 0,2 0 1479 0,-1 0 0 15,-2-3 0-15,-1-3 0 0,-1-1 0 0,1 0 0 16,-1-1 0-16,-1-2 0 0,2 2 0 0,-2 1 0 0,-1 0 0 0,1 1 0 15,2-2 0-15,-1 0 0 0,0 3 256 0,2 0-256 16,-1 2 0-16,0-2-96 0,-1 1 96 0,1 1 0 0,1-1-160 16,1 1 160-16,1 0 0 0,0 1 0 0,1-1 0 0,1-2 0 0,1 2 256 15,2-1-256-15,0-1 0 0,0 1 256 0,1-2-256 16,1 0 0-16,1 0 256 0,1-1-256 0,3-2 0 0,-2 2 256 16,0-1-256-16,1-2 0 0,0 2 256 0,-2 1-256 15,0 0 0-15,1-1 256 0,-2 0-256 0,-1-1 0 0,0 1 256 0,-1 0-256 0,0 1 0 16,0 1-256-16,-2 2 256 0,1-1 0 15,-1 0-256-15,-1 1 256 0,-1 0 0 0,2 1-256 0,-3 2 256 0,1-1 0 16,0 0-256-16,-2 0 256 0,1-1 0 0,0 2-256 16,0 2 256-16,0-1 0 0,0 2-256 15,-2 0 256-15,1 1 0 0,0 0 91 0,0 1-91 0,0 1 0 0,0 0 256 0,0 2-256 16,0 0 0-16,0 3-163 0,2 1 163 0,-1 3 0 0,0-2 29 16,0 1-29-16,0 0 0 0,0 0 197 0,0 1-197 0,0 0 0 15,0 0 167-15,0 1-167 0,0 0 0 0,0-1-256 16,0-2 256-16,0 0 0 0,0-1-256 15,0-2 256-15,0 0 0 0,0-1-256 0,-2 1 256 0,1-1 0 0,0-1-65 0,3-1 65 0,-2-1 0 16,0-1 0-16,0 0 0 16,0-2 0-16,1-1 256 0,1-1-256 15,1-1 0-15,-1-1 256 0,0-1-256 0,0-2 0 0,0 1 256 0,2-2-256 0,0-2 0 0,-1 1 256 16,1 0-256-16,3-1 0 0,-2 0 256 0,0 1-256 16,-2-1 0-16,1 1-256 0,0 0 256 0,0-1 0 0,0 2-256 0,2 1 256 0,0 1 0 0,-1 1-256 15,0 0 256-15,0 3 0 0,1-2-256 16,-1 1 256-16,0 0 0 0,0 3 256 15,-2-1-256-15,2 3 0 0,-1-2 256 0,-1 1-256 0,0 1 0 0,0 0 256 0,-1 1-256 16,-1 2 0-16,0-2 256 16,-1 1-256-16,-1 1 0 0,1-1 256 0,0-1-256 0,1 1 0 0,-1-2 256 0,-2 0-256 0,1 0 0 15,1-1 256-15,1-1-256 0,1-1 0 0,-2 0-2048 16,-1-1 2048-16,-1-1 0 0</inkml:trace>
  <inkml:trace contextRef="#ctx0" brushRef="#br0" timeOffset="174001.253">4792 12954 1024 0,'0'0'0'0,"0"0"0"0,0 0 0 0,0 0 0 0,0 0 0 0,0 0 256 16,0 0-256-16,0 0 0 0,4 0-256 31,4 0 256-31,1 0 0 0,-3-1 0 0,-2-1 0 0,-1-1 0 0,1 1 0 0,1-1 0 0,1-1 0 31,-2 0 0-31,3 2 0 0,-7 2 0 0,6-3 0 0,0-1 0 0,-6 4 0 0,4-4 0 16,1-2 0-16,-5 6 0 0,5-4 256 0,-2 0-256 0,-1 0 0 0,0 0 256 0,-1-2-256 0,-1 0 0 0,1 1 256 15,-2 1-256-15,1 1 0 0,-1 0 256 0,-1 1-256 0,-1 0 0 16,1-1-256-16,-1 2 256 0,1-1 0 0,-2 1-256 16,0 1 256-16,-3 1 0 0,2 1-256 0,2 1 256 15,-2 2 0-15,1-2-256 0,-1 1 256 0,-2 1 0 0,2 0 0 0,1 2 0 0,1 0 0 0,-1 0 0 0,2 2 0 16,1 1 0-16,-1-1 256 0,2-1-256 16,-1-1 0-16,2 3 256 0,1 0-256 0,1 2 0 0,2-2 256 15,-1 1-256-15,3 0 0 0,0-2 256 0,0-2-256 0,4-1 0 0,-4-1 256 16,2 0-256-16,1-2 0 0,-1-2 256 15,1 0-256-15,3-1 0 0,-2-1-112 0,-2-3 112 16,2 0 0-16,-2-1-256 0,-1-1 256 0,-1-1 0 0,2-2-256 0,-3 0 256 16,1-2 0-16,0 2-256 0,0-1 256 15,-1 1 0-15,-1-1-19 0,-1-1 19 0,-1 0 0 0,0 1 256 0,-1 0-256 0,-1 2 0 16,1-1 256-16,-2 0-256 0,1 1 0 0,1 1 256 0,-1 1-256 16,0 0 0-16,0-1 71 0,0 2-71 0,0-2 0 0,1 1-256 15,1 1 256-15,1 1 0 0,-1 0-256 0,1 1 256 16,1 0 0-16,0 0-256 0,0 1 256 0,1 0 0 0,0 2-132 15,2 1 132-15,4 2 0 0,-4 0 39 0,-1 1-39 0,-1 2 0 0,2-2 256 16,0 3-256-16,2 0 0 0,-1 1 256 0,-2 2-256 0,-1 1 0 16,-1-2 256-16,-1 0-256 0,-1 1 0 0,2 0 256 15,-3 0-256-15,1 2 0 0,-2-3 256 0,-2 1-256 16,-2-1 0-16,2 0-18 0,-2 1 18 0,0 0 0 0,1-3-256 16,-1-1 256-16,-1-1 0 0,1 1-256 0,0-1 256 0,0 0 0 0,0 0-256 15,-1-1 256-15,-2 0 0 0,2-1-256 0,2-1 256 16,-1 0 0-16,0-1-256 0,1 0 256 0,0 0 0 0,0-1-256 15,1-2 256-15,0 1 0 0,0-3 256 0,1-1-256 0,1 0 0 0,1-1 256 16,2-1-256-16,1-2 0 0,-1 2 256 0,1-2-256 0,2 0 0 16,-2 0 256-16,1 0-256 0,1-1 0 0,0 0 256 15,2 1-256-15,0-1 0 0,-1 1 256 0,1 1-256 0,-1 0 0 0,-1-1-256 16,2 0 256-16,1-1 0 0,-1 0-256 0,0 1 256 0,4-1 0 16,-3 0-256-16,-2 0 256 0,2-2 0 0,-7 8-1109 15,-3 5 1109-15,-3 2 0 0</inkml:trace>
  <inkml:trace contextRef="#ctx0" brushRef="#br0" timeOffset="174262.9">5561 12641 1024 0,'0'0'0'0,"0"0"0"0,0 0 0 0,0 0 0 0,0 0 0 0,0 0 58 0,0 0-58 16,0 0 0-16,0 0 42 0,0 0-42 0,0 0 0 0,-3 7 150 0,-3 3-150 15,-1 2 0-15,3-5 161 0,1-2-161 0,1-1 0 0,-1 1 49 0,0 2-49 16,0 0 0-16,-3 0-55 15,1 2 55-15,-3 0 0 0,2 0-98 0,2 2 98 0,-2 0 0 0,1 0-129 16,-1 1 129-16,-2 1 0 0,3 0-113 0,1 2 113 0,0 1 0 0,1-2-51 16,1 0 51-16,1-1 0 0,0 1 51 0,1 1-51 0,1 0 0 0,0-1 124 15,1 1-124-15,1 1 0 0,1-1 140 16,0 0-140-16,1 2 0 0,1-3 176 0,0 0-176 16,4-1 0-16,-1-1 176 0,0 0-176 0,4-2 0 0,-4 0 109 15,2-2-109-15,1 0 0 0,0-3-47 0,1-2 47 0,3-2 0 0,-11 0-743 16,-5-1 743-16,-5-1 0 0</inkml:trace>
  <inkml:trace contextRef="#ctx0" brushRef="#br0" timeOffset="174567.467">5932 12761 1024 0,'0'0'0'0,"0"0"0"0,0 0 0 15,0 0 0-15,0 0 0 0,0 0 0 0,0 0 0 0,0 0 0 0,0 0 0 0,0 0 0 16,0 0 0-16,0 0 0 0,0 0 0 0,-1 8 177 16,-1 3-177-16,-1 5 0 0,-1-7 74 0,0-2-74 15,-1-1 0-15,1 2 2 0,4-8-2 0,-5 10 0 0,-2 1 0 0,1-1-54 0,0 2 54 0,-1 1 0 0,1-2-71 16,0 1 71 0,-1-1 0-16,0 1-10 0,-1 0 10 15,-1-1 0-15,1 0-14 0,-1 0 14 16,0-1 0-16,0-1 1 0,1 0-1 0,-1-2 0 15,2 1-95-15,0-2 95 0,2 0 0 0,-1-3-10 0,0-1 10 0,0-2 0 0,2 0 0 16,0-2 0-16,2-1 0 0,1 1 0 0,1 2 0 0,1 2 0 16</inkml:trace>
  <inkml:trace contextRef="#ctx0" brushRef="#br0" timeOffset="174781.818">5684 12740 1024 0,'0'0'0'0,"0"0"0"0,0 0 0 0,0 0 0 16,0 0 0-16,0 0 0 0,0 0 0 0,0 0 0 0,0 0 0 0,0 0 0 0,4 4 0 15,4 2 0-15,1 2 0 0,-2-2 0 0,-2-2 0 0,-1-1 0 16,1 2 109-16,1 1-109 0,1 2 0 0,0-1-32 16,0 1 32-16,2 2 0 0,-2 0-77 15,2 1 77-15,0 3 0 0,-2-2 0 0,3 2 0 0,-1 1 0 16,-1-1 0-16,1 0 0 0,2-1 0 16,-2 0 0-16,-2 1 0 0,2 0 0 0,-1-1 85 0,1 0-85 15,1-1 0-15,0-1 102 0,-3-2-102 0,1 0 0 16,0-3-1-16,1-1 1 0,0-1 0 0,-1-1-62 0,0 0 62 0,-2-2 0 0,-3 0-124 15,-4-1 124-15,-1-1 0 0</inkml:trace>
  <inkml:trace contextRef="#ctx0" brushRef="#br0" timeOffset="175020.09">5963 12629 1024 0,'0'0'0'0,"0"0"0"0,0 0 0 0,0 0 0 16,0 0 0-16,0 0 0 0,0 0 0 0,6-1 0 0,3-1 0 0,4-2 0 0,-5 5 0 15,0 1 0-15,-2 2 0 0,4 0 0 0,0-1 0 0,2 2 0 0,-1 2 0 16,0 1 0-16,2 3 0 16,-2 1 0-16,-2 1 0 0,2 3 0 0,-1-1 0 15,1 2 0-15,2 1 0 0,-4 2 0 0,-1 0 0 0,0 4 0 0,-1-2 0 0,-4 3 0 16,0 0 0-16,-2 0 125 0,-2 2-125 16,0 0 0-16,-3-2 153 0,-2 2-153 0,-3 0 0 0,1-1 13 0,-2 0-13 0,-3 1 0 15,2-3-157-15,-3-2 157 0,-2-2 0 0,11-12-134 16,5-8 134-16,5-8 0 15</inkml:trace>
  <inkml:trace contextRef="#ctx0" brushRef="#br0" timeOffset="205194.419">6345 13103 1024 0,'0'0'0'0,"0"0"0"0,0 0 0 0,0 0 0 0,0 0 0 15,0 0 0-15,0 0 0 0,0 0 0 0,0 0 0 0,0 0 0 0,1 4 72 16,1 2-72-16,1 3 0 0,-1-3 117 0,0 0-117 0,1 0 0 0,-2 3 56 31,-1 1-56-31,-1 3 0 0,1-13 0 0,0 11-20 0,-3 2 20 0,2 1 0 0,-1-1-35 0,-1 0 35 16,-1 2 0-16,3-11-190 0,1-4 190 0,1-4 0 15</inkml:trace>
  <inkml:trace contextRef="#ctx0" brushRef="#br0" timeOffset="206126.982">6713 12790 1024 0,'0'0'0'0,"0"0"0"0,0 0 0 0,0 0 0 0,0 0 256 0,0 0-256 15,0 0 0-15,0 0 38 0,0 0-38 0,0 0 0 0,3-6 110 0,2-2-110 0,1-3 0 0,-3 5 131 31,-1 2-131-31,-1 2 0 0,0-2 207 0,-1 1-207 16,-1 0 0-16,1-1 158 0,-2 1-158 0,1 0 0 0,-1 1 33 16,-2 0-33-16,0 0 0 0,0 1-128 0,-2 0 128 0,-3 0 0 0,0 2-216 0,0 1 216 15,-2 1 0-15,1-2-139 0,0 1 139 0,-1 1 0 0,0 1 57 0,0 2-57 0,-1 1 0 0,0-3 163 16,3 0-163-16,-1 0 0 0,-1 0 94 0,2 2-94 0,0-1 0 0,0 1-58 16,3-1 58-16,2 0 0 15,-1 0-119-15,1 1 119 0,1-1 0 16,0 1 0-16,1-1 0 0,0 0 0 0,1-1 134 0,1 1-134 0,1 2 0 0,2-2 203 15,1 1-203-15,2 1 0 0,-1-1 138 16,1-1-138-16,1 0 0 0,1 0 30 0,0 1-30 0,1-1 0 0,0 1-109 16,0-1 109-16,2 0 0 0,-1 0-123 15,0 1 123-15,1-1 0 0,0 1-114 16,-3 1 114-16,1 1 0 0,0-1 19 0,-1 0-19 0,0-2 0 0,-1 2 92 16,-1 1-92-16,0 0 0 0,-1 0 110 0,-1-1-110 15,-1 0 0-15,0 1 19 0,0-1-19 0,-2 0 0 0,-1 0-80 16,-2-1 80-16,0 0 0 0,0 0-72 0,0 1 72 15,-3-1 0-15,1-1-42 0,-2-1 42 0,0-1 0 0,1 1 9 0,0 0-9 16,0 2 0-16,-2-3 12 0,-1 1-12 0,-2-2 0 0,3 0 35 16,-3 0-35-16,1 0 0 0,0 0 34 0,2-1-34 0,-2-1 0 0,2-1-3 15,1-1 3-15,1-1 0 0,1 1-20 16,0 0 20-16,2 0 0 0,0-3 50 0,1 0-50 0,1-1 0 0,0 0 105 16,1-2-105-16,1 0 0 0,-1 5-1014 15,-2 3 1014-15,1 3 0 0</inkml:trace>
  <inkml:trace contextRef="#ctx0" brushRef="#br0" timeOffset="206400.261">6876 12907 1024 0,'0'0'0'0,"0"0"0"0,0 0 0 0,0 0 0 0,0 0 256 15,0 0-256-15,0 0 0 0,0 0 124 0,0 0-124 16,0 0 0-16,0 0 79 0,0 0-79 0,0 0 0 0,-1 6 114 15,-1 4-114-15,-1 2 0 0,2-4 53 0,1-2-53 0,1-1 0 16,-2 2-39-16,0 0 39 0,-1 1 0 0,2-8 0 0,-1 8-55 0,1 1 55 16,1 2 0-16,-1-1 16 0,-2-1-16 0,1 1 0 0,0-2 172 15,-1 1-172-15,-1-1 0 0,1 0 200 0,2-1-200 0,-1 0 0 16,0 0 10-16,-1-2-10 0,-2 0 0 0,2-1-201 16,2-1 201-16,-1-1 0 0,0-1-256 0,0-1 256 0,0-1 0 0,0 1-473 15,2 0 473-15,-1 0 0 0</inkml:trace>
  <inkml:trace contextRef="#ctx0" brushRef="#br0" timeOffset="206527.413">6842 12777 1024 0,'0'0'0'0,"0"0"256"0,0 0-256 0,0 0 0 0,0 0 256 0,0 0-256 0,0 0 0 16,1-6 105-16,1-2-105 0,1-3 0 15,0 5 74-15,0 0-74 0,1 2 0 0,-1 0-1 16,1-2 1-16,1 0 0 0,-3 4-690 15,-2 2 690-15,-2 2 0 0</inkml:trace>
  <inkml:trace contextRef="#ctx0" brushRef="#br0" timeOffset="206997.22">6996 12695 1024 0,'0'0'0'0,"0"0"0"0,0 0 0 0,0 0 0 16,0 0 197-16,0 0-197 0,0 0 0 0,0 0 145 0,0 0-145 0,0 0 0 16,0 10 216-16,0 4-216 0,0 6 0 0,0-9 256 15,2-3-256-15,-1-1 0 0,0 2 227 0,1 1-227 0,2 2 0 0,-2 1 9 0,-2 1-9 16,1 3 0-16,0-1-216 15,0 1 216-15,0 1 0 0,0-1-252 0,0 0 252 0,0-1 0 0,0 1-109 16,0-1 109-16,0-1 0 0,-2 0 119 0,0 0-119 0,-1-1 0 0,1-2 248 16,1-2-248-16,1-1 0 0,-1 0 174 0,-2 0-174 0,1-1 0 0,0-1-8 15,0-1 8 1,0 0 0-16,0-2-137 0,0-1 137 0,0-1 0 0,1 0-67 16,1-1 67-16,1-1 0 0,-1 0 57 0,0-1-57 0,0-1 0 0,0-1 149 0,1-3-149 0,1 0 0 0,0 0 136 31,1-1-136-31,2 0 0 0,-1 1 11 0,0-1-11 0,1-2 0 0,-1 2-72 15,1 0 72-15,2-1 0 0,-2 1-119 0,1 0 119 0,1 0 0 0,-1 1-53 0,1 0 53 0,-1 1 0 0,0 1 76 32,1 1-76-32,2 1 0 0,-2 0 143 15,-1 2-143-15,0-1 0 0,1 1 78 0,1 1-78 0,0 1 0 0,0 0-34 16,-2 2 34-16,-1-1 0 0,0 1-69 0,-1 2 69 16,0 1 0-16,0-2-11 0,-2 0 11 0,1 0 0 0,-1-1 19 15,-1 2-19-15,-1 0 0 0,-1-1 5 0,-1 2-5 0,-1 0 0 0,0-2-54 16,-1 1 54-16,-1-2 0 0,-1 2-1 15,-1-1 1-15,-2 0 0 0,2 0 26 0,-1-1-26 0,-2 0 0 0,1 0 88 16,-2 0-88-16,-2 0 0 0,2-1 72 0,1-1-72 16,1 0 0-16,-2-2 90 0,1-1-90 0,0-1 0 0,-1 0 7 15,1 1-7-15,0-3 0 0,1 1-29 0,2-2 29 0,1-2 0 16,3 5-1317-16,2 2 1317 16,2 2 0-16</inkml:trace>
  <inkml:trace contextRef="#ctx0" brushRef="#br0" timeOffset="207219.822">7373 12720 1024 0,'0'0'0'0,"0"0"0"0,0 0 0 0,0 0 0 0,0 0 256 15,0 0-256-15,0 0 0 0,0 0 256 0,0 0-256 0,0 0 0 0,0 0 256 16,0 0-256-16,0 0 0 0,3 8 256 16,2 3-256-16,2 5 0 0,-4-8 128 0,-2-2-128 15,-2-1 0-15,2 3 4 0,1 1-4 0,2 3 0 16,-2-3-94-16,-1 3 94 0,-1 1 0 0,1-1-103 15,1 2 103-15,-1 1 0 0,0-1 12 16,-2 1-12-16,1 0 0 0,0 0 200 0,-1-1-200 0,1 1 0 0,-2 1 197 0,0-1-197 0,-1 2 0 0,2-2-5 0,-2 0 5 16,0-1 0-16,1-1-246 0,1-2 246 15,1 0 0-15,-1-2-256 0,2-2 256 0,-1-1 0 0,0-3-861 0,0-3 861 0,0-3 0 0</inkml:trace>
  <inkml:trace contextRef="#ctx0" brushRef="#br0" timeOffset="207500.711">7579 12894 1024 0,'0'0'0'0,"0"0"0"0,0 0 0 0,0 0 0 0,0 0 256 0,0 0-256 0,0 0 0 0,-4 7 256 16,-2 5-256-16,-2 4 0 0,5-9 101 0,1-2-101 15,4-2 0-15,-4 4-80 0,4 1 80 0,-2 3 0 0,0-2-44 16,-3 0 44-16,2 1 0 0,0 0-54 16,1-1 54-16,0 1 0 0,-1 0-42 0,2 0 42 0,-1 1 0 0,0-1 16 0,-2-2-16 0,1-1 0 0,0 0 144 15,2-1-144-15,-1 0 0 0,0-2 256 0,-2-1-256 0,1 0 0 16,0-3 240-16,2-1-240 0,-1-1 0 0,0 1-1049 16,0 1 1049-16,0 1 0 0</inkml:trace>
  <inkml:trace contextRef="#ctx0" brushRef="#br0" timeOffset="207632.563">7558 12743 1024 0,'0'0'0'0,"0"0"0"0,0 0 0 0,0 0 0 0,0 0 256 15,0 0-256-15,0 0 0 0,0 0 256 16,0 0-256-16,0 0 0 0,0 0 256 0,0 0-256 0,0 0 0 16,3-3 224-16,2 0-224 0,2-1 0 0,-2 1-232 15,0 1 232-15,1 0 0 0,-4 1-760 0,-2 1 760 0,-2 1 0 0</inkml:trace>
  <inkml:trace contextRef="#ctx0" brushRef="#br0" timeOffset="208060.702">7733 12941 1024 0,'0'0'0'16,"0"0"0"-16,0 0 0 0,0 0 0 0,2 3 256 0,1 1-256 0,2 2 0 0,-2-2 256 0,0 2-256 0,0 0 0 0,0 0 256 0,-2 1-256 0,1 1 0 0,0 1 172 31,0 0-172-31,0 2 0 0,0-2-256 0,-2-1 256 0,1 0 0 0,0 0-256 0,0 0 256 0,0 2 0 0,0-3-164 31,1-1 164-31,-1 0 0 0,0-1 75 16,0-1-75-16,0-1 0 0,0 0 256 0,0-1-256 0,0 0 0 0,0-2 256 15,0-1-256-15,0-2 0 0,0 0 63 0,0-1-63 16,0-1 0-16,0-2-222 0,0-1 222 0,0-2 0 0,1 1-255 0,1 0 255 0,1-2 0 0,-1 1-72 16,2-2 72-16,0-1 0 0,-1 2 144 15,1 0-144-15,2-1 0 0,-1 1 256 0,-1 0-256 0,0 1 0 0,0 1 256 16,1 1-256-16,2 0 0 0,-1 0 250 0,0 1-250 0,1 0 0 15,-1 2-187-15,2 0 187 0,0 2 0 0,-1 0-256 16,-2 1 256-16,2 1 0 0,-1 1-256 16,-1 0 256-16,0 3 0 0,0-1-80 0,0 1 80 0,-2 1 0 15,1 1 169-15,-2 0-169 0,1 1 0 0,-1-1 256 16,-1 1-256-16,-1-1 0 0,1 1 235 0,-2 1-235 0,1 1 0 0,1 0 39 0,-4 0-39 16,2 2 0-16,0-2-118 0,-2 1 118 0,1 0 0 0,0-1-238 0,-1 0 238 15,-1 1 0-15,1-2-208 0,2 1 208 0,-1-1 0 0,1 0-119 16,1-1 119-16,1 0 0 0,-1-2 33 0,1-1-33 15,1-1 0-15,2 0 134 0,-1 0-134 0,3-2 0 0,0 0 143 16,2 0-143-16,3 0 0 0,-9 0-818 16,-3 0 818-16,-3 0 0 0</inkml:trace>
  <inkml:trace contextRef="#ctx0" brushRef="#br0" timeOffset="208633.204">8314 12837 1024 0,'0'0'0'0,"0"0"0"0,0 0 0 0,0 0 0 0,0 0 256 0,0 0-256 0,0 0 0 15,0 0 256-15,0 0-256 0,0 0 0 16,0-7 256-16,0-4-256 0,0-3 0 0,0 9 256 0,0 2-256 0,0 2 0 0,0-2 256 15,-2 1-256-15,1 0 0 0,-2 1-7 0,-1 0 7 0,-1 0 0 0,-1 1-219 16,0 0 219-16,-2 0 0 0,2 1-256 16,-1 2 256-16,-2 0 0 0,2 0-161 0,0 1 161 0,0 1 0 0,-1 0 145 15,0 0-145-15,-1 1 0 0,0 0 256 16,2 1-256-16,0 2 0 0,1-2 256 0,2 0-256 16,2-2 0-16,-2 2-18 0,2 0 18 0,1 1 0 0,1 0-256 0,1-1 256 0,1 0 0 0,1 0-256 15,0 1 256-15,1 0 0 0,0-2-256 16,1 0 256-16,1 0 0 0,0 0 51 0,2-2-51 0,0-1 0 0,0 0 256 15,2-1-256-15,1-1 0 16,-2 0 211-16,0-1-211 0,-2-1 0 0,1 0-20 0,1 1 20 0,3-2 0 0,-3 0-201 16,-1-2 201-16,-1 1 0 0,1 0-150 15,-2 0 150-15,-1-1 0 0,0 1 13 0,0 1-13 0,-1 0 0 0,1 0 167 16,-2-1-167-16,1 0 0 0,-1 0 221 0,-1 1-221 0,-1 0 0 0,1 1 107 16,-2-2-107-16,1 1 0 0,0 0-63 0,-2 1 63 0,1 0 0 15,0 1-159-15,-2 2 159 0,1 0 0 0,0 0-53 16,0 1 53-16,0 1 0 0,0 1 78 0,2 1-78 0,-1 2 0 0,0 1 148 15,-2 0-148-15,1 2 0 0,0-1 59 16,2 0-59-16,-1 1 0 0,-1 1-124 0,0 2 124 0,-1 1 0 0,1-1-254 16,1 2 254-16,1 2 0 0,-1-3-213 0,0 2 213 0,0 1 0 15,0-2-94-15,-2 1 94 0,1 1 0 0,0-3 69 0,-1 0-69 16,-2-1 0-16,2-1 142 0,-1 0-142 0,-1-1 0 0,1-1 138 16,-1-1-138-16,-1 0 0 15,1-2 43-15,-2 0-43 0,0-2 0 0,1-1-62 16,0 0 62-16,0-2 0 0,0 0-71 0,-2-1 71 0,-2-1 0 0,2-1-20 15,1-1 20-15,1 0 0 0,-2-1 50 0,3 0-50 16,-1-1 0-16,0-1 79 0,2-1-79 0,-1-2 0 0,1 2 102 0,0-1-102 0,2-2 0 0,1 0 97 16,1-1-97-16,2-2 0 0,0 1 79 0,1 0-79 0,1-2 0 0,2 1 9 15,2-1-9-15,4-2 0 0,-2 1-25 0,2 2 25 0,1-1 0 16,0-1-12 0,-1-2 12-16,3 0 0 0,-10 9-1106 0,-6 7 1106 0,-6 4 0 15</inkml:trace>
  <inkml:trace contextRef="#ctx0" brushRef="#br0" timeOffset="208926.353">8761 12714 1024 0,'0'0'0'0,"0"0"0"0,0 0 0 0,0 0 0 0,0 0 256 0,0 0-256 0,0 0 0 0,0 0 256 0,0 0-256 0,0 0 0 0,-7 6 256 16,-1 4-256-16,-3 2 0 0,5-5 256 15,1-2-256-15,2-1 0 0,-1 2 256 0,-1 1-256 0,-1 2 0 0,1 0-125 16,-2 2 125 0,0 1 0-16,1-1-256 0,2 2 256 0,-1 0 0 0,0-1-144 15,1 0 144-15,0 2 0 0,0-1 144 0,2 1-144 16,-1 1 0-16,1-1 256 0,1-1-256 0,1 0 0 0,0 0 116 16,1 1-116-16,1 1 0 0,0-1-147 0,1 0 147 0,1 1 0 0,1-1-206 15,1-2 206-15,2 1 0 0,-1-1-162 16,1-1 162-16,2 1 0 0,-1-4-8 0,1 0 8 0,2-2 0 0,-1-1 27 15,1-1-27-15,3-1 0 0,-3-3 92 0,3-1-92 16,-1-1 0-16,-9 1-867 0,-5 1 867 16,-5 1 0-16</inkml:trace>
  <inkml:trace contextRef="#ctx0" brushRef="#br0" timeOffset="209193.487">9064 12786 1024 0,'0'0'0'0,"0"0"256"0,0 0-256 0,0 0 0 0,0 0 0 0,0 0 256 16,0 0-256-16,0 0 0 0,0 0 256 0,0 0-256 0,0 0 0 0,-2 4 256 15,-1 3-256-15,-1 1 0 0,1-2 99 0,0-1-99 0,0 0 0 16,-1 3-256-16,-1 1 256 16,-2 2 0-16,2-2-256 0,5-9 256 0,-6 10 0 0,-2 0 0 0,2-1-77 0,0 2 77 15,2 0 0-15,-1 1 256 16,0 0-256-16,0 2 0 0,0-2 256 0,-2 0-256 0,-1-1 0 0,2 0 256 15,1 0-256-15,1-1 0 0,-2-1-230 0,3 1 230 0,-1-1 0 0,0-2-256 16,-1-1 256-16,-2 0 0 0,0-2-256 0,3-1 256 0,-1 0 0 0,0-2-256 0,2-1 256 0,-1-1 0 16,2 1-304-16,2 0 304 15,2 0 0-15</inkml:trace>
  <inkml:trace contextRef="#ctx0" brushRef="#br0" timeOffset="209428.77">8872 12821 1024 0,'0'0'0'0,"0"0"0"0,0 0 0 0,0 0 0 0,0 0 256 0,0 0-256 0,0 0 0 15,0 4 256-15,2 1-256 0,-1 2 0 0,0-2 256 16,1 0-256-16,2 1 0 0,-2 1-78 0,1 2 78 0,1 3 0 0,0-1-222 16,2 2 222-16,3 1 0 0,-2-1-171 0,0 1 171 0,1 0 0 15,0 0-75-15,2-1 75 0,0 1 0 0,-2-1 57 16,3 0-57-16,-1-1 0 0,0-2 158 0,-1-2-158 0,0-1 0 15,0-2 160-15,-2-1-160 0,2 0 0 0,-2-2 21 0,-1-1-21 16,-1-1 0-16,0-2-130 0,1-1 130 0,-3-1 0 0,-1 2-488 16,-3 2 488-16,0 2 0 0</inkml:trace>
  <inkml:trace contextRef="#ctx0" brushRef="#br0" timeOffset="209697.525">9140 12625 1024 0,'0'0'0'0,"2"0"256"16,2 0-256-16,2 0 0 0,-2 1 256 0,-4-1-256 0,6 0 0 0,0 2 0 0,-6-2 0 0,7 4 256 0,0 3-256 0,4 1 0 15,-2 1 256-15,2 1-256 0,4 3 0 16,-4 1-208-16,2 2 208 16,0 4 0-16,-2-1-256 0,1 1 256 0,-3 1 0 0,0 1-196 0,-1 3 196 15,-3 1 0-15,0-2 191 16,-2 1-191-16,-2 1 0 0,-1 1 256 0,-2 0-256 0,0 2 0 0,-3-2 256 0,-3-1-256 0,-1 0 0 0,-2 1 88 0,-3-2-88 0,-1 2 0 0,-1-3-256 0,-2-1 256 0,-2-1 0 15,3-3-256-15,-3-4 256 0,0-2 0 0,13-7-643 16,8-6 643-16,5-6 0 0</inkml:trace>
  <inkml:trace contextRef="#ctx0" brushRef="#br0" timeOffset="-212635.774">10549 12773 1024 0,'0'0'0'0,"0"0"256"0,0 0-256 0,0 0 0 0,0 0 69 16,0 0-69-16,0 0 0 0,0 0 11 0,0 0-11 0,0 0 0 0,0-6 142 15,0-4-142-15,0-2 0 0,0 7 192 16,2 1-192-16,-1 3 0 0,0-2 256 0,-2-1-256 0,1-1 0 0,2 1 256 15,0 0-256-15,1-2 0 0,-1 3 56 0,-1 0-56 0,-1 0 0 0,1 0-175 16,0 0 175-16,0 0 0 0,0 1-256 0,1 0 256 0,1 0 0 0,-1 0-207 16,-2 1 207-16,1 0 0 0,1 0-33 0,0 0 33 15,1 0 0-15,-1 1 179 16,0 1-179-16,0 1 0 0,0 0 256 0,0-1-256 0,0 3 0 0,0 0 256 0,-2 1-256 16,1 2 0-16,0-2 70 0,0 2-70 0,0 0 0 0,0 0-198 15,0 1 198-15,0 2 0 0,0 0-236 0,0 1 236 0,0 3 0 0,1-3-128 16,-4 2 128-16,2 1 0 0,0-1 41 0,3 2-41 0,-2 1 0 15,0-1 185-15,0 0-185 0,0 2 0 16,0-2 231-16,1 1-231 0,1 0 0 0,-1 1 76 16,0-1-76-16,0 2 0 0,0-1-83 0,1 0 83 0,1 0 0 0,-1-1-149 0,2 0 149 15,0-1 0-15,-1-1-140 16,-2 0 140-16,1-1 0 0,0 0-48 0,0-2 48 0,0 0 0 16,1 0 38-16,-1-1-38 0,0 0 0 0,0-2 85 0,0 0-85 0,0-2 0 15,-1 0 108-15,-1-2-108 0,-1-1 0 0,1 0 65 0,1 1-65 0,1-2 0 0,-1 1 58 16,-2-3-58-16,1 1 0 0,0-1 45 15,0-1-45-15,1-2 0 0,-1 2 32 0,0-3-32 0,0 0 0 16,0-1 8-16,1-1-8 0,1-2 0 0,-1 0-22 16,0-1 22-16,0-2 0 0,0 1-2 15,0-3 2-15,0 1 0 0,0-1 25 0,1-1-25 16,3 0 0-16,-2-2 113 0,-2 0-113 0,1-3 0 0,0 2 175 0,1-1-175 16,1-1 0-16,-1 1 187 0,2 1-187 0,0-1 0 0,-2 0 178 15,2 0-178-15,0 0 0 16,-1 1 81-16,0 0-81 0,-2 1 0 15,1-1 30-15,1 1-30 0,2 1 0 0,-1 1 52 16,-1 0-52-16,0 1 0 0,0 0 39 0,-2 0-39 0,1 1 0 16,0 0-95-16,-2 2 95 0,1 1 0 0,1 0-225 0,-1 2 225 0,0 0 0 0,0 1-256 15,0 0 256-15,0 0 0 16,-1 1-208-16,-1 1 208 0,-1 0 0 0,1 0-137 16,0 0 137-16,0-1 0 0,0 2-16 0,-2 2 16 0,1-1 0 0,0 1-1237 15,0 1 1237-15,0 1 0 0</inkml:trace>
  <inkml:trace contextRef="#ctx0" brushRef="#br0" timeOffset="-212339.306">10455 12982 1024 0,'0'0'0'0,"0"0"0"0,0 0 0 0,0 0 0 0,0 0 256 0,0 0-256 16,0 0 0-16,0 0 256 0,0 0-256 0,0 0 0 0,0 0 256 16,0 0-256-16,0 0 0 0,2 7 256 0,1 3-256 0,1 4 0 0,1-9 256 15,2-4-256-15,3-4 0 0,-1 5-44 16,0-2 44-16,4 1 0 0,-13-1 0 0,11 1-256 0,2 0 256 0,4 0 0 0,-3 0-256 16,2 0 256-16,1 1 0 15,0-1-256-15,0 0 256 0,2 0 0 0,-1 0 60 16,-2-1-60-16,1-1 0 0,-2 1 256 0,0 0-256 15,-2 0 0-15,0-1 256 0,-2 0-256 0,0 0 0 0,1-2-102 16,-2 0 102-16,-1-1 0 0,-4 3-938 0,-5 1 938 0,-5 1 0 0</inkml:trace>
  <inkml:trace contextRef="#ctx0" brushRef="#br0" timeOffset="-211799.315">11232 12940 1024 0,'0'0'0'0,"0"0"0"0,0 0 0 16,0 0 0-16,0 0 256 0,0 0-256 0,0 0 0 0,-5 6 256 0,-4 2-256 0,-2 3 0 0,7-6 256 0,2-2-256 0,2-1 0 0,-2 2 256 16,-1 1-256-16,-1 2 0 0,0-1 41 0,0 0-41 15,-1 1 0-15,1 0-256 16,-1 1 256-1,-1 2 0-15,0-2-256 0,1 0 256 0,0 1 0 0,0 2-256 0,-1 0 256 0,-3 3 0 0,3-3 17 16,-1 1-17-16,-1-1 0 0,1 0 193 0,1 1-193 0,0 0 0 0,0-3 211 0,2 0-211 0,-1-2 0 0,-1 0 10 16,1 0-10-16,0-2 0 0,1-1-152 15,1-1 152-15,1-1 0 0,-1 0-214 0,-1-1 214 0,-2-1 0 16,2-1-170-16,2-2 170 0,-1-2 0 0,0 0-10 0,2-1 10 0,-1-2 0 0,0 1 131 16,0-1-131-16,0-2 0 0,1-1 174 0,1 0-174 0,1-2 0 0,0 1 85 15,1 0-85-15,1-1 0 0,-1-1-77 0,0-1 77 16,0-1 0-16,0 4-110 15,0 0 110-15,0 1 0 0,0 1-44 0,2 1 44 0,0 0 0 0,-1 0 16 0,-2 2-16 16,1 0 0-16,0 2 256 16,1 1-256-16,1 1 0 0,-2 0 256 15,-1-1-256-15,-1 1 0 0,1 1 256 0,1 1-256 0,1 1 0 0,0 0 256 16,0 0-256-16,1 0 0 0,-1 1-29 16,0-1 29-16,0 2 0 0,1 2-256 0,1 0 256 0,2 1 0 0,-3 0-256 0,2 1 256 0,0 2 0 0,0 0-256 15,1 1 256-15,2 2 0 0,-2-1 22 0,1 0-22 0,2 2 0 0,-2 0 256 16,1 2-256-16,2 1 0 0,-2-1 256 15,0 1-256-15,0 0 0 0,1-1-34 0,-2 1 34 16,0 1 0-16,1-4-256 0,0-2 256 0,1-1 0 0,-7-5-828 0,-3-4 828 0,-3-4 0 16</inkml:trace>
  <inkml:trace contextRef="#ctx0" brushRef="#br0" timeOffset="-209592.103">11977 12690 1024 0,'0'0'0'0,"0"0"0"0,0 0 0 0,0 0 0 0,0 0 256 16,0 0-256-16,0 0 0 0,0 0 256 15,0 0-256-15,0 0 0 0,0 0 256 0,0 0-256 16,0 0 0-16,-4 10 256 0,-2 5-256 0,-3 5 0 15,7-12 256-15,4-4-256 0,2-4 0 0,-3 5 137 16,-2 0-137-16,1 2 0 0,0 0-226 0,2 1 226 16,-1 2 0-16,0-2-185 0,0 2 185 0,0 0 0 0,0 2 16 0,1 2-16 15,1 1 0-15,-1 0 226 0,0 2-226 0,0 2 0 16,0-1 222-16,0 1-222 0,0 0 0 0,0 0-18 16,0 1 18-16,1 2 0 0,-1-3-256 0,-2 0 256 15,1-1 0-15,0 0-256 0,-2 1 256 0,1 1 0 0,0-3-256 16,0-1 256-16,0-2 0 0,0-2-164 15,-2-1 164-15,1-2 0 0,-1-1 80 0,0-2-80 0,-2-1 0 16,3-3-600-16,1-2 600 0,1-2 0 0</inkml:trace>
  <inkml:trace contextRef="#ctx0" brushRef="#br0" timeOffset="-209035.283">11921 12795 1024 0,'0'0'0'0,"0"0"0"0,0 0 0 0,0 0 0 0,0 0 256 0,0 0-256 0,0 0 0 16,1-5 256-16,1-2-256 0,1-3 0 0,-1 3 256 16,2 3-256-16,0-1 0 0,-1 0 256 0,1 0-256 0,1-1 0 0,1 2 256 15,1-2-256-15,2 0 0 0,0 2 149 16,0 1-149-16,4 1 0 0,-3 0-256 0,1 2 256 16,-1-1 0-16,1 3-256 0,2 1 256 0,1 1 0 0,0 2-256 0,-3-1 256 15,1 3 0-15,0 1 256 0,-1-1-256 16,-2 3 0-16,1 0 256 0,-2 0-256 0,-1 2 0 0,-1-1 221 0,-2 0-221 0,-1 2 0 0,-1-1-256 15,-2 1 256-15,-2 0 0 0,-1-1-256 16,-1 0 256-16,-2-1 0 0,1 0-254 0,-1-1 254 0,-1 0 0 16,-1 0 136-16,0 0-136 15,-2-1 0-15,0-1 256 0,3-2-256 0,-1-1 0 0,0 1 256 0,0-2-256 0,1 0 0 16,0-1 256-16,1-2-256 0,1 0 0 0,-2 1-80 0,3-1 80 16,-1 0 0-16,1-1-256 0,1 0 256 0,1 0 0 0,-1-1-256 0,2 0 256 0,-1 0 0 0,2 0-45 15,2 0 45-15,2 0 0 0,-1 0 174 16,1 0-174-16,1 0 0 0,1-1 204 15,1 1-204-15,2-2 0 0,-1 2 113 0,1 1-113 0,2 1 0 0,-1 0-38 16,1 2 38-16,3 0 0 0,-3-1-218 0,1 1 218 0,0 1 0 16,-1 1-248-16,0 2 248 0,-2 1 0 0,1-1-143 15,-1 2 143-15,0 0 0 0,-1 0-2 0,-1 0 2 0,0 1 0 0,-2 0 47 0,-2-1-47 16,-2 1 0-16,0-1 114 0,-2 1-114 16,-2 0 0-16,1 0 205 0,-1-1-205 15,-1 0 0-15,-2 0 242 0,1-2-242 0,-3-1 0 0,1 1 89 0,-2 0-89 0,0-1 0 0,1-2-55 16,-1-1 55-16,-2-1 0 0,1 0-140 15,-3-1 140-15,0-1 0 0,1 1-150 0,0-1 150 0,2 0 0 0,-1-3-177 16,-1-1 177-16,1-2 0 0,1 1-106 0,0-1 106 0,2-2 0 0,0 0-13 16,0-2 13-16,2-3 0 0,2 2 58 0,2-2-58 15,2 0 0-15,-1 8-851 0,1 4 851 0,1 4 0 0</inkml:trace>
  <inkml:trace contextRef="#ctx0" brushRef="#br0" timeOffset="-208634.093">12398 13032 1280 0,'0'0'0'0,"0"0"256"0,0 0-256 0,0 0 0 0,0 0 0 0,0 0 256 15,0 0-256-15,0 0 0 0,2-2 256 16,2 1-256-16,2-2 0 0,-2 0 256 0,0 1-256 0,0-3 0 0,2 3 256 16,0-1-256-16,1 1 0 0,0 1-256 0,2 0 256 0,0 1 0 15,-1 1-256 1,1 0 256-16,2 2 0 0,-3 0-256 0,2 2 256 15,1 1 0-15,-1 0 149 16,-2 1-149-16,2 1 0 0,-3 0 256 0,-1 0-256 0,-1 1 0 0,1 1 256 16,-1 0-256-16,0 2 0 0,-1-1 210 15,0 0-210-15,-2 2 0 0,0-2-256 0,-2-2 256 0,-2 0 0 0,2-1-256 0,-2 0 256 0,1 1 0 0,0-2-256 0,-1 0 256 0,-2-2 0 0,1 0 172 16,2-1-172-16,-1 0 0 0,-1-1 256 16,0 0-256-16,-1 0 0 0,1-1 256 0,2 0-256 0,-1 0 0 0,0-2 256 0,0-1-256 15,0-1 0-15,0 1 256 0,-1-2-256 0,-1 0 0 16,0-1-256-16,2-1 256 0,0-1 0 0,0-1-256 0,1-1 256 0,1-3 0 15,0 2-242-15,0 0 242 16,1-1 0-16,0 0 256 0,1 0-256 0,1-2 0 16,1 2 256-16,0-1-256 0,1-2 0 0,1 2 256 0,0-1-256 0,4 0 0 0,-2 0-174 15,1 1 174-15,2 0 0 0,0-1 256 0,-3-1-256 16,1-1 0-16,1 3-256 0,0 0 256 0,2 1 0 0,-7 6-1907 0,-6 5 1907 16,-3 2 0-16</inkml:trace>
  <inkml:trace contextRef="#ctx0" brushRef="#br0" timeOffset="-208305.464">12779 12975 1024 0,'0'0'0'0,"-1"4"0"0,0 0 0 0,0 0 0 0,0 0 256 0,2 1-256 0,-1-1 0 0,0 1 256 15,0-1-256-15,0 3 0 0,0-2 256 16,0 0-256-16,0 1 0 0,0-1 256 0,0 2-256 16,0 2 0-16,0-1 256 15,2 0-256-15,-1 2 0 0,1-1 256 16,1 1-256-1,1 2 0-15,1-3-256 0,0 0 256 16,1-1 0-16,0-1-256 16,2 1 256-16,2-1 0 0,-2-1 256 15,1-1-256-15,2 0 0 16,-2-2 256-16,1-1-256 0,2-1 0 0,-2 0 256 16,-2-1-256-16,1-1 0 0,1-1 256 0,-3-1-256 0,1-2 0 0,1 1 256 15,-2-1-256-15,0-1 0 0,-1-1 142 0,-1 0-142 16,0-2 0-16,-1 2-174 0,-1-2 174 0,-1 0 0 0,-1 2-23 0,-2-2 23 0,-2 0 0 0,1 0 185 0,-1 1-185 0,-2 0 0 0,0 1 75 0,0-2-75 0,-3 0 0 0,1 1-143 0,-2 2 143 0,-1 0 0 0,1 0-256 0,-1 0 256 0,-2-1 0 0,2 3-256 0,1 1 256 0,0 1 0 0,0-1-256 15,2 0 256-15,-2 0 0 0,3 0-219 0,1 2 219 0,1-1 0 0,1-1 12 16,2-2-12-16,2-1 0 0,-2 5-1391 16,2 1 1391-16,-1 1 0 0</inkml:trace>
  <inkml:trace contextRef="#ctx0" brushRef="#br0" timeOffset="-207264.027">13176 12737 1024 0,'0'0'0'0,"0"0"256"0,0 0-256 0,0 0 0 0,0 0 256 0,0 0-256 0,0 0 0 0,0 0 256 0,0 0-256 16,0 0 0-16,2 5 256 0,1 3-256 0,1 1 0 0,-2-1 256 15,-1 1-256-15,-1 0 0 0,1 2 256 16,1 1-256-16,2 3 0 0,-2-2 256 0,0 2-256 0,0 1 0 0,0 0-12 16,-2 1 12-16,1 1 0 0,0 0 256 0,0 1-256 0,0 1 0 0,-1-2 256 15,0-2-256 1,-1 0 0-16,0 1 256 0,2 0-256 0,-1 0 0 0,0-3 96 15,-2-1-96-15,1-2 0 0,0-2-256 0,0 0 256 0,0-2 0 0,0-1-256 16,-1 0 256-16,-1-2 0 0,0-2-256 0,0-2 256 0,-1-2 0 0,3 2-1876 16,1 0 1876-16,1 0 0 0,-4-3 0 0,-2-1 0 15,-2-3 0-15,1 2 0 0,-2-2 0 0,0-2 0 0,1 1 0 16,2 0 0 0,-2-1 0-16,1 1 0 0,0 0 0 0,0 1 0 0,0 0 256 0,1 1-256 0,0 0 0 0,1 1 256 15,1 0-256-15,1 0 0 0,1-1 256 16,1 0-256-16,1-1 0 0,1 0 256 0,1 1-256 0,1 0 0 0,3-1 256 0,0 0-256 15,4-1 0-15,-2 1 256 0,2-2-256 0,0 0 0 0,-1 0-256 16,2-1 256-16,0 0 0 0,0 0-256 0,0-1 256 0,2-2 0 0,-1 0-159 16,0-1 159-16,2-1 0 0,-3 2 256 15,1 1-256 1,-3 0 0-16,0 1 256 0,0 1-256 0,-1 2 0 0,-2-1 256 16,-3 2-256-16,0 0 0 0,2 2 256 0,-3 0-256 15,1 0 0-15,-1 2 256 0,-1 1-256 0,-1 0 0 16,1 1-256-16,-2 0 256 0,1 0 0 0,0 1 38 0,0 2-38 15,0-1 0-15,0 3 256 0,-2 2-256 16,1 1 0-16,0 0 256 0,0 1-256 0,0 2 0 0,0 0 256 0,0 3-256 0,0 1 0 16,0-1 256-16,-2 1-256 0,1 0 0 15,0 1-256-15,2 0 256 0,-1 3 0 0,0-3 16 0,0 0-16 0,0 0 0 16,0-1 164-16,-2 0-164 0,1-2 0 0,0 1 7 16,2-1-7-16,-1-2 0 0,0-1 20 0,0 0-20 0,0-2 0 15,-1 1 169-15,0-1-169 16,-1 0 0-16,1-1 0 0,1-2 0 0,1-1 0 0,-1 0 0 15,2-1 0-15,-1-1 0 0,0-1 0 0,1-1 0 0,2-1 0 0,-1 0 0 0,0-1 0 0,4-1 0 0,-2 0-30 16,1-2 30-16,1 0 0 0,-1 0-219 0,1 0 219 0,-1-1 0 0,0 0 156 16,0 2-156-16,0-2 0 0,2 1 93 0,0 0-93 15,1 0 0-15,-1 1 0 0,-1 0 0 0,0 1 0 0,-1 1 0 16,2 2 0-16,2-1 0 0,-3 1 0 0,-1 1 0 0,-1 1 0 0,1 1 0 16,-1-1 0-16,0 2 0 0,0 1 0 15,-2 2 0-15,1 0 0 0,-1 0 0 0,-1 0 0 0,-1 1 0 0,1-1-149 16,-2 2 149-16,1 0 0 0,-1-1 149 0,-1 0-149 0,-1-2 0 15,1 2 0-15,2-1 0 0,-1 0 0 0,0-1-87 16,0-1 87-16,0 0 0 16,1-1-256-16,1-2 256 0,2 1 0 0,-2-1-256 0,1-1 256 0,1-1 0 0,-1 0-256 15,0-1 256-15,0-1 0 0,2-1-256 16,1-2 256-16,2 0 0 0,-2 1 92 0,0 1-92 0,0 0 0 0,1 0-47 16,-3 0 47-16,1-1 0 0,-1 2 256 15,2 0-256-15,0 0 0 0,1 1 256 0,-3 0-256 0,1 0 0 0,0-1 256 0,0 2-256 0,0-1 0 16,1 0 256-16,0-1-256 0,1-2 0 0,0 2 42 15,2 0-42-15,1 0 0 0,-2 0 0 0,1 0 0 0,2-1 0 0,-3 2 0 16,2-1 0-16,1-1 0 0,-1 0-42 0,-2 0 42 16,2-1 0-16,-1 2-256 0,0-2 256 0,1 0 0 0,-2 0 123 15,-1 1-123-15,-1 1 0 0,0-1 175 0,0 1-175 0,-2 1 0 16,0-1 0-16,-1 0 0 0,-1 2 0 0,-1-2 0 16,-1 1 0-16,-1 1 0 0,1-1 0 0,-2 1 0 15,1 0 0-15,-1 1 0 0,-1 0 0 0,-1 0 0 0,0 1-175 16,-2 0 175-16,0 1 0 0,1 1-256 15,-1 1 256-15,-1 2 0 0,0-2 256 0,1 1-256 0,0 1 0 0,0 0 175 16,2 2-175-16,-2 0 0 0,2 0 0 0,1 2 0 0,1 1 0 16,0-1 0-16,1 0 0 0,1 1 0 0,1-1 0 0,2 0 0 0,2-1 0 0,0-1 0 15,1-1 0-15,2 0 0 0,-1-1-213 0,1-1 213 0,2-1 0 16,-2-2-256-16,1-2 256 0,2-2 0 0,-8 2-2602 16,-3 0 2602-16,-3 0 0 0</inkml:trace>
  <inkml:trace contextRef="#ctx0" brushRef="#br0" timeOffset="-206934.984">14010 12936 1024 0,'0'0'0'0,"0"0"0"0,0 0 0 0,0 0 0 0,0 0 256 0,0 0-256 0,0 0 0 0,0 0 256 0,0 0-256 16,0 0 0-1,-2-7 256-15,-1-4-256 0,-1-5 0 0,5 10 256 0,4 4-256 0,1 3 0 0,-1-2 256 0,2 0-256 16,0 0 0-16,0 2 256 0,1 2-256 0,3 0 0 31,-3 1 29-31,1 2-29 0,1 3 0 0,0-1-256 0,-3 1 256 0,1 2 0 0,0-2 256 0,-2 2-256 16,-1 1 0-16,0-1 256 15,-1 2-256-15,-1 1 0 0,0-1 256 0,-1-1-256 0,0 0 0 0,0-1 256 0,-2 0-256 16,1-1 0-16,-1-1 256 16,-1 0-256-16,-1-2 0 0,0 1-256 15,0-2 256-15,-1-1 0 0,1 1-256 0,2-1 256 0,-1 0 0 16,0-2 256-16,-1-1-256 0,-1-1 0 16,1 0 256-16,0-1-256 0,0-1 0 0,0-2 256 0,0 1-256 0,0-3 0 0,0 0 226 0,2-1-226 0,-2-2 0 31,4 0 0-31,0-3 0 0,1-1 0 0,1 1 0 0,0-2 0 0,3-1 0 0,0 1-226 0,1-1 226 0,2 0 0 0,-1 0-256 15,3-1 256-15,0 0 0 0,-8 10-2589 16,-4 6 2589-16,-4 3 0 0</inkml:trace>
  <inkml:trace contextRef="#ctx0" brushRef="#br0" timeOffset="-206669.994">14553 12621 1024 0,'0'0'0'0,"0"0"0"0,0 0 0 16,0 0 0-16,0 0 256 0,0 0-256 0,0 0 0 0,0 0 256 0,0 0-256 0,0 0 0 0,-4 4 256 16,-5 2-256-16,0 2 0 0,3-2 256 15,1 0-256-15,0 1 0 0,-1 1 256 0,-1 2-256 0,-1 1 0 0,1 0 256 16,-1 2-256-16,1 1 0 0,0 0 256 16,2 2-256-16,-2 1 0 0,2-1 256 0,0 0-256 0,2 0 0 15,-1 0 256-15,1 2-256 16,1 1 0-16,1 0 256 0,2 1-256 0,2 1 0 0,0 0 256 15,1 1-256-15,1 2 0 0,1-2 255 0,1 0-255 0,2 0 0 0,0-2-255 0,4-1 255 0,0-2 0 0,-1 0-256 16,1-2 256-16,2-2 0 0,1-3-256 0,-1-3 256 0,4-2 0 16,-13-3-2304-16,-6-2 2304 0,-6-2 0 0</inkml:trace>
  <inkml:trace contextRef="#ctx0" brushRef="#br0" timeOffset="-206433.039">14902 12782 1024 0,'0'0'0'0,"0"0"0"0,0 0 0 0,0 0 0 0,0 0 0 0,0 0 0 0,0 0 0 0,0 0 256 0,0 0-256 0,0 0 0 0,0 0 256 15,0 0-256-15,0 0 0 0,-2 4 256 16,-1 4-256-16,-1 2 0 0,1-3 256 0,-1-1-256 0,1 0 0 0,0 2 256 16,-1 1-256-16,-2 2 0 15,6-11 0-15,-4 10 256 0,-1 2-256 0,-2 1 0 0,1 0-256 0,-1 2 256 16,-2 1 0-16,0-2-213 0,3 0 213 0,-1-1 0 15,0 0 256-15,-1 0-256 0,-2-1 0 0,3-2 256 0,0-2-256 0,2-1 0 0,-2-1 256 0,2-2-256 0,1-1 0 16,-1-2 256-16,0-1-256 0,0-1 0 0,2 1-2091 16,3 0 2091-16,3 0 0 0</inkml:trace>
  <inkml:trace contextRef="#ctx0" brushRef="#br0" timeOffset="-206162.164">14697 12732 1024 0,'0'0'0'0,"0"0"0"0,0 0 0 0,0 0 0 0,0 0 256 0,0 0-256 0,0 0 0 0,0 0 256 16,0 0-256-16,0 0 0 0,4 2 256 16,3 3-256-16,1 0 0 0,-2-2 256 0,-1 1-256 0,0-2 0 0,2 2 256 15,-1 1-256-15,3 2 0 0,-2-1 256 0,2 2-256 0,0 0 0 0,1 2 256 16,1 1-256 0,2 3 0-16,-2-1 246 0,2 2-246 0,1 1 0 0,0 1-256 15,-3 2 256-15,2 2 0 0,-2-2 256 0,2 1-256 16,1 1 0-16,-3-1 256 0,0 1-256 0,-2 1 0 0,0-4 256 0,-1-2-256 0,0 0 0 0,0-1 236 15,-2-1-236-15,1-2 0 0,0-2-256 0,-2-3 256 0,-1-1 0 0,-2-4-2530 16,-2-2 2530-16,-2-2 0 0</inkml:trace>
  <inkml:trace contextRef="#ctx0" brushRef="#br0" timeOffset="-205908.359">15112 12586 1024 0,'0'0'0'0,"4"0"256"16,1 0-256-16,2 0 0 0,0 0 256 0,-1 1-256 0,3 1 0 0,-1 1 256 0,2 1-256 16,0 1 0-16,-1 2 256 0,2 1-256 0,0 3 0 0,-1-1 256 31,1 3-256-31,-1 2 0 0,-2 0 256 15,-1 3-256-15,0 2 0 0,0 1-256 0,-2 2 256 0,1 2 0 0,-2-1-163 0,0 2 163 0,-2 1 0 0,-1 0 256 0,-2 1-256 0,-3 2 0 0,0-2 256 0,-2-1-256 16,-2 0 0-16,-2 0 256 16,-3 1-256-16,-1 0 0 0,0-5 256 0,-1-1-256 0,-4-2 0 0,3 0-33 0,-1-1 33 0,-3-1 0 0,4-1-256 15,-3-3 256-15,1-1 0 0,11-7-1852 0,7-6 1852 0,7-6 0 0</inkml:trace>
  <inkml:trace contextRef="#ctx0" brushRef="#br0" timeOffset="-205253.309">15588 12914 1024 0,'0'0'0'16,"0"0"0"-16,0 0 0 0,0 0 0 0,0 0 55 0,0 0-55 0,0 0 0 0,0 0 256 16,0 0-256-16,0 0 0 0,0 0 256 0,0 0-256 0,0 0 0 15,0 0 256-15,0 0-256 0,0 0 0 0,4 1 256 16,4 0-256-16,0 1 0 0,-1-2 202 0,0 0-202 0,4 0 0 15,-1 0-256-15,0 0 256 0,4 0 0 0,-1 0-256 0,1 0 256 16,2 0 0-16,0 0 175 0,1 0-175 16,2 0 0-16,-2 0 256 0,2-1-256 0,1 1 0 0,-1-1 256 0,2 2-256 15,1-1 0-15,-2 1 256 0,2 0-256 16,2 1 0-16,-2-2 256 0,1 0-256 0,1 0 0 0,-1 1-256 0,0 1 256 0,0 1 0 0,0-2-256 16,-1 0 256-16,-1 0 0 0,0 0-256 0,0 1 256 15,1 1 0-15,-3-2 256 16,0 1-256-16,-2 1 0 0,0-2 256 0,-2 0-256 0,0 0 0 0,-2 0 256 0,0 1-256 0,-1 1 0 15,0-1 256 1,-2-1-256-16,-1 0 0 0,1 0 256 0,-1 1-256 0,0 1 0 0,-2-2-256 0,-1 1 256 16,1-2 0-16,0 1-256 0,-2 2 256 0,1 0 0 0,-1-2-196 15,0-2 196-15,-2 1 0 0,0-1 256 0,0 0-256 0,-2 0 0 0,1-2 256 16,-1 0-256-16,-1-1 0 0,1 1 256 0,0-1-256 0,0-2 0 0,0 4-2540 16,-2 2 2540-16,1 2 0 0</inkml:trace>
  <inkml:trace contextRef="#ctx0" brushRef="#br0" timeOffset="-204859.641">16339 12743 1024 0,'0'0'0'0,"0"0"256"0,0 0-256 0,0 0 0 0,0 0 256 0,0 0-256 0,0 0 0 0,0 0 256 0,0 0-256 16,0 0 0-16,0 0 256 0,0 0-256 0,0 0 0 16,3 4 256-16,2 1-256 0,2 2 0 0,-2-4 256 0,0-1-256 0,1-1 0 0,1 2-256 0,0 0 256 31,3 1 0-31,0-1-256 0,0 1 256 0,1 1 0 0,1 0-256 0,2 1 256 0,3 2 0 0,-3-2 252 0,2 0-252 16,0 1 0-16,-1 0 256 0,-2 0-256 0,0 1 0 15,0 0 256-15,1 1-256 0,-1 0 0 0,-1-2 256 0,1 1-256 16,-3-2 0-16,0 3-256 15,0 0 256-15,-1 2 0 0,-1-2-256 16,-1 0 256-16,-3 1 0 0,0 0-256 0,-2 0 256 0,-2 2 0 0,1-2 256 0,-1 0-256 31,-1-2 0-31,-1 3 256 0,-2 0-256 0,-3 3 0 0,2-3 256 0,-2 1-256 0,-3-1 0 0,0 0 256 16,0 1-256-16,-2 0 0 0,1-1-225 0,0-1 225 0,-1 0 0 0,0 0-256 16,1-2 256-16,-1 0 0 0,1-2-256 0,2-1 256 0,-2 0 0 0,2-3-256 15,0-1 256-15,2-1 0 0,4 1-1051 0,3-1 1051 0,3-1 0 16</inkml:trace>
  <inkml:trace contextRef="#ctx0" brushRef="#br0" timeOffset="-204064.004">17226 12557 1024 0,'0'0'0'0,"0"0"0"0,0 0 0 0,0 0 0 0,0 0 0 0,0 0 0 0,0 0 0 0,0 0 256 15,0 0-256-15,0 0 0 0,-5-2 256 16,-3 0-256-16,-3-1 0 0,2 2 246 0,3 2-246 0,-1-1 0 0,-2 1-37 16,-1 2 37-16,-2 0 0 0,12-3 0 0,-11 3-256 0,-2 1 256 15,-1 1 0-15,1 0-256 0,-1 0 256 16,-1 1 0-16,2 0-209 0,1 1 209 0,0 2 0 0,1-2 256 0,-3 1-256 0,1-1 0 0,2 0 256 0,1 1-256 16,3 0 0-16,-2-2 256 0,1 0-256 0,0 0 0 15,2 1 256-15,1 0-256 0,1 2 0 16,1-2-131-16,1-1 131 0,1 0 0 0,-1 0-256 0,2 1 256 15,2-1 0-15,0 0-49 0,2 0 49 16,2 1 0-16,-1-2 256 0,1 1-256 0,2-2 0 0,0 1 256 16,2-1-256-16,3 0 0 0,-2-1 256 0,2 2-256 15,4 0 0-15,-4-1 256 0,2 1-256 0,0 1 0 0,-1-1-256 0,1-1 256 0,1 0 0 16,-1 2-256-16,-1-1 256 0,0 3 0 0,-1-2-256 16,-2 0 256-16,0 1 0 0,0 0 214 0,-2 0-214 0,-1 1 0 0,0 0 237 0,0 0-237 0,-2 1 0 0,-1-2-72 31,-2 2 72-31,-2 0 0 0,1 0-179 0,-1 0 179 0,-1 2 0 0,-1-3-26 0,-2 1 26 0,-2-1 0 15,1 0 144 1,-1 2-144-16,-2 0 0 0,0-2 256 0,0-1-256 0,-3 0 0 0,1 1 256 0,0 1-256 16,-2 0 0-1,0-3 256-15,1 0-256 0,-3-2 0 0,1 0 256 0,0 1-256 16,-3-2 0-16,3 1-157 0,-2-1 157 0,-1 0 0 0,2-2-256 0,0-1 256 16,2-1 0-16,-1 0-256 0,2-2 256 0,1 0 0 0,1-1-256 0,0-1 256 15,2-1 0-15,1-1-256 0,2-2 256 0,2 0 0 0,0-1-52 16,2 0 52-16,2-2 0 0,4 1 74 15,3 0-74-15,4-2 0 0,-10 9-1027 0,-4 4 1027 0,-4 4 0 0</inkml:trace>
  <inkml:trace contextRef="#ctx0" brushRef="#br0" timeOffset="-203900.425">17371 12784 1024 0,'0'0'0'16,"0"6"0"-16,-2 2 0 0,1 3 0 0,0-4 56 0,2-2-56 0,-1-1 0 0,0 1 84 0,0 1-84 15,0 2 0-15,0-2 184 0,0 2-184 0,0 0 0 0,0 0 256 0,-2 2-256 16,1 0 0-1,0 0 256-15,2 1-256 0,-1 0 0 0,0 0 256 0,-2 0-256 0,1 2 0 16,0-1 256-16,-1 0-256 0,-1 2 0 0,1-1-208 0,0-1 208 0,-1 1 0 0,0-3-256 16,-1-2 256-16,-2-1 0 0,3-1-256 15,1-2 256-15,0-1 0 0,0-2-256 16,-1-1 256-16,-2-1 0 0,4 1-372 0,1 0 372 0,1 0 0 0</inkml:trace>
  <inkml:trace contextRef="#ctx0" brushRef="#br0" timeOffset="-203733.428">17371 12686 1024 0,'0'0'0'0,"0"0"0"0,0 0 0 0,0 0 0 15,0 0 0-15,0 0 0 0,0 0 0 0,0 0 0 0,0-3 0 16,2-1 0-16,-1-2 0 0,0 2 0 0,1-1 0 0,1-1 0 16,0-1 0-16,-1-1 0 0,0-2 0 0,-1 7 0 0,-1 3 0 0,-1 3 0 15</inkml:trace>
  <inkml:trace contextRef="#ctx0" brushRef="#br0" timeOffset="-203285.338">17530 12512 1024 0,'0'0'0'0,"0"0"0"0,0 0 0 0,0 0 0 0,0 0 0 16,0 0 0-16,0 0 0 0,0 10 0 0,0 3 0 0,0 6 0 0,1-10 256 16,1-1-256-16,2-3 0 0,-2 4 256 15,0 3-256-15,0 1 0 0,0 0 256 0,0 3-256 0,0 0 0 0,0 1 256 16,0 2-256-16,0 2 0 0,0-2-256 15,-2 1 256-15,1 1 0 0,-1-2-256 0,2 1 256 0,0 1 0 0,-1-3 256 16,-1 0-256-16,-1-1 0 16,0-1 256-16,0-2-256 0,-1 0 0 0,1-2 216 15,1 0-216-15,1-1 0 0,-1-2-256 0,-2-2 256 0,1-1 0 0,0 1-256 0,0 0 256 0,0-2 0 16,0-1-256-16,2 0 256 0,-1-2 0 0,0-1-256 16,0 0 256-16,0 0 0 0,1-3-216 0,1 0 216 15,1-1 0-15,0 0 256 0,1-1-256 0,3-1 0 0,-3 0 256 0,1-2-256 0,1 0 0 16,0 0-9-16,2 0 9 15,0-1 0-15,-1 1-256 0,1 0 256 0,3 2 0 0,-3-1-247 0,-1 1 247 0,-1 0 0 0,2 1 0 16,0 1 0-16,1 1 0 0,0 0 90 16,-3 2-90-16,1 2 0 0,0-2 145 0,-2 1-145 0,2 1 0 0,-2 1 29 15,-1 1-29-15,-1 1 0 0,1 0-192 0,-2 0 192 0,1 1 0 16,0-1-72-16,-2 0 72 0,1 1 0 16,-2-2 0-16,-1 2 0 0,-1 0 0 0,1-1 161 0,-1 0-161 0,-1 0 0 15,0 0 256-15,-1 0-256 16,-1 1 0-16,0-1 248 0,-2-1-248 0,0 0 0 0,0-1-84 0,-1 1 84 0,-2-2 0 0,1 1-256 15,-1-1 256-15,-2 0 0 0,3-2-256 0,-2-1 256 0,-1-2 0 16,2 0-69-16,1-1 69 0,0-1 0 0,1-1 0 16,1-1 0-16,1-2 0 0,1-1 0 0,0-1 0 15,1-3 0-15,2 9 0 0,3 5 0 0,0 5 0 0</inkml:trace>
  <inkml:trace contextRef="#ctx0" brushRef="#br0" timeOffset="-202998.132">17926 12516 1024 0,'0'0'0'0,"0"0"0"0,0 0 0 0,0 0 0 0,0 0 0 0,0 0 0 0,0 0 0 0,0 6 0 16,0 4 0-16,0 2 0 0,0-3 0 0,2-2 0 16,-1-1 0-16,0 3 160 0,-2 2-160 0,1 1 0 15,1 2-75-15,1 2 75 0,2 1 0 0,-2-1-85 16,-2 2 85-16,1 1 0 0,0 0 0 0,-2 1 0 15,1 1 0-15,0 0 0 0,0 0 0 0,0 1 0 0,0-3 0 0,-2 0 0 0,1 0 0 0,-1 0 202 32,4-1-202-32,-2 1 0 0,0-2 256 0,0-1-256 0,0-1 0 0,0-2-256 0,0-1 256 15,0-2 0-15,1-2-202 0,1 0 202 0,1-2 0 0,-1-1 0 0,1-1 0 16,1-1 0-16,-1-2 0 0,0-3 0 0,0 0 0 0,0-1 0 0,2-3 0 0,0-1 0 0,-3 6 0 31,-2 1 0-31,-2 1 0 0</inkml:trace>
  <inkml:trace contextRef="#ctx0" brushRef="#br0" timeOffset="-202797.503">18127 12812 1024 0,'0'0'0'0,"0"5"0"0,-2 3 0 0,1 1 0 0,0-3 0 16,2-2 0-16,-1-1 0 0,0 1 0 16,0 2 0-16,0 0 0 15,-1-1 0-15,-1 2 0 0,-2 0 0 0,2 1 0 0,0 1 0 16,0 2 0-16,0-1 0 0,2 0 0 0,-1 1 0 0,0 1 0 15,2-1 0-15,-1 2 0 16,0-1 0-16,-2 0 0 0,1 2 0 0,0-4 0 0,2-2 0 16,-1-1 0-16,0-1 0 0,2-1 0 0,-1-1 0 0,0-2 0 0,0-2 0 0,0-2 0 0,0 2 0 15,-2 0 0-15,1 0 0 0</inkml:trace>
  <inkml:trace contextRef="#ctx0" brushRef="#br0" timeOffset="-202638.087">18196 12619 1024 0,'0'0'0'0,"0"0"0"0,0 0 0 0,0 0 0 0,0 0 0 16,0 0 0-16,0 0 0 0,0 0 54 0,0 0-54 0,0 0 0 16,0 0 256-16,0 0-256 0,0 0 0 0,0 0 256 15,0 0-256-15,0 0 0 0,0-2 6 0,2-3-6 0,-1 0 0 16,0 3-572-16,-2 3 572 0,1 0 0 0</inkml:trace>
  <inkml:trace contextRef="#ctx0" brushRef="#br0" timeOffset="-202241.072">18281 12901 1024 0,'0'0'0'0,"-1"3"0"0,2 0 0 0,-1 0 0 0,0-1 0 0,0 2 0 15,0 0 0-15,0-1 89 0,0 2-89 16,0-1 0-16,0 0 256 0,0 0-256 0,0 0 0 0,0 0 109 0,-2 1-109 16,1 0 0-16,0-2-256 0,2 1 256 15,-1-2 0-15,0 0-47 0,0 2 47 0,0 0 0 0,0-2 256 16,0-1-256-16,0-1 0 0,0-1 228 15,-2-2-228-15,1 0 0 0,1-1 7 16,1-1-7-16,1-1 0 0,-1-1 33 16,1-2-33-16,1-1 0 0,-1 0-202 0,1-1 202 15,1-2 0-15,0 1-251 0,1-1 251 0,2-1 0 0,-2 2-222 0,1 1 222 0,2 0 0 0,-1-1 0 0,1 1 0 16,2-1 0-16,-2 2 0 0,1 1 0 0,-1 0 0 0,0 1 89 0,1 2-89 0,2 1 0 16,-2 1 256-16,0 0-256 0,1 2 0 0,-2 1 256 0,2 1-256 0,1 1 0 0,-2 2 16 15,0 1-16 1,2 2 0-16,-3-1-88 0,-2 1 88 0,-2 2 0 0,1-1 20 0,-1 1-20 0,0 2 0 15,-2 0 256-15,-1 0-256 0,-1 2 0 16,0-2 256-16,-1 1-256 0,-1 2 0 0,1-2 256 0,-2 1-256 0,0 0 0 0,0-1 38 0,-1 1-38 16,-1 0 0-16,1-1-256 15,2-2 256-15,-1-1 0 0,1 0-256 0,1 0 256 0,1-2 0 0,-1 1-256 0,1-3 256 16,0 1 0-16,3-2-256 0,1-1 256 0,2-1 0 0,-4 1-331 31,-3-3 331-31,0 0 0 0</inkml:trace>
  <inkml:trace contextRef="#ctx0" brushRef="#br0" timeOffset="-201698.421">18845 12762 1024 0,'0'0'0'0,"0"0"0"0,0 0 0 0,0 0 0 0,0 0 71 0,0 0-71 0,0 0 0 0,0 0 256 0,0 0-256 16,0 0 0-16,-5 2 256 16,-3 3-256-16,-4 0 0 0,6-2 256 0,1-1-256 0,1 0 0 0,-2 1 256 15,-2 1-256-15,0 1 0 0,8-5 0 0,-7 5 256 16,-1 0-256-1,-3 1 0-15,3 0-256 0,-1-1 256 16,-2 0 0-16,4 0-256 0,1 1 256 0,1 2 0 0,-2-2-256 0,3 0 256 0,-1 0 0 0,2 1 234 16,2 0-234-1,2 1 0-15,0-1 256 16,1-2-256-16,1 0 0 0,0-1-50 0,2 0 50 0,0 0 0 16,-1-2-256-16,1-1 256 0,1-1 0 0,0 0-256 0,2-1 256 15,0-1 0-15,-1 0-256 0,1-1 256 0,3-1 0 0,-2 0-255 0,-2 0 255 0,2-1 0 0,-1 0 0 0,-2 1 0 0,1-3 0 16,0 3 256-16,-1-1-256 15,0 1 0-15,-1 0 205 0,-1 0-205 0,-1 0 0 0,1 1-48 0,-2-1 48 0,2 2 0 0,-1 0-37 32,-2 0 37-32,1 2 0 0,0 2 256 0,-2-1-256 0,1 3 0 15,0-1 256-15,-2 1-256 0,1 1 0 0,0 1 256 0,-2 2-256 0,1 1 0 0,0 0-256 0,0 3 256 0,0 1 0 0,0-1-256 16,-1 2 256-16,-2 1 0 0,2-1-182 0,-1 2 182 0,-1 1 0 16,1 0-79-16,-1-1 79 0,-1 2 0 0,1-2-10 0,-1 2 10 15,1-1 0-15,0 0-122 16,-1 0 122-16,-1-1 0 0,1-1-93 0,1-1 93 0,-1-2 0 15,0 1-146-15,2-2 146 0,-1 0 0 16,0-2 0-16,-1-1 0 0,-2-3 0 0,2 1 0 0,2-1 0 16,-1-1 0-16,0 0 163 0,-1-2-163 0,-1-1 0 15,0-1 189-15,0-1-189 0,-1-1 0 0,1-3-6 16,0-1 6-16,-1-2 0 0,2 1-56 0,0-1 56 16,2-2 0-16,-2 1 135 0,2 0-135 0,-1-2 0 15,1 1 256-15,2-1-256 0,1-2 0 0,0 1 165 16,1 0-165-16,2-2 0 0,0 1 100 0,1-1-100 0,1 0 0 0,1 1-239 15,3-1 239-15,2 0 0 0,-1 0-256 0,3-1 256 0,1-1 0 0,-1 1-256 16,3 0 256-16,3-2 0 0,-13 11-195 0,-6 6 195 0,-6 6 0 16</inkml:trace>
  <inkml:trace contextRef="#ctx0" brushRef="#br0" timeOffset="-201397.921">19207 12515 1024 0,'0'0'0'0,"0"0"0"0,0 0 0 0,0 0 0 0,0 0 0 0,0 0 0 0,0 0 0 16,0 0 0-16,0 0 0 0,0 0 0 0,-2 4 106 16,-2 1-106-16,-3 2 0 0,3-2 256 0,2 0-256 0,-1 1 0 0,-1 0 256 15,-1 1-256-15,-1 2 0 0,0 0-93 16,0 2 93-16,-2 0 0 0,2 0-256 0,0 2 256 0,-2 1 0 16,3-1 2-16,1 2-2 0,1 2 0 0,-1-2 256 0,2-1-256 0,-1 1 0 15,2 0 256-15,2 2-256 0,2 1 0 0,-1-2 256 0,1 0-256 0,1 0 0 0,1 0 65 16,3 0-65-16,2 2 0 0,-2-2-56 15,0 0 56-15,4-1 0 0,-1-1 26 0,0-1-26 0,4-1 0 0,-2-2-21 16,2-2 21-16,1-1 0 0,0-3 85 16,-3 0-85-16,2-2 0 0,-1-2-98 15,1-1 98-15,-1-2 0 0,-9 2-1040 0,-5 1 1040 0,-5 1 0 0</inkml:trace>
  <inkml:trace contextRef="#ctx0" brushRef="#br0" timeOffset="-201174.515">19668 12594 1024 0,'0'0'0'0,"0"0"0"15,0 0 0-15,0 0 0 0,0 0 256 0,0 0-256 0,0 0 0 0,0 0 256 0,0 0-256 0,0 0 0 0,-2 7 256 16,-1 4-256-16,-2 3 0 16,2-7 256-16,-1-2-256 0,-1-2 0 0,0 4 256 0,-1 2-256 0,-2 0 0 15,1 1 256 1,-1 0-256-16,-2 2 0 0,0-1 42 15,0 2-42-15,-2 1 0 0,1-2-256 0,2 0 256 0,1-1 0 0,-3 0 256 0,0 0-256 0,-1-1 0 0,1-2 256 0,1-1-256 0,2 0 0 0,-1-1 256 16,2-1-256-16,1-1 0 0,-1-1-177 0,1-2 177 16,0-2 0-16,1 0-256 0,1-1 256 0,1-1 0 15,1 2-1657-15,2 1 1657 0,2 1 0 0</inkml:trace>
  <inkml:trace contextRef="#ctx0" brushRef="#br0" timeOffset="-200966.62">19467 12629 1024 0,'0'0'0'16,"0"0"0"-16,0 0 0 0,0 0 0 0,0 0 256 0,0 0-256 0,0 0 0 0,1 5 256 0,1 4-256 0,1 2 0 15,0-5 92-15,-1-2-92 0,0-2 0 16,1 4 256-16,1 1-256 0,1 3 0 0,-1-3 256 16,-4-7-256-16,4 9 0 0,0 0 0 0,1 0 256 0,0 2-256 0,1 1 0 15,-1-1 256-15,0 0-256 0,0 1 0 0,1-1 226 0,0-2-226 0,1 0 0 0,-1-2-256 16,-2 0 256-16,2-2 0 0,-1 0-61 0,1-1 61 0,1-1 0 15,-5-1-1537-15,-2-3 1537 0,-2 0 0 0</inkml:trace>
  <inkml:trace contextRef="#ctx0" brushRef="#br0" timeOffset="-200693.849">19746 12455 1024 0,'0'0'0'0,"0"0"0"0,0 0 0 0,0 0 0 0,0 0 0 0,0 0 0 0,2 4 256 16,1 1-256-16,2 2 0 0,-1-3 98 0,1 0-98 15,1 0 0-15,-1 3 217 0,1 1-217 0,2 3 0 0,-2-1 256 0,1 2-256 16,1 1 0-16,-1 2 256 16,1 1-256-16,0 3 0 0,-2-1 256 0,0 1-256 0,-2 1 0 0,0 0 256 15,-1 1-256-15,-1 1 0 0,-1 1 182 16,-2 1-182-16,-2 1 0 0,0 0 256 0,-1 0-256 0,-2 1 0 0,0-2 256 0,0-1-256 0,-3 0 0 15,0-2 256-15,-2-2-256 0,-2 0 0 0,0-1 256 0,1-1-256 16,-4-1 0-16,11-10-2801 0,6-6 2801 0,3-6 0 16</inkml:trace>
  <inkml:trace contextRef="#ctx0" brushRef="#br0" timeOffset="-166064.328">3315 13258 1024 0,'0'0'0'0,"0"0"0"0,0 0 0 0,0 0 0 0,0 0 256 0,0 0-256 0,0 0 0 0,0 0 256 16,0 0-256-16,0 0 0 0,0 0 94 0,0 0-94 0,0 0 0 0,0 0-256 16,0 0 256-16,0 0 0 0,0 0-256 0,0 0 256 0,0 0 0 0,0 11-94 15,-2 6 94-15,1 5 0 0,1-13 256 16,1-5-256-16,1-4 0 0,-1 5 256 0,-2-1-256 0,1 3 0 15,0-1 256-15,2 1-256 0,-1 2 0 0,0-2 256 0,1 2-256 0,2 0 0 0,-1 1 137 16,-2 0-137-16,1 2 0 0,0-2 36 16,-2 1-36-16,1-1 0 0,0 1 112 0,1 1-112 0,2 1 0 15,-2-2 228-15,0 2-228 0,0 1 0 0,0-3 185 16,-2 1-185-16,1-1 0 0,0 0 256 0,0 0-256 0,0 2 0 0,0-2 256 16,0-1-256-16,0 0 0 0,0 0 256 0,-2 1-256 0,1 0 0 0,0-3 256 15,0-2-256-15,0-1 0 0,0-1 256 16,0-1-256-16,0 0 0 0,0-2 69 0,2-1-69 0,-1-1 0 0,0-2 0 15,-2 0 0-15,1-1 0 0,0 0 0 16,0-1 0-16,0-1 0 0,0 4-3071 16,0 2 3071-16,0 2 0 0,0-8 0 0,-2-3 0 0,1-2 0 0,0 1 0 15,0-2 0 1,0-1 0-16,0 1 0 0,-1 1 0 0,-1-1 0 0,1 1 0 0,-1 1 0 0,-2 0 0 0,2 0 256 16,2-1-256-16,-1 0 0 0,0 1 256 0,0 1-256 0,0 0 0 15,0 0 256-15,1 0-256 0,0 1 0 16,-1 0 256-16,2-2-256 0,-1 0 0 0,1 1-256 0,1 1 256 0,1 0 0 15,1 0 200-15,1 0-200 0,2-2 0 0,0 2 256 0,0-1-256 16,2 1 0-16,-1 1 256 0,1 0-256 16,2 2 0-16,-1 0 256 0,1 1-256 0,2 0 0 0,-2 1-256 0,1 0 256 0,-1 0 0 0,0 1-256 15,2 2 256-15,1-1 0 0,-3 2-256 0,0 2 256 16,-2-1 0-16,1 3 21 16,1 0-21-16,-1 1 0 0,-1-1 142 0,0 1-142 0,-1 2 0 15,-2 0-256-15,-3 1 256 0,0 2 0 0,0-1 109 0,-1 0-109 0,-1 2 0 0,-1-2 150 16,-1-1-150-16,-1 0 0 0,0 1 256 0,-3 1-256 15,-2 0 0 1,2-2 256-16,2 0-256 0,-1-2 0 0,-3 1 256 0,1-1-256 0,-3 0 0 0,2 0 256 0,0 0-256 0,1-2 0 16,-1 1 256-16,2-2-256 0,-2-1 0 0,2 0 256 0,1 1-256 0,1-1 0 0,-1-1 256 15,0 0-256-15,-1 0 0 0,3-1 145 16,1 0-145-16,1 0 0 0,-1-1 0 0,2 2 0 0,-1-1 0 0,2 0 0 0,1-1 0 16,1-1 0-16,0 2-237 0,2-1 237 15,0 2 0-15,0-1-256 0,1 0 256 0,1 0 0 16,2 1-256-16,-1 2 256 0,3 0 0 0,-1-1 247 0,0 2-247 0,1-1 0 0,-1 1 256 15,1 2-256-15,0 0 0 0,0 0 246 0,-2 1-246 0,0 0 0 16,0 0 0-16,-2-1 0 0,-1 0 0 0,0 1 0 16,-1 1 0-1,-1 2 0-15,0-2-30 0,-3 1 30 0,-2 0 0 0,0-1-256 0,-3 0 256 0,-1 1 0 0,1-1-256 0,-1-1 256 0,-1 0 0 0,0 0-256 16,-2-2 256-16,0-1 0 0,0 1-129 0,-4-1 129 16,-1 0 0-16,3-1 256 15,-2-1-256-15,0 0 0 0,0-2 256 0,0-1-256 0,-1-1 0 16,0 0 256-16,0-2-256 0,-3 0 0 0,4-1 159 0,2-3-159 0,1-1 0 0,1 1 0 15,1-1 0-15,1-2 0 0,3 7-3071 16,4 3 3071-16,1 3 0 16</inkml:trace>
  <inkml:trace contextRef="#ctx0" brushRef="#br0" timeOffset="-165644.349">3664 13517 1024 0,'0'0'0'0,"0"0"0"0,0 0 0 0,0 0 0 0,0 0 0 16,0 0 0-16,0 0 0 0,0 0 0 16,0 0 0-16,0 0 0 0,0 0 0 0,0 0 0 0,0 0 0 15,5 1 0-15,4 0 0 0,2 1 0 0,-5-2 0 0,-2-2 0 0,-2 0 0 16,3 1 0-16,2 0 0 0,0 0 0 0,-1 1 256 16,-6 0-256-16,6 1 0 0,1 1 0 0,-1-1 256 15,1 1-256-15,1 1 0 0,-2 1 256 0,3 3-256 16,0 1 0-16,-1-2 256 0,-1 2-256 0,0 0 0 0,-1 0 256 0,-1 0-256 0,-1 2 0 0,1-1-256 15,-2 1 256-15,2 2 0 0,-2-2-256 0,-1 0 256 0,-1-1 0 16,0 0-256-16,-1 1 256 0,-1 2 0 0,1-4-256 0,-2 0 256 0,1-2 0 16,0 1-256-16,-1-1 256 0,-1 0 0 0,0 0 0 15,1-1 0-15,0 0 0 0,0-1 0 0,-1 0 0 0,-2-2 0 16,1 0 0-16,2-1 0 0,-1-1 0 0,0 0 0 0,-1 0 0 16,1 0 0-16,0-3 0 0,0 1 0 0,0-3 0 0,0 1 0 15,2-1 0-15,-1-1 0 0,0-1 0 0,2 0 0 0,-1-2 0 16,1 2 256-16,1-2-256 0,1 0 0 0,-1 0 256 0,1-2-256 15,1 0 0-15,0 1 256 0,1 0-256 16,2 1 0-16,-1-1 256 0,0 0-256 0,1-2 0 0,0 2 256 0,1 1-256 0,2 0 0 16,-2 1 256-16,1-1-256 0,2 1 0 15,-2 0 256-15,0-1-256 0,0 0 0 16,-5 6-1792-16,-3 3 1792 0,-3 3 0 16</inkml:trace>
  <inkml:trace contextRef="#ctx0" brushRef="#br0" timeOffset="-165302.613">3999 13523 1024 0,'0'0'0'0,"0"0"256"0,0 0-256 0,0 0 0 0,0 4 256 0,-2 3-256 0,1 1 0 0,0-2 183 0,-1-1-183 0,-1 0 0 16,1 1-181-16,2 2 181 15,-1 0 0-15,0 0-24 0,-2 0 24 0,0 1 0 16,1 0 91-16,2 0-91 0,-1 2 0 0,0-1 34 0,2 0-34 16,-1 2 0-16,0-3-84 0,2-1 84 0,-1 0 0 0,0-1-256 0,0 2 256 15,0 0 0-15,3-3-256 0,0-1 256 0,1 0 0 0,-1-1 51 0,1 0-51 16,2 0 0-16,-1-1 256 0,0-1-256 0,1 0 0 15,-1-3 256-15,1-1-256 0,2-2 0 0,-2 1 256 0,1-1-256 0,2-1 0 0,-3-1-256 16,0 0 256 0,-2-2 0-16,1 1-256 0,0-1 256 0,-2-2 0 0,1 2-256 0,-2-2 256 15,1 0 0-15,-2 0-70 0,-1 0 70 0,-1-2 0 16,-1 3 0-16,-1-2 0 0,-1 0 0 0,0 1 0 0,-1 0 0 0,-1 2 0 16,0-1 0-16,0 2 0 15,-1 0 0-15,-1 1 256 0,0-1-256 0,-4 1 0 0,3 1 256 0,0 1-256 16,-1 1 0-16,1-1 256 15,1 1-256-15,0 0 0 0,-1 0 256 0,2 0-256 0,1 0 0 0,1 1 256 16,2-2-256-16,1 0 0 0,0 1-256 0,1 0 256 0,1 0 0 0,-1 2-1024 16,0 1 1024-16,0 1 0 0</inkml:trace>
  <inkml:trace contextRef="#ctx0" brushRef="#br0" timeOffset="-165047.289">4277 13305 1024 0,'0'0'0'0,"0"0"0"0,0 0 0 0,0 0 0 0,0 0 0 0,0 0 0 0,0 0 0 16,0 0 0-16,0 0 0 0,0 0 0 0,0 7 0 0,0-7 0 0,2 10 0 0,-1 2 0 0,-1-12 0 0,1 7 0 15,0 0 0-15,0-2 0 0,0 3 0 0,1-1 0 0,1 2 0 0,-3-9 0 0,2 12 0 0,2 0 0 16,-4-12 0-16,4 15 0 0,-1-2 0 16,0 0 0-16,0 2 0 15,-1-1 256-15,-1 2-256 0,-1 1 0 0,1-2 50 0,-2 0-50 0,1-1 0 0,0 2-256 16,-1-1 256-16,1 2 0 0,0-3-50 0,-1 0 50 15,-1-1 0-15,1-1 0 0,2-2 0 0,-1 0 0 0,-1-2 0 0,-1-1 0 16,-1-1 0-16,1-1 0 0,2-2 0 0,-1-1 0 16,0-1 0-16,2-1 0 0,-1-1 0 15</inkml:trace>
  <inkml:trace contextRef="#ctx0" brushRef="#br0" timeOffset="-164538.154">4219 13568 1024 0,'0'0'0'0,"0"0"0"16,0 0 0-16,0 0 0 0,0 0 0 0,0 0 0 0,0 0 0 0,4 0 0 0,1 0 0 0,3 0 0 0,-2-3 0 0,-2 0 0 15,1-1 0-15,2 1 256 0,1-1-256 16,2-2 0-16,-2 1 256 0,-8 5-256 0,10-6 0 0,1-2 0 0,-1 1 256 16,1-1-256-16,2-2 0 0,-2 2 256 0,-1-2-256 0,0 0 0 0,0 0 256 0,-1 0-256 0,0-2 0 0,-2 3 256 15,-1-1-256-15,1 1 0 0,-1 0 256 16,-1-1-256-16,-1 0 0 0,-1 3 256 0,-1 1-256 0,-1 0 0 0,1 0-256 16,0 1 256-16,0 0 0 0,0 2-256 15,-2 1 256-15,-2 1 0 0,2 0-256 0,0-1 256 0,0-1 0 0,0 2-256 16,-2 1 256-16,1 1 0 0,0 1-256 0,0 1 256 0,0 1 0 0,0 1 45 15,2 1-45-15,-1 2 0 0,0 0 256 16,0 2-256-16,0 1 0 0,0 0-70 0,0 3 70 0,0 1 0 0,0 0-256 16,2 1 256-16,-1 1 0 0,0-1-218 0,0 1 218 15,0 1 0-15,1-1 249 0,0-1-249 0,1 1 0 0,-2 0 128 16,2-2-128-16,0 0 0 0,-2 0-165 16,0-1 165-16,-1-1 0 0,0-2-256 0,1-2 256 0,1-1 0 0,-1 0-256 0,0-1 256 0,0 0 0 15,0-2-225-15,0 1 225 0,0-1 0 16,0-2 256-16,0-1-256 0,0-1 0 0,0-1 256 0,0-1-256 0,0-1 0 15,1-1 256-15,0-1-256 0,2-1 0 0,-2-1 256 16,1 0-256-16,1-2 0 0,-1 2 256 16,1-1-256-16,1-2 0 0,1 2-256 0,0 0 256 0,1-1 0 0,-1 1-256 15,1 0 256-15,2-1 0 0,-2 2-256 0,-2 1 256 0,1 0 0 0,1 1-256 0,-1-1 256 0,0 2 0 16,-1 0 256-16,2 1-256 0,1 0 0 16,-2 1 256-16,-1-1-256 0,-1 2 0 0,1 1 256 0,-2 1-256 0,1 2 0 0,1-2 256 15,-3 0-256-15,1 0 0 0,0 1 256 16,-2 1-256-16,1 1 0 0,0-1 256 0,-2 1-256 0,1-1 0 0,0 0 256 15,0 0-256-15,0 1 0 0,0-2 256 16,-2 0-256-16,1 0 0 0,1 0 256 0,1 0-256 0,1 1 0 0,-1-2-256 0,2-1 256 0,0-1 0 16,-1 1-256-16,1-1 256 0,2-1 0 0,-4 1-2048 15,-3 0 2048-15,0 0 0 0</inkml:trace>
  <inkml:trace contextRef="#ctx0" brushRef="#br0" timeOffset="-164237.424">4837 13621 1024 0,'0'0'0'0,"0"0"0"0,0 0 0 0,0 0 0 0,0 0 256 0,0 0-256 0,0 0 0 0,6 0-93 15,3 0 93-15,2 0 0 0,-4 0-163 0,-2-1 163 0,-1-1 0 0,1 0 0 16,1-2 0-16,1 0 0 0,-2 0 0 0,3-1 0 0,-1-1 0 16,-1 0 0-16,-1 1 0 0,-1 0 0 0,1 0 256 0,1-1-256 0,-1-2 0 0,0 2 256 15,-2 0-256-15,1-1 0 0,-2 1 256 16,-1-1-256-16,-1 1 0 0,1 0 256 0,-1 1-256 0,0 0 0 0,-2 1-256 16,0 1 256-16,-1 0 0 0,-1 2-256 15,-1-1 256-15,-1 2 0 0,0 0-256 16,1 0 256-16,0 0 0 0,-1 3-256 0,-1 0 256 0,-3 1 0 0,3 0 0 0,1 1 0 0,1 1 0 15,-1 1 0-15,-1 0 0 0,1 2 0 0,1-1 0 0,1 2 0 16,1 1 0-16,1-2 256 0,1 1-256 0,1 2 0 16,-1-1 256-16,1 2-256 0,0 1 0 0,3-2 256 0,1 0-256 0,2-1 0 0,0 0 256 15,1-1-256 1,2 0 0-16,-1-2 256 0,1 0-256 0,3-2 0 0,-2-1 97 0,0-2-97 0,4-1 0 0,-10-1-1377 16,-4-1 1377-16,-4-1 0 0</inkml:trace>
  <inkml:trace contextRef="#ctx0" brushRef="#br0" timeOffset="-163872.996">5067 13551 1024 0,'0'0'0'0,"0"0"0"0,0 0 0 16,0 0 0-16,0 0 0 0,0 0 0 0,0 0 0 0,0 0 0 0,0 0 0 0,0 0 0 0,0 0 0 0,0 0 0 0,0 0 0 31,4-1 0-31,4-1 0 0,1-1 0 0,-2 2 256 0,-1 1-256 16,-2 1 0-16,1 0 256 0,1 1-256 15,1 1 0-15,-1 1 256 0,-6-4-256 0,7 6 0 0,0 1 0 0,-1-2 256 0,2 3-256 16,0 1 0-16,-2-2 256 16,-1 1-256-16,-1 1 0 0,0-1-193 0,0 0 193 0,-2 2 0 15,1-2-256-15,-2 1 256 0,1-1 0 0,-1 0-256 16,-1-1 256-16,-1 0 0 0,1 0-256 0,0 0 256 0,0-1 0 16,0-1-256-16,-2 0 256 0,1 0 0 0,0-1-63 15,0 0 63-15,0 1 0 0,0-2 0 0,0-1 0 0,0-1 0 0,0 1 0 16,-1-1 0-16,1-1 0 0,0-1 218 0,0-1-218 0,0-1 0 0,0-1 256 0,2-1-256 15,-1-2 0-15,0 1 256 0,2-2-256 0,-1 0 0 0,0-1 256 0,2 0-256 0,0-2 0 16,-1 2-44-16,1-1 44 0,1 1 0 0,-1-1-168 0,1-2 168 16,1-1 0-16,-1 2 105 0,1 1-105 0,-1 0 0 0,-1 0 74 15,2-1-74-15,0 0 0 0,-1 0-108 0,1 1 108 16,2 0 0-16,-2-1-240 0,1 0 240 0,1-2 0 0,-1 2-256 0,2 1 256 16,0-1 0-16,-1 1-14 15,1 0 14-15,2 1 0 0,-7 6-335 0,-3 3 335 0,-3 3 0 0</inkml:trace>
  <inkml:trace contextRef="#ctx0" brushRef="#br0" timeOffset="-163597.127">5581 13273 1024 0,'0'0'0'0,"0"0"0"16,0 0 0-16,0 0 0 0,0 0 52 0,0 0-52 0,0 0 0 0,-3 6-52 16,-2 2 52-16,-2 3 0 0,3-5 0 0,1-2 0 0,1-1 0 0,-2 2 0 31,0 0 0-31,-1 1 0 0,5-6 0 0,-4 7 0 0,-1 1 0 0,-1 2 0 0,0 0 0 15,1 0 0-15,0 2 0 0,-1-1 0 0,-1 2 0 0,-2 1 0 0,3-1 0 16,0 2 0-16,2 1 0 0,-1-1 0 0,-1 1 0 0,-2 1 0 0,4-2 0 16,1 2 0-16,1 1 0 0,0-1 10 0,1 0-10 15,1 3 0-15,-1-2 28 0,2 0-28 0,-1 3 0 0,2-2-18 0,2-1 18 0,2 1 0 0,-2-1-20 16,2-1 20-16,0-1 0 0,1-1 0 16,0 0 0-16,4-1 0 0,-3-1 0 0,1-3 0 0,2-1 0 0,-1-2 0 15,1 0 0-15,2-3 0 0,-9-1 0 0,-4-3 0 16,-4-3 0-16</inkml:trace>
  <inkml:trace contextRef="#ctx0" brushRef="#br0" timeOffset="-163279.887">5639 13482 1024 0,'0'0'0'0,"0"0"0"15,0 0 0-15,0 0 0 0,0 0 0 0,0 0 0 0,0 0 0 0,0 0 0 0,0 0 0 0,0 0 0 0,0 0 0 0,0 0 0 16,0 0 0-16,0 0 0 0,0 0 0 0,0 0 0 0,0 0 64 16,0 0-64-16,0 0 0 0,0 0 5 15,0 0-5-15,0 0 0 0,9-1-69 0,3-1 69 0,4-2 0 0,-9 6 0 16,-5 3 0-16,-4 2 0 0,4-2 0 0,-2 1 0 0,1 1 0 0,0 0 46 16,-2 0-46-1,1 1 0-15,0 0 78 0,-2 2-78 0,1 1 0 0,0-1 21 0,-1-1-21 0,-2 3 0 0,2-1-90 16,-1-1 90-16,-1 1 0 0,1 0-55 0,-1 0 55 0,-2 2 0 15,1-2 0-15,1-1 0 0,0 0 0 0,0 0 36 0,0-2-36 0,0-1 0 0,0 1 106 16,0-1-106 0,-1 0 0-16,2-1 104 0,1-2-104 0,1-1 0 15,-1-1 48-15,0-1-48 0,0-1 0 0,1 1-294 0,1-1 294 0,1-1 0 0</inkml:trace>
  <inkml:trace contextRef="#ctx0" brushRef="#br0" timeOffset="-163000.28">5585 13485 1024 0,'0'0'0'0,"0"0"0"16,0 0 0-16,0 0 0 16,0 0 0-16,0 0 0 0,0 0 0 0,0 0 0 15,0 0 0-15,0 0 0 0,0 0 0 0,0 0 0 0,0 0 0 0,0 0 0 0,0 0 0 0,0 0 0 16,0 8 68-16,3 5-68 0,-2 4 0 0,2-9 80 0,1-3-80 15,1-2 0-15,-1 2 31 16,1 2-31-16,1 0 0 0,0 1 28 16,0 1-28-16,1 2 0 0,-1-3-10 0,2 2 10 0,1 0 0 0,-1 1-15 0,-2 0 15 0,2 2 0 15,-1-1-55-15,0-1 55 0,0 1 0 16,0-2-53-16,-1 0 53 0,0-2 0 0,0 1-60 0,0-1 60 0,0 0 0 0,0 0-14 16,-2-2 14-16,-1 0 0 0,-1-4 0 15,-2-2 0-15,-2-2 0 0</inkml:trace>
  <inkml:trace contextRef="#ctx0" brushRef="#br0" timeOffset="-162773.182">5855 13737 1024 0,'0'0'0'0,"0"0"0"0,0 0 0 15,0 0 0-15,0 0 29 0,0 0-29 0,0 0 0 16,0 0-16-16,0 0 16 0,0 0 0 0,2 7-13 0,1 4 13 0,2 3 0 0,-3-6 0 15,-1-3 0-15,-1-2 0 16,1 2 0-16,0 1 0 0,-1-6 0 0,1 5 0 0,0 1 0 0,-1-6 0 0,-1 7 0 0,1 2 0 0,-1-2 6 16,-1 0-6-16,-1 1 0 15,0-1 15-15,0 0-15 0,-1 1 0 0,1-3 6 0,0-1-6 0,0-1 0 0,1 1 21 0,-2-1-21 0,0 0 0 0,1-1 25 16,0-1-25-16,2 0 0 0,0-1-73 0,1 0 73 0,1 0 0 16</inkml:trace>
  <inkml:trace contextRef="#ctx0" brushRef="#br0" timeOffset="-162191.55">6027 13532 1024 0,'0'0'0'15,"0"0"0"-15,0 0 0 0,0 0 0 0,0 0 0 0,0 0 0 0,0 0 0 0,0 0 0 16,0 0 0-16,0 0 0 15,0 0 0-15,0 0 0 0,0 0 0 0,0 0 0 0,0 0 0 0,0 0 0 0,-6 6 0 16,-4 3 0-16,-2 2 0 0,9-5 0 0,4-2 0 0,4-2 0 16,-4 1 5-16,-2 2-5 0,1 0 0 0,1-1-5 0,1 1 5 15,1 1 0-15,0 0 0 0,1-1 0 16,2 0 0-16,-2 0 0 0,1 1 0 16,2-1 0-16,-1 0 0 0,-2-1 0 0,2 0 0 0,0-1 6 0,1 1-6 0,2-2 0 0,0 1 20 0,-3-1-20 15,1 0 0-15,0-1-26 0,1-1 26 0,-1-1 0 0,0 0 0 0,0 0 0 16,1-1 0-1,-1 1 44-15,0-1-44 0,0-1 0 0,0 0 73 0,-1-1-73 0,0-1 0 0,-1 1 8 0,0 0-8 0,-2-2 0 0,2 2-73 32,-1 0 73-32,0 0 0 0,-1 1-52 0,-1-2 52 0,-1 0 0 0,1 1 0 0,-2 0 0 0,1 0 0 0,0 1 0 15,0 1 0-15,0 1 0 0,0-1 0 0,-2 0 0 0,1-1 0 16,0 1 34 0,0 0-34-16,0 0 0 0,0 0 56 0,0 1-56 15,0 1 0-15,0 0 1 0,-2 1-1 16,1 1 0-16,0-1-16 0,2 1 16 0,-1 1 0 0,0 0 4 0,-2 1-4 0,1 2 0 0,0-1 6 0,2 1-6 0,-1 2 0 15,0 1-11-15,0 1 11 0,0 3 0 0,0-3-27 16,2 2 27-16,-1 0 0 0,0 1-22 0,0 2 22 16,0 1 0-16,0-1 0 0,0-1 0 0,0 1 0 0,0 1 9 15,1-1-9-15,1 2 0 0,-2-2 12 0,0 0-12 0,-1-1 0 0,1 1 1 16,-1-1-1 0,-1 2 0-16,1-3 6 0,0-1-6 0,0 0 0 0,-2 0 2 0,-1 0-2 0,-1-1 0 15,1-2 1-15,-1 0-1 0,-1-2 0 0,0-1 9 0,-2-2-9 0,0-1 0 16,1-1 19-16,-1-2-19 0,-2-2 0 0,2-2 2 0,0-1-2 0,0-2 0 15,-1 0 20-15,3-3-20 0,-1-1 0 16,4 7-106-16,2 5 106 0,2 2 0 0</inkml:trace>
  <inkml:trace contextRef="#ctx0" brushRef="#br0" timeOffset="-161938.04">6235 13343 1024 0,'0'0'0'0,"0"0"0"0,0 0 0 0,0 0 0 0,4 3 0 0,2 1 0 16,2 1 0-16,-2-1 0 16,0-1 0-16,-1 0 0 0,1 0 0 0,1 1 0 0,2 1 0 0,0 1 0 15,-1 1 0 1,3 2 0-16,-1 1 11 0,0 2-11 0,1 1 0 0,0 1 6 0,-1 0-6 0,0 3 0 0,1 0-17 16,-3 2 17-16,1 1 0 0,-1 1 0 0,-2 0 0 15,-1 3 0-15,-1-1 0 0,-1 0 0 0,-1 1 0 0,0-1 10 16,-1-1-10-16,-1-1 0 0,-1 2 49 0,-2 0-49 0,-2 1 0 15,0-1 13-15,0-1-13 0,-4-1 0 0,2-1-6 16,-1-2 6-16,-1-2 0 0,1-1-31 0,-1-2 31 0,0 0 0 0,-1-4-21 16,3 0 21-16,-1-2 0 0,5-4-14 0,3-3 14 0,3-3 0 15</inkml:trace>
  <inkml:trace contextRef="#ctx0" brushRef="#br0" timeOffset="-161650.127">6671 13911 1024 0,'0'0'0'0,"0"0"0"0,0 0 0 0,0 0 0 16,-1 7 0-16,-1 2 0 0,-1 4 0 0,0-7 0 0,3-2 0 0,-1-2 0 0,0 5 0 15,-1 1 0-15,-2 2 0 0,4-10 0 0,-3 9 0 0,0 0 0 0,-3 1 0 16,2 0 0-16,0 1 0 0,-1 1 0 0,1-2 0 0,-1-1 0 16,-1 0 0-16,1-1 0 15,0 0 0-15,-1-2 0 0,4-3 0 16,2-3 0-16,2-3 0 0</inkml:trace>
  <inkml:trace contextRef="#ctx0" brushRef="#br0" timeOffset="-160430.469">7102 13425 1024 0,'0'0'0'0,"0"0"0"0,0 0 0 0,0 0 0 0,0 0 0 0,0 0 0 0,0 0 0 0,0 0 71 15,0 0-71-15,0 0 0 0,0 0 120 0,0 0-120 16,0 0 0-16,0 0 124 0,0 0-124 0,0 0 0 0,-2-3 79 16,-2-1-79-16,-3-2 0 0,3 3-28 15,-1 2 28-15,-2 1 0 0,0 0-121 0,-3 0 121 16,-1 0 0-16,2 0-86 0,9 0 86 0,-11 0 0 0,0 0 0 15,1 1 45-15,-2 2-45 0,0 0 0 0,1 0 153 16,-1 0-153-16,0 1 0 0,0-2 96 0,2 1-96 16,0 1 0-16,-1-1-61 0,2 1 61 0,1 2 0 15,0-2 256-15,2 1-256 0,1 1 0 0,1 0-256 0,1 1 256 16,1 0 0-16,1-1-256 0,1 0 256 0,1 1 0 0,1 0 159 0,1 1-159 16,1 2 0-16,1-3 181 0,0 1-181 15,4-1 0-15,-1 0 55 0,0 2-55 0,4 0 0 0,-2-2-75 0,1 2 75 0,3 0 0 0,-3 0-125 16,1-1 125-16,2 0 0 0,-3 1-103 15,3-2 103-15,-1 0 0 0,0 1-48 0,-2 2 48 0,-1 1 0 0,0-2 16 0,-2 0-16 16,-1 0 0-16,0 1 17 16,0 1-17-16,-2 0 0 0,-1-1 0 0,-1 0 0 0,-1-1 0 0,0 1-19 0,-1 0 19 0,-1 1 0 15,0-1-6-15,-1 0 6 0,-1-1 0 0,0 0-14 0,-1-1 14 0,-1 0 0 16,0-1 9-16,-2 2-9 0,0 0 0 0,1-1-6 0,-1 0 6 16,-1-2 0-16,0 0-18 0,0 0 18 0,-2-2 0 0,1 1-5 15,1-1 5-15,0-1 0 0,-1 0-1 0,-1 0 1 0,-2-2 0 16,2 1 26-16,0-1-26 0,-1-1 0 0,1-1 68 15,2-1-68-15,-1-1 0 0,1-2 79 0,2-1-79 0,0-2 0 0,3 5-326 16,2 3 326-16,2 3 0 0</inkml:trace>
  <inkml:trace contextRef="#ctx0" brushRef="#br0" timeOffset="-160190.65">7236 13655 1024 0,'0'0'0'16,"0"0"0"-16,0 0 0 0,0 0 0 0,-1 7 201 0,-1 4-201 0,-1 3 0 15,2-7-63-15,1-2 63 0,1-2 0 0,-1 3-6 16,2 0 6-16,-1 1 0 16,-1-7 0-16,1 8 30 0,1 2-30 0,-2-10 0 0,3 11 0 0,-1-1 13 0,-2-10-13 0,0 12 0 0,1 0 0 0,-1-12 0 0,1 13-18 0,0 1 18 15,0 1 0-15,-1-1-32 0,-1-1 32 0,-1 0 0 0,1 0-3 0,0-1 3 0,0-1 0 0,-1-1 29 0,-1-3-29 0,-1 0 0 0,1 0 84 16,2-2-84-16,-1 0 0 15,0-3 75-15,-1-1-75 0,-2-1 0 0,3-2 41 0,1-2-41 0,1 0 0 0,-1 3-351 16,2 1 351-16,-1 1 0 0</inkml:trace>
  <inkml:trace contextRef="#ctx0" brushRef="#br0" timeOffset="-160056.655">7193 13541 1024 0,'0'0'0'0,"0"0"0"0,0 0 0 0,0 0 0 0,0 0 256 0,0 0-256 0,0 0 0 0,2-2 137 0,1-3-137 16,1 0 0-16,-1 0 10 0,0 0-10 16,0-1 0-16,-2 4-403 0,-1 2 403 0,-1 2 0 0</inkml:trace>
  <inkml:trace contextRef="#ctx0" brushRef="#br0" timeOffset="-159570.373">7355 13535 1024 0,'0'0'0'0,"0"0"0"0,0 0 0 0,0 0 0 0,1 4 190 0,1 1-190 16,1 2 0-16,-1-1 67 0,0 0-67 0,0 1 0 0,0 2-1 0,0 3 1 0,1 1 0 15,-1 1-46-15,0 1 46 0,0 1 0 16,0 0-47-16,-2 2 47 0,1 1 0 0,0-1-58 0,0 1 58 0,0 1 0 0,0-2-31 16,-2 1 31-16,1-2 0 0,0 0-23 15,2-1 23-15,-1-2 0 0,0-1 14 0,-2 0-14 0,1-1 0 0,0-2 21 16,0 0-21-16,0-2 0 0,0 0 19 0,0-2-19 15,0 0 0-15,0-2 4 0,-2-1-4 0,1-1 0 0,1-2 12 16,1-1-12-16,1-1 0 0,-1-2 2 0,-2-1-2 0,1-2 0 0,2 1 5 16,0-1-5-16,1-2 0 0,-1 0-5 0,1-2 5 15,2 0 0-15,-2 0-19 0,0-1 19 0,0 0 0 0,1 0-37 16,1 1 37-16,1-1 0 0,0 1-35 16,0 0 35-16,2 1 0 0,-2 0 1 0,1 1-1 0,2 0 0 0,-2 2 47 15,0 1-47-15,0 0 0 0,1 2 65 0,-1-1-65 16,0 1 0-16,0 1 30 0,1 1-30 0,-1 1 0 0,-1 0 8 0,2 1-8 0,1 1 0 0,-2 2 256 15,-1 0-256-15,-1 1 0 16,0-1-248-16,-1 1 248 0,0 1 0 0,-1 0-36 16,-1 1 36-16,-1 2 0 0,1-2-43 0,-2 2 43 15,1 0 0-15,-2 0-11 0,-1 0 11 0,-1 2 0 0,-1-2 11 0,-1 2-11 16,-2 0 0-16,2-1 10 16,-1-1-10-16,-2 0 0 0,0 0 7 0,1-1-7 0,-3 0 0 0,1 0 17 0,0 1-17 0,-1-1 0 15,1-2 12-15,1-2-12 0,0-1 0 0,0 0-1 16,0-1 1-16,-1-1 0 0,2-1-7 0,0-1 7 0,2-1 0 0,1 2-150 15,6 1 150-15,0 1 0 0</inkml:trace>
  <inkml:trace contextRef="#ctx0" brushRef="#br0" timeOffset="-159299.317">7758 13352 1024 0,'0'0'0'0,"0"5"0"0,-1 2 0 0,1 3 0 0,1-4 156 16,0-1-156 0,1 0 0-16,-1 0 108 0,1 0-108 0,1 0 0 0,-1 1 93 0,0 2-93 0,1 0 0 0,-1 2 37 0,0 0-37 15,0 2 0-15,0 1-48 0,0 2 48 16,0 1 0-16,1 0-84 0,1 1 84 0,1 1 0 0,-1 0-112 0,-1 2 112 0,0 2 0 16,-1-2-55-1,0 1 55-15,-1 1 0 0,0-1 1 16,1 0-1-16,1 0 0 0,-1-1 49 0,0-1-49 0,0-1 0 0,0 0 256 15,-2-1-256-15,1-2 0 0,0 0-209 0,1-2 209 0,2-2 0 0,-3-7-192 0,-1-4 192 0,-1-4 0 0</inkml:trace>
  <inkml:trace contextRef="#ctx0" brushRef="#br0" timeOffset="-159091.524">8002 13727 1024 0,'0'0'0'0,"0"0"0"0,0 0 0 0,0 0 0 0,0 0 256 16,0 0-256-16,0 0 0 0,0 0 68 0,0 0-68 0,0 0 0 0,-2 10 14 15,-1 3-14-15,-1 6 0 0,3-10-25 16,2-2 25-16,2-2 0 0,-3-5 0 0,1 8-45 0,0 2 45 0,0 1 0 0,0-1-50 16,0 0 50-16,0 2 0 0,0-2-51 0,-2 1 51 0,1 0 0 0,0-1 17 15,2-1-17-15,-1 0 0 0,0-2 85 0,-2-3-85 16,1-3 0-16,0 1 179 0,2-1-179 0,-1-1 0 0,0 1-448 15,-2-1 448-15,1-1 0 0</inkml:trace>
  <inkml:trace contextRef="#ctx0" brushRef="#br0" timeOffset="-158630.339">8156 13750 1024 0,'0'0'0'0,"0"0"0"0,0 0 0 0,0 0 0 16,0 0 256-16,0 0-256 0,0 0 0 0,0 0 86 0,0 0-86 0,0 0 0 0,2 5 17 15,2 4-17-15,2 2 0 16,-4-5-31-16,-1-1 31 0,-1-1 0 0,1 1-45 0,2 0 45 16,0 2 0-16,-3-7 0 0,2 5-68 0,-2 0 68 0,1 0 0 15,0 0-39-15,-2 0 39 0,1-2 0 0,0 0 65 16,2-1-65-16,-1-1 0 0,0-1 141 15,0-1-141-15,0-1 0 0,0-2 87 0,1 0-87 0,1-1 0 0,-1-1-62 0,1-1 62 0,1-1 0 0,0 0-133 16,-1 0 133-16,0-2 0 0,1 1-123 0,1 0 123 0,1-1 0 0,-1 1 12 16,0 2-12-16,-1 0 0 0,0 0 143 0,1-2-143 0,1 0 0 0,-1 1 179 15,2 3-179-15,0-1 0 0,-1 2 74 16,0 1-74-16,0 1 0 0,0 0-143 0,1 1 143 0,0 1 0 0,0 1-167 16,-2 0 167-16,2 3 0 0,-2 0-114 0,-1 1 114 15,-1 2 0-15,1-2 2 0,0 1-2 0,0 1 0 16,1 0 69-16,-3 2-69 0,1 1 0 0,-1-1 48 0,-1 0-48 0,-1 1 0 0,1 0 7 15,0 0-7 1,0 2 0-16,-1-2-57 0,-1 1 57 0,-1-1 0 0,1 0-64 0,0 1 64 0,0 0 0 0,0-2-50 16,0-1 50-16,0 0 0 0,1-2-9 0,1 0 9 0,1-2 0 0,0 0 27 31,1-1-27-31,1 0 0 0,0-3 30 0,1-1-30 0,2-2 0 0,-5 3-138 16,-2 0 138-16,-2 0 0 0</inkml:trace>
  <inkml:trace contextRef="#ctx0" brushRef="#br0" timeOffset="-158201.153">8623 13708 1024 0,'0'0'0'0,"0"0"0"0,0 0 0 16,0 0 0-16,-4 3 227 0,-4 0-227 0,-2 1 0 0,5-2 137 0,1-1-137 0,1-1 0 0,-1 1 70 15,0 0-70-15,0 1 0 0,-2-1-46 16,0-1 46-16,-1 1 0 0,1 0-116 0,2 0 116 16,-1 0 0-16,-1 1-109 0,1 0 109 0,0 1 0 15,1-1-62-15,0 0 62 0,2 0 0 0,0 0 31 0,1 0-31 0,1 1 0 0,1-1 107 16,1 1-107-16,1 1 0 0,0-2 142 0,1 1-142 31,2-2 0-31,-2 0 46 0,2 1-46 0,0-2 0 0,-1 1-79 0,1 0 79 0,1 0 0 0,0 0-149 0,0 0 149 16,1 1 0-16,-1-2-109 0,0 0 109 15,1 0 0-15,-2 0-5 0,-1 0 5 0,-1 0 0 0,1 0 68 0,1 0-68 16,-1 0 0-16,0 0 75 0,-1 1-75 0,0 1 0 0,1-1 41 16,-2 1-41-16,2 1 0 0,-1 1-1 0,-2 1 1 15,1 2 0-15,0-1-67 0,0 2 67 0,0 0 0 0,0 0-48 16,0 2 48-16,0 1 0 0,1 0-56 0,-3 1 56 0,1 2 0 0,0-1-15 15,-2 1 15-15,1 1 0 0,0-1-30 16,-2-1 30-16,1 1 0 0,0-2-18 0,0 2 18 0,0 1 0 0,0-3-12 16,0 0 12-16,0-2 0 0,0 1-9 15,-2-2 9-15,1 0 0 0,0-1-13 0,-1 0 13 0,-3-2 0 0,2 1 0 16,2-1 0-16,-1 0 0 0,-1-1 0 0,-1-1 0 16,-1 0 0-16,0-1 29 0,-2-2-29 0,0 0 0 0,1-1 40 0,0 0-40 15,0-2 0-15,-1-1 30 0,0-1-30 0,-1-2 0 0,2 1 32 16,1-2-32-16,0-3 0 0,2 0 23 0,1-1-23 0,1-3 0 0,0 10-154 15,1 4 154-15,1 4 0 0</inkml:trace>
  <inkml:trace contextRef="#ctx0" brushRef="#br0" timeOffset="-157895.244">8995 13427 1024 0,'0'0'0'16,"0"0"0"-16,0 0 0 0,0 0 0 0,-4 5 256 0,-1 3-256 0,-2 2 0 0,3-6 148 0,0 0-148 15,1-3 0-15,-1 4 71 0,2 1-71 0,-1 2 0 16,-1 0-12-16,-1 1 12 0,-1 2 0 0,0-1-99 0,1 2 99 0,0 1 0 16,0 0-122-1,-1 2 122-15,-2 1 0 0,3 1-105 0,-2 0 105 0,0 3 0 0,2-2-24 0,2 0 24 0,1-1 0 0,1 1 30 16,2 1-30-16,3 1 0 0,-3-1 47 15,1 2-47-15,1-1 0 0,1 0 34 0,0-1-34 0,3-1 0 16,1 0-50-16,-1 0 50 0,3 0 0 0,-2-3-32 16,2-2 32-16,1 0 0 0,-1-2-55 0,2-1 55 0,1-2 0 0,-1-2-26 15,0-2 26-15,1-2 0 0,0-2 29 0,-1-1-29 0,1-1 0 0,-9 1-90 16,-4 1 90-16,-4 1 0 0</inkml:trace>
  <inkml:trace contextRef="#ctx0" brushRef="#br0" timeOffset="-157501.805">9239 13620 1024 0,'0'0'0'0,"0"0"0"0,0 0 0 0,0 0 0 0,0 0 256 0,0 0-256 0,0 0 0 0,-2 6 155 16,-2 4-155-16,-2 2 0 0,3-6 82 0,1-3-82 0,1-2 0 0,-2 4 7 16,0 1-7-16,-1 2 0 0,1-1-63 0,-1 1 63 0,-2 2 0 15,0-1-103-15,-2 2 103 0,-1 1 0 16,2-2-106-16,-1-1 106 0,-2 0 0 15,2 1-62-15,0-1 62 0,-1 0 0 0,1-2 20 0,2 0-20 0,-1-2 0 0,-1-1 121 0,1-1-121 0,0 0 0 0,1-1 157 16,1-1-157-16,1-1 0 0,-2-2 16 0,0-3-16 16,-2-1 0-16,3 1-110 0,1-1 110 0,0-2 0 0,2 6-370 15,2 2 370-15,2 2 0 0,-4-8 0 16,-1-3 0-16,-1-4 0 16,3 3 0-16,1-2 0 0,1-1 0 0,-1 2 0 15,2-1 0-15,-1 0 0 0,0 2 0 0,1 3 0 0,3 0 0 0,-2 0 256 0,-2 2-256 16,1 0 0-1,0 2 203-15,1 2-203 0,1 0 0 0,-1-1 41 0,-2 2-41 0,1 2 0 0,1-2 36 16,1 1-36-16,2 0 0 0,-2 3-7 0,1 1 7 0,1 2 0 0,-1-1-59 0,0 1 59 16,1 2 0-16,-1 1-86 0,1 0 86 0,1 2 0 0,-1 0-100 15,2 1 100-15,0 3 0 0,-1-2-60 0,0-1 60 0,1 1 0 16,-1-1-17-16,0 1 17 0,0 0 0 0,0-2 43 16,1-1-43-16,1-2 0 0,-2 0 84 15,0-1-84-15,-2-1 0 0,-3-4-334 0,-2-3 334 0,-2-3 0 0</inkml:trace>
  <inkml:trace contextRef="#ctx0" brushRef="#br0" timeOffset="-157290.66">9408 13971 1024 0,'0'0'0'0,"-1"4"0"0,-2 4 0 0,0 2 0 0,2-5 90 0,1-1-90 0,1-1 0 0,-1 1-16 15,0 2 16-15,0 0 0 16,0 0-48-16,-2 1 48 0,2-7 0 0,-1 9 0 0,0-1-26 0,1-8 26 0,-2 8 0 0,-1 1 0 15,0 0 0-15,-2 0 0 0,-3 2 0 0,2-3 0 16,0 1 0-16,-1-1 0 0,1-1 0 0,-1 0 0 0,-2-2 0 0,2-2 26 0,0-2-26 0,0-2 0 16,0 1 37-16,2-1-37 15,1-1 0-15,2 1-63 0,2 1 63 0,2 1 0 0</inkml:trace>
  <inkml:trace contextRef="#ctx0" brushRef="#br0" timeOffset="-156666.81">9515 13648 1024 0,'0'0'0'0,"0"0"0"0,0 0 0 0,0 0 0 0,0 0 256 16,0 0-256-16,0 0 0 0,0 0 256 16,0 0-256-16,0 0 0 0,0 0 125 0,0 0-125 0,0 0 0 0,-2 8-78 15,-2 3 78-15,-2 5 0 0,5-9-162 0,2-1 162 16,2-4 0-16,-2 4-128 0,1 2 128 0,1 1 0 0,-1-3-94 15,1 2 94-15,1 0 0 0,0 0-9 0,2-1 9 0,0 0 0 0,-1 0 67 16,1-1-67-16,1 0 0 0,0-1 94 0,0-1-94 16,1 0 0-16,-1 0-15 0,1 0 15 0,-1 0 0 0,0-2-131 15,1-1 131-15,3-1 0 0,-2 0-155 0,-2-1 155 0,1-1 0 0,1 0-26 16,-2-1 26-16,0-1 0 0,0 0 83 16,0 0-83-16,-2-1 0 0,1 0 194 0,-2 0-194 0,1-1 0 0,0 1 227 15,-1 0-227-15,0-1 0 0,0 1 201 0,-2 0-201 0,1 0 0 16,0 0 30-16,-1 0-30 0,0 2 0 0,0-1-153 15,-1 2 153-15,-1-1 0 0,1 0-181 16,-2 1 181-16,1 0 0 0,0 1-98 0,0 0 98 0,0 0 0 0,0 1 18 16,0-1-18-16,0-1 0 0,0 4 62 15,0-1-62-15,0 2 0 0,0 1 62 0,0 1-62 0,0 2 0 0,0 0 59 0,0 1-59 16,0 2 0-16,0 0-49 0,2 0 49 0,-1 2 0 0,0 0-115 0,-1 1 115 16,2 3 0-16,-1-2-160 0,-1 1 160 0,-1 0 0 15,1 0-78-15,2 1 78 0,-1 0 0 0,-1 0-51 16,-1-2 51-16,-1 1 0 0,0-1-17 0,1 1 17 15,0 0 0-15,0-2 6 0,0-2-6 0,0 0 0 0,0-1 8 0,-1-1-8 0,-1 0 0 0,1-1 8 32,0-1-8-32,0 0 0 0,0 0-3 0,0-2 3 0,0 0 0 0,0-1 11 0,0-1-11 0,-1-1 0 0,1 0 11 15,-1-2-11 1,-1 1 0-16,1-1 46 0,0-1-46 0,0-1 0 0,0 0 47 16,2-2-47-16,-1 1 0 0,0-1 12 0,0 0-12 0,-1-2 0 0,1 2 38 0,2-1-38 0,-1 2 0 0,1-2 27 31,1 0-27-31,1-1 0 0,0 0 5 0,0-2-5 0,1 0 0 0,0 0-18 15,1 0 18-15,1-1 0 0,0 1 29 0,1 0-29 0,2 2 0 0,-2-1 48 0,1-1-48 0,1 0 0 16,0 1 45-16,-3-1-45 0,1-2 0 0,0 3 7 31,1-2-7-31,3 0 0 0,-3 0-31 0,-1 0 31 0,-1-2 0 0,-3 8-330 0,-2 3 330 16,-2 3 0-16</inkml:trace>
  <inkml:trace contextRef="#ctx0" brushRef="#br0" timeOffset="-156366.533">9772 13398 1024 0,'0'0'0'0,"0"0"0"0,0 0 0 0,0 0 0 0,0 0 252 0,0 0-252 16,0 0 0-16,0 0 181 0,0 0-181 0,0 0 0 0,0 0 256 16,0 0-256-16,0 0 0 0,0 0 156 0,0 0-156 0,0 0 0 0,8-4-48 15,3-4 48-15,2-2 0 0,-4 10-184 0,-4 3 184 0,0 4 0 0,3-2-249 16,1 1 249-16,2 2 0 0,-1 2-161 15,2 1 161-15,1 3 0 0,-1 1-8 0,-2 1 8 0,-1 3 0 0,1 2 65 16,2 2-65-16,0 2 0 0,0 1 45 0,-3 1-45 0,1 2 0 16,-3-1-54-16,-1 2 54 0,-3 1 0 0,0 0-136 15,-2 2 136-15,-2 1 0 0,-1-1-93 0,-2 2 93 16,-3 1 0-16,-2 0-22 0,-3 1 22 0,-4 1 0 0,1-4 0 0,-5-2 0 16,-2 0 0-16,15-21 0 0,8-11 0 15,5-11 0-15</inkml:trace>
  <inkml:trace contextRef="#ctx0" brushRef="#br0" timeOffset="-155277.315">516 16484 1024 0,'0'0'0'0,"0"0"0"0,0 0 0 0,0 0 0 16,0 0 0-16,0 0 0 0,0 0 0 0,5 18 0 0,3 8 0 16,4 9 0-16,-7-17 0 15,-2-4 0-15,-2-4 0 0,1 4 0 0,-1 2 0 16,-1 1 0-16,0-1 0 15,-1 1 0-15,-1 0 0 0,1 0 0 0,-1-1 0 16,-2-1 0-16,1 1 0 0,0-1 0 0,-4 2 0 0,-7 4 0 16,-7 3 0-16,-6 3 0 0,1 0 0 15,-5 3 0-15,-4 2 0 0,25-22 0 0,10-10 0 0,10-10 0 0</inkml:trace>
  <inkml:trace contextRef="#ctx0" brushRef="#br0" timeOffset="-136691.581">10645 13765 1024 0,'0'0'0'0,"0"0"0"0,0 0 0 0,0 0 0 0,0 0 150 0,0 0-150 0,0 0 0 0,0 0-150 16,0 0 150 0,0 0 0-16</inkml:trace>
  <inkml:trace contextRef="#ctx0" brushRef="#br0" timeOffset="-136033.595">10570 13591 1024 0,'0'0'0'0,"0"0"0"0,0 0 0 0,0 0 0 0,0 0 256 0,0 0-256 0,0 0 0 0,0 0 241 16,0 0-241-16,0 0 0 0,0 0 68 0,0 0-68 0,0 0 0 0,1 7-18 15,1 3 18-15,2 4 0 0,-2-7-84 0,0-3 84 0,0-1 0 0,0 2-112 16,0 1 112-16,0 1 0 16,0 0-101-16,0 2 101 0,0 0 0 0,0 1-37 0,0 0 37 0,0 2 0 0,0 0 16 15,2 2-16-15,0 1 0 0,-1-1 36 16,-2 1-36-16,1 0 0 0,0 0-14 0,0 1 14 0,0 1 0 0,0-1-77 16,0 0 77-16,0 2 0 0,0-1-53 15,0-2 53-15,0 0 0 0,1 1-46 0,-1 0 46 16,0 0 0-16,0-1-17 0,0 0 17 0,0-1 0 0,0 0-19 15,0 0 19-15,0-1 0 0,0-1-3 0,1-1 3 0,1-2 0 0,-1 1-16 0,-1-1 16 0,0 0 0 16,0-2-10-16,-2 0 10 0,1-2 0 0,0 0 4 16,1-1-4-16,1 0 0 0,-1-1-4 0,-2 1 4 15,1-1 0-15,0-1 5 0,-2 0-5 16,1 0 0-16,0-2 42 0,2-1-42 0,-1-1 0 0,0-1 91 0,0 0-91 16,0-1 0-16,0 0 81 15,0-2-81-15,0 0 0 0,0-2 130 0,0-1-130 0,0-2 0 0,1 1 95 0,2-2-95 16,0-1 0-16,-1 0 139 0,0-2-139 0,0-1 0 0,0-1 157 0,1 0-157 0,1-3 0 0,1 2 176 15,0-1-176-15,2-1 0 16,-1 1 185-16,-2-1-185 0,2-1 0 0,-1 1 142 16,1 1-142-16,2-2 0 0,-1 3 87 0,-2 0-87 0,-1 1 0 0,1-1 51 0,1 0-51 0,3 0 0 0,-3 2 42 15,-1 1-42-15,-1 2 0 0,2-1 31 0,-3 0-31 0,1 0 0 16,0 3-29 0,0 1 29-16,0 3 0 0,-1-1-6 0,0 1 6 0,-2 0 0 0,1 1-50 0,-2 1 50 15,1 1 0-15,0 0-109 0,0 1 109 0,0 0 0 0,-1 0-98 16,-1 3 98-16,-1-1 0 0,1 1-77 0,-2 1 77 15,1 2 0-15,0-2-1 0,-1 0 1 0,-1 0 0 16,1 2-84-16,-1 1 84 0,-2 1 0 0,2-1-33 0,-1 1 33 0,-1-1 0 0,3-2-977 31,2-2 977-31,2-2 0 0</inkml:trace>
  <inkml:trace contextRef="#ctx0" brushRef="#br0" timeOffset="-135731.388">10488 13878 1024 0,'0'0'0'0,"0"0"0"0,0 0 0 0,0 0 0 0,0 0 256 0,0 0-256 0,0 0 0 16,0 0 225-16,0 0-225 0,0 0 0 0,0 0 131 15,0 0-131-15,0 0 0 0,4 4 47 0,2 1-47 0,2 2 0 0,-2-4 14 16,-1-3-14-16,0-3 0 0,1 2-37 0,1-1 37 15,1-1 0-15,1 1-88 0,0 1 88 0,2 0 0 16,-1 0-67-16,1 0 67 0,0-3 0 0,1 2 53 16,-1 0-53-16,4 0 0 0,-3 1 134 0,0-1-134 15,1 2 0-15,-2-1 157 0,3-1-157 0,-1-1 0 0,1 1 15 0,-3 1-15 0,1 0 0 0,1 0-129 16,-2 0 129-16,0 0 0 0,1 0-204 0,-2-1 204 0,-1-1 0 16,2 1-165-16,-2 1 165 0,0 1 0 0,1-1-12 15,-2-1 12-15,-1-1 0 0,-4 2-330 0,-3 1 330 16,-3 1 0-16</inkml:trace>
  <inkml:trace contextRef="#ctx0" brushRef="#br0" timeOffset="-135367.184">11212 13844 1024 0,'0'0'0'0,"0"0"0"0,0 0 0 0,0 0 0 0,0 0 201 0,0 0-201 0,0 0 0 0,0 0 58 0,0 0-58 0,0 0 0 16,0 0 121-16,0 0-121 16,0 0 0-16,-1 9 43 0,-1 6-43 0,-1 4 0 0,1-11-28 15,2-3 28-15,-1-4 0 0,1-1 0 0,-1 4-87 16,-1 1 87-16,-1 1 0 0,1 0-100 0,-1 2 100 0,-2 1 0 15,2-2-88-15,-1 1 88 0,-1 2 0 0,1-2-30 0,-1 2 30 0,-2 0 0 0,2-1 2 0,-1 1-2 0,-2 0 0 16,1-1 12-16,1 1-12 16,0 2 0-16,0-2-55 0,0 0 55 0,0-2 0 0,-1 2-45 0,1 0 45 0,0 2 0 0,0-3-1 15,2 0 1-15,-1-2 0 0,-1 0 3 0,3-2-3 0,-1-1 0 0,0 1 6 16,2-1-6-16,-1 0 0 0,1-2 23 16,-2-1-23-16,-1-1 0 0,3 0 38 15,1-1-38-15,1-1 0 0,-1 1-73 0,2 1 73 0,-1 1 0 0</inkml:trace>
  <inkml:trace contextRef="#ctx0" brushRef="#br0" timeOffset="-135097.058">11081 13929 1024 0,'0'0'0'0,"0"0"198"0,0 0-198 16,0 0 0-16,0 0 23 0,0 0-23 0,0 0 0 0,0 0 104 15,0 0-104-15,0 0 0 0,0 0 149 0,0 0-149 0,0 0 0 0,0 0 57 0,0 0-57 16,0 0 0-16,0 0-54 15,0 0 54-15,0 0 0 0,0 0-118 0,0 0 118 0,0 0 0 0,4 1-121 0,4 1 121 0,2 1 0 0,-5 1-88 16,-1 1 88-16,-1 2 0 16,1 0-13-16,1 0 13 0,2 1 0 0,-2-1 17 15,1 2-17-15,2 0 0 0,-1 0-13 0,-1 0 13 0,0 2 0 0,0-1-74 0,1 0 74 0,1 1 0 0,0 0-67 32,-3 0 67-32,1 2 0 0,0-2 0 0,2 0 0 0,0 2 0 0,-1-2 0 0,-1-2 0 15,0 0 0-15,1-1 0 16,0 0 0-16,1 0 0 0,-1-1 0 0,-1-1 0 15,0 0 0-15,-4-4 0 0,-2-2 0 0,-2-2 0 0</inkml:trace>
  <inkml:trace contextRef="#ctx0" brushRef="#br0" timeOffset="-134432.431">11731 13609 1024 0,'0'0'0'0,"0"0"0"0,0 0 0 0,0 0 0 0,0 0 256 0,0 0-256 0,0 0 0 0,0 0 256 0,0 0-256 16,0 0 0-16,1 5 256 0,1 3-256 0,1 2 0 0,0-4 42 16,1-1-42-16,2 0 0 0,-2 1-101 15,-2-2 101-15,1 2 0 0,-3-6 0 0,4 7-183 0,1 1 183 0,1 2 0 0,0-2-190 16,-3 2 190-16,1 0 0 0,-1 0-75 0,2 2 75 16,0 1 0-16,-1-1 47 0,0 0-47 0,-2 2 0 0,1-1 77 0,1 2-77 15,1 1 0-15,-1-2 56 0,-2 0-56 0,1-1 0 16,0 1-83-16,0-1 83 0,1 1 0 0,-1-1-66 0,0-1 66 0,0 1 0 15,0-1-93-15,0-1 93 0,0 1 0 0,0-1-53 16,0 0 53-16,1-1 0 0,-1-2-9 0,-2-1 9 0,1-1 0 16,0 1 33-16,0-1-33 0,0 0 0 0,0-1 57 15,-2-1-57-15,1-1 0 0,0 0 43 0,0 0-43 0,0-2 0 0,0 1 23 16,0-1-23-16,0-1 0 0,0 1 59 0,-2-1-59 16,1-1 0-16,0 0 100 0,0-1-100 0,0-1 0 0,0-1 67 15,0-1-67-15,0-2 0 0,0 1 85 0,2-1-85 16,-1-2 0-16,0 0 102 0,1-2-102 0,2 0 0 0,-2 0 93 0,0-2-93 15,0-1 0-15,1 1 98 0,1-3-98 0,2 0 0 16,-2 1 99-16,1-1-99 0,2 0 0 0,-3 0 111 16,2 1-111-16,0-1 0 0,-1 1 176 0,2 0-176 0,0 0 0 0,-1 1 150 15,-2 0-150-15,1 2 0 16,0-1 11-16,1 0-11 0,-1 1 0 0,0 0-37 0,0 2 37 16,0 0 0-16,0 0-83 0,-1 2 83 0,0 1 0 0,0-1-132 0,-2 1 132 0,1 0 0 0,0 1-188 15,-2 2 188-15,1 1 0 0,0 0-161 0,0 1 161 16,0 0 0-16,0 1-83 0,0 0 83 0,-1 1 0 0,0-1-47 15,-1 1 47-15,-1 1 0 0,0-1-11 0,-1 1 11 0,0 0 0 0,1 1 51 16,-1 0-51-16,-1 1 0 0,2-2-753 16,1-2 753-16,1 1 0 0</inkml:trace>
  <inkml:trace contextRef="#ctx0" brushRef="#br0" timeOffset="-134170.937">11743 13884 1024 0,'0'0'0'0,"0"0"0"16,0 0 0-16,0 0 0 0,0 0 150 0,0 0-150 16,0 0 0-16,0 0 158 0,0 0-158 0,0 0 0 0,4 6 160 0,1 3-160 0,2 2 0 15,-2-7 18-15,1-4-18 0,2-1 0 0,0 2-99 16,0 0 99-16,3 0 0 0,0-1-152 0,0 0 152 0,3 0 0 0,-2-1-169 0,0 1 169 0,4-2 0 0,-4 1-66 15,3-2 66-15,-1 1 0 0,0-1 0 16,-1 0 0-16,2-1 0 0,-2 0 46 16,-1 0-46-16,0-1 0 0,-8 4-46 0,-4 1 46 0,-4 1 0 0</inkml:trace>
  <inkml:trace contextRef="#ctx0" brushRef="#br0" timeOffset="-133397.593">12177 13821 1024 0,'0'0'0'0,"0"0"0"0,0 0 0 0,0 0 0 0,0 0 0 0,0 0 0 0,0 0 0 0,0 0 138 0,0 0-138 0,0 0 0 0,0 0 91 0,0 0-91 0,0 0 0 0,0 0 79 16,0 0-79-16,0 0 0 0,0 0-39 0,0 0 39 15,0 0 0-15,0 0-26 16,0 0 26-16,0 0 0 0,-3 8-69 0,0 5 69 15,-1 4 0-15,2-10-81 0,1-2 81 0,1-4 0 0,-1 3-56 16,-1 1 56-16,-1 1 0 0,1 0 29 0,0-1-29 16,0 3 0-16,0-2 45 0,0 0-45 0,-1 1 0 0,2 0 32 0,1-1-32 0,1 0 0 15,-1 1-12-15,0 0 12 0,0 1 0 0,0-1-35 16,3-3 35-16,-2 1 0 0,0 0-28 0,1 1 28 0,1-1 0 0,-1 0-22 16,1-1 22-16,1 0 0 0,-1-1 31 0,1-1-31 15,2-1 0-15,-1 0 54 0,1-1-54 0,1-1 0 0,-1 0 70 16,2-1-70-16,0-1 0 0,-1 0 41 0,1 0-41 15,2-1 0-15,-3-1-16 0,2-1 16 16,0-2 0-16,1 2-38 0,-3-1 38 0,1-2 0 0,1 1 17 0,-3 2-17 0,1-1 0 16,0 0 64-16,-2 0-64 0,2 1 0 0,-1-1 109 0,-2 0-109 15,1-1 0-15,0 1 105 0,-2 2-105 0,1 1 0 0,1-1 54 16,-2 0-54-16,1-1 0 0,-1 2 24 0,-1 1-24 0,-1 1 0 16,1 0-1-16,0-2 1 0,0 0 0 0,-1 2 7 0,-1 1-7 15,-1 1 0-15,1 0 8 16,0-2-8-16,0 1 0 0,0 1 19 0,0-1-19 0,0-1 0 0,0 1-32 0,0 1 32 0,0 1 0 0,0-1-70 15,0 2 70-15,0-1 0 0,0 0-79 16,-2 1 79-16,1 1 0 0,0-2-23 0,0 2 23 0,0-1 0 16,0 3-29-16,2 2 29 0,-1 1 0 0,-1-1-75 15,0 1 75-15,-1 2 0 0,1 0-38 0,1 3 38 0,1 1 0 0,-1-1-70 16,0 1 70-16,0 1 0 0,0-1-97 0,-2 2 97 16,1 1 0-16,0-1-81 0,2 1 81 0,-1 0 0 0,0 1 0 15,0 0 0-15,0 0 0 0,1 0 0 16,1 0 0-16,1 0 0 0,-1 0 0 0,-2 1 0 0,1 1 0 0,-1-2 0 15,-1-2 0-15,-1 1 0 0,1-2 0 0,0 0 0 16,0-1 0-16,-1 0 0 0,-1 0 0 0,-1-1 0 0,2 0 0 16,-3-2 0-16,1 0 0 0,1-1 0 0,-1 0 0 0,-1-2 0 15,0-1 0-15,-1 0 0 0,-3-2 0 0,2 1 0 0,2-1 0 0,-1 0 0 0,-1-2 0 16,1-1 0 0,0-1 0-16,0 1 0 0,2 0 0 0,-1 0 0 0,-1-2 0 15,1-1 0-15,0 0 0 0,0 0 0 0,0 0 0 0,0-1 0 0,0 0 0 16,2-1 0-16,1-1 0 0,-1 1 0 0,2 0 0 0,-1-1 0 0,1 0 0 15,1-1 0-15,1-2 0 0,1 0 0 16,1-2 0-16,1 0 0 0,1-1 0 16,3 0 0-16,1-2 0 0,0 2 0 0,3-1 0 0,1-2 0 0,0 1 0 0,0-1 0 15,2 0 0-15,-9 8 0 0,-6 6 0 0,-6 3 0 16</inkml:trace>
  <inkml:trace contextRef="#ctx0" brushRef="#br0" timeOffset="-132599.621">13218 13593 1024 0,'0'0'0'0,"0"0"0"0,0 0 0 0,0 0 0 0,0 0 0 0,0 0 0 0,0 0 0 0,0 0 0 0,0 0 0 15,0 0 0-15</inkml:trace>
  <inkml:trace contextRef="#ctx0" brushRef="#br0" timeOffset="-128298.192">13306 13789 1024 0,'0'0'0'0,"0"0"0"0,0 0 0 0,0 0 0 0,0 0 256 0,0 0-256 0,0 0 0 16,0 0 256-16,0 0-256 0,0 0 0 0,1 8 256 16,1 5-256-16,1 4 0 0,-1-11 256 0,-2-3-256 15,1-3 0-15,1 5 256 0,-1 1-256 0,0 2 0 0,-1-8 0 0,1 7 256 0,0-1-256 16,-1-6 0-16,1 7 0 0,0 0 256 0,-1-7-256 0,2 8 0 16,1 2 0-16,-1-1 256 0,-2 2-256 0,1 1 0 15,0-2 198-15,0 0-198 0,0 1 0 0,0 0 256 0,0 1-256 0,0 0 0 16,0-1 256-1,0 1-256-15,0-1 0 0,0 0 256 0,-2 1-256 0,1 1 0 0,0-2 57 0,0-1-57 16,0 0 0-16,0 0-57 0,0 0 57 0,0-2 0 0,0-1-256 0,0 0 256 0,0-2 0 0,0 0-256 0,-2-1 256 0,1 0 0 16,0-1-256-1,2-1 256-15,-1-1 0 0,0 0-2246 0,0-1 2246 0,0-1 0 0</inkml:trace>
  <inkml:trace contextRef="#ctx0" brushRef="#br0" timeOffset="-127734.764">13341 13748 1280 0,'0'0'0'0,"0"0"256"0,0 0-256 0,0 0 0 0,0 0 0 0,0 0 256 0,0 0-256 0,0 0 0 16,2-2 256-16,1-3-256 0,2 0 0 0,-2 2 256 0,0 0-256 15,0 2 0-15,1-1 256 0,1-2-256 0,1 0 0 0,1 1 256 16,0 0-256-1,1 0 0-15,-1 1 256 0,2 2-256 0,0-1 0 0,-1 1 96 0,0 0-96 16,1 0 0-16,-1 1-111 0,1 2 111 16,3 0 0-16,-3-1 256 0,0 3-256 0,2 0 0 0,-2 0 256 0,-1 1-256 15,-1 2 0-15,1 0 256 0,-2 1-256 16,-1 2 0-16,-1-1 256 0,-1-1-256 0,-1 1 0 0,-1 0 14 0,-1 1-14 0,-1 2 0 0,0-2-14 0,-1 0 14 0,-1-1 0 0,-1 1-256 16,0 0 256-16,-3 2 0 0,0-2 66 15,0 0-66-15,-1-2 0 0,1 1 204 0,-2-2-204 16,-2 0 0-16,3 1 0 0,-2-1 0 0,0 0 0 0,1-1 0 15,2-1 0-15,-2 0 0 0,1-2 0 0,2 1 0 0,-1-1 0 0,0 0 0 16,2-1 0-16,1-1 0 0,-1 1 0 16,2-2 0-16,-1 1 0 0,1-1 0 0,1-1 0 0,1-1 0 0,1 1 0 15,1 0 0-15,1 0 0 0,-1 0 0 0,1 0 0 0,1 0 0 16,0 0 0-16,1 0 0 16,1 0 0-16,1 1 0 0,3 0 0 0,1 1 0 0,-1-1 0 0,2 2 0 15,0 2 0-15,-1-2 0 0,2 0 0 0,0 0 0 16,0 1 0-16,0 2 0 0,3 0 0 0,-2 1 0 0,-2 0 0 0,0 1 0 0,0-1 0 15,-2 1 0-15,2 0 0 0,-3-1 0 0,-1 1 0 0,-1 2 0 16,0-3 0-16,0 2 0 0,-2 0 0 0,-1-1 0 0,-1-1 0 16,-1 0 0-16,-1 1 0 0,-1 0 0 0,-1 1 0 0,-1-1 0 0,-2-1 0 15,-3 0 0-15,1 0 0 0,0 0 0 0,-3-1 0 0,-1-1 0 16,1-1 0 0,-4-1 0-16,3-1 0 0,-1-1 0 0,-3-1 0 0,2 0 0 0,-2-1 0 0,-1-1 0 0,11 1-3071 15,5 1 3071-15,5 1 0 0</inkml:trace>
  <inkml:trace contextRef="#ctx0" brushRef="#br0" timeOffset="-125932.917">13824 13938 1024 0,'0'0'0'0,"0"0"0"0,0 0 0 0,0 0 0 0,0 0 256 16,0 0-256-16,0 0 0 0,0 0 256 0,0 0-256 0,0 0 0 16,0 0 256-16,0 0-256 0,0 0 0 0,0 0 256 0,0 0-256 0,0 0 0 0,7 3 256 15,5 3-256-15,3 0 0 0,-8-4 256 16,-4-2-256-16,0-2 0 0,2 3 256 0,1-1-256 0,1 2 0 0,-1 0-256 15,2 2 256-15,0 0 0 0,-1-1-256 0,1 1 256 0,3 2 0 16,-3-1 152-16,-1 1-152 0,0 2 0 0,2-2 256 16,-3 1-256-16,1 2 0 0,-1-2 256 0,-1 2-256 15,0-1 0-15,0 1 256 0,-2 0-256 0,1 2 0 0,-1-2 256 0,-1 0-256 0,-1 1 0 16,0-1-256-16,-1 0 256 0,-1-1 0 0,1 1-256 16,0-1 256-16,0 0 0 0,-1-1-256 0,-1 0 256 0,-1-2 0 15,1 1 256-15,-1-1-256 0,-1 0 0 0,1-1 256 16,-2 1-256-16,0-1 0 0,1-2 256 0,0 0-256 0,0 0 0 0,0-1 256 15,0 0-256-15,-1 0 0 0,1-1-146 0,1-1 146 0,0-1 0 16,0 0-256-16,-2-2 256 0,0 1 0 0,1-1 200 16,0 0-200-16,2-1 0 0,-1 0 256 0,0 1-256 0,0-3 0 0,2 1 256 15,1-1-256-15,1-2 0 16,-1 2 49-16,2-2-49 0,-1-1 0 0,1 2 0 0,1-2 0 0,2 0 0 0,-1 1 0 16,2-1 0-16,1 1 0 0,-1-1 0 15,-1 1 0-15,0 0 0 0,1 0 0 0,1-1 0 0,1 0 0 0,0 1-49 16,-1 1 49-16,0 0 0 0,0 0-256 15,0 0 256-15,1 1 0 0,-1 0-256 0,0 0 256 0,0 0 0 0,-3 4-2510 0,-6 4 2510 16,0 1 0-16</inkml:trace>
  <inkml:trace contextRef="#ctx0" brushRef="#br0" timeOffset="-125468.705">14285 13938 1024 0,'0'0'0'0,"0"0"256"0,0 0-256 0,0 0 0 0,0 0 256 15,0 0-256-15,0 0 0 0,0 0 256 0,0 0-256 0,0 0 0 0,-1 6 256 16,-1 3-256-16,-1 4 0 16,2-6 256-16,1-3-256 0,1 1 0 0,-1 0 256 0,-2 3-256 0,1 1 0 0,0-2-256 15,-1 2 256-15,-2 0 0 16,2 0-256-16,0 0 256 0,0 2 0 15,0-2-256-15,2 0 256 0,-1 1 0 0,0-1 256 16,0 1-256-16,0 0 0 0,0 0 256 0,0-2-256 0,0 2 0 0,1-2 256 0,1-1-256 0,1 0 0 0,0 0 256 0,1-1-256 0,1 0 0 0,-1 0 167 16,2-1-167-16,0 0 0 0,0-1-116 15,1 1 116-15,1-2 0 0,0-1 34 16,0-1-34-16,1-1 0 0,-1 1 256 0,2-1-256 16,0-1 0-16,-1-1 256 0,-2-1-256 15,2-1 0-15,-1 0 256 0,1-1-256 0,2-2 0 0,-2 1 182 0,-2 0-182 0,0-1 0 0,0 1-256 16,-1-2 256-16,0 0 0 0,-1 1 191 0,-1-1-191 0,-1 1 0 0,1-1 256 15,-2 0-256-15,1-2 0 0,-1 3 53 16,-1-1-53-16,-1 1 0 0,0 0 0 16,-1-1 0-16,-1-2 0 0,0 2 0 0,-1 0 0 0,-2-1 0 0,0 2-53 15,0-1 53-15,-3 1 0 0,2 0-256 0,-2 0 256 0,-1-2 0 0,2 3-256 0,0 0 256 0,2 0 0 0,0 0-256 32,-2 1 256-32,-1 0 0 0,3 1-256 0,1-2 256 0,1 0 0 0,1 1-215 0,1-1 215 0,1 2 0 0,0 2-1779 15,1 2 1779-15,1 2 0 0</inkml:trace>
  <inkml:trace contextRef="#ctx0" brushRef="#br0" timeOffset="-125132.798">14570 13694 1024 0,'0'0'0'0,"0"0"0"0,0 0 0 0,0 0 0 0,0 0 0 0,0 0 0 0,0 0 0 0,0 0 256 0,0 0-256 0,0 0 0 15,0 0 256-15,0 0-256 16,0 0 0-16,0 0 256 0,0 0-256 0,0 0 0 0,0 0 256 16,0 0-256-16,0 0 0 0,2 8 256 0,2 3-256 0,3 5 0 0,-5-10 256 0,-1-1-256 0,-1-3 0 0,3 4 179 15,0 1-179-15,1 2 0 32,0 0-256-32,-2 1 256 0,1 2 0 0,0 0 256 0,1 0-256 0,-1 2 0 0,-1 0 256 0,2 0-256 15,0 2 0 1,-1-1 256-16,-1 1-256 0,-1 1 0 15,1-1 256-15,1 0-256 0,2 2 0 0,-2-2 256 0,-2 0-256 0,1-1 0 0,0 0-256 16,-2 2 256 0,1-1 0-16,0-2-256 0,0 0 256 0,0-1 0 0,0 0-256 0,0 0 256 15,0-1 0-15,0-2 76 0,-2-1-76 0,1-2 0 0,-1-2 256 16,0-1-256-16,-1-1 0 0,0-1 256 0,2-3-256 16,-1 0 0-16,0 1-2559 0,2 0 2559 0,-1 0 0 0</inkml:trace>
  <inkml:trace contextRef="#ctx0" brushRef="#br0" timeOffset="-124278.322">14561 13950 1024 0,'0'0'0'0,"0"0"0"0,0 0 0 0,0 0 0 0,0 0 256 0,0 0-256 0,0 0 0 0,4-3 256 16,4-1-256-16,2-2 0 0,-4 3 256 0,-1 0-256 0,-1 0 0 15,1-2 256-15,0-1-256 0,1-2 0 0,-6 8 0 0,6-7 256 16,2 2-256-16,1-2 0 0,0-1 256 0,-2-1-256 0,-1-2 0 0,1 1 114 16,1 1-114-16,-1-1 0 0,0 0-256 0,0 1 256 0,1-3 0 15,-1 2-256-15,-2-1 256 0,1 0 0 0,0 1-156 16,-1 1 156-16,1 0 0 0,-1 0 256 0,-1 1-256 15,-1-1 0-15,0 3 256 0,-1 1-256 0,-1 0 0 0,1 1 256 16,0-1-256-16,0 2 0 0,1 0 256 0,-3 1-256 0,1 0 0 16,0 2 172-16,0 2-172 0,0 0 0 0,0 1-256 0,-2 1 256 0,1 1 0 15,0 2-256-15,2 1 256 0,-1 3 0 16,0-1 256-16,0 1-256 0,0 2 0 0,0 1 256 0,1 2-256 0,1 2 0 16,-1-2 256-16,0 0-256 0,0 2 0 0,0-1 256 15,0 2-256-15,0 2 0 0,1-3 256 0,-1 0-256 0,0-1 0 0,0 0-256 16,0-1 256-16,0-1 0 0,0-1-177 15,0 0 177-15,0-1 0 0,0-2 256 0,0 0-256 0,0-1 0 0,0 0 256 16,-2-1-256-16,1 0 0 0,0-2 46 16,-2-2-46-16,1-1 0 0,0 0 0 0,2 1 0 0,-1-2 0 15,1-1 0-15,-1-1 0 0,0 0 0 0,0-2-46 0,1-1 46 0,1-2 0 0,-1 1-256 16,1-3 256-16,1 0 0 0,-1 0-256 0,1 0 256 0,3-1 0 16,-3 0 209-16,1-1-209 0,1 0 0 0,0 1 256 15,1 0-256-15,2 0 0 0,-2 0 93 16,-2 0-93-16,1 1 0 0,2 1 0 0,0-1 0 0,2 2 0 0,-3 0 0 15,0 1 0-15,-2 0 0 0,1 1 0 0,1 1 0 0,1 1 0 16,-1-1 0-16,-2 1 0 0,-1 1 0 0,1 0 0 0,-2 1 0 0,1 1 0 0,1 0-79 16,-3 2 79-16,1 0 0 0,0 0-67 15,-2-1 67-15,1 3 0 0,-2-1 125 0,-1 1-125 16,-1 2 0-16,1-3 21 0,2-1-21 0,-1 0 0 16,0 0-125-16,0 0 125 0,0 0 0 0,1-1-256 0,1-1 256 0,1 0 0 0,-1-1-256 15,1 0 256-15,1 0 0 0,0-1-256 16,2-1 256-16,0-1 0 0,-1 0-256 0,0-1 256 0,0-1 0 0,2 0-256 15,1-1 256-15,1-2 0 0,-2 3-204 16,2-1 204-16,0 2 0 0,-1-2-113 0,-2 1 113 16,2 0 0-16,-1 1-180 0,0 0 180 0,0 0 0 0,1 1-121 15,-1-1 121-15,0 2 0 0,0-1 92 0,0 0-92 0,1 0 0 0,-1 0 256 0,-1 1-256 0,0 1 0 0,1-2 256 16,0-1-256 0,1-2 0-16,-1 3 256 0,-2 0-256 0,2 0 0 0,-1-1 256 15,1-2-256-15,1 1 0 0,-1 0 256 0,1 0-256 0,0 0 0 0,-1-1-9 16,0 0 9-16,-2-1 0 0,0 1-93 0,2 0 93 0,0-1 0 15,-2 0 99-15,0 1-99 0,-2-3 0 0,0 2 256 16,-1 0-256-16,-1 0 0 0,1-1 256 16,-2-1-256-16,1 0 0 0,-2 2 142 0,-1 1-142 0,-1 1 0 0,1 0 0 0,-1-1 0 0,-1 1 0 0,-1 1-235 15,0 0 235-15,-1 0 0 0,1 1-256 0,-1 1 256 16,-3 1 0-16,3 1-95 16,-2 1 95-16,0 1 0 0,0 0 256 15,2 0-256-15,1 1 0 0,-1 1 256 0,2 1-256 0,-1 3 0 0,-1-2 74 0,1 1-74 0,0 2 0 0,2-1 0 31,1 0 0-31,1 2 0 0,0-2 0 0,1 0 0 0,1 1 0 0,0-2 0 0,1 0 0 16,1-2 0-16,0 0 0 16,1 0 0-16,1-2 0 0,2 0-237 0,-1-1 237 15,3 0 0-15,-2-4-256 0,1 0 256 0,-1-3 0 16,-4 2-2578-16,-4 1 2578 0,-1 1 0 0</inkml:trace>
  <inkml:trace contextRef="#ctx0" brushRef="#br0" timeOffset="-123967.013">15446 13874 1024 0,'0'0'0'0,"0"0"0"0,0 0 0 16,0 0 0-16,0 0 256 0,0 0-256 0,0 0 0 0,0 0 256 0,0 0-256 16,0 0 0-16,0 0 256 0,0 0-256 0,0 0 0 0,0 0 256 0,0 0-256 0,0 0 0 15,5 1 256-15,2-1-256 0,3 2 0 0,-2 0 256 16,-2 2-256-16,-1-1 0 0,1 1 256 0,-2 2-256 0,1 0 0 16,-5-6 0-16,6 7 256 0,-1 2-256 0,0 1 0 0,0-1 256 15,-1 0-256-15,0 1 0 0,0 0 256 0,-2 0-256 0,-1 2 0 0,1-2 256 16,0-1-256-16,0 0 0 0,-1 0 255 0,-1-2-255 15,-1 0 0-15,1-1 0 0,0 0 0 0,0 0 0 0,0-1 0 16,0-1 0-16,0 0 0 0,0-1-255 0,0 0 255 0,0 0 0 0,-1 0-256 16,-1-1 256-16,-1 0 0 0,1-2 110 15,2-2-110-15,-1 0 0 0,0 0 256 0,-2-1-256 0,0-1 0 0,1-1 145 16,1-1-145-16,0-2 0 0,0 1 0 0,1-1 0 0,1-2 0 16,1 0 0-16,0 0 0 0,1-2 0 0,1 1-124 15,-1 0 124-15,3-2 0 0,0 2-256 0,0 0 256 16,4-1 0-16,-2 0-59 0,1 0 59 0,1-2 0 0,1 1 256 15,0 1-256-15,3-1 0 0,-10 8-2888 0,-4 6 2888 0,-4 3 0 0</inkml:trace>
  <inkml:trace contextRef="#ctx0" brushRef="#br0" timeOffset="-123664.927">15967 13546 1024 0,'0'0'0'15,"0"0"0"-15,0 0 0 0,0 0 0 0,0 0 256 0,0 0-256 0,0 0 0 0,-3 7 256 0,-1 4-256 16,-2 5 0-16,2-9 256 0,2-3-256 0,-1-2 0 0,0 4 256 16,-1 1-256-16,-2 2 0 0,2-1 256 0,-1 2-256 0,-1 1 0 0,1 0 256 15,-1 1-256-15,-2 2 0 0,2 1 256 0,0 2-256 0,0 2 0 0,0-2 163 16,-2 1-163-16,-1 1 0 0,3-1 195 16,1 3-195-16,1 0 0 0,-1-2 256 0,2 0-256 0,1-1 0 0,0 2 256 15,1 1-256-15,1 1 0 0,1-1 256 0,1-1-256 0,1 0 0 16,1 0 153-16,1 0-153 0,2 0 0 15,0-1 0-15,2-1 0 0,3 1 0 0,-3-2 0 0,1-1 0 0,2-1 0 16,-1-3-228-16,3-1 228 0,2-2 0 0,-3-2-256 0,1-3 256 16,0 0 0-16,-8-2-2587 0,-6-2 2587 0,-6-2 0 0</inkml:trace>
  <inkml:trace contextRef="#ctx0" brushRef="#br0" timeOffset="-123233.7">16331 13716 1024 0,'0'0'0'0,"0"0"0"16,0 0 0-16,0 0 0 0,0 0 256 0,0 0-256 0,0 0 0 0,0 0 256 0,0 0-256 0,0 0 0 0,0 0 256 15,0 0-256-15,0 0 0 0,0 0 256 0,0 0-256 0,0 0 0 0,0 0 256 0,0 0-256 16,0 0 0-16,0 11 256 16,-2 6-256-16,1 5 0 0,0-12 256 15,-1-5-256-15,-1-4 0 0,1 4 256 0,0 1-256 0,0-1 0 16,-1 2 1-16,-1 1-1 0,-1 2 0 0,1-1-256 15,-1-1 256-15,0 1 0 0,0 0 40 0,0 2-40 0,-4 0 0 0,3 0 256 16,-1-1-256-16,-1 1 0 0,1 0 256 0,-1 2-256 16,1 1 0-16,0-3 256 0,0 1-256 0,-1-1 0 0,1 0-218 15,-1 1 218-15,-4 0 0 0,5-1-256 0,1 0 256 0,1-1 0 0,5-10 0 0,-6 9-256 16,2 0 256-16,-2-2 0 16,1-1-256-16,2-2 256 0,-1-1 0 0,0-1-247 0,2 1 247 15,-1-2 0-15,2 0-1368 0,1-2 1368 0,1 1 0 0</inkml:trace>
  <inkml:trace contextRef="#ctx0" brushRef="#br0" timeOffset="-122964.167">16145 13735 1024 0,'0'0'0'0,"0"0"0"0,0 0 0 0,0 0 0 0,0 0 0 0,0 0 256 0,0 0-256 0,0 0 0 0,0 0 256 15,0 0-256-15,0 0 0 0,5 8 256 0,0 3-256 0,2 4 0 16,-2-8 256-16,-1-3-256 0,-1-2 0 0,2 4 256 16,2 2-256-16,0 0 0 0,-2 0 256 0,2 2-256 0,1 1 0 0,-1 0 110 15,0 2-110-15,3 1 0 0,-1-2-256 0,-1 2 256 16,0 1 0-16,0-1-256 0,-1 0 256 0,0 1 0 0,0 0 256 16,1-2-256-16,2 1 0 0,-2 0 256 0,-2 0-256 0,1-1 0 0,1-1 256 15,0-2-256-15,2-1 0 0,-3-1 150 16,0 0-150-16,-2-2 0 0,-3-3-2052 0,-2-3 2052 0,-2-3 0 0</inkml:trace>
  <inkml:trace contextRef="#ctx0" brushRef="#br0" timeOffset="-122662.03">16551 14012 1024 0,'0'0'0'0,"0"0"0"0,0 0 0 0,0 0 0 0,0 0 256 0,0 0-256 0,0 0 0 0,1 6 256 0,1 3-256 15,1 2 0-15,-1-5 256 0,-2-2-256 0,1-2 0 0,0 3 256 16,0 2-256 0,0 0 0-16,0 0 256 0,-1-7-256 0,1 9 0 0,0 1 0 0,-1-10 0 0,0 9 219 15,-1 2-219-15,-1 0 0 16,0 0-256-16,-1-1 256 0,-1 1 0 0,1-1-256 0,-1-1 256 15,1 0 0-15,0-1-256 0,-1-1 256 0,-1 0 0 0,1-1 256 0,0-2-256 0,0-1 0 0,-1 0 256 0,1-1-256 16,0-1 0-16,0-1 256 0,1-1-256 16,0 0 0-16,1 0-1499 0,2 1 1499 0,2 1 0 0</inkml:trace>
  <inkml:trace contextRef="#ctx0" brushRef="#br0" timeOffset="-122037.814">16708 13697 1024 0,'0'0'0'0,"0"0"0"0,0 0 0 0,0 0 0 0,0 0 256 0,0 0-256 16,0 0 0-16,0 0 256 0,0 0-256 0,0 0 0 0,0 0 256 0,0 0-256 0,0 0 0 0,0 0 256 16,0 0-256-16,0 0 0 0,0 7 256 0,0 5-256 0,0 4 0 15,0-9 256-15,0-2-256 0,0-2 0 0,0 3-61 16,-2 2 61-16,1 0 0 0,1-1-256 0,1 1 256 15,1-1 0-15,-1 0-256 16,0 1 256-16,0 0 0 0,0-1 14 16,1 0-14-16,1 1 0 0,0-2 256 0,1-1-256 0,1-1 0 0,-1 2 256 0,2-1-256 15,1 0 0-15,-2 0-9 0,1-1 9 0,1 0 0 0,0-1-256 16,0-2 256-16,1 1 0 0,-1-1-249 0,1-1 249 0,-1-1 0 0,0 0-50 16,1-1 50-16,2-1 0 0,-2 0-78 15,-2-2 78-15,1 0 0 0,0 0 256 16,1-1-256-16,0-2 0 0,-2 3 256 0,0-2-256 0,-1 1 0 0,1-1 256 0,-2 0-256 0,1-2 0 0,0 2 256 15,-2 0-256-15,2-1 0 0,-1 1 167 16,-2 1-167-16,1 0 0 0,-1 1 256 0,-1-1-256 0,-1 2 0 0,1-1 256 16,0 1-256-16,0-1 0 15,0 1 73-15,-2 0-73 0,1 0 0 0,0 1-126 16,0 1 126-16,0 1 0 0,0 0 256 0,-2-1-256 0,1 2 0 0,0 0-64 16,2 1 64-16,-1 1 0 0,0-2 2 15,-2 2-2-15,1-1 0 0,2 2-22 16,1 1 22-16,1 1 0 0,-1 1 72 0,-2 1-72 0,1 3 0 0,0 0-156 15,0 2 156-15,0 3 0 0,0 0-95 0,0 1 95 0,0 1 0 16,0-1 121-16,0 2-121 0,0 2 0 0,1-2 6 16,0 1-6-16,1 0 0 0,-1 1-212 15,-2-1 212-15,1 2 0 0,0-1-123 0,0-1 123 0,0-1 0 0,0 0 183 0,0-1-183 0,0-1 0 16,0 0 256-16,-2 0-256 0,1-1 0 0,0 0 102 16,-2-2-102-16,1 0 0 0,0 0-90 0,0-2 90 15,0 0 0-15,0-2-136 0,-1 0 136 0,-1-2 0 16,1 1-181-16,-1 0 181 0,1-1 0 0,0-2-52 0,-1-1 52 15,-2-1 0-15,2 1 203 0,-1-1-203 0,-1-1 0 0,1 1 256 16,-1-1-256-16,1 0 0 0,0-2 55 0,0-1-55 0,0-1 0 0,0 1-256 16,-1 0 256-16,-2-1 0 0,3-1-256 0,0-1 256 0,2-1 0 15,0 3-2366-15,2 3 2366 0,2 0 0 16</inkml:trace>
  <inkml:trace contextRef="#ctx0" brushRef="#br0" timeOffset="-111439.617">17129 13501 1024 0,'0'0'0'0,"0"0"0"0,0 0 0 0,0 0 0 0,0 0 256 0,0 0-256 0,0 0 0 0,0 0 256 16,0 0-256-16,0 0 0 0,0 0 256 15,0 0-256-15,0 0 0 0,0 0 256 0,0 0-256 16,0 0 0-16,7 3 256 0,2 2-256 0,3 3 0 0,-6-4 256 16,-1-1-256-16,-3-1 0 0,3 2 228 15,1-1-228-15,1 3 0 0,0-1-228 0,2 2 228 0,0 3 0 0,-1-3 217 0,1 2-217 0,-1 0 0 0,0 1 256 16,1 1-256-1,2 3 0-15,-1-2 256 0,1 2-256 0,3 1 0 0,-3 0 256 0,0 1-256 0,-2 0 0 0,1-1-80 16,0 1 80-16,-1 1 0 0,0-1-256 16,-1 2 256-16,0 2 0 0,0-2-256 0,-2 0 256 15,1 2 0-15,0-2-256 0,-2 1 256 0,-1 1 0 0,0-1 256 16,-1 0-256-16,-1 0 0 0,1 0 256 0,-2 1-256 0,1 1 0 0,-1-2 256 16,-1 0-256-16,-1 0 0 0,-1 0 256 0,-1 1-256 0,-1 1 0 0,1-2 256 0,-1 1-256 15,-1 1 0-15,-2-2 118 16,1 1-118-16,-3 0 0 0,1 1 0 0,-2 0 0 15,-1 1 0-15,0-2 0 0,-3 0 0 0,-2 0 0 0,4-2 0 16,4 0 0-16,0-1 0 0,5-10-3071 16,3-7 3071-16,3-7 0 0</inkml:trace>
  <inkml:trace contextRef="#ctx0" brushRef="#br0" timeOffset="-110563.446">17730 13908 1024 0,'0'0'0'0,"0"0"0"0,0 0 0 0,0 0 0 0,0 0 256 16,0 0-256-16,0 0 0 0,0 0 235 0,0 0-235 0,0 0 0 0,0 0 28 0,0 0-28 15,0 0 0-15,0 0 256 0,0 0-256 0,0 0 0 0,0 0 256 16,0 0-256-16,0 0 0 0,0 0 256 16,0 0-256-16,0 0 0 0,0 0 256 0,0 0-256 0,0 0 0 0,0 0 131 15,0 0-131-15,0 0 0 0,0 0 3 0,0 0-3 0,0 0 0 0,1 5 229 16,1 3-229-16,1 1 0 0,3-7 256 0,1-2-256 15,3-5 0-15,-2 5 256 0,1-1-256 0,3-2 0 0,-2 2 256 16,0 0-256-16,4 1 0 0,-2-1 256 16,2 0-256-16,0 0 0 0,1 0-39 0,0 0 39 0,3-1 0 0,-3 1-248 15,2 0 248-15,0 0 0 0,0 1-59 0,-1-2 59 0,1 1 0 16,-2 0 256-16,3-1-256 0,1-1 0 0,-3 1 231 16,2 1-231-16,0 0 0 0,0 0 0 0,-3 0 0 0,2 0 0 0,-1 0 0 15,2-1 0-15,2-1 0 0,-4 1 0 16,0 1 0-16,-1 1 0 0,1-2 0 0,-2 2 0 0,0-1 0 0,-2 0 0 15,-1-2 0-15,1 0 0 16,-2 2 0-16,-1-2 0 0,0 1 0 0,0 0 0 16,-2 1 0-16,1 0 0 0,-1 0 0 0,-2 1 0 0,-1-1 0 0,0 0 0 0,-1 0 0 15,-1 0 0-15,0 0 0 0,-1 1 0 0,-1 1 0 16,1-2 0-16,0 0 0 0,0-1 0 0,0 2 0 16,-2 0 0-16,1 0 0 0,0 0 0 0,-2 0 0 0,1 0 0 0,0 0 0 0,0 0 0 0,0 0 0 0,0 1 0 15,0 0 0-15,0 1 0 0,0-2 0 16,0 0 0-16,0 0 0 0,0 0 0 0,0 0 0 15,0 0 0-15,0-1 0 0,-1 0 0 0,-1-1 0 0,1 1 0 16,2 0 0-16,-1 0 0 16,0 1-3071-16,2 0 3071 0,-1 0 0 0</inkml:trace>
  <inkml:trace contextRef="#ctx0" brushRef="#br0" timeOffset="-109601.056">18299 13680 1024 0,'0'0'0'0,"0"0"0"0,0 0 0 0,0 0 0 0,0 0 256 15,0 0-256-15,0 0 0 0,0 0 256 0,0 0-256 0,0 0 0 0,0 0 256 16,0 0-256-16,0 0 0 0,0 0 256 16,0 0-256-16,0 0 0 0,2 10 256 0,1 3-256 0,2 6 0 0,-2-14 256 15,0-2-256-15,0-6 0 0,1 6 256 16,1 0-256-16,1 1 0 0,0 0 256 0,0 0-256 0,1 1 0 0,1-1 256 16,1-1-256-16,2 0 0 0,-2 1 256 15,2-2-256-15,0 1 0 0,-1 0 256 0,2 1-256 0,0 2 0 0,-1-3 255 16,2 1-255-16,2-2 0 0,-2 1 0 0,-2-1 0 0,-1-1 0 15,1 1 0-15,-2-1 0 16,-1 0 0-16,2-1-255 0,-3 0 255 0,1 0 0 0,-1 0 31 0,3 1-31 0,-1 1 0 0,-2-2 224 16,-1 0-224-16,0 0 0 15,-1 0 0-15,-1 0 0 0,-1 0 0 0,1 0 0 0,-2 0 0 0,1 0 0 0,0 0 0 16,-2 0 0-16,1 0 0 0,1 0 0 0,-3 0 0 0,1 0 0 0,0 0 0 16,0 0 0-16,0 0 0 0,0 0 0 15,-2 0 0-15,1 0 0 0,0 1 0 16,0 1 0-16,0 1 0 0,-1-1 0 0,-1 0 0 0,-2 0 0 0,2 0 0 0,0 1 0 0,0 2 0 15,0-1 0-15,0 1 0 0,0 1 0 16,-1 0 0-16,-1 1 0 0,-1 0 0 0,1 1 0 0,-2 1 0 0,-1 2 0 0,1-1 0 16,0 0 0-16,-4 2 0 15,2-1 0-15,-1 1 0 0,-1 2 0 0,-1-1 0 16,0-1 0-16,-2 2 0 0,1-2 0 0,-1 1 0 0,-3-1 0 0,3-1 0 16,0-2 0-16,1-1 0 0,7-4-3071 15,6-4 3071-15,3-4 0 0</inkml:trace>
  <inkml:trace contextRef="#ctx0" brushRef="#br0" timeOffset="-108204.476">19334 13503 1024 0,'0'0'0'0,"0"0"0"0,0 0 0 0,0 0 0 0,0 0 256 0,0 0-256 0,0 0 0 0,0 0 256 16,0 0-256-16,0 0 0 0,0 0 256 0,0 0-256 0,0 0 0 0,0 0 152 15,0 0-152-15,0 0 0 0,0 0-256 16,0 0 256-16,0 0 0 0,0 0-68 0,0 0 68 16,0 0 0-16,0 0 165 0,0 0-165 0,0 0 0 0,8-4 256 0,6-2-256 15,2-2 0-15,-10 4 256 16,-5 2-256-16,-2 1 0 0,3-1 256 0,-2-1-256 0,1-1 0 0,0 1 256 15,1 0-256-15,-1-1 0 0,0 2 256 0,-2-1-256 0,1 1 0 0,-1 0 256 0,-2 0-256 16,0 1 0-16,0-1 256 0,-1 1-256 16,-2 0 0-16,1 0 256 0,0 0-256 0,-4 0 0 0,2 1 147 15,-1 1-147-15,-1 1 0 0,-1-1-256 0,0 2 256 0,-2 0 0 0,2-1-256 16,-1 1 256-16,-3 1 0 0,3 1-256 0,-1 0 256 0,-2 1 0 0,2-1-222 31,1 1 222-31,0-1 0 0,1 1 256 0,0 0-256 0,2 1 0 0,-1-1 256 0,1 1-256 0,-2 2 0 16,3-2 256-16,3-1-256 0,0 0 0 0,0 1 256 0,1 0-256 0,0 1 0 0,2 0 81 15,1-1-81-15,1 1 0 0,0-2 0 16,2 0 0-16,0 0 0 0,1 1 0 16,0 0 0-16,3 1 0 0,-1-1 0 0,2 0 0 0,1-2 0 15,-1 2 0-15,1-1 0 0,3 0 0 0,-2 0-90 16,-2 0 90-16,2 1 0 0,-1 0-256 0,1-1 256 0,2 0 0 16,-2 1 33-16,-2-1-33 0,2 0 0 0,-1 0 256 0,0 2-256 0,1 0 0 0,-2 0 57 15,-1 0-57-15,-1 1 0 0,0-1 0 16,1 0 0-16,-3 2 0 0,0-2 0 15,-1 1 0-15,-1-1 0 0,0 0 0 0,-1-1 0 0,-1 0 0 16,0-1-103-16,-1 2 103 0,-1 0 0 0,0-1-256 0,-1-1 256 0,-1 0 0 0,0-1-256 16,-3-1 256-16,-2-1 0 0,2 1-178 0,0 0 178 0,-4 2 0 0,3-3 203 15,-1 1-203-15,-2-2 0 0,1 0 256 16,-1-2-256-16,-2 1 0 0,2-1 256 16,2 2-256-16,-2-1 0 0,1-2 78 0,1-1-78 0,-1-1 0 0,2 1 0 0,1-1 0 15,1-1 0 1,-1-2 0-16,1 1 0 0,2-4 0 0,2 2 0 15,2-1 0-15,2-2 0 0,0 1 0 0,2-2 0 0,3-1 0 0,-5 9-3071 0,-2 3 3071 0,-2 3 0 16</inkml:trace>
  <inkml:trace contextRef="#ctx0" brushRef="#br0" timeOffset="-107998.391">19556 13668 1024 0,'0'0'0'0,"0"4"0"0,-2 4 0 0,1 2 0 0,0-6 256 0,2-1-256 15,-1-1 0-15,0 2 256 0,0 1-256 0,0 2 0 0,0-1 250 16,0 0-250-16,0 1 0 0,0-7 0 0,0 6 256 0,0 1-256 0,0 2 0 0,0 0 256 16,-2 2-256-16,1 0 0 0,0 0 256 15,2 1-256-15,-1 0 0 0,0 0 256 16,-2 0-256-16,1 2 0 0,0-3 256 0,0-2-256 0,0 0 0 0,0-2 256 0,-1-2-256 0,-1-2 0 16,1 0 256-16,2-2-256 0,2-1 0 0,-2 0-2554 15,0 0 2554-15,0 0 0 0</inkml:trace>
  <inkml:trace contextRef="#ctx0" brushRef="#br0" timeOffset="-107834.776">19556 13450 1024 0,'0'0'0'0,"0"0"0"0,0 0 0 0,0 0 0 0,0 0 0 0,0 0 256 0,0 0-256 16,0 0 0-16,0 0 256 0,0 0-256 0,0 0 0 0,0-3 256 15,0-1-256-15,0-2 0 0,1 1 256 16,1-1-256-16,1-2 0 0,-2 1 256 0,2 0-256 0,1-1 0 0,-3 5-1280 15,-1 3 1280-15,-1 3 0 0</inkml:trace>
  <inkml:trace contextRef="#ctx0" brushRef="#br0" timeOffset="-107364.214">19651 13368 1024 0,'0'0'0'0,"3"3"0"0,0 1 0 0,1 1 0 0,-1 0 0 16,1 1 0-16,1 2 0 0,-1 0 0 0,0 1 0 15,0 2 0-15,0 1 0 0,1 2 0 0,-1 2 0 16,0-1 149-16,-2 2-149 0,1 1 0 0,0 0 256 0,1 1-256 0,1 1 0 0,-1 0 256 0,-2 1-256 16,-1 1 0-16,1-2 256 0,0-1-256 15,0-1 0-15,0 1 89 0,-2-1-89 0,1-1 0 0,0-1-256 0,-2-2 256 16,1 0 0-16,0-1-256 0,0-2 256 16,0 0 0-16,0-2-256 0,-2 0 256 0,1-2 0 0,0-1-238 15,0 0 238-15,0-2 0 0,0-1 0 0,2-1 0 0,-1-1 0 0,0-1 0 16,0-1 0-16,0-1 0 0,0 0 0 0,2-2 0 0,-1 1 0 15,1-3 0-15,1 0 0 0,1-2 0 0,-1 2 0 0,1-1 0 16,2-2 0-16,-1 2 0 0,1-2 0 0,2 0 0 0,-2 2 0 16,2 0 0-16,0 2 0 0,-1-1 0 15,1 1 0-15,3 0 0 0,-2 1 0 16,-2 0 0-16,2 0 0 0,-1 2 256 0,1 1-256 0,1 0 0 0,0 2 256 0,-2 0-256 0,0 1 0 0,2 0 256 31,-3 1-256-31,1 1 0 0,0 0 65 0,-1 1-65 0,0 2 0 0,-2-2-256 0,-1 3 256 0,-1 1 0 0,0-2-256 16,-1-1 256-1,-1 0 0-15,0 1-256 0,-1 2 256 0,-1 0 0 0,-1-1-65 0,-1 0 65 16,-1-2 0-16,0 1 0 0,-1-1 0 0,-1 0 0 0,-2 0 0 16,1 0 0-16,-3-2 0 0,1 1 0 0,0-1 0 15,-2 0 0-15,0-1 0 0,1-1 0 0,-3-1 0 0,2 0 0 0,-1-1 0 16,0-1 0-16,0 0 0 0,2-1 0 0,1-1 0 0,0-2 0 0,2-1 0 0,0-3 0 16,1 1 0-1,0 0 0-15,2-3 0 0,2 7 0 0,2 4 0 0,2 4 0 0</inkml:trace>
  <inkml:trace contextRef="#ctx0" brushRef="#br0" timeOffset="-107030.835">20118 13307 1024 0,'0'0'0'0,"0"0"0"0,0 0 0 0,0 0 0 0,0 0 0 0,0 0 0 0,0 0 0 16,0 4 0-16,-2 3 0 0,1 1 0 0,1-1 0 15,1 1 0-15,1 0 0 0,-1 1 0 0,0 3 0 0,0 1 0 0,-1-13 0 0,2 14 0 16,0 2 0-16,1 1 0 0,-1 2 0 0,0 2 0 16,0 3 0-16,0-3 0 0,0 1 0 0,0 1 0 15,0 0 0-15,-2 1 0 0,1 2 0 0,0-2 0 0,-2 0 0 16,1 0 0-16,0 0 0 0,2-1 0 0,-1 0 0 0,-1-2 0 15,-1-2 0-15,-1 0 0 0,2-1 0 0,1-1 0 0,1-1 0 0,-1-3 0 16,0-1 0-16,0-2 0 0,1-2 0 0,2-2 0 16,0-1 0-16,-1-2 0 0,-2-2 0 15,1-2 0-15,-1 2 0 16,-1-1 0-16,-1-1 0 0</inkml:trace>
  <inkml:trace contextRef="#ctx0" brushRef="#br0" timeOffset="-105831.544">20342 13646 1024 0,'0'0'0'0,"0"0"0"0,0 0 0 0,0 0 0 0,0 0 0 0,0 0 0 0,0 0 0 0,0 0 0 15,0 0 0-15,0 0 0 0,-2 9 0 16,-2 4 0-16,0 5 0 0,3-8 0 0,1-5 0 0,1-1 0 0,-1-4 0 0,0 9 0 16,2 2 0-16,-1 1 0 0,0-1 0 0,0 0 0 15,1 2 0-15,-2-1 256 0,0 1-256 0,-2 2 0 16,2-1 256-16,2-1-256 0,0-1 0 0,-1-1 256 0,-2 0-256 0,1-2 0 0,1-2 256 15,1-2-256-15,1-1 0 0,-2-1 256 16,2-3-256-16,0 0 0 0,-1-1 136 16,1-2-136-16,1-3 0 0,-1 1-256 0,2-2 256 0,0-3 0 0,-3 7-1160 15,-2 3 1160-15,-2 3 0 0,6-11 0 16,4-5 0-16,1-3 0 0,-1 2 0 0,0-1 0 0,1-1 0 0,0 2 0 16,-3 0 0-16,1 1 0 0,0 3 0 0,-2 1 0 0,2 3 0 0,-2 0 0 15,0 0 0-15,-2 2 0 16,1 1 0-16,-1 1 0 0,-1 0 0 0,1 1 0 0,-2 0 0 0,1 1 0 0,1 1 0 15,-3 1 0-15,1 1 0 0,-1 1 0 16,2-1 0-16,0 3 0 0,0-1 0 0,-2 1 0 0,1 2 0 0,0-2 256 16,0 1-256-16,0 1 0 0,0-1 256 15,-2 0-256-15,1 1 0 0,0-1 256 0,0 0-256 16,0-1 0-16,0 0 256 0,0 0-256 0,0 1 0 0,0-2-256 0,0-1 256 0,0 0 0 16,0-3-256-16,-2 1 256 0,1-2 0 0,1 0-256 0,1-2 256 15,1 1 0-15,-1-3-256 16,0-2 256-16,0-1 0 0,1 0 0 0,1-1 0 0,1-2 0 15,-1 1 0-15,1-1 0 0,-1-3 0 0,1 2 0 16,1-1 0-16,1-2 0 0,-1 2 0 0,2 0 0 0,0 1 0 0,-1 1 0 0,-2 1 0 0,1 0 0 0,1 0 0 16,2 0 0-16,0 1 0 0,-2 2 0 31,0 1 0-31,-2 1 0 0,2 1 0 0,0 0 0 0,1 2 0 0,-1 2 0 0,2 1 0 0,0 2 0 0,-1 0 0 16,-2 3 0-16,1 1 0 0,1 0 0 0,-3 1 0 0,1 2 0 0,-1-1 0 15,-1 2 0-15,-1 1 0 0,0-1 0 16,-1 0 0-1,-1 2 0-15,0-1 256 0,-1 0-256 0,-1 2 0 0,1-2 256 0,0 0-256 0,0 1 0 0,0 0 256 0,0-2-256 0,0 1 0 16,1-3 123-16,1-2-123 16,1-1 0-16,-1 0-256 0,0 0 256 0,0-2 0 0,1-2-256 0,1-1 256 0,2-1 0 0,0-1-256 15,3-1 256-15,1-1 0 0,0-2-123 0,-1-1 123 0,3-2 0 16,1 1 0 0,2-1 0-16,1-2 0 0,-9 6 0 15,-6 3 0-15,-6 3 0 0,21-14 0 0,7-4 0 0,7-7 0 0,-7 7 0 0,2-2 0 0,2-1 0 0,-4 2 0 16,-1 0 0-1,-1 1 0-15,-2 2 0 0,-5 1 0 0,-1 2 0 0,1 2 0 16,-3 2 0-16,-1 1 0 0,0 0 0 16,-4 1 0-16,0 1 0 0,-1-1 0 0,-1 1 0 0,-1 0 0 0,-1 1 0 0,-1 1 0 0,-1 1 0 0,-1 0 0 31,-1 1 0-31,-1 1 0 0,0-1 0 16,-1 1 0-16,-1 1 0 0,-1 0 0 0,0 1 0 0,-1 2 0 0,2-1 0 15,-3-1 0-15,1-1 0 0,1 3 0 0,1 0 0 16,1 2 0-16,-2-3 0 0,3 1 0 0,-1-2 0 0,1 2 0 0,1-1 0 15,1 3 0-15,1-2 0 0,1-1 0 0,1 0 0 16,0 0 0-16,1-1 0 0,1-1 0 0,1 0 0 0,0 0 0 16,3-2 0-16,0 1 0 0,0-1 0 0,1-1 0 0,-1-1 0 15,1-1 0-15,-1-1 0 0,0 1 0 0,1 0 0 0,3-1 0 0,-4 1 0 16,-1-1 0-16,-1-1 0 0,1 1 0 0,1-1 0 16,-1-2 0-16,-1 3 0 0,-1 2 0 0,-1-1 0 0,0 0 0 15,-1 0 0-15,-1 0 0 0,2-1 0 16,-1 2 0-16,0-1 0 0,0 1 0 0,-2 1 0 15,1 1 0-15,0 0 0 0,-2 1 0 0,1 1 0 0,0 0 0 0,0 1 0 0,0 1 0 0,0 1 0 16,0 2 0 0,0 0 0-16,0 3 0 0,0 1 0 0,0 3 0 0,0-1 0 0,-2 1 0 0,1 0 0 0,0 1 0 15,2 1 0-15,-1 1 0 0,0-1 0 16,-2 3 0-16,1 0 0 0,0-1 0 0,-2 1 0 0,0 1 0 0,1-2 0 0,0-1 0 16,0-1 0-16,0 0 0 0,-1-1 0 0,-1-2 0 0,1-1 0 15,0-2 0-15,0-1 0 0,0-1 0 0,-1-2 0 0,0-1 0 0,0 0 0 16,0-2 0-16,-3 0 0 15,2-2 0-15,-2-1 0 0,0-1 0 0,1-2 0 0,0-2 0 0,0 0 0 0,-1-1 0 16,3-1 0-16,-1-2 0 16,1 1 0-16,1-1 0 0,1-2 0 0,0 1 0 0,1-2 0 0,1-1 0 0,1 2 0 15,1-2 0-15,1 0 0 0,1 0 0 16,2 0 0-16,2-2 0 0,1 1 199 0,-1 1-199 0,3-1 0 0,0 1 256 16,1-1-256-16,4 0 0 0,-2 1 256 0,2-1-256 15,0 0 0-15,-1 0 256 0,1-1-256 0,1 0 0 0,-2-1 224 16,1 0-224-16,0-3 0 0,-10 12-1191 15,-6 6 1191-15,-6 6 0 0</inkml:trace>
  <inkml:trace contextRef="#ctx0" brushRef="#br0" timeOffset="-105506.962">21465 13130 1024 0,'0'0'0'0,"0"0"0"0,0 0 0 0,0 0 0 0,0 0 0 0,0 0 0 0,0 0 0 0,0 0 0 0,0 0 0 16,0 0 0-16,0 0 0 0,-6 6 0 16,-3 4 0-16,-5 2 0 0,8-5 0 0,4-1 0 0,1-2 0 0,-3 1 0 15,-1 3 0-15,-2 1 0 0,3 0 0 16,-2 1 0-16,0 2 0 0,0-1 0 0,1 2 0 0,0 1 0 0,0 1 0 16,0 2 0-16,0 1 0 0,0 0 0 0,2 1 0 0,-2 1 0 0,1 1 0 31,2 1 0-31,-1 2 0 0,1-2 0 0,1 3 0 0,1 0 0 0,0 0 0 15,1 0 0-15,1 1 0 0,-2-2 0 0,2 0 0 0,1-2 0 0,2 1 0 16,2 1 0-16,1 1 0 0,0 2 0 0,1 0 0 0,2 1 0 0,-1-4 256 16,2-3-256-16,1-3 0 0,0 0 256 15,2-3-256-15,0 0 0 0,0-5 256 16,0-2-256-16,2-3 0 0,-12-3-768 0,-5-2 768 16,-5-2 0-16</inkml:trace>
  <inkml:trace contextRef="#ctx0" brushRef="#br0" timeOffset="-105245.043">21815 13427 1024 0,'0'0'0'0,"0"0"0"15,0 0 0-15,0 0 0 0,0 0 0 0,0 0 0 0,0 0 0 0,0 0 0 16,0 0 0-16,0 0 0 0,-2 5 0 0,-1 3 0 15,-1 1 0-15,1-3 0 0,2 0 0 0,-1-2 0 16,0 3 0-16,-1 1 0 0,-1 2 0 0,0 1 256 0,4-11-256 0,-6 13 0 0,-1 1 0 0,2-1 256 16,-1 0-256-16,-1 2 0 0,0-1 256 15,0 0-256-15,-1 3 0 0,1-4 256 0,-2 0-256 0,0-2 0 0,1 0 256 16,2-2-256-16,-2-1 0 0,1-1 256 0,0-2-256 16,0 0 0-16,-1-3-256 0,2-1 256 0,0-2 0 0,3 2-1280 15,4-1 1280-15,1-1 0 0</inkml:trace>
  <inkml:trace contextRef="#ctx0" brushRef="#br0" timeOffset="-105040.197">21641 13408 1024 0,'0'0'0'0,"0"0"0"0,0 0 0 0,0 0 0 0,0 0 0 0,0 0 0 0,0 0 0 0,0 0 0 0,0 0 0 16,0 0 0-16,0 0 0 0,-1 10 0 16,-1 3 0-16,-1 5 0 0,4-10 0 15,2-3 0 1,2-2 0-16,-5-3 0 0,3 6 0 0,1 2 0 0,1 0 0 0,2 2 256 0,1 0-256 0,2 2 0 0,-2 0 256 15,2 1-256-15,0 2 0 0,0 0 256 0,2 1-256 0,0 1 0 0,0-2 256 16,-1-2-256-16,0 0 0 16,1-2 256-16,-2 0-256 0,0-2 0 0,2-1 256 0,-3-2-256 0,1-1 0 0,-6-2-1536 31,-4-3 1536-31,-4-3 0 0</inkml:trace>
  <inkml:trace contextRef="#ctx0" brushRef="#br0" timeOffset="-104832.686">22031 13686 1024 0,'0'0'0'0,"-1"4"0"0,0 2 0 0,0 0 0 0,0 0 0 0,0 0 0 0,0 1 0 0,1 1 0 16,1-1 0-16,1 3 0 15,-1-1 0-15,-2 1 0 0,1 2 0 0,0 0 0 0,-2 0 0 0,1 2 0 0,0 1 0 16,-1 0 0-16,-1 2 0 0,0-2 256 0,-1 2-256 0,-1-1 0 0,0-1 256 0,-2-2-256 0,0 0 0 16,1-1 256-16,1-2-256 15,0 0 0-15,-2-3 256 0,3-2-256 0,-1-2 0 16,0-1 256-16,2-2-256 0,-1-2 0 0,2 2-1280 15,2 0 1280-15,2 0 0 0</inkml:trace>
  <inkml:trace contextRef="#ctx0" brushRef="#br0" timeOffset="-104154.437">22236 13323 1024 0,'0'0'0'0,"0"0"0"0,0 0 0 0,0 0 0 0,0 0 0 0,0 0 0 0,0 0 0 0,0 0 0 0,0 0 0 0,0 0 0 0,0 0 0 0,0 0 0 31,0 0 0-31,0 0 0 0,-3 10 0 16,-2 4 0-16,-2 6 0 0,6-11 256 0,2-5-256 16,2-1 0-16,-3-3 0 0,1 5 256 0,1 1-256 0,1 1 0 15,0 0 256-15,1 0-256 0,1 1 0 0,-1 1 256 0,2 0-256 0,0 2 0 0,-1-2-256 16,1-1 256-16,1 0 0 0,1 1-256 0,0-1 256 0,1 0 0 15,-2 0 256-15,3-2-256 0,-1 0 0 0,0-2 256 0,-1-1-256 16,0-1 0-16,0 0 256 0,1-1-256 16,3-1 0-16,-3-1 256 0,-1-2-256 0,0-2 0 0,0 1 256 0,1-1-256 0,2-2 0 15,-4 1 256-15,-1-1-256 0,-1-2 0 0,1 1 256 16,1 0-256-16,-1-2 0 0,0 1-256 0,-2 1 256 0,1 1 0 0,-1-1-256 16,0 0 256-16,-2-2 0 0,0 3-256 0,-1 1 256 15,-1 0 0-15,0 0-256 0,2-1 256 0,0 1 0 0,-1 1 256 16,-1 1-256-16,-1 1 0 0,1-1 256 15,0 1-256-15,0 0 0 0,0 0 256 0,0 1-256 0,0 0 0 16,0 1 256-16,-2 1-256 0,1 1 0 0,0 1 256 0,-1 0-256 16,-3 1 0-16,3 1 256 0,1-1-256 15,1 3 0-15,-1 0 255 0,0 1-255 0,0 2 0 0,0 1 0 0,0 1 0 0,0 3 0 16,0-1 0-16,2 3 0 0,-1 2 0 0,0 0 0 16,0 3 0-16,0 0 0 0,0-1 0 0,0 0 0 0,0 0 0 0,0 1 0 15,-2 1 0-15,1 1 0 0,0-1 0 16,-1 1 0-16,-1 1 0 0,-1-3 0 15,0 0 0-15,-4-2 0 0,3-2 0 16,-1 0 0-16,-1-1 0 0,1-3 0 0,-1-1 0 0,1-2 0 0,1-2 0 0,1 0 0 16,1-2 0-16,0-1 0 0,-3-1 0 0,1 0 0 15,1-1 0-15,1 0 0 0,1 0 0 0,-1-2 0 0,2-1 0 0,-1-1 0 0,0 1 0 32,0 0 0-32,0 0 0 0,2-1 0 0,1-1 0 0,1-1 0 0,0-1 0 0,1-1 0 0,1-2 0 0,1 1 0 15,3-2 0-15,2 0 0 16,-2 0 0-16,0 0 0 0,4-1 0 0,-2 1 0 0,1-1 0 0,2 1 0 0,0-1 0 15,1 0 0-15,2-2 0 16,-2 1 0-16,-1 1 0 0,-1-3 0 0,1 0 0 16,-2-1 0-16,0 0 0 0,0-1 0 15,0 0 0-15,1-3 0 0,-8 12-3071 0,-4 5 3071 0,-4 5 0 0</inkml:trace>
  <inkml:trace contextRef="#ctx0" brushRef="#br0" timeOffset="-103910.788">22532 13029 1024 0,'0'0'0'0,"0"0"0"0,0 0 0 15,0 0 0-15,0 0 256 0,0 0-256 0,0 0 0 0,5 0 143 16,3-1-143-16,4-1 0 0,-5 1-256 0,-1 0 256 0,-1 0 0 0,3 1 256 16,3 1-256-16,1 1 0 15,0 1 256-15,1 1-256 0,4 2 0 0,-2 2 256 0,2 2-256 0,0 3 0 0,1 1 256 16,0 3-256-1,2 3 0-15,-3 0 256 0,3 3-256 0,1 3 0 0,-6 2-256 16,-1 2 256-16,-3 4 0 0,-2-1-256 0,-1 3 256 0,-3 2 0 16,-4 2 256-16,-3 2-256 0,-3 2 0 0,-6-1 256 0,-2 1-256 0,-5 2 0 0,-1-2 256 0,-4 0-256 0,-3 0 0 15,-2-2 256 1,-4 0-256-16,-3-2 0 0,24-26-1935 0,11-14 1935 0,11-14 0 0</inkml:trace>
  <inkml:trace contextRef="#ctx0" brushRef="#br0" timeOffset="-76862.716">5399 15838 1024 0,'0'0'0'0,"0"0"0"0,0 0 0 0,0 0 0 0,0 0 256 0,0 0-256 0,0 0 0 16,0 0 256-16,0 0-256 0,0 0 0 0,0 0 256 16,0 0-256-16,0 0 0 0,0 0 256 0,0 0-256 0,0 0 0 15,0 0-256-15,0 0 256 0,0 0 0 0,0 0-256 16,0 0 256-16,0 0 0 0,0 0-123 0,0 0 123 0,0 0 0 0,0 0 256 0,0 0-256 15,0 0 0-15,0 0 256 0,0 0-256 0,0 0 0 0,-2 10 256 16,-2 5-256-16,-2 5 0 16,5-14 256-16,2-4-256 0,2-4 0 0,-2 4 256 15,0 0-256-15,0 0 0 0,0 1 256 0,-2 1-256 0,1 2 0 0,0-3 256 0,-2 2-256 0,1-1 0 0,0 3 256 16,0 0-256-16,0 2 0 0,0-1 256 16,-1-1-256-16,-1 0 0 0,1 0-256 15,-1 1 256-15,-1 2 0 0,0-3-256 0,0 2 256 0,-1 0 0 0,2 0-256 0,-2 0 256 16,0 2 0-16,1-1 256 0,-1-1-256 0,0 3 0 0,0-1 256 15,2-1-256-15,-1 0 0 0,0 2 256 0,-1-1-256 0,-2 2 0 0,2-2 256 16,2-1-256-16,-1 0 0 16,0 1 122-16,0-1-122 0,0 1 0 0,-1-2-122 0,1 0 122 15,0-2 0-15,1 1-256 0,1-1 256 0,1 0 0 0,-1-1-256 16,0-2 256-16,0-1 0 0,0 0-256 0,2-1 256 0,-1-1 0 0,0-1-256 0,0-1 256 0,0-1 0 0,0 1-256 31,-1-1 256-31,1-1 0 0,0 2-1669 0,2 1 1669 0,-1 1 0 0</inkml:trace>
  <inkml:trace contextRef="#ctx0" brushRef="#br0" timeOffset="-76529.946">5214 15889 1280 0,'0'0'0'0,"0"0"56"0,0 0-56 0,0 0 0 0,0 0-256 0,0 0 256 0,0 0 0 16,0 0-56-16,0 0 56 0,0 0 0 0,0 0 0 15,0 0 0-15,0 0 0 0,0 0 0 0,0 0 0 0,0 0 0 0,3 8 0 16,1 5 0-16,2 4 0 0,-2-10 0 0,-2-3 0 0,1-3 0 0,0 4 0 16,0 0 0-16,0 1 0 0,2 0 0 0,0 2 0 15,1 0 0-15,-1 0 0 0,0 1 0 0,0 0 0 0,2 0 0 16,0 0 0-16,1 1 0 0,-1 0 0 0,1 2 0 0,-1 1 0 15,-1-2 256-15,2 2-256 0,1 1 0 0,-2-2 256 16,0 1-256-16,1 0 0 0,0-1 256 0,-2-1-256 0,-1 0 0 0,1 0-256 16,-2-2 256-16,1 0 0 0,-2-6-512 15,-3-3 512-15,-3-3 0 0</inkml:trace>
  <inkml:trace contextRef="#ctx0" brushRef="#br0" timeOffset="-76132.068">5675 16044 1024 0,'0'0'0'0,"0"0"0"0,0 0 0 0,0 0 0 0,0 0 0 0,0 0 0 0,0 0 0 0,2 4 0 0,2 4 0 15,0 2 0-15,-1-6 0 0,-2-1 0 0,1-1 0 0,0 1 0 0,0 0 0 16,0 0 0-16,0 0 0 0,1 0 0 0,1-2 0 0,0 1 0 15,0-1 0 1,1-1 0-16,0 1 0 0,1 0 0 0,2 0 0 0,0 0 0 0,-3 0 0 0,1 1 0 0,0-1 256 16,1-1-256-16,2 2 0 0,-2-2 256 15,-2 0-256-15,1 0 0 0,0 0 256 0,1 0-256 0,0 0 0 0,-1 0 256 0,-1 0-256 0,0 0 0 0,0-1 256 32,-2 0-256-32,1 0 0 0,-2 0-1280 0,-2 1 1280 0,-2 1 0 0</inkml:trace>
  <inkml:trace contextRef="#ctx0" brushRef="#br0" timeOffset="-69498.897">6199 15895 1024 0,'0'0'0'0,"0"0"0"0,0 0 0 0,0 0 0 0,0 0 0 0,0 0 0 0,0 0 0 16,0 0 0-16,0 0 0 0,0 0 0 0,0 0 0 0,0 0 0 0,0 0 0 0,0 0 0 15,0 0 0-15,0 0 0 0,0 0 0 16,0 0 0-16,0 0 0 0,0 0 0 0,0 0 0 0,0 0 0 0,0 0 0 16,0 0 0-16,0 0 0 0,4 7 0 15,1 5 0-15,2 4 0 0,-4-9 0 0,-1-1 0 16,-1-4 0-16,1 4 0 0,0 1 0 0,0 0 0 0,0 0 0 0,0 1 0 0,1 2 0 16,-1-1 256-16,0 1-256 0,0 3 0 0,0-3 256 0,0 2-256 0,0 0 0 0,0 0 256 15,0 0-256-15,0 2 0 16,0-1-256-16,-2 2 256 0,1 1 0 0,-1-2-256 0,2 0 256 0,0-1 0 0,-1 0 256 15,-1 1-256-15,-1 0 0 0,1-1 256 32,0-2-256-32,0 0 0 0,0 0 256 0,2 0-256 0,-1-1 0 0,1-2 256 0,-4-1-256 0,2 0 0 0,0-2 256 15,3-1-256-15,-2-1 0 0,-1-1 256 0,-1 0-256 0,-2-2 0 16,2 0 256-16,2-3-256 0,-1-1 0 0,0 1 36 0,-2-1-36 0,1-1 0 0,0 3-2084 16,2 3 2084-1,-1 0 0-15</inkml:trace>
  <inkml:trace contextRef="#ctx0" brushRef="#br0" timeOffset="-69196.204">6184 15968 1024 0,'0'0'0'0,"0"0"256"0,0 0-256 0,0 0 0 0,0 0 256 0,0 0-256 15,0 0 0-15,0 0-256 16,0 0 256-16,0 0 0 0,5-2-256 0,3 1 256 0,4-2 0 0,-6 1 0 15,-1 1 0-15,-1 0 0 0,2 1 256 0,2 0-256 0,1 0 0 0,-1 0 256 16,2 0-256-16,1 0 0 0,-2 3 256 0,2-1-256 16,0 3 0-16,-1-2 256 0,-1 1-256 0,0 1 0 0,0 0 256 15,-2 1-256-15,2 2 0 0,-2-1 256 0,-1 0-256 0,-1 2 0 16,-1-2 256-16,-1 1-256 0,1 2 0 0,-2-3 256 16,-1 2-256-16,-1 0 0 0,-1 0 256 0,0-1-256 0,-1 0 0 0,-2-1 256 0,0 2-256 15,-1 0 0-15,0-2 256 0,-1-2-256 0,-1-1 0 0,0-1 255 16,1-1-255-16,0-1 0 0,0-1 0 0,-2 0 0 15,0-3 0-15,2 1 0 16,1-1 0-16,1-1 0 0,2 3-3071 0,2 1 3071 0,2 1 0 0</inkml:trace>
  <inkml:trace contextRef="#ctx0" brushRef="#br0" timeOffset="-68803.936">6623 16059 1024 0,'0'0'0'0,"0"0"0"0,0 0 0 0,0 0 0 0,0 0 256 0,0 0-256 0,0 0 0 0,2 3 256 16,2 0-256-16,3 1 0 0,-3-3-255 0,-2-1 255 0,1-1 0 0,1 1-205 31,2 0 205-31,4 0 0 0,-4-1 201 0,1 0-201 0,1-1 0 16,-1 1 200-16,-1 0-200 0,0 0 0 0,0 0 256 15,1-1-256-15,3-1 0 0,-4 1 256 0,-1-2-256 0,-1 0 0 0,1 1 256 16,-2-2-256-16,1 1 0 0,0 0 256 0,-2 1-256 0,-1 1 0 15,-1-1 256-15,-1 0-256 0,-1-1 0 0,1 0 256 0,-2 1-256 16,0 0 0-16,0 1 256 0,-1 0-256 0,-1 0 0 0,0 1-256 16,-1 0 256-16,-2 0 0 0,2 1-256 0,-1 1 256 0,-2 1 0 0,0-1-256 15,3 1 256-15,-1 1 0 0,0 0-256 16,-2 0 256-16,0 1 0 0,2 0-256 0,0 1 256 0,1 2 0 0,0-1 256 16,1 0-256-16,1 1 0 0,1 0 256 0,1 1-256 15,1 2 0-15,0-2 256 0,1 0-256 0,1 1 0 0,1-1 256 16,2 0-256-16,2 1 0 0,-1-3 256 0,2 0-256 0,0-2 0 0,0 1 256 15,1-1-256-15,2 0 0 0,-1-3 256 16,2-1-256-16,4-1 0 0,-4-2 256 0,-1 0-256 0,1-1 0 0,-7 3-3013 16,-5 1 3013-16,-2 1 0 0</inkml:trace>
  <inkml:trace contextRef="#ctx0" brushRef="#br0" timeOffset="-68162.561">6868 15993 1024 0,'0'0'0'0,"0"0"0"0,0 0 0 0,0 0 0 0,0 0 256 0,0 0-256 0,0 0 0 0,0 0-256 16,0 0 256-16,0 0 0 0,0 0 0 0,0 0 0 0,0 0 0 0,0 0 0 15,0 0 0-15,0 0 0 0,4-8 0 16,5-4 0-16,0-3 0 0,-3 10 0 16,0 4 0-16,-2 4 0 0,-4-3 0 0,6-1 0 0,0 0 0 0,1 0 0 15,-1 2 256-15,1 1-256 0,3 1 0 0,-3 0 256 0,-1 1-256 16,-1 2 0-16,2-1 256 0,-3 1-256 0,1 1 0 0,0 1 256 16,-2 1-256-16,1 3 0 0,-1-4 256 0,-1 1-256 15,-1-1 0-15,1 0-256 0,1-1 256 0,-1 0 0 0,0 0-256 16,-2 1 256-16,1-1 0 0,0 0-256 0,-2-1 256 0,1 0 0 0,0-1-256 0,0-1 256 15,0 0 0-15,0 0-256 0,0-1 256 16,0 0 0-16,0-1 0 0,-2 0 0 0,1-1 0 0,0 1 0 0,2-1 0 16,-1 0 0-16,0-1 0 0,0-3 0 0,0-1 0 15,0 1 256-15,2 0-256 0,-1-3 0 0,1 0 256 0,1-2-256 0,1 0 0 16,-1 0 256-16,1 0-256 0,1-1 0 0,0 0 256 16,0 0-256-16,1-2 0 0,-1 3-256 15,1 1 256-15,3 0 0 0,-3 1-256 0,1-1 256 0,1 1 0 0,0 2-256 0,0-1 256 16,1 1 0-16,-1-1-256 15,2 1 256-15,0 1 0 0,-1 0 0 0,2 1 0 0,2 1 0 0,-2 0 0 0,0 1 0 0,-2 1 0 0,1 0 0 16,1-1 0 0,-1 2 0-16,0-1 0 0,1 0 0 0,-1 0 0 15,0-1 256-15,-1 2-256 0,0-1 0 0,-1-1 256 0,1 1-256 0,-3 1 0 0,0-1 256 16,-1-1-256-16,-1-1 0 0,-1 2-256 0,-1-1 256 0,-1 2 0 0,2-1-256 16,-3-1 256-16,1-1 0 0,0 2-256 15,-2-1 256-15,1 2 0 0,-3-1 0 0,0-1 0 16,-1-1 0-16,1 2 0 0,-1 0 0 0,-1 1 0 0,1-1 0 15,0-1 0-15,-1 1 0 0,1 0 0 0,-1 0 0 0,-2 0 0 0,2 2 0 0,1 0 0 0,0 1 0 16,0 0 0 0,2 2 0-16,-1 0 0 15,2 0 0-15,1 0 0 0,1 1 0 0,-1 0 0 0,2-1 0 0,-1 3 0 0,0-1 0 0,1 2 0 0,1 1 0 0,0-3 0 16,-1 1 0-16,0-1 0 0,0 1 0 0,1 0 0 16,1 2 0-16,-2-3 0 0,-1 1 0 0,-1-1 0 0,1-1 0 15,0 0 0 1,0 0 0-16,-1 0 0 0,-1 0 0 0,-1-2 0 0,1 1 0 0,-1-2 0 15,-1 0 0-15,0-1 64 0,-1-2-64 0,-2 1 0 0,2-1 207 16,2-1-207-16,-1-1 0 0,0-2-256 0,2 0 256 0,-1-1 0 0,0-1-15 16,2-1 15-16,-1-2 0 0,1 0 0 0,1-1 0 0,1-2 0 0,-1 7 0 15,-2 5 0-15,1 2 0 16</inkml:trace>
  <inkml:trace contextRef="#ctx0" brushRef="#br0" timeOffset="-67432.339">7518 16024 1024 0,'0'0'0'0,"0"0"0"0,0 0 0 0,0 0 0 0,0 0 0 16,0 0 0-16,0 0 0 0,-4 6 0 0,-4 2 0 0,-1 4 0 0,4-8 0 15,3-3 0-15,2-1 0 0,-2 3 58 0,0 0-58 16,0 1 0 0,0 0 256-16,2 2-256 0,-1 0 0 0,0-1 256 0,2-1-256 15,-1 0 0-15,2 0 256 0,1 3-256 0,1 0 0 0,0-1 256 0,2 1-256 0,0-1 0 16,0-1 256-16,1-2-256 0,2-1 0 0,-2 0 256 0,0-2-256 0,0 1 0 15,2-1 256 1,0-1-256-16,1-1 0 0,-1-1 256 16,0-1-256-16,-1-1 0 0,-1 0-256 0,-1 0 256 0,1-2 0 15,-2 2-256-15,-1-1 256 0,-1-1 0 0,0 0 256 0,-1-2-256 0,-1 0 0 16,-1 1 256-16,-2-1-256 0,-2 0 0 16,0 1 256-16,0-1-256 0,-3 1 0 0,0 0 256 0,0 0-256 0,-2 1 0 15,-1 0 256-15,0 0-256 0,-2-1 0 0,0 3 197 16,3 1-197-16,-1 1 0 0,-1 0 0 0,3-1 0 0,-1 2 0 0,0-1 0 15,1 1 0-15,0 0 0 0,2 1 0 0,1 0 0 0,1 0 0 0,0 0 0 16,3 1 0-16,2 1 0 0,0-2 0 0,2 0 0 0,0-1 0 16,1 1 0-16,2 1 0 0,2-1 0 0,1-1 0 15,1 0 0-15,2-1 0 0,0 1 0 0,1 0 0 0,4 0 0 16,-4 1 0-16,1-2 0 0,2 0 0 0,-3 1 0 16,3 0 0-16,-1 0 0 0,0 1 0 0,-1 1 0 0,2 1 0 0,-3 0 0 15,0 1 0-15,-2 1 0 0,-1 0 0 16,0 0 0-16,-2 1 0 0,0 0 0 0,0-1 0 0,-2 0 0 0,-1 1 0 15,-1 1 0-15,-1 2 0 16,1-2 0-16,0 0 0 0,1 0 0 0,-2 1 0 0,-1 1 0 0,-1 2 0 16,1-2 0-16,-2 1 0 15,1 0 0-15,0-1 0 0,-2 0 0 0,1 0 0 0,0-1 0 0,-2 0 0 16,1-1 0-16,0 0 0 0,0 1 0 0,0 2 0 0,0-4 0 16,0-1 0-16,0-2 0 0,-1 2 0 0,1 0 0 0,0 1 0 15,0-1 0-15,0-1 0 0,0 0 0 0,0-1 0 16,2-1 0-16,-1-1 0 0,1 0 0 0,1-2 0 15,2 0 0-15,-2-1 0 0,1-1 0 0,1-1 0 0,1 0 0 0,0-2 0 0,3 0 0 16,-1 1 0-16,0-1 0 0,3 0 0 0,-3 0 0 0,2 1 0 0,0 0 0 16,-1 0 0-16,-2 1 0 0,2 0 0 0,-1 0 0 15,0 1 0-15,0 0 0 0,1 1 0 0,-1 1 0 0,0 1 0 0,-1 0 0 16,-1-2 0-16,0 0 0 0,-1 3 0 0,2 1 0 16,0 1 0-16,-1 0 0 0,-1 2 0 0,0 0 0 0,0 1 0 15,0 1 0-15,0 1 0 0,-1 0 0 0,-1 1 0 0,-1 0 0 0,1 1 0 16,0 1 0-16,0 2 0 15,0-2 0-15,-2 1 0 0,1 0 0 0,0-2 0 0,-2-1 0 16,1 0 0-16,0-4-3071 0,0-3 3071 0,0-3 0 0</inkml:trace>
  <inkml:trace contextRef="#ctx0" brushRef="#br0" timeOffset="-65462.519">8577 15897 1024 0,'0'0'0'0,"0"0"256"0,0 0-256 0,0 0 0 0,0 0 256 15,0 0-256-15,0 0 0 0,0 0 256 0,0 0-256 0,0 0 0 0,0 0 256 16,0 0-256-16,0 0 0 0,0 6 256 16,-2 3-256-16,1 2 0 0,-1-4 256 0,1 1-256 0,0-1 0 0,0 1 256 15,2 2-256-15,-1 0 0 0,0 0 256 16,0-1-256-16,0 1 0 0,1-1 256 0,2 0-256 0,0 1 0 15,-1-2 256-15,1-1-256 16,1 0 0-16,0 0 256 0,1-3-256 0,1 1 0 0,0-2 255 0,0-1-255 0,1-1 0 0,-1 0 0 16,1-1 0-16,2-1 0 0,-2-1 0 15,1-1 0-15,3-1 0 0,-3 0 0 16,-1-1 0-16,-1-1 0 0,2 0 0 0,-1 0 0 0,0-2 0 0,-1 2 0 16,-1 0 0-16,-1-1 0 0,2 1 0 0,-1-1 0 0,0 1 0 0,-1 0 0 15,0 0 0-15,-2-1 0 0,1 2 0 0,-1 1 0 0,0 1 0 0,0-2 0 16,-2 1 0-16,1 0 0 0,0 0 0 0,-2 1 0 0,1 0 0 15,0 1 0-15,0 1 0 0,0 1 0 0,0-1 0 16,0 1 0-16,0 1 0 0,0 0 0 0,-2 0 0 0,1 0 0 0,-1 1 0 16,1-1 0-16,0 3 0 0,0-2 0 15,2 1 0-15,-1 1 0 0,0 0 0 0,-2 0 0 0,1 1 0 0,1 0 0 0,1-1 0 16,1 3 0-16,-1-3 0 0,2 1 0 0,0-2 0 0,-1 2 0 16,1 0 0-16,1 1 0 0,0-1 0 15,1 1 0-15,2-1 0 0,0-1 0 0,-1-1 0 0,3-1 0 0,-2-1 0 0,1-1 0 16,-1-1 0-16,0 1 0 0,1-1 0 0,2-1 0 0,-2 1 0 15,-2-1 0-15,1-1 0 0,0 0 0 16,-2-2 0-16,-1 0 0 0,1 2 0 0,0 0 0 0,0 0 0 0,0-1 0 16,-1 0 0-16,-2-1 0 0,0 1 0 0,-1 0 0 0,-1-1 0 15,1 1 0-15,0 0 0 0,0-1 0 0,0 1 0 16,0 0 0-16,0 0 0 0,0 1 0 16,-2-1 0-16,1 2 0 0,0 0 0 0,0-2 0 15,0 0 0-15,0 0 0 0,0 2 0 0,0-1 0 0,1-1 0 0,1 1 0 0,1-3 0 0,0 3 0 31,1-2 0-31,2 0 0 0,0 1 0 0,0-1 0 0,3-1 0 0,0 1 0 0,1 0 0 0,3-1 0 0,-2 0 0 16,-1 0 0-16,1-1 0 0,0 0 0 0,0 0 0 0,2-2 0 16,-2 2 0-1,0-1 0-15,1-2 0 0,-3 2 0 0,-1 0 0 0,-1-1 0 0,2 0 0 16,-2-1 0-16,0-2 0 0,-1 2 0 0,-1 0 0 16,-3 2 0-16,1-2 0 0,-1 1 0 15,-1-1 0-15,0 1 0 0,-1 1 0 0,-1-1 0 16,1 2 0-16,-2-1 0 0,1 1 0 0,-1 1 0 0,-1 1 0 0,-2 0 0 15,2 1 0-15,-1 1 0 0,-1 1 0 0,1 0 0 0,-1 1 0 0,-2 1 0 16,2 1 0-16,-1 1 0 0,-2 1 0 0,1 1 0 16,1 2 0-16,0 0 0 0,0 2 0 0,0 3 0 0,0 2 0 0,-1 0 0 15,1 1 0-15,0 3 0 0,1-2 0 0,1 0 0 16,1 2 0-16,-2 1 0 0,3 1 0 0,-1 1 0 0,0-1 0 16,2 0 0-16,-1 0 0 0,0-1 0 0,1 0 0 0,0 0 0 15,-1-1 0-15,2 0 0 0,-1-1 0 0,1 1 0 16,1-2 0-16,1 0 0 0,-1-1 0 0,1-1 0 15,1-1 0-15,-1-2 0 0,-2 0 0 0,1-2 0 0,0 0 0 0,1-1 0 16,1 0 0-16,0-1 0 0,-1-2 0 16,0-1 0-16,0-1 0 0,0-1 0 0,0-1 0 0,0-1 0 0,1-1 0 0,1-1 0 0,0-1 0 15,1-2 0-15,3-1 0 0,-3 2 0 16,1-3 0-16,1-1 0 0,0 2 0 0,-1 0 0 0,0 0 0 0,0 0 0 16,0 0 0-16,1-1 0 0,-1 0 0 0,1-1 0 15,1 0 0-15,-1 1 0 0,1 1 0 0,-1 0 0 0,-1 1 0 0,2-1 0 16,1 1 0-16,-2 1 0 15,-1 1 0-15,0 1 0 0,1-1 0 0,0 1 0 0,1 0 0 0,-2 2 0 16,-1 1 0-16,0 1 0 0,0 0 0 16,0 1 0-16,0 1 0 0,-1 0 0 0,-1 1 0 0,-1 2 0 0,1 0 0 15,-2 1 0-15,2 2 0 0,-2-1 0 0,-1 0 0 0,-1 1 0 16,1-1 0-16,0 0 0 0,0 2 0 0,0-2 0 0,0 2 0 16,0 0 0-16,0-1 0 0,-3-1 0 0,2 0 0 0,0 0 0 15,2 0 0-15,-1-1 0 0,0-1 0 0,0-2 0 16,0 1 0-16,1-2 0 0,2 1 0 0,0-1 0 0,-1-3 0 15,1-1 0 1,1-2 0-16,-1 1 0 0,1 0 0 0,1-3 0 0,1 0 0 0,0-3 0 16,1-1 0-16,-1 0 0 0,1-2 0 0,3-1 0 15,-7 8-3071-15,-3 4 3071 0,-3 4 0 0,8-13 0 0,3-5 0 16,3-4 0-16,-2 5 0 0,-3-1 0 0,1 0 0 16,-1 2 0-16,0 2 0 0,-2 0 0 0,1 1 0 15,-1-1 0-15,0 1 0 16,0 2 256-16,-1 2-256 15,0 1 0-15,0 0 256 0,-2-1-256 0,-1 1 0 0,1 2 256 16,-2 0-256-16,1 0 0 0,0 1 256 0,0 2-256 16,0-1 0-16,0 2 256 0,-2 1-256 0,0 1 0 0,2 0 256 15,-2 0-256-15,0 2 0 0,0-1 256 0,2 1-256 0,-1 1 0 0,0 0 256 0,2 2-256 0,-1 0 0 16,0-1 256-16,2 1-256 0,-1 0 0 0,0 0 256 0,0-1-256 16,0 0 0-16,2 0 256 0,0 0-256 0,1-1 0 0,-1 0 255 0,1 0-255 0,1 1 0 15,-1-3 0-15,1-1 0 0,3-1 0 0,-2 1 0 0,-2 0 0 16,1 0 0-16,0-2 0 0,2-3 0 0,0 0 0 0,-1 1 0 0,0-1 0 0,0-1 0 0,1-1 0 15,-3-1 0 1,1-1 0-16,0 0 0 0,-2-2 0 0,1 0 0 16,-1 0 0-16,-1 0 0 0,-1-1 0 0,1 0 0 0,-2-1 0 0,-2 0 0 0,0 0 0 15,-1 0 0-15,-1-1 0 0,-1 0 0 0,0 1 0 0,-3-1 0 0,0 2 0 16,0 1 0-16,-1 1 0 0,1-1 0 0,-1 0 0 0,1-1 0 0,0 2 0 16,2 2 0-1,-2 0 0-15,2 1 0 0,1 2 0 0,1-1 0 16,2 1-3071-16,2 1 3071 0,2 1 0 0</inkml:trace>
  <inkml:trace contextRef="#ctx0" brushRef="#br0" timeOffset="-65105.264">9986 15691 1024 0,'0'0'0'0,"0"0"0"0,0 0 0 0,0 0 0 0,0 0 0 16,0 0 0-16,0 0 0 0,0 0 0 0,0 0 0 0,0 0 0 0,2 4 0 0,3 1 0 0,1 3 0 0,-4-3 0 16,-1 3 0-16,-1 1 0 0,1 1 256 31,1 1-256-31,1 3 0 0,-3-14 0 0,2 13 256 0,-2 1-256 0,1 2 0 0,0-1 256 0,-2 1-256 15,1 1 0-15,0-1 256 0,2 2-256 0,-1 1 0 32,0-1 256-32,-2 0-256 0,1 0 0 15,0 0 256-15,2 0-256 0,-1 0 0 0,0-2 256 16,0-2-256-16,0 0 0 0,1 0 256 16,0-1-256-16,1-1 0 0,0-3 256 0,1-2-256 0,1-2 0 0,-1 0 256 0,0 0-256 15,1-2 0 1,-3-1-2560-16,-2-2 2560 15,-2-2 0-15</inkml:trace>
  <inkml:trace contextRef="#ctx0" brushRef="#br0" timeOffset="-64461.225">10178 15865 1024 0,'0'0'0'0,"0"0"0"0,0 0 0 0,0 0 0 0,0 0 256 0,0 0-256 0,0 0 0 0,0 0 256 0,0 0-256 0,0 0 0 0,0 7 256 31,-2 2-256-31,0 4 0 0,2-6 256 0,2 0-256 0,0-2 0 0,-1 2 256 16,0 1-256-16,0 2 0 0,2-3 256 0,1 2-256 0,1 0 0 15,1 0 256-15,1-1-256 0,2 0 0 0,-2 0 256 16,0 0-256-16,1-1 0 0,0-2 256 0,1-1-256 0,2-1 0 0,-1 1 256 16,0-1-256-16,1 0 0 0,-1-3 256 0,-2-1-256 15,-1-1 0-15,2-2 255 0,0 0-255 0,2-2 0 16,-3 2 0-16,-1-1 0 0,-3-1 0 0,1 0 0 0,-1-2 0 0,-1 0 0 16,1 0 0-16,-1 0 0 0,1-1 0 0,-3 0 0 15,-3 0 0-15,-1-2 0 0,1 2-255 0,-1-1 255 16,-1 1 0-16,-1 0-256 0,-3 1 256 0,-2 0 0 0,3 0-256 0,-1 0 256 0,-1 2 0 15,-1 0-256-15,0 2 256 0,-2 1 0 16,0-1-256-16,3 1 256 0,-1 0 0 0,-1 2-256 0,3 0 256 0,-1 1 0 16,1-1-256-16,2 1 256 15,0 1 0-15,1-1-256 0,2 1 256 0,2 0 0 0,0 0-256 16,1 0 256-16,1 0 0 0,1 0-256 0,1 0 256 0,1 1 0 0,0-3-256 16,2-1 256-16,4-2 0 0,-3 3-256 15,0-2 256-15,3 1 0 0,-1 0 0 0,0 0 0 16,1 0 0-16,0 0 0 0,0 1 0 15,1 0 0-15,-1 0 0 0,-1-1 0 0,-2-1 0 0,1 2 0 16,3-1 0-16,-1-1 0 0,-2 2 0 0,0 0 0 0,-2 0 0 16,1 0 0-16,0 1 0 0,1 1 0 0,-2 0 0 15,-1-1 0-15,-1 2 0 0,1 0 0 16,0 2 0-16,1-1 0 0,-1 1 256 0,-2-1-256 0,1 2 0 0,0 2 256 16,0 0-256-16,0 2 0 0,0-1 256 0,-1-1-256 15,0 0 0-15,0 3 256 0,0 0-256 0,0 2 0 0,0-2 256 16,-2 1-256-16,1-1 0 0,0 0 256 0,1 0-256 0,1-2 0 0,0 2 256 0,-1-1-256 0,0 1 0 15,-1-1 256-15,2-1-256 0,0 1 0 0,0-3 256 0,-2-1-256 0,1-1 0 0,1 1 256 0,0 0-256 16,2-2 0-16,-1 1 256 0,-2-2-256 0,1 1 0 16,0 0 255-16,2-2-255 0,0-1 0 0,-1 0 0 0,1-1 0 0,1-2 0 0,0 0 0 15,-1-1 0-15,0-1 0 0,0 0 0 0,-2 0 0 16,1-1 0-16,1 1 0 0,-1-1 0 0,0-2 0 0,-2 1 0 0,-1 0 0 16,-1-1 0-16,0 0 0 15,2 0 0-15,0-1 0 0,-1 1 0 0,0-1 0 0,-2 0 0 0,1 1 0 0,1 1 0 16,1 0 0-16,-2 4-3071 15,-1 3 3071-15,-1 3 0 16</inkml:trace>
  <inkml:trace contextRef="#ctx0" brushRef="#br0" timeOffset="-64125.53">10822 15875 1024 0,'0'0'0'0,"0"0"0"0,0 0 0 0,0 0 0 0,0 0 0 0,0 0 0 0,0 0 0 0,4 4 0 16,2 2 0-1,2 3 0-15,-2-9 0 0,-2-2 0 0,2-3 0 0,-1 3 0 0,-2-2 0 0,1 0 0 0,0 1 0 16,0 0 0-16,0 0 0 0,1 0 0 16,-3 0 0-16,1 0 0 0,0-1 0 0,-2 0 0 0,1-1 0 0,-1 0 0 15,-1 2 0-15,-1-1 0 0,1 0 0 16,-2 1 0-16,1 0 0 0,-1 1 0 0,-1-1 0 0,-1 2 0 0,-1-1 0 0,0-1 0 0,-1 1 0 0,1 2 0 16,-1 1 0-16,-2 2 0 0,2-2 0 15,0 2 0-15,0 2 0 0,0-1 256 16,-2 1-256-16,0 2 0 0,1-1 256 15,2 2-256-15,-2 0 0 0,2 0 256 0,0 0-256 0,1 1 0 16,0 1 256-16,1 0-256 0,1 2 0 0,1-2 256 0,1 1-256 0,1 0 0 16,0-1 256-16,1 2-256 0,1 0 0 0,3-1 256 15,1-1-256-15,3 0 0 0,-1 0 256 16,1-2-256-16,3 0 0 0,-1-2 256 0,2 0-256 0,0-2 0 0,-1-1 256 16,2-1-256-16,0-1 0 0,-9 0-2560 15,-6-1 2560-15,-6-1 0 0</inkml:trace>
  <inkml:trace contextRef="#ctx0" brushRef="#br0" timeOffset="-63833.648">11188 15862 1024 0,'0'0'0'0,"0"0"0"0,0 0 0 0,0 0 0 0,0 0 0 0,0 0 0 16,0 0 0-16,0 0 0 0,0 0 0 0,0 0 0 0,0 0 0 0,-6 0 0 16,-3 0 0-16,-5 0 0 0,7 0 0 0,3 0 0 0,0 0 0 0,-1 1 0 15,0-1 0-15,-1 2 0 0,1-1 256 16,0 0-256-16,0 0 0 0,0 3 256 0,0 0-256 0,-1 1 0 0,2 0 256 15,1 1-256-15,1 2 0 0,0-2 256 0,1 3-256 0,1 1 0 0,0-1 256 16,1 2-256-16,1 0 0 0,-1 0 256 0,1-1-256 16,1 1 0-16,-1-1 256 0,2 1-256 0,0 0 0 0,-1 0 256 15,-2-1-256-15,1 0 0 0,0 0 256 16,0-2-256-16,0-1 0 0,-1 1 256 0,-1 0-256 0,-1-1 0 0,-1-2 256 16,-1-1-256-16,-1-1 0 0,1 1 255 0,-1-1-255 0,-2 0 0 0,1-2 0 15,-1-3 0 1,-2 0 0-16,0 0 0 0,3-2 0 0,-1 0 0 0,4 3-3071 0,2 1 3071 0,2 1 0 15</inkml:trace>
  <inkml:trace contextRef="#ctx0" brushRef="#br0" timeOffset="-62573.33">11706 15928 1024 0,'0'0'0'0,"0"0"256"0,0 0-256 0,0 0 0 0,0 0 256 16,0 0-256-16,0 0 0 0,0 0 256 0,0 0-256 0,0 0 0 15,4 1 256-15,5 0-256 0,0 0 0 0,-3 1 256 0,2-2-256 16,1 1 0-16,-1 0 256 0,0-1-256 15,4-1 0-15,-2 1 256 0,1 0-256 0,2 0 0 16,-2 0-256-16,0 0 256 0,1 0 0 0,-1-2-256 0,2-1 256 0,1-1 0 0,-2 0-256 16,0 1 256-16,-1 0 0 0,0 0-256 15,-3-1 256-15,-2-1 0 0,2 2-256 0,-2-2 256 0,2 0 0 0,-3 1-256 16,-1-2 256-16,-1 1 0 0,-1 0-256 0,-1 0 256 0,-1-2 0 16,1 1 0-16,-2 1 0 0,1-3 0 0,-2 3 0 0,-2 0 0 15,-2 0 0-15,2-1 0 0,-2 0 0 16,0-1 0-16,0 2 0 0,-1 0 0 0,-1 3 0 0,-1-2 0 0,0-1 0 15,-2 0 0-15,0 3 0 0,1 1 0 0,-3 1 0 0,2 0 0 16,-1 0 0-16,-1 0 0 0,2 3 0 0,-1-1 0 0,-2 3 0 0,2 0 0 16,1 1 0-16,0 2 0 0,0-1 256 15,1 1-256-15,0 2 0 0,1-1 256 0,-1 2-256 0,3 1 0 0,1-2 256 0,3 2-256 16,0 0 0-16,0 0 256 16,1 0-256-16,1 2 0 0,2-1 256 0,2 1-256 0,2 0 0 0,1 0 256 0,1 1-256 0,5 1 0 0,-2-1 256 15,2 0-256-15,3-2 0 0,-3 1 256 16,2-1-256-16,1-1 0 0,1-2 256 0,0 0-256 0,2-2 0 0,-2-1 256 15,1-1-256-15,0-3 0 0,-2-1 256 16,3-2-256-16,0-2 0 0,-12 2-2816 0,-6 0 2816 0,-6 0 0 0</inkml:trace>
  <inkml:trace contextRef="#ctx0" brushRef="#br0" timeOffset="-62205.721">12145 15896 1024 0,'0'0'0'0,"0"0"0"0,0 0 0 0,0 0 0 0,0 0 0 0,0 0 0 0,0 0 0 0,0 0 0 0,0 0 0 16,0 0 0 0,0 0 0-16,0 0 256 0,0 0-256 0,0 0 0 0,4 5 256 0,1 2-256 0,0 3 0 0,-1-3 256 15,-1-1-256-15,-1 0 0 0,1 1 256 32,1 2-256-32,2 1 0 0,-2 0 256 0,1 1-256 0,1 2 0 0,-1-2 256 0,-2 1-256 0,2 0 0 0,-1-1 256 15,0 0-256-15,0-2 0 0,0 2 256 0,-2-1-256 0,1 1 0 16,0-2 256-16,0-2-256 0,1 0 0 0,-1-1 256 15,-2-1-256-15,1-1 0 0,0 1 256 0,-2 0-256 0,1-2 0 0,1 0 255 0,1-1-255 0,1-1 0 16,-1 0 0-16,0-1 0 0,0-1 0 16,1-1 0-16,-1-3 0 0,0 0 0 0,1-1 0 0,1 0 0 0,1-2 0 0,-1 1 0 15,-1-1 0-15,0-2 0 0,-1 1 0 0,2-2 0 16,0-1 0-16,0 2 0 0,-2-1 0 0,2-2 0 0,-1 2 0 16,-2-1 0-16,1 0 0 0,0 1 0 0,-2 0 0 0,1 1 0 15,0-1 0 1,-2 1 0-16,1 0 0 0,0 0 0 0,1-1 0 0,1 0 0 0,-2 1-255 0,2 1 255 0,1 0 0 0,-2 0-256 15,1 1 256-15,1-1 0 0,-3 7-2560 0,-1 2 2560 0,-1 2 0 0</inkml:trace>
  <inkml:trace contextRef="#ctx0" brushRef="#br0" timeOffset="-61843.224">12575 15984 1024 0,'0'0'0'0,"0"0"0"0,0 0 0 0,0 0 0 0,0 0 256 0,0 0-256 0,0 0 0 0,0 0 256 16,0 0-256-16,0 0 0 0,5-1 256 16,2-1-256-16,1-1 0 0,-2 2 256 15,-1 0-256-15,0 0 0 0,0-1-256 0,0-2 256 0,0 0 0 16,0 1-256-16,0-1 256 0,1-1 0 0,-1 1-256 0,-2 0 256 16,1 0 0-16,0 0-256 0,-2 0 256 15,1-2 0-15,0 3 0 0,-2-1 0 0,2 2 0 0,-2 0 0 0,-1-2 0 16,-1 0 0-16,-1 2 0 0,0 0 0 0,-1 0 0 15,1 1 0-15,-1 0 0 0,-1 0 0 0,0 0 0 0,-1 1 0 0,-1 1 0 0,0 0 256 16,0 0-256-16,-1 0 0 0,1 3 256 0,-2 0-256 16,0 1 0-16,1 1 256 0,1 1-256 0,0 2 0 0,-1-2 256 15,2 1-256-15,0 2 0 0,1 1 256 0,1 0-256 0,1 2 0 16,1-1 256-16,1-1-256 0,1 1 0 16,0 0 256-16,1 0-256 0,1 2 0 0,0-3 256 0,1-1-256 0,1 0 0 0,-1 0 256 15,2 0-256-15,1-1 0 0,-1-2 256 0,1-2-256 0,3-1 0 16,-2-1 256-16,0-1-256 15,4-1 0-15,-9 0-2816 0,-3-1 2816 0,-3-1 0 0</inkml:trace>
  <inkml:trace contextRef="#ctx0" brushRef="#br0" timeOffset="-61017.995">12776 15890 1024 0,'0'0'0'0,"0"0"0"0,0 0 0 0,0 0 0 0,0 0 256 16,0 0-256-16,0 0 0 0,0 0 256 15,0 0-256-15,0 0 0 0,0 0 256 0,0 0-256 0,0 0 0 0,5 0 256 0,3 0-256 0,4 0 0 16,-6 1 256-16,-1 1-256 0,0 1 0 0,2 0 256 16,-3 1-256-16,1 1 0 0,0 2 256 15,-1 0-256-15,0 2 0 0,1-1 256 0,-1 1-256 0,0 2 0 0,-1-1 256 16,-1-1-256-16,-1 0 0 0,1 1 256 0,0 1-256 16,0 0 0-16,-1-1 256 0,-1-1-256 0,-1 1 0 0,1-2 255 15,0 1-255-15,0-1 0 0,0-1 0 0,-2 0 0 0,1-2 0 0,1 1 0 16,-2-1 0-16,0 0 0 0,0-1-255 0,2-1 255 0,-1 0 0 0,0 0 255 15,0 0-255-15,0 0 0 0,0-2 0 16,0-1 0-16,0-1 0 0,-1 0 0 0,1 0 0 0,0-1 0 0,0 1 0 16,2-2 0-16,-1-2 0 0,0 0 0 15,0-1 0-15,0-2 0 0,0 0 0 16,2-1 0-16,0-2 0 0,1 1 0 0,0 0 0 0,1-2 0 16,0 1 0-16,-2 1 0 0,1 0 0 15,0-1 0-15,1 1 0 0,2-1 0 0,-2 1 0 0,0 0 0 0,0 2 0 0,1-1 0 0,1-1 0 16,2 0 0-16,-1 1 0 15,1 3 0-15,1-1 0 0,0 1 0 0,-3-2 0 0,1 0 0 0,0 2 0 0,2 0 0 0,1 2 0 0,-2 0 0 0,-1 1 0 16,0 0 0-16,0 1 0 0,-2 0 0 16,1 0 0-16,-1 1 0 0,1 1 0 0,-3 1 0 0,0 0 0 0,-1 2 0 15,-1-1 0-15,0 1 0 16,-1 0 0-16,-1 1 0 0,1-2 0 0,0 2 0 0,0 0 0 0,0 0 0 0,0 1 0 0,0 1 0 0,0 0 0 16,-2-1 0-1,1 0 0-15,0 1 0 0,2 1 0 0,-1 2 0 0,0-1 0 0,-2 2 0 0,1 1 0 0,0-2 0 16,2 0 0-16,-1 1 0 0,0-1 0 15,2 1 0-15,-1 0 0 0,1-2 0 0,1 0 0 0,1 1 0 0,-1-2 0 0,0 0 0 0,0-2 0 16,1 1 0-16,2-1 0 0,0-1 0 16,-1-1 0-16,0 0 0 15,0-2 0-15,1 0 0 0,0-2 0 0,1 1 0 0,-2-2 0 0,2-1 0 0,1-2 0 0,-1 1 0 32,-2 0 0-32,1 0 0 0,0-1 0 0,-1-2 0 0,0 0 0 0,0 0 0 0,0 1 0 0,0 0 0 0,-1 0 0 15,-1 0 0-15,0-1 0 0,0 1 0 0,0 0 0 0,0 2 0 0,0-1 0 16,-2 1 0-16,1 0 0 0,-1 1 0 15,-1-1 0-15,-1 2 0 0,1-1 0 0,2 1 0 0,-1 0 0 16,0 1 0-16,-2 0 0 0,1 0 0 0,0 1 0 0,-2 1 0 0,1 1 0 0,0 2 0 31,2 0 0-31,-1 1 0 0,0 2 0 0,-2 1 0 0,1 2 0 0,0 0 0 0,2 0 0 0,-1 2 0 0,0-1 0 32,-2 2 0-32,1 1 0 0,0 0 0 0,0 2 0 0,0 1 0 0,0-1 0 0,2 0 0 0,-1 0 0 0,0 0 0 0,-2-1 0 15,1 1 0-15,0-1 0 0,-1 1 0 16,-2 1 0-16,2-3 0 0,0 0 0 0,0-2 0 0,0 2 0 0,0-1 0 0,0-1 0 15,-1-2 0 1,-1 0 0-16,-2-2 0 0,1 0 0 0,0-1 0 16,-1 0 0-16,1-3 0 0,-1-2 0 0,-2-2 0 0,2-2 0 0,2-1 0 0,-1-2 0 15,1-1 0-15,1-2 0 0,1-2 0 0,0-1 0 0,1-2 0 0,1-2 0 32,-1 11-3071-32,2 4 3071 0,-1 4 0 0</inkml:trace>
  <inkml:trace contextRef="#ctx0" brushRef="#br0" timeOffset="-60623.017">13351 15931 1280 0,'0'0'0'0,"0"0"256"0,0 0-256 0,0 0 0 15,0 0 256-15,0 0-256 0,0 0 0 0,0 2 256 0,0 3-256 0,0 0 0 16,0 0 256-16,-2 0-256 0,1 1 0 0,-1 1 256 0,4 2-256 15,-2 0 0-15,0 0 256 0,0 0-256 16,0 2 0-16,2-2 256 0,1 0-256 0,1 1 0 0,-1 0 256 16,0 0-256-16,0 2 0 0,2-3 256 0,0 0-256 15,4-2 0-15,-3 0 256 0,0 0-256 0,0-2 0 0,2-1 255 0,0 0-255 0,2-2 0 0,-1-1 0 16,-1-1 0-16,0-1 0 0,0 0 0 16,-2-2 0-16,2 0 0 0,-2-1 0 0,2-3 0 0,0-1 0 0,-1 1 0 0,-3-1 0 15,-2-2 0-15,2 1 0 0,-2 0 0 16,1-1 0-16,-2 0 0 0,-1-1 0 0,-1 0 0 0,0 0 0 0,-1 0 0 15,-1-2 0-15,-1 2 0 0,0 1 0 16,-4 0 0-16,2 0 0 0,-1 0 0 0,-2 1 0 0,1 1 0 0,0 1 0 0,-1 0 0 0,1 1 0 16,-2-1 0-16,0 1 0 0,1 1 0 15,1-1 0-15,0 1 0 0,1 1 0 0,1 1 0 0,1 1 0 0,0 0 0 16,3 1 0-16,1 1 0 0,1-1 0 16,2-2 0-16,0 0 0 0,-1 2-3071 0,-1 2 3071 0,-1-1 0 0</inkml:trace>
  <inkml:trace contextRef="#ctx0" brushRef="#br0" timeOffset="-60240.341">13611 15848 1280 0,'0'0'0'0,"0"5"256"0,0 3-256 0,0 2 0 0,0-5 256 0,0-2-256 15,0-2 0-15,0 3 256 0,0 1-256 0,0 1 0 0,0 0 256 16,2 2-256-16,-1 1 0 0,0-2 256 0,-2 2-256 0,1 0 0 0,0 0 256 16,0 0-256-16,0 2 0 0,0-2 256 15,-2 1-256-15,1 2 0 0,0-3 256 0,0 0-256 0,0-1 0 0,0-1 256 16,0-1-256-16,0 0 0 15,0-1 256-15,2 0-256 0,-1 0 0 0,0 0 255 0,-2-1-255 16,1 0 0-16,0-1 0 16,2-2 0-16,-1 1 0 0,0-1 0 0,2-1 0 0,-1-1 0 0,0 0 0 0,1-1 0 0,1-1 0 0,-1 0 0 15,1-2 0-15,1 0 0 0,2 0 0 16,-1-1 0-16,3-2 0 0,-2 1 0 0,0-1 0 0,1-2 0 16,0 2 0-16,1-2 0 0,2 0 0 0,0 1 0 0,-3 0 0 0,1 1 0 15,-1 1 0-15,3-1 0 16,-1 1 0-16,-1 1 0 0,0 0 0 0,-2 2 0 0,1-1 0 0,-2 1 0 15,1 1 0-15,1-1 0 0,-3 1 0 0,1 0 0 0,0 2 0 16,-1 1 0-16,0 1 0 16,0 0 0-16,0-1 0 0,-2 2 0 0,1 2 0 15,0 0 0-15,0 1 0 0,-1 0 0 0,-1 2 0 0,-1 0 0 0,1 0 0 0,-2 0 0 0,1 1 0 0,0 0 0 16,0 0 0-16,0 1 0 0,0-1 0 16,-2 1 0-16,1-1 0 0,0 0 0 0,2-1 0 0,-1 0 0 0,0 0 0 0,2-2 0 0,-1 0 0 0,0-1 0 15,1-1 0-15,1-1 0 16,-2-1-3071-16,-1-1 3071 0,-1-1 0 0</inkml:trace>
  <inkml:trace contextRef="#ctx0" brushRef="#br0" timeOffset="-59905.532">13991 15994 1024 0,'0'0'0'0,"0"0"256"0,0 0-256 0,0 0 0 0,0 0 256 16,0 0-256-16,0 0 0 0,5 1 256 0,1 1-256 0,2 1 0 0,-2-3 256 15,-2-3-256-15,2 0 0 0,-1 1 256 0,1 0-256 0,1-1 0 0,0-1 256 0,2 1-256 16,0-2 0-16,-1 0 256 0,-1 0-256 0,1-1 0 0,-1 0 256 0,-1-2-256 0,-1 0 0 15,1 1 256 1,-1-1-256-16,0 1 0 0,-2 0 256 16,-1-1-256-16,-1 1 0 0,1 0 256 0,0-1-256 0,0 0 0 0,-2 2 255 15,-1 0-255-15,-1 0 0 16,-1 0 0-16,-1 0 0 0,-1-1 0 0,1 1 0 0,-2 2 0 0,0 1 0 0,1 1 0 0,0 0 0 0,0 2 0 16,-2 0 0-16,0 0 0 15,-1 0 0-15,1 2 0 0,1 0 0 0,-1 1 0 0,0 1 0 0,2-1 0 0,-1 3 0 0,1-1 0 16,0 1 0-16,2 2 0 0,1-1 0 15,2 1 0-15,2 2 0 0,0 0 0 0,2 0 0 0,0 2 0 0,1-1 0 16,0 2 0-16,3 1 0 0,-1-3 0 16,2 1 0-16,0-1 0 0,0 0 0 0,2-1 0 0,1 0 0 0,-1-1 0 15,-1-2 0-15,0 0 0 0,1-3 0 0,2-2 0 0,1-2 0 0,-8 1-3071 16,-8-1 3071-16,-2-1 0 0</inkml:trace>
  <inkml:trace contextRef="#ctx0" brushRef="#br0" timeOffset="-57899.951">15442 15371 1024 0,'0'0'0'0,"0"0"0"0,0 0 0 0,0 0 0 0,0 0 256 0,0 0-256 0,0 0 0 0,0 0 256 0,0 0-256 0,0 0 0 16,0 0 256-16,0 0-256 0,0 0 0 0,0 0 256 16,0 0-256-16,0 0 0 0,-3 8 256 0,0 5-256 0,-1 4 0 15,3-9 256-15,1-3-256 0,1-2 0 0,-1 1-191 16,-2 2 191-16,1 0 0 0,0 0-134 0,0 1 134 0,0 1 0 16,0-1 256-16,0 0-256 15,0 1 0-15,0 0 256 0,0 1-256 0,0 0 0 0,1 0 256 0,1 0-256 0,1 1 0 0,-1 0 256 16,1-1-256-16,1 1 0 0,-1-1 256 0,1 1-256 0,1-1 0 0,1 1-256 15,0 0 256-15,1 2 0 0,0-2-256 16,1 0 256-16,2-2 0 0,-2 0-256 16,1-1 256-16,1 0 0 0,1 0 256 0,0-3-256 0,2 1 0 0,-1 0 256 0,0-1-256 0,2 0 0 15,-2-2 256 1,-1-2-256-16,1-2 0 0,0 1 256 0,-2 0-256 0,2-1 0 0,-1-1-256 16,1-1 256-16,2-1 0 0,-3 1-256 0,-1-2 256 0,0 1 0 15,0-2 63-15,-1 0-63 16,0-2 0-16,0 1 256 0,-3 0-256 0,-2-1 0 0,2 0 256 15,-2 0-256-15,1-2 0 0,-1 1 256 0,1 1-256 0,-3-3 0 0,1 2 5 0,-1 0-5 0,-1 1 0 0,1 1 0 0,0-1 0 0,0 1 0 0,0 0 0 32,-2 1 0-32,1 0 0 0,0 0 0 0,0 0 0 0,0 2 0 0,0-1 0 0,0 1 0 0,0 0 0 0,0 1 0 15,0 1 0 1,0 1 0-16,0-1 0 0,0 1 0 0,0 0 0 0,0 0 0 0,-2 1 0 0,1 1 0 16,0 0 0-16,0 1 0 15,0 1 0-15,1-1 0 0,-2 1 0 0,-1 2 0 0,2-1 0 16,-1 1 0-16,-1 1 0 0,2 1 0 15,1 2 0-15,1 1 0 0,-1-2 0 0,-2 2 0 0,1 0 0 16,0 1 0-16,2 1 0 0,-1 2 0 0,0 0 0 0,2 1 0 0,-1 0 0 0,0 2 0 16,-2 0 0-16,1 3 0 0,0-2 0 0,2 1 0 15,-1 1 0-15,0-1 0 0,-2 0 0 0,1 3 0 0,0-2 0 16,0 1 0-16,0 1 0 0,0-2 0 0,2 0 0 16,-1 0 0-16,-1-1 0 0,0 0 0 0,-1-1 0 0,1 0 0 15,-1 0 0-15,-1 0 0 0,1-1 0 0,2 0 0 0,-1-1 0 16,0 0 0-16,-2 0 0 0,1-1 0 0,0 0 0 0,-1-2 0 15,-1 0 0-15,0-2 0 0,-1 0 0 0,-1-2 0 0,1 1 0 16,-1-2 0-16,1 0 0 0,0-1 0 0,-1-1 0 0,-1 0 0 0,1-1 0 16,1-1 0-16,0-1 0 0,-1-1 0 15,-1-1 0-15,-1-1 0 0,2 0 0 0,-3-2 0 0,1 0 0 0,0 1 0 16,2-3 0-16,-2 0 0 0,1-2 0 0,0-1 0 0,0-2 0 16,0 0 0-16,-2 0 0 0,0-2 0 0,2 1 0 0,1 0 0 15,1-2 0-15,-1 2 0 0,-1-2 0 0,1 0 0 0,2 0 0 16,1 1 0-16,1-2 0 0,1 1 0 15,1 0 0-15,1-1 0 0,0 1 0 0,1 0 0 0,1 1 0 0,2 0 0 16,-1-1 0-16,3-1 0 0,-1 3 0 0,1-1 0 16,3 1 0-16,-1 0 0 0,2-1 0 0,0 0 0 0,-8 8-3071 0,-4 4 3071 15,-4 4 0-15</inkml:trace>
  <inkml:trace contextRef="#ctx0" brushRef="#br0" timeOffset="-57662.466">16004 15535 1024 0,'0'0'0'0,"0"0"256"0,0 0-256 0,0 0 0 0,0 0 256 16,0 0-256-16,0 0 0 0,0 0 256 0,0 0-256 0,0 0 0 15,4-1 256 1,4 0-256-16,1 0 0 0,0-1 256 0,0 1-256 0,1-3 0 0,0 3 256 0,0 0-256 0,1 0 0 15,1 1 256-15,1-2-256 0,4 1 0 16,-4 1 256-16,2-1-256 0,0-1 0 0,0 1 256 0,0 0-256 0,3 0 0 0,-4 0 256 0,0-2-256 16,-1 1 0-1,-8 0-2560-15,-5 3 2560 0,-5 0 0 0</inkml:trace>
  <inkml:trace contextRef="#ctx0" brushRef="#br0" timeOffset="-56662.394">5182 16477 1024 0,'0'0'0'0,"0"0"0"0,0 0 0 0,0 0 0 0,0 0 256 16,0 0-256-16,0 0 0 0,-2 15 160 15,-2 8-160-15,-2 8 0 0,6-15-59 0,2-5 59 0,2-3 0 0,-2 4 71 16,1 2-71-16,2 1 0 0,-2-1 128 16,1 1-128-16,1 0 0 0,-1-1 65 0,0 1-65 0,0 1 0 15,0-3 13-15,1 0-13 16,-1-2 0-16,0 1-96 0,0 0 96 0,0-1 0 16,0-1-8-16,-2-1 8 0,1 0 0 0,1-1 256 0,0-1-256 15,1 0 0-15,-1 0 256 0,0-2-256 0,0-1 0 16,0 1 134-16,0-1-134 0,1 0 0 15,-1-1-256-15,0-1 256 0,0-1 0 0,0 1-256 16,-2 0 256-16,1 1 0 0,0-2-256 16,-2-1 256-16,2-1 0 0,-1 2-256 0,0-1 256 15,0 2 0-15,0-1 168 0,0 1-168 0,0 1 0 16,0 0 212 0,0-2-212-16,0 1 0 0,1-1 10 15,1 2-10-15,2 0 0 0,-2-2-105 16,-2 2 105-16,1-1 0 0,-1 0-109 0,2 0 109 0,0 0 0 0,-2 0-32 15,-1 0 32-15,-1 1 0 16,1-2 256-16,-2-2-256 16,1 1 0-16</inkml:trace>
  <inkml:trace contextRef="#ctx0" brushRef="#br0" timeOffset="-50488.538">16646 15494 1024 0,'0'0'0'0,"0"0"0"0,0 0 0 0,0 0 0 0,0 0 0 0,0 0 0 16,0 0 0-16,0 0 0 0,0 0 0 0,0 0 0 0,0 0 0 15,0 0 0-15,0 0 0 0,0 0 0 0,0 0 0 0,0 0 0 0,0 0 256 16,0 0-256-16,0 0 0 0,0 0 256 15,0 0-256-15,0 0 0 0,-6-11 256 0,-2-6-256 0,-3-6 0 0,5 18-161 16,1 6 161-16,3 6 0 0,-2-3-256 16,-1 0 256-16,-1 1 0 0,1 1-237 0,0-1 237 0,-1 3 0 0,1-1 256 0,0 2-256 15,0 0 0-15,0 0 256 0,2 2-256 16,-2 0 0-16,1 0 256 0,1 1-256 0,0 0 0 0,1-1 256 0,1 0-256 0,1-1 0 0,-1 0-256 16,2-1 256-16,-1 1 0 0,1-2-256 15,1 1 256-15,1-1 0 0,-1-1-256 0,1 0 256 16,2-2 0-16,-2 0-256 0,1-1 256 0,2 0 0 0,-2-1 256 15,1-2-256-15,1 1 0 0,0-1 256 16,-3-1-256-16,1-1 0 0,0-2 256 0,0-1-256 0,0-2 0 0,0 2 256 16,1-2-256-16,-1 1 0 0,0-2-256 15,-2-2 256-15,1-1 0 0,0 1-256 0,0 0 256 0,0-1 0 0,0 0 256 16,-2 1-256-16,2-1 0 0,-1 1 256 0,1 1-256 0,1 0 0 16,-2 0 256-16,0 0-256 15,-2 1 0-15,2 1 256 0,-2 0-256 0,1 0 0 16,0 1 256-16,0 1-256 0,0 0 0 15,0 1 256-15,-2 0-256 0,1 0 0 0,0 0 256 0,0 2-256 0,0-1 0 0,0 0 256 16,0 1-256-16,0 0 0 0,0 1 256 0,0 2-256 0,0 0 0 0,0-1 141 16,2 1-141-16,-1 1 0 0,0 1 0 15,0 3 0-15,0 0 0 0,0 0 0 0,0 0 0 0,0 1 0 0,0 2 0 0,2 0 0 0,0 2 0 16,-1 0 0-16,1 1 0 0,1 1 0 0,-2-3 0 16,2 1 0-16,0-1 0 0,-1 0 0 0,2-2 0 15,0 0 0-15,0-2-256 0,1-1 256 0,1-1 0 0,-5-3-2815 16,-2-2 2815-16,-2-2 0 0</inkml:trace>
  <inkml:trace contextRef="#ctx0" brushRef="#br0" timeOffset="-50204.124">17171 15390 1024 0,'0'0'0'0,"0"0"0"0,0 0 0 0,0 0 0 0,0 0 0 0,0 0 0 16,0 0 0-16,0 0 0 15,-1 5 0-15,-1 4 0 0,-2 2 0 0,4-5 256 0,1-1-256 0,2-1 0 0,-2 2 256 16,0 2-256-16,0 0 0 0,0 2 256 0,1 0-256 0,1 2 0 0,0-1 256 31,1 2-256-31,1 1 0 0,-1 0 61 0,-2 2-61 0,2 1 0 0,-1-1 256 0,1 0-256 16,1 0 0-16,-1 0 256 0,-2 2-256 0,1 1 0 0,0-2 256 0,0-2-256 0,1 1 0 0,-1-2 256 16,-2 0-256-16,1-1 0 15,0-2 256-15,-2-2-256 16,1-1 0-16,0-1 256 0,-2-1-256 0,1-3 0 0,0-1-2621 15,0-2 2621-15,0-2 0 0</inkml:trace>
  <inkml:trace contextRef="#ctx0" brushRef="#br0" timeOffset="-49930.459">17158 15342 1024 0,'0'0'0'0,"0"0"0"0,0 0 0 0,0 0 0 0,0 0 0 0,0 0 236 16,0 0-236-16,0 0 0 0,4-1 154 15,5 0-154-15,0-1 0 0,-2 2 256 0,-2 0-256 0,2 0 0 0,0 1 256 16,1 0-256-16,2 1 0 0,-1 0 256 0,-2 1-256 16,-1 1 0-16,2 2 256 0,2-1-256 0,0 3 0 0,-1-1 256 15,1 0-256-15,-1 2 0 0,-2 0-10 0,-1 1 10 0,0 2 0 16,0-2-214-16,-1 1 214 0,0-1 0 0,-2 1 256 16,-3 1-256-16,0 0 0 0,1-1 256 15,-2 0-256-15,1-1 0 0,-2 0 256 0,-1 1-256 0,-2-1 0 0,1-1-256 0,0-2 256 0,-4 0 0 16,3 0-256-16,-1-1 256 0,-1 0 0 15,1-1-256-15,-1-1 256 0,1-1 0 0,0-1-256 0,2-3 256 0,-1 0 0 0,2 0 256 16,0-1-256 0,1-1 0-16,1 2-1446 0,1 1 1446 0,1 1 0 0</inkml:trace>
  <inkml:trace contextRef="#ctx0" brushRef="#br0" timeOffset="-49586.86">17553 15528 1024 0,'0'0'0'0,"0"0"0"0,0 0 0 0,0 0 0 0,0 0 256 15,0 0-256-15,0 0 0 0,6 3 256 0,4 1-256 0,3 2 0 0,-7-6 256 16,-2-2-256-16,-2-3 0 0,4 3 256 16,0-1-256-16,1-1 0 0,-2 0 189 0,-1 0-189 15,-1-1 0-15,2 1-256 0,-1-2 256 0,0 1 0 0,0-1-256 16,-2 1 256-16,1 0 0 0,-2-1-256 0,-1 0 256 0,-1-1 0 16,0 2 256-16,-1 0-256 0,-1 3 0 0,1-2 256 15,-1-1-256-15,-1 0 0 0,-2 3 256 16,-1 1-256-16,-2 1 0 0,2 0 256 0,-1 0-256 0,1 0 0 0,0 1-256 15,-1 2 256-15,-2 0 0 0,2 1-256 0,1 1 256 16,0 1 0-16,-1 1-256 0,2 1 256 0,0 3 0 0,1-3-171 16,1 1 171-16,1 0 0 0,1 0 256 0,1 2-256 15,1 3 0-15,1-3 256 0,1 0-256 0,1 2 0 0,1-2 256 16,0-1-256-16,3 0 0 0,-1 0 256 0,2 0-256 0,1-1 0 0,0-2 256 16,2-2-256-16,1-2 0 0,-1 0 256 0,-1-1-256 15,0 0 0-15,0-3 256 0,2-1-256 0,0-2 0 16,-8 3-2322-1,-4 2 2322-15,-4-1 0 0</inkml:trace>
  <inkml:trace contextRef="#ctx0" brushRef="#br0" timeOffset="-49227.714">17760 15373 1024 0,'0'0'0'16,"0"0"0"-16,0 0 0 0,0 0 0 0,0 0 256 0,0 0-256 0,0 0 0 0,0 0 24 0,0 0-24 15,0 0 0-15,0 0-256 0,0 0 256 0,0 0 0 0,6-2-21 0,3-1 21 16,5-1 0-16,-7 3 256 0,0 1-256 0,-2 1 0 0,2 1 256 15,0 1-256-15,1 1 0 0,-1 2 256 16,-2 1-256-16,2 2 0 0,-1 1 256 16,0 0-256-16,0 2 0 0,0-1 256 0,-1 1-256 15,0 0 0-15,-1-1 256 0,-1 2-256 0,-1 1 0 0,0-2 256 0,-1-1-256 16,-1 0 0 0,1 0-256-16,-2 1 256 0,1-3 0 0,0 0-256 0,0-2 256 0,0-1 0 0,0 1-256 0,0-1 256 0,0 0 0 0,0-1-256 15,-2-1 256-15,1 0 0 0,0-1-256 0,0 0 256 0,0 0 0 0,0-1-256 31,0-2 256-31,0 1 0 0,0-3 256 0,0-1-256 0,0-1 0 0,0-1 256 0,2-3-256 0,-1-1 0 0,1 1 256 16,1-2-256-16,1-1 0 0,0 0 256 16,1-2-256-16,1-1 0 15,0 1 256-15,-1-2-256 0,0-1 0 0,1 2 256 0,1 1-256 0,1 0 0 0,-1-1 256 16,1 1-256-16,0 1 0 0,-1-1-256 0,1 0 256 0,2-2 0 16,-2 2-256-16,1 0 256 0,2 1 0 0,-7 7-1539 15,-3 5 1539-15,-3 5 0 16</inkml:trace>
  <inkml:trace contextRef="#ctx0" brushRef="#br0" timeOffset="-48924.795">18219 15285 1024 0,'0'0'0'16,"0"0"0"-16,0 0 0 0,0 0 0 0,0 0 0 0,0 0 0 0,0 0 0 0,-5 6 0 0,-3 3 0 0,-2 2 0 16,5-6 0-16,3-2 0 0,0-2 0 0,-1 2 256 15,-1 1-256-15,1 1 0 0,0 0 256 0,-1 0-256 0,-1 1 0 16,1 0 256-16,0 0-256 0,0 1 0 0,-1-1 256 15,3 0-256-15,-1 1 0 0,0 1 256 16,2 1-256-16,-1 2 0 0,2 0 256 0,1 0-256 0,1 2 0 0,1-1 179 16,1 1-179-16,2 0 0 0,-1 0 67 0,1-1-67 0,1 1 0 15,-1-1-142-15,2 2 142 0,0 1 0 0,-1-2-256 16,-2-2 256-16,1 0 0 0,1 0-256 0,-3 1 256 0,1 0 0 16,-1-3-256-16,0 0 256 0,-2-2 0 0,-2 1-256 0,-1-1 256 15,-2 0 0-15,1-2-256 0,0 0 256 0,-3-3 0 0,1 0 256 16,-1-1-256-16,-2-1 0 0,2 0 256 0,-1-1-256 0,-1-1 0 15,1-2 256-15,-2-1-256 0,0-2 0 0,2 1 256 0,1-1-256 16,1-1 0-16,0 0-6 0,2-2 6 0,1-1 0 0,0 8-1378 16,1 3 1378-16,1 3 0 0</inkml:trace>
  <inkml:trace contextRef="#ctx0" brushRef="#br0" timeOffset="-48568.974">18410 15418 1024 0,'0'0'0'0,"0"0"0"0,0 0 0 16,0 0 0-16,0 0 0 0,0 0 0 0,0 0 0 0,0 0 0 0,0 0 0 0,0 0 0 0,-4 5 0 16,-2 4 0-16,-3 2 0 0,5-7 0 0,2 0 0 0,2-3 0 0,-2 4 0 15,0 1 0-15,0 2 0 0,1-2 256 16,1 1-256-16,1-1 0 0,-1 1 256 16,2 1-256-16,-1 2 0 0,2-2 256 0,2 1-256 0,3-1 0 0,-3 0 256 15,1-1-256-15,1 0 0 0,-1 0 256 0,2-2-256 0,0 0 0 0,0-1 256 16,2-1-256-16,4-1 0 0,-4-1-256 15,-1-1 256-15,0-1 0 0,0-1-256 0,-2-1 256 0,2-1 0 0,-2 0-256 16,0-2 256-16,-2-1 0 0,-1 2-256 0,-3-3 256 0,0-1 0 0,0 2-256 16,-1-1 256-16,-1-2 0 0,0 1-256 15,-1-2 256-15,-1-1 0 0,0 2 0 16,-1 1 0-16,-1 0 0 0,0-1 0 0,-3 1 0 0,-2-1 0 0,3 2 199 16,-1-1-199-16,-2 2 0 0,2-1 256 0,-1 1-256 0,-3 0 0 0,3 0 256 15,1 2-256-15,1 0 0 0,0 1 256 0,2 0-256 16,1 0 0-16,1 1 256 0,2-2-256 0,2 0 0 0,-1 0 256 15,1 1-256-15,1 1 0 0,-1 1-1479 16,-2 3 1479-16,1 0 0 0</inkml:trace>
  <inkml:trace contextRef="#ctx0" brushRef="#br0" timeOffset="-48190.572">18670 15310 1024 0,'0'0'0'0,"0"6"0"0,-2 2 0 0,1 3 0 0,0-5 0 0,2-2 0 0,-1-1 0 0,0 3 0 16,0 1 0-16,0 2 0 0,0-2 0 15,0 2 0-15,0 0 0 0,0 0 154 0,0 0-154 0,0 1 0 0,0 0 256 32,-2-1-256-32,1 1 0 0,0-1 256 0,-1 0-256 0,-2 1 0 0,2-1 256 0,1 0-256 15,1-1 0-15,-1-1 256 0,0-1-256 0,0 0 0 0,0-1 147 16,2-1-147-16,-1-1 0 0,0 0 256 16,0-1-256-16,0-1 0 0,1-1 256 0,1-2-256 15,1-2 0-15,-1 2-164 0,0-1 164 0,0-1 0 0,1-1-256 0,2-3 256 0,4-1 0 0,-4 0-256 31,0-2 256-31,1-1 0 0,-1 1-256 0,2 0 256 0,0-1 0 0,-1 1-256 0,0-1 256 0,0 0 0 0,1 1-256 16,0 0 256-16,1 1 0 16,-2 0-16-16,-1 2 16 15,0 1 0-15,0 0 256 0,-2 1-256 0,1 0 0 0,0 2 256 0,-1-1-256 0,0 1 0 0,0 2 56 16,2 1-56-16,0 1 0 0,-1 0 100 0,-2 1-100 0,1 1 0 0,0 1 256 0,0 2-256 16,0 0 0-16,0 0 256 15,1 1-256-15,-1 2 0 0,0 1 256 0,0 1-256 0,0 3 0 0,0-3 256 0,-2 2-256 16,1 0 0-16,0 0 256 15,-2 0-256-15,1 2 0 0,0-2 256 0,0 0-256 0,0-1 0 0,0-1 256 0,0 0-256 0,0-2 0 0,1-5-2837 32,-4-3 2837-32,2-3 0 0</inkml:trace>
  <inkml:trace contextRef="#ctx0" brushRef="#br0" timeOffset="-47428.897">19131 14918 1024 0,'0'0'0'0,"0"0"0"0,0 0 0 0,0 0 0 0,0 0 0 0,0 0 0 15,0 0 0-15,0 0 0 0,0 0 0 16,0 0 0-16,0 0 220 0,0 0-220 0,0 0 0 0,0 0 256 0,0 0-256 0,0 0 0 0,2 7 256 15,1 2-256-15,3 4 0 0,-3-6 256 16,-1-1-256-16,-1-1 0 0,2 4 256 16,1 1-256-16,1 3 0 0,-1-2 256 0,1 0-256 15,-1 2 0-15,0-1 256 0,0 2-256 0,0 1 0 0,-1-1 256 0,2 2-256 16,1 1 0-16,-2-2 256 0,-1 1-256 0,-1 1 0 0,1-2 256 16,1 1-256-16,1 0 0 0,-1 1 256 0,-2-2-256 0,2 0 0 0,-1 0 256 0,-2 1-256 0,1-2 0 15,0-1 35 1,0-1-35-16,0 0 0 0,0-2 0 0,0-2 0 0,0 0 0 0,0-2 0 0,1-2 0 0,1-1 0 0,-3-2-3071 15,-1-1 3071-15,-1-1 0 0</inkml:trace>
  <inkml:trace contextRef="#ctx0" brushRef="#br0" timeOffset="-47093.195">19396 15208 1024 0,'0'0'0'0,"0"0"0"0,0 0 0 0,0 0 0 0,0 0 256 0,0 0-256 0,0 0 0 0,0 0 256 0,0 0-256 0,0 0 0 0,-2 10 256 15,-1 5-256-15,-1 5 0 0,3-12 16 16,1-4-16-16,1-4 0 0,-1 5-256 16,2 2 256-16,-1 0 0 0,0 0 193 0,1 0-193 0,1 2 0 0,0-3 256 15,1 2-256-15,1 0 0 0,2 0 256 0,-1-1-256 16,3 0 0-16,-2 0 256 0,2-1-256 16,0 0 0-16,0-1 256 0,1-1-256 0,2-1 0 0,-2 0 256 0,-1-1-256 0,1 0 0 0,-1-1 256 31,1-1-256-31,2-1 0 0,-3 0 256 0,-1-1-256 0,0-2 0 0,0 1-256 15,-1-1 256-15,0-1 0 0,-2 0-256 0,-2 0 256 0,-1-1 0 16,1 0-256-16,-2 0 256 0,1-1 0 0,-2 1-256 0,-2 0 256 16,-2-1 0-16,1 0 21 0,-2 0-21 0,-1-1 0 0,1 1 256 15,0 1-256-15,-3 0 0 0,0 0 256 16,0 1-256-16,-1 0 0 0,-1 0 256 0,0-1-256 0,-1 2 0 0,1 0 256 16,-1 1-256-16,0 0 0 0,0-1 256 15,2 1-256-15,1 1 0 0,0-1 256 0,0 1-256 0,2 0 0 0,1 0 25 16,2 0-25-16,2 0 0 0,-1-1-25 0,1 1 25 15,1-3 0-15,-1 4-3046 0,2 1 3046 0,-1 1 0 0</inkml:trace>
  <inkml:trace contextRef="#ctx0" brushRef="#br0" timeOffset="-46756.286">19715 15151 1024 0,'0'0'0'0,"0"5"0"0,0 3 0 0,0 2 0 0,0-5 126 16,0-1-126-16,0-1 0 0,1 2-126 0,1 0 126 0,1 1 0 15,0 0 256-15,-1 0-256 0,0 2 0 0,0-2 256 0,1 0-256 16,1 0 0-16,-1 1 256 0,0 0-256 16,0 1 0-16,0 0 256 0,0 0-256 0,1 1 0 15,-1-1 256-15,1 1-256 0,1 0 0 0,-1-2 256 16,-2 1-256-16,1-1 0 0,0-1-5 0,-2 1 5 0,2-1 0 16,-1-1-256-16,0-1 256 0,0-1 0 0,0 1-256 15,0-1 256-15,0 0 0 0,0-1-256 16,-1 0 256-16,0 0 0 0,1-1-256 0,-2-1 256 0,1-1 0 0,0 0-256 0,1-1 256 0,1-1 0 15,-1 0-104-15,2-1 104 0,1-2 0 0,-2 1 256 0,1-1-256 0,1-2 0 16,-1 1 256-16,0-1-256 0,0-2 0 0,1 2 256 0,-1-2-256 0,0 0 0 16,0 0 256-16,-2-1-256 0,1 0 0 0,0 0 256 0,-2 1-256 0,1-1 0 0,0 2 256 15,2-1-256-15,0 1 0 16,-1 0 256-16,1-1-256 0,1 0 0 0,-1 2 256 0,0 0-256 0,0-1 0 0,-1 7-2195 16,-3 2 2195-16,-3 2 0 0</inkml:trace>
  <inkml:trace contextRef="#ctx0" brushRef="#br0" timeOffset="-46425.315">20054 15208 1024 0,'0'0'0'0,"0"0"0"0,0 0 0 0,0 0 0 0,0 0 256 0,0 0-256 0,0 0 0 0,4 4 256 16,4 3-256-16,0 1 0 0,-2-5 256 0,-1-3-256 0,-1-3 0 0,2 2 256 16,0-1-256-16,1-1 0 0,-1 1 256 15,1-1-256-15,2-1 0 0,-2 0 256 0,0-2-256 16,0 0 0-16,0 1 256 0,-2 0-256 0,-1-1 0 0,1 0 256 0,-2 1-256 0,1 0 0 0,-2 0 256 31,-1 1-256-31,-1 0 0 0,0 0 256 0,-1 0-256 0,-1 0 0 0,1 1 256 0,-1 1-256 0,-1 1 0 0,-1-1 255 16,0 1-255-1,-3 0 0-15,1 2-255 0,1 1 255 0,0 2 0 0,-1-2-256 0,-1 1 256 0,-2 1 0 16,2 1-256-16,2-1 256 0,-1 3 0 16,0-1-256-16,-1 2 256 0,1 0 0 0,1 0-96 15,1 2 96-15,1 1 0 0,1-1 256 0,1 1-256 0,0 2 0 16,1-1 256-16,1 0-256 0,1 2 0 0,1-1 256 15,1-1-256-15,2 1 0 0,0-1 256 0,3-2-256 0,1 0 0 0,-1-2 95 0,2-2-95 0,0-1 0 0,1-2 0 16,1 0 0-16,2-3 0 16,-9 1-3071-16,-8-1 3071 0,-2-1 0 0</inkml:trace>
  <inkml:trace contextRef="#ctx0" brushRef="#br0" timeOffset="-45931.937">20510 14918 1024 0,'0'0'0'0,"-1"5"0"0,2 1 0 0,-1-2 0 0,0 3 0 0,2 0 0 0,-1 2 0 0,1 0 0 16,1 1 0-16,1 2 0 0,0 1 0 16,-1 0 0-16,0 3 0 0,0-1 0 0,1 1 0 0,1 3 0 0,-1-2 0 15,0 0 0-15,1 3 0 0,-1-2 0 0,0 2 0 16,0 2 0-16,0-4 0 0,0 0 0 0,0-1 0 0,1 0 0 15,-3-1 0-15,1-1 0 0,0-2 0 0,0-1 0 0,0-2 0 16,0 0 0-16,-2-1 0 0,1 0 0 0,0-3 0 0,-2-1 0 0,1-1 0 0,0 0 0 16,0-2 0-16,0-1 0 0,-1-1 0 15,-1-3 0-15,-1-1 0 0,1 1 0 0,-1-1 0 0,-1-1 0 0,1-1 0 16,-1-2 0-16,-1-1 0 0,0 2 0 0,-1 0 0 16,-2 0 0-16,1-1 0 0,-1 0 0 0,-1-1 0 0,0 1 0 15,0 2 0-15,-1 1 0 0,2-1 0 16,-3 0 0-16,1 1 0 0,1 1 0 0,-1 1 0 0,0 1 0 0,1 0 0 15,1 2 0-15,0-1 0 0,0 1 0 0,2 1 0 0,-1 1 0 0,1 0 0 16,1 2 0-16,0-1 0 0,0 1 0 0,2 0 0 16,-1 1 0-16,2 0 0 0,1 2 0 0,1 0 0 0,0 0 0 15,1 1 0-15,1 2 0 0,1-2 0 0,3 1 0 0,1-1 0 16,-1 1 0-16,1 0 0 0,2 2 0 0,-1-2 0 16,1-1 0-16,3 0 0 0,-2 0 0 0,2-2 0 15,1 0 0-15,-2-1 0 0,2-1 0 0,0-1 0 0,0-1 0 0,0-3 0 0,2 0 0 16,-2-2 0-16,1-1 0 0,-1-1 0 0,1-2 0 15,0-1 0-15,3-3 0 0,-12 8 0 0,-6 3 0 0,-6 3 0 0</inkml:trace>
  <inkml:trace contextRef="#ctx0" brushRef="#br0" timeOffset="-45473.465">21068 14842 1024 0,'0'0'0'0,"0"0"0"0,0 0 0 0,0 0 0 0,0 6 0 16,0 3 0-16,0 2 0 0,1-4 0 0,1 1 0 0,1-2 0 0,-1 3 0 15,2 2 0-15,0 1 0 0,-1 0 0 0,0 2 0 0,0 1 0 16,0 0 0-16,0 2 0 16,0 1 0-16,0 0 0 0,-2 1 0 0,2 1 0 0,-1-2 0 0,1-1 0 0,1-2 0 0,-1 2 0 15,-2-1 0-15,1 2 0 0,0-3 0 0,0-1 0 0,0-1 0 0,0-2 0 16,-2-2 0-16,1-1 0 0,0 0 0 15,0-1 0-15,0 0 0 0,0-2 0 0,-2-1 0 16,1 0 0-16,0-3 0 0,0-1 0 0,0-1 0 0,1-2 0 0,2-1 0 16,0-2 0-16,-1 1 0 0,-2-1 0 15,1-2 0-15,1 1 0 0,1-2 0 0,1 0 0 0,-1 0 256 0,1 0-256 0,1-2 0 16,0 2 256 0,0-1-256-16,2 1 0 0,-1 2-256 0,0 0 256 0,4 2 0 0,-4-1-256 0,2 1 256 0,0 0 0 0,0 4 0 15,0 1 0-15,1 1 0 0,-1 0 0 16,-1 2 0-16,0 0 0 0,-1 0 0 0,-1 2 0 15,-1 2 0-15,2 0 0 0,-3 1 0 16,1 2 0-16,-1-1 0 0,-1-1 0 0,-1 0 0 0,0 1 0 0,-1 0 0 0,-1 2 0 0,-1-2 0 16,-1-1 0-16,-1 0 0 0,1 1 0 15,-1-1 0-15,-2 0 0 0,1 1 0 0,-1-2 0 0,-1 0 0 0,1-1 0 0,-2-1 0 16,0-1 0-16,0 0 0 16,-2-1 0-16,-1 0 0 0,2-1 0 15,1-1 0-15,0 0 0 0,1-3 141 0,-2 0-141 0,-1-1 0 0,3-1 256 0,2-3-256 0,2-1 0 0,1 1 256 16,2-2-256-1,2-1 0-15,-2 8-653 0,0 2 653 0,0 2 0 0</inkml:trace>
  <inkml:trace contextRef="#ctx0" brushRef="#br0" timeOffset="-44997.476">21394 15126 1024 0,'0'0'0'0,"0"0"0"0,0 0 0 0,0 0 0 0,0 0 0 16,0 0 0-16,0 0 0 15,-2 8 0-15,-1 5 0 0,-2 4 0 0,5-10 0 16,3-3 0-16,1-3 0 0,-2 4 0 0,1 0 0 0,2 2 0 0,-2-2 256 0,1 1-256 0,1 1 0 0,1-1 256 15,0 0-256-15,1 1 0 0,-1 0 256 16,0-1-256 0,1 0 0-16,-1 0 256 0,1-1-256 15,1 0 0-15,0-1 256 0,-1-1-256 0,0 0 0 0,0-1-256 0,1 0 256 0,-1 0 0 16,-1-2-256-16,2-1 256 0,0-2 0 16,0 2-256-16,-2-3 256 0,-1 0 0 0,1-1-256 0,0 1 256 0,1-3 0 0,-1 2-256 15,-2-3 256-15,1-1 0 0,-1 2 0 16,-1 0 0-16,0-1 0 0,0 0 0 0,0 0 0 0,0-1 0 0,-1 1 0 15,-1-1 0-15,-1 0 0 0,1 2 0 0,-2 1 0 16,1 0 0-16,0 1 0 0,0-2 0 0,0 0 0 0,0 2 0 0,-2 1 0 16,1 1 0-16,0 0 256 0,0 1-256 0,0 1 0 15,0 1 256-15,0 1-256 0,0 1 0 16,0 0 256-16,2 1-256 0,-1 1 0 0,0 3 256 0,0 1-256 0,0 2 0 0,0 1-256 16,2 0 256-16,-1 2 0 0,1 1-256 0,1 2 256 15,1 2 0-15,-1-2-256 0,-2 2 256 16,1 2 0-16,0-3-256 0,1 1 256 0,3 0 0 0,-4-1 0 0,-1 1 0 15,-1 1 0-15,1-2 0 0,1 0 0 0,1-1 0 0,-2 0 0 16,-1-1 0-16,-1-1 0 0,1-1 16 16,-2-1-16-16,1 0 0 0,-2 0 50 0,-1 0-50 0,-2-1 0 0,2-2 256 0,-1-2-256 0,-2-1 0 0,0-1 256 15,-2-1-256 1,0 0 0-16,0-2 256 0,-2-1-256 0,-1-1 0 0,2-2 256 0,0-1-256 0,2-2 0 0,-1 0 256 16,2-1-256-16,-2-2 0 0,6 6-1346 15,3 2 1346-15,3 2 0 0</inkml:trace>
  <inkml:trace contextRef="#ctx0" brushRef="#br0" timeOffset="-44161.725">22043 15110 1024 0,'0'0'0'16,"0"0"0"-16,0 0 0 0,0 0 0 0,0 0 0 0,0 0 0 0,0 0 0 0,4 2 0 16,2 1 0-16,2 1 0 0,-2-3 0 0,1-2 0 0,0-2 0 0,0 1 0 15,2-1 0 1,1-1 0-16,-2 0 0 0,-8 4 0 0,10-4 0 15,0-1 0-15,-1 0 256 0,1-1-256 16,2-2 0-16,-2 2 256 0,-2-1-256 0,2-2 0 0,-2 1 256 16,-1-1-256-16,-1-2 0 0,1 2 256 0,-1 0-256 0,-2-1 0 15,0 0 256-15,-1 1-256 16,-1-1 0-16,-1 1 103 0,-2 1-103 0,-2 0 0 0,1 0-256 16,-1 2 256-16,-1 0 0 0,-1 0-256 15,-4 0 256-15,0-1 0 0,2 3-256 0,-1 1 256 0,-2 1 0 0,0 1-256 16,0 1 256-16,-4 1 0 0,3 0-256 15,2 1 256-15,-2 1 0 0,1 1-103 0,-1 2 103 0,-2 1 0 16,4-2 0-16,0 3 0 0,0 1 0 0,2 0 0 16,1 1 0-16,1 2 0 0,1-1 0 0,0 2 0 0,2 1 0 0,1-1 0 0,1 2 0 0,1 1 0 0,1-1 256 0,3 0-256 0,1 2 0 15,0-2 256-15,0 0-256 0,3 0 0 0,0-1 256 0,1 0-256 16,4-1 0-16,-4-1 256 0,2 0-256 16,1-2 0-16,-2-2 256 0,1-3-256 0,2-2 0 0,-1-1 256 0,2 0-256 0,0-3 0 0,0-1 256 15,-3-2-256-15,2-2 0 0,-2-3 256 0,2-2-256 0,1-4 0 0,-2 1 256 0,1-2-256 0,0-1 0 16,-2-1 256-16,-4 0-256 0,0-3 0 0,-1 3-256 15,0 0 256-15,-1 0 0 0,0 2-256 0,-1 0 256 0,-1 1 0 0,-1 1-256 16,-1 3 256-16,0 1 0 0,0 1-256 0,-2 0 256 16,1 2 0-16,-1 1-256 0,-1 2 256 0,-1 1 0 0,2 0-256 15,1 1 256-15,1 1 0 0,-1 1-256 0,0 1 256 16,0 1 0-16,0 0-256 0,1 1 256 0,1 1 0 0,-1 2 256 16,1 0-256-16,1 2 0 0,-1 0 256 0,1 3-256 15,2 1 0-15,-2-1 256 0,0 1-256 0,0 0 0 0,0 0 256 0,0 0-256 16,0 2 0-16,2-1 256 0,0 0-256 0,1 2 0 15,-2-2-256-15,-1 0 256 0,-1-1 0 16,2-1-256-16,-1 1 256 0,0-1 0 0,0-2-256 0,0 0 256 0,0-1 0 0,-1-1-256 16,-1-1 256-16,-1 0 0 0,0-1-256 0,3-1 256 0,-1-1 0 15,-1 1-256-15,-1-1 256 0,-1-1 0 0,2 0-256 16,1-2 256-16,1-2 0 16,-2 0 0-16,2-3 0 0,0 0 0 0,0-1 0 0,0-2 0 0,1-3 0 15,-1 0 0-15,1-2 0 0,1-1 0 0,-1 0 0 0,1-1 0 16,-1 0 0-16,0-1 256 0,0 1-256 0,0-2 0 0,0 1 256 15,1 1-256-15,-1-1 0 0,0 1 256 0,-2 1-256 0,1 2 0 16,0-2 256-16,-2 0-256 0,2 1 0 0,-2 0 256 16,2 0-256-16,0 1 0 0,0 0 256 0,-2 3-256 0,1-1 0 0,0 0 256 15,0 2-256-15,0 0 0 0,-1 5-1792 0,-2 3 1792 16,-2 3 0-16</inkml:trace>
  <inkml:trace contextRef="#ctx0" brushRef="#br0" timeOffset="-43808.974">22752 14970 1024 0,'0'0'0'16,"0"0"0"-16,0 0 0 0,0 0 0 0,2 5 256 0,1 3-256 0,2 2 0 0,-2-7-23 0,1-1 23 0,2-1 0 15,-2 1-233-15,1 0 233 0,1 1 0 0,0-2 256 16,2-1-256-16,-8 0 0 0,8-1 0 0,-2 0 256 0,2 0-256 16,1-1 0-16,-2-1 256 0,-1-1-256 0,-1-1 0 15,1-1 256-15,1 0-256 0,-1-2 0 0,-2 2 256 16,-1 0-256-16,-1 0 0 0,1 0 256 0,-2 0-256 15,1-1 0-15,0 0-256 0,-2 1 256 0,1-1 0 0,-2 2-256 0,-1 0 256 0,-1 0 0 16,1 1-256-16,-1 1 256 0,-1 1 0 0,1-1-256 0,-1 1 256 16,-2 0 0-16,2 2-256 0,-1 1 256 15,-1 1 0-15,1 0-256 0,-1 2 256 0,-2 0 0 0,2 2 0 0,2 1 0 0,-1 3 0 16,0-1 0-16,1 1 0 16,-1 2 0-16,2-1 0 0,2 2 0 0,2 1 0 0,-2-1 256 0,0 2-256 0,0 0 0 0,2 0 256 15,1 1-256-15,1 1 0 0,2-2 256 0,-1-2-256 16,3 0 0-16,-2-1 256 15,1-2-256-15,3 0 0 0,-2-3 256 0,0 0-256 0,3-3 0 0,-1-1 256 0,0-2-256 0,1-1 0 16,-7 0-1536 0,-3 0 1536-16,-3 0 0 0</inkml:trace>
  <inkml:trace contextRef="#ctx0" brushRef="#br0" timeOffset="-43127.287">23023 14936 1024 0,'0'0'0'0,"0"0"0"0,0 0 0 0,0 0 0 0,0 0 0 0,0 0 0 0,0 0 0 0,3-3 0 0,2-3 0 0,2-1 0 16,-3 3 0-1,-1 1 0-15,-1 1 0 0,2-1 256 0,-1 1-256 0,0 0 0 0,0 0 256 16,0 0-256-16,0 0 0 0,-3 2 0 0,3 0 256 0,0 1-256 0,0 1 0 0,0 1 256 16,2 1-256-16,0 1 0 0,-2 1 256 0,-1 0-256 15,-1 2 0-15,1-1 256 16,1 0-256-16,1 1 0 0,-3 1 256 0,-1 0-256 0,-1 1 0 0,1-1 256 16,0 0-256-16,0-1 0 0,-1 1-256 15,-1 0 256-15,-1 1 0 0,1-3-256 0,0 0 256 0,0-2 0 16,0 1-256-16,0 0 256 0,0 1 0 15,0-2-256-15,0-1 256 0,-1-1 0 0,1 1-256 0,2-1 256 0,-1 0 0 0,0-2-256 16,0-1 256-16,0-1 0 0,0 0-256 0,2-1 256 0,-1-2 0 0,0 1 256 16,0-1-256-16,0-1 0 0,2-1 256 15,1-3-256-15,2-2 0 0,-2 2 256 0,1-1-256 0,1-2 0 16,-1 2 256-16,1-1-256 0,2 1 0 0,-3-1 256 16,2 0-256-16,0-2 0 0,0 3 256 0,-2 1-256 0,2 0 0 0,-1 0-256 15,0 0 256-15,0 1 0 0,0 1-256 16,-2 1 256-16,1 0 0 0,1 1-256 0,-1 0 256 0,0 0 0 0,0 1-256 15,-2 1 256-15,1 0 0 0,-1 1 6 0,-1-1-6 16,-1 2 0-16,1 0 256 0,0 1-256 0,0 1 0 0,0 0 256 16,0 1-256-16,0 1 0 0,0 0 256 0,1 2-256 0,-1 0 0 0,-1 0-256 15,2 1 256-15,0 1 0 0,-1 0-256 0,1 0 256 16,1 2 0-16,-1-2-256 0,1 2 256 0,1 0 0 0,-1-1-256 16,1-1 256-16,2 0 0 0,-2 0-256 15,1 1 256-15,1-1 0 0,-1 0 256 0,1-1-256 0,3 0 0 0,-2-1 256 16,-2-1-256-16,1 0 0 0,1-1 256 15,-1-2-256-15,0 1 0 0,0-1 256 0,1-1-256 0,2-1 0 0,-2 0 256 0,0-1-256 16,0-1 0-16,1 1 207 0,-3 0-207 0,1-1 0 16,0 1-256-16,-2-1 256 0,1-1 0 0,0 1-256 0,-2 0 256 0,-1 0 0 15,1 0-256-15,0 0 256 0,0-1 0 0,-1 2-256 16,0 1 256-16,-2 0 0 0,1 1-256 0,-1 2 256 0,-1 0 0 0,1 0-256 16,0 1 256-16,0 2 0 0,-1-1-213 15,0 2 213-15,-1 2 0 0,0-1 0 0,2 2 0 0,-1 0 0 0,0 2 0 16,0 2 0-16,0 1 0 0,0 0 0 0,2 1 0 15,-1 1 0-15,0-1 0 0,-2 0 0 0,1-1 0 0,0 1 0 16,2 2 0-16,-1 1 0 0,0-3 0 0,0 0 0 0,0 0 0 16,0-2 0-16,-2 0 0 0,1-1 0 15,0-2 256-15,2-2-256 0,-1-1 0 0,1-1 256 16,1 0-256-16,1-2 0 0,-1-2 256 0,0-1-256 0,0-1 0 0,1-2 256 16,1-1-256-16,1-2 0 0,-2 4-1024 0,-3 1 1024 0,-3 1 0 0</inkml:trace>
  <inkml:trace contextRef="#ctx0" brushRef="#br0" timeOffset="-42004.479">23550 14866 1024 0,'0'0'0'0,"0"0"0"0,0 0 0 0,0 0 0 0,0 0 256 16,0 0-256-16,0 0 0 0,0 0-256 0,0 0 256 0,0 0 0 0,0 0 0 15,0 0 0-15,0 0 0 0,0 0 0 0,0 0 0 0,0 0 0 0,-4 6 0 16,-2 4 0-16,-1 2 0 0,3-4 0 0,2-2 0 0,2-1 0 0,-2 2 0 0,0 1 0 15,0 0 0-15,0 1 256 0,2 0-256 16,-1 1 0-16,1 1 256 0,1 0-256 0,1 2 0 0,-1-3 256 16,0 0-256-16,0-2 0 0,2 2 256 0,1-1-256 0,1 1 0 0,-1-2-256 31,1-1 256-31,-1 0 0 0,0-1-256 0,1 1 256 0,2-1 0 0,-2-2-256 0,2-2 256 0,0-1 0 16,-1-1-256-16,0-2 256 0,1 0 0 0,-1-1 0 15,-2-1 0 1,1-2 0-16,0 1 0 0,-2-2 0 0,1-3 0 0,1 2 0 0,-3-2 0 0,1 0 0 0,0 0 0 0,-2 0 0 15,1-2 0-15,-2 2 108 0,-1 1-108 0,-1 0 0 0,0-1 256 16,-1 0-256-16,-1-2 0 0,-1 3-256 16,0-1 256-16,-1 1 0 0,0 0-108 0,-1 1 108 0,-2-1 0 0,2 2 0 0,0-1 0 0,0 2 0 0,-1 0 0 31,1 0 0-31,0 2 0 0,1-1 0 0,-1 1 0 0,3 0 0 0,0 1 256 16,1-2-256-16,1 1 0 0,0 0 256 0,1 1-256 15,1 0 0-15,1 0 256 0,2-1-256 0,2-2 0 16,-1 1 256-16,2 1-256 0,1 1 0 0,0-1 256 0,1 0-256 15,2-1 0-15,-2 0-256 0,0 2 256 0,0-1 0 0,1 0-256 16,0 1 256-16,1 0 0 0,-1 1-256 0,-2-1 256 0,-1 1 0 16,0 1-256-16,2 0 256 0,1 1 0 0,-3 0-256 15,-1 1 256-15,0 0 0 0,1 2 0 0,-1 0 0 0,0 1 0 0,0 0 0 16,-2 0 0-16,1 1 0 0,0-1 0 16,0 1 0-16,1 2 0 0,-2-1 0 0,-1 1 0 0,-1 1 0 0,1 0 256 15,0 0-256-15,0 2 0 0,-1-1 256 0,-1 0-256 16,-1 1 0-16,1 0-256 0,2-1 256 0,-1 0 0 0,-1 0-256 15,-1 0 256-15,-1-1 0 0,1-1 0 0,2 1 0 0,-1-1 0 0,0-1 0 16,0 0 0-16,0-2 0 0,0 1 0 0,0-1 0 16,0-1 0-16,0 1 0 0,-2-1 0 0,1 0 0 0,0-1 0 15,2-2 0-15,-1 1 0 0,0-1 0 16,2 0 0-16,-1 0 0 0,0-3 0 0,1 0 0 0,1-1 0 0,0 1 0 16,1-1 0-16,2-1 0 0,-2-1 0 0,1-1 0 15,1-2 0-15,-1 2 0 0,0-2 0 0,1-1 0 0,-1 2 0 16,1-2 0-16,1 0 0 0,-1 2 0 0,1 1 0 0,-1 0 0 15,-1 0 0-15,2-1 0 0,0 1 0 0,-1 0 0 0,-2 1 0 16,-1 0 0-16,1 2 0 0,0 1 0 16,0 0 0-16,0 0 256 0,-2 0-256 0,2 0 0 0,-1 1 256 0,-1 2-256 15,0-1 0-15,1 2 256 0,-2 1-256 0,1 1 0 16,0-1-256-16,-2 1 256 0,1 1 0 0,0 0-256 16,-2 0 256-16,1 2 0 0,0-2-256 0,0 1 256 0,0 1 0 0,0 0 0 15,0 2 0 1,0 0 0-16,0-1 0 0,-2-1 0 0,1 0 0 0,0 1 0 0,2 0 0 0,-1 2 0 0,0-2 0 15,0 0 0-15,0 0 0 0,0 1 0 0,2 0 0 0,-1 2 0 0,0-2 0 16,1 1 0-16,1-1 0 0,0 0 0 0,2 2 0 0,0 0 0 16,-1-2 0-16,1-1 0 0,1 0 0 0,0 0 0 15,2 0 0-15,0-1 0 0,-1-1 0 0,0-1 0 0,1-1 0 16,0 0 0-16,1-1 0 0,2-1 0 0,-2-1 256 16,-1-1-256-16,0-1 0 0,1-1 256 0,0-1-256 0,1-2 0 0,0 2-104 15,-1-3 104-15,0 0 0 0,-2 0-256 0,0 0 256 0,-2-2 0 16,1 1-152-16,-1-1 152 0,0-2 0 0,-1 1 0 15,0 1 0-15,-2 0 0 0,0 0 0 0,-1-1 0 16,-1 0 0-16,0 2 0 0,-1-1 0 16,-1 1 0-16,1 0 0 0,-1 1 0 0,-2 0 0 0,1 1 0 15,-1 1 0-15,-1 0 0 0,2 0 0 0,-2 1 0 0,0 1 0 0,-1-1 0 16,3 1 0-16,-1 0 0 0,0 1 0 0,0 1 0 0,0 1 0 0,0-1 0 0,0 1 0 16,-1 1 0-16,1 0 0 0,2 1 0 0,-1 1 0 0,1 0 0 15,1 1 0-15,1 2 0 0,-1-2 0 16,2 1 0-16,-1 1 0 0,2 0 0 0,1 2 0 15,1 0 0-15,0-1 0 0,2 0 0 0,0-2 0 0,0 2 256 16,1 2-256-16,1 1 0 0,1-2 256 0,0-1-256 0,2 0 0 0,-1 0 256 16,1-1-256-16,0 0 0 0,0-2 256 15,0-1-256-15,2-1 0 0,-2 1 256 0,1-1-256 0,2 0 0 0,-1-3 256 0,2-1-256 16,0-2 0-16,-10 3-1536 0,-5 1 1536 16,-5 1 0-16</inkml:trace>
  <inkml:trace contextRef="#ctx0" brushRef="#br0" timeOffset="-35399.574">5207 16448 1024 0,'0'0'0'0,"0"0"0"0,0 0 0 0,0 0 0 0,0 0 0 0,0 0 0 0,0 0 0 0,0 0 256 16,0 0-256-16,0 0 0 0,0 0 256 15,0 0-256-15,0 0 0 0,0 0-183 0,0 0 183 0,0 0 0 0,0 0-256 16,0 0 256-16,0 0 0 0,0 0-73 0,0 0 73 0,0 0 0 16,0 0 0-16,0 0 0 0,0 0 0 0,0 0 43 15,0 0-43-15,0 0 0 0,0 0 256 0,0 0-256 0,0 0 0 16,-1 8 256-16,-1 5-256 0,-1 4 0 0,3-10 256 15,2-5-256-15,2-2 0 0,-2 3 256 16,1 0-256-16,2 1 0 0,-2 0 256 0,-2 2-256 0,1 0 0 0,0-1 256 16,0 0-256-16,0 1 0 15,0 0-203-15,0 0 203 0,0 3 0 0,0-1-256 0,0 0 256 0,0 2 0 0,0-1-256 0,0 0 256 0,1 1 0 0,-1 0-256 16,0-1 256-16,0 1 0 0,0 0-256 0,0 0 256 16,0 2 0-16,0-1 121 0,1-1-121 0,1 0 0 0,-1 0 256 15,-2 0-256-15,1-1 0 0,0 0 256 0,2 0-256 0,0 1 0 0,-1-1 256 16,-2 1-256-16,1 0 0 0,0-2 256 0,1 0-256 0,1 1 0 15,-1-1-98-15,-2 2 98 0,1 0 0 0,0-2-8 16,1-1 8-16,-1 0 0 0,0 0 99 0,0 1-99 0,0-1 0 0,0 0 42 16,-2 0-42-16,1-2 0 0,0 1 89 15,1-1-89-15,1 0 0 0,-1-1 30 0,-2 1-30 0,1 2 0 0,0-3 216 16,1-1-216-16,1-1 0 0,0 0 148 0,-3 2-148 0,1 0 0 0,0-2 178 16,-2-1-178-16,1-1 0 0,0 1 59 15,2 0-59-15,-1 0 0 0,0 1-98 0,-2-2 98 16,1 1 0-16,0 0-213 15,0-1 213-15,0-1 0 0,0 1-256 0,0 0 256 0,0 0 0 0,0 0-256 0,0 0 256 0,0 0 0 0,0 0-256 16,0-1 256-16,0-1 0 0,0 2-161 0,0 0 161 0,0 0 0 0,0 0 256 16,2-1-256-16,-1-1 0 0,0 1 256 15,1 0-256-15,2 0 0 0,-2 0 256 0,1 0-256 0,1 0 0 0,-1-1 256 16,2 1-256-16,1 0 0 0,-1 0 256 0,0 1-256 0,3 1 0 0,1-2 256 16,-1 1-256-16,3-2 0 0,-1 2 256 0,0 0-256 0,1 0 0 0,0 1-256 15,0-1 256-15,1 2 0 0,-1-1-256 16,1 0 256-16,0 1 0 0,1-1-256 0,-3-1 256 0,2 1 0 15,-2 0 89-15,0-1-89 0,-1-1 0 0,0 2 256 0,-1 0-256 0,-1 1 0 16,1-1 256-16,-2-1-256 0,-1-1 0 0,1 0 256 16,-1 0-256-16,0-1 0 0,0 1 178 15,-2 0-178-15,-1-3 0 0,1 2 0 0,-2-1 0 0,1-1 0 0,-1 3-3071 16,-1 1 3071-16,-1 1 0 0</inkml:trace>
  <inkml:trace contextRef="#ctx0" brushRef="#br0" timeOffset="-34663.184">5870 16713 1024 0,'0'0'0'0,"0"0"0"0,0 0 0 15,0 0 0-15,0 0 256 0,0 0-256 0,0 0 0 0,0 0 256 0,0 0-256 0,0 0 0 0,0 0 81 16,0 0-81 0,0 0 0-16,-10 5-256 0,-3 1 256 0,-6 2 0 0,12-6-256 15,5 0 256-15,2-3 0 0,0 1 0 0,-3 2-81 0,2-1 81 0,-1 3 0 0,0-2 0 16,-1 1 0-16,-2 1 0 0,1 0 0 15,2-1 0-15,1 2 0 0,-1 0 256 0,0 0-256 0,0 2 0 16,1-1 256-16,1 1-256 0,1 2 0 0,-1-2 256 16,-2 0-256-16,1 1 0 0,1-1 256 0,1 2-256 0,1 0 0 0,-1 0 256 15,0 1-256-15,0 0 0 0,1-1 256 16,1 1-256-16,2-1 0 0,-2 0 256 0,1-2-256 0,2-1 0 0,-1 0-256 16,0 2 256-16,4 0 0 0,-3-3-256 0,0 0 256 0,0-2 0 0,0 1-256 15,2-1 256-15,0 0 0 0,-1-3 256 16,0-1-256-16,1-2 0 0,-1 0 256 0,1-1-256 0,2-2 0 0,-1 2 256 15,-2-3-256-15,-1 0 0 0,0-1 256 0,0-2-256 0,-2-1 0 16,1 2 256-16,-2 0-256 0,1-1 0 0,-1 0-256 16,-1 0 256-16,-1-2 0 0,0 1-256 0,-1 1 256 0,-1 0 0 0,0 0-256 15,-1 0 256-15,-1 1 0 0,0 0-256 0,-1-1 256 16,-1 1 0-16,1 0-256 0,-2 2 256 0,0 0 0 0,1 1-152 16,-1 0 152-16,-1 0 0 0,0 1 256 0,0 1-256 0,-1 0 0 15,1 1 256-15,-2 1-256 0,0 1 0 0,1-1 256 0,2 3-256 16,-2 0 0-16,1-1 256 0,1 1-256 0,0 1 0 0,1 0 256 15,0 1-256-15,2 1 0 0,-1 0 256 0,2-1-256 0,-1 0 0 0,2 0 256 16,2 1-256-16,2 1 0 0,-2-2 256 16,1 1-256-16,1-1 0 0,-2-2-2920 0,-1-1 2920 0,-1-1 0 0</inkml:trace>
  <inkml:trace contextRef="#ctx0" brushRef="#br0" timeOffset="-34270.959">6124 16745 1024 0,'0'0'0'0,"0"0"0"0,0 0 0 0,0 0 0 0,0 0 0 0,0 0 0 0,0 0 0 0,0 0 0 16,0 0 0-16,0 0 0 0,0 0 0 0,0 0 0 0,0 0 0 0,-3 7 0 16,-2 5 0-16,0 4 0 0,4-10 0 0,4-4 0 0,1-1 0 0,-2 4 0 15,1 1 0-15,1 2 0 0,-1-1 0 16,0-1 0-16,0 0 0 0,1 1 0 0,2 0 0 0,1 1 0 0,-2-1 0 15,-1-1 0-15,-1 0 0 0,1 0 0 0,-2 1 0 0,2-1 0 0,-1 0 0 16,0-1 0-16,0-1 0 0,0 1 0 0,-2-1 0 16,1 1 0-16,0-2 0 0,-2 1 0 0,1-2 0 0,0 0 0 15,0 0 0-15,0 0 0 0,0 0 0 0,0-1 0 16,0-1 0-16,0 0 0 0,1-1 0 0,2-1 0 16,-2 0 0-16,0-1 0 0,0-1 0 0,0 0 0 0,1 0 0 0,1-1 0 0,-1-1 0 15,0-1 0-15,0-2 0 0,0 3 256 16,1-2-256-16,-1 0 0 0,0 1 256 0,0-2-256 0,0 0 0 0,-1 0 256 15,2 1-256-15,0-1 0 0,-1 1 256 0,1 1-256 0,0 0 0 0,0-1 256 16,-2 0-256-16,1-1 0 0,0 1 256 16,0 1-256-16,0 0 0 0,0 0 256 0,-2 0-256 0,1 2 0 0,1-1 256 15,0 1-256-15,1 0 0 0,-1 0-256 16,0-1 256-16,0 1 0 0,0 1-256 0,1 1 256 0,1 0 0 0,-2 2-1536 0,-3 1 1536 16,-3 1 0-16</inkml:trace>
  <inkml:trace contextRef="#ctx0" brushRef="#br0" timeOffset="-33832.749">6535 16763 1024 0,'0'0'0'0,"0"0"0"15,0 0 0-15,0 0 0 0,0 0 256 0,0 0-256 0,0 0 0 0,0 0 256 0,0 0-256 0,0 0 0 0,0 0-30 0,0 0 30 0,0 0 0 0,0 0-256 16,0 0 256-1,0 0 0-15,8 3-226 0,3 1 226 0,4 2 0 0,-7-6 0 16,-5-3 0-16,-1-3 0 0,2 2 0 16,1 0 0-16,1-1 0 0,-6 5 0 0,6-4 0 0,-3 0 0 0,1-1 0 0,0 2 0 15,-2 0 0-15,1 0 0 16,0 0 256-16,-2 0-256 0,1 0 0 0,0 0 256 0,0 0-256 0,0-1 0 0,-1 0 256 16,-1 1-256-16,-1 1 0 0,0-1 256 0,-1 1-256 0,-1 1 0 0,1-1-256 15,0 0 256-15,0-1 0 0,-1 2-256 0,-1 1 256 0,-1 1 0 0,-1-1-256 16,0 2 256-16,-1-1 0 0,1 0-256 15,2 1 256-15,-1 2 0 0,-1-1 0 0,0 2 0 0,-1 2 0 0,1-3 0 16,0 2 0-16,-1 0 0 0,2 0 0 0,1 1 0 16,1 2 0-16,0-1 256 0,-2 0-256 0,-1 2 0 0,3-2 256 0,1 2-256 15,1 0 0-15,0 0 114 0,1 0-114 0,1 2 0 0,1-1 131 16,1 0-131-16,2 1 0 0,0 0 232 0,0-2-232 0,3 0 0 0,-2-1 69 16,2-1-69-16,1 0 0 0,0-1 197 0,2 0-197 0,0-2 0 15,-1 0 50-15,1-1-50 0,-1 0 0 0,1-2 168 16,2-1-168-16,0-1 0 0,-9 0-1473 15,-4 0 1473-15,-4 0 0 0</inkml:trace>
  <inkml:trace contextRef="#ctx0" brushRef="#br0" timeOffset="-33429.18">6950 16647 1024 0,'0'0'0'0,"0"0"0"0,0 0 0 0,0 0 0 0,0 0 256 0,0 0-256 16,0 0 0-16,0 0 256 0,0 0-256 0,0 0 0 0,0 0 256 0,0 0-256 0,0 0 0 0,-7 1-256 16,-5 1 256-16,-1 1 0 0,6-2-256 15,1 0 256-15,3 0 0 0,-2 1-116 0,1 2 116 0,0-1 0 0,0 0 256 16,1 0-256-16,1 1 0 0,-2 0 256 16,1 0-256-16,0 1 0 0,1 0 256 0,1 1-256 0,1 2 0 0,0-2 256 0,1 0-256 15,1 0 0-15,0 1 256 16,1 2-256-16,2 1 0 0,-2-1-256 0,1 2 256 0,1 1 0 0,-1-1-256 15,1-1 256-15,1 0 0 0,0 0-256 0,0 0 256 16,1-1 0-16,-1 0-256 0,-1 2 256 0,2 0 0 0,-2 1 256 0,-1-3-256 0,-1 2 0 16,1-1 256-16,-2 1-256 0,1-1 0 0,-1 0 256 15,-1 0-256-15,-1-1 0 0,1-1 256 0,-2 1-256 0,1-1 0 0,-2-1 256 16,-1 0-256-16,-2-2 0 0,2 1 256 0,-1-1-256 0,-1 0 0 0,1-1 256 16,-2-1-256-16,-1-1 0 0,1-1 256 15,2-1-256-15,-1-1 0 0,-1 0 233 0,0-2-233 16,-1 1 0-16,1-3-42 0,2-1 42 0,-1-2 0 0,0 2-80 0,2-2 80 0,1 0 0 0,1 0-42 31,2-2 42-31,2-1 0 0,0 1-111 0,2-1 111 0,0-2 0 0,-3 9-2402 0,-2 4 2402 0,-2 4 0 0</inkml:trace>
  <inkml:trace contextRef="#ctx0" brushRef="#br0" timeOffset="-33061.581">7468 16441 1024 0,'0'0'0'0,"0"0"0"0,0 0 0 0,0 0 0 0,0 0 212 0,0 0-212 0,0 0 0 0,0 0 256 0,0 0-256 0,0 0 0 0,0 0 256 0,0 0-256 0,0 0 0 0,0 0 256 31,0 0-256-31,0 0 0 0,-5 6 256 16,-1 2-256-16,-2 3 0 0,3-4 78 0,1-2-78 0,1 0 0 0,-2 0 256 15,0 1-256-15,-1 1 0 0,1 0 256 0,-1 0-256 0,-2 1 0 0,3 2 256 16,-2 0-256-16,-1 2 0 0,1-2 232 0,0 1-232 16,2-1 0-16,-1 2-256 0,0 1 256 0,0 0 0 15,-1 0-256-15,3 1 256 0,-1 0 0 0,0 0-256 0,2 1 256 16,-1 1 0-16,2 0-256 0,1 0 256 0,1 2 0 0,1-1-256 16,1 1 256-16,0 0 0 0,1 0 256 0,0-1-256 0,3 0 0 0,-1-1 256 15,3 2-256-15,2 1 0 0,-2-1 256 0,0-2-256 0,4 1 0 16,-3-1 256-16,1 0-256 0,3-1 0 0,-2-2 256 15,1-2-256-15,2-3 0 0,-2-1 256 0,-1-2-256 0,0-2 0 0,-7-1-2570 16,-4-2 2570-16,-4-2 0 0</inkml:trace>
  <inkml:trace contextRef="#ctx0" brushRef="#br0" timeOffset="-32756.56">7775 16548 1024 0,'0'0'0'15,"0"0"0"-15,0 0 0 0,0 0 0 0,0 0 256 0,0 0-256 0,0 0 0 0,0 0 256 16,0 0-256-16,0 0 0 0,0 0 256 0,0 0-256 0,0 0 0 0,-2 4 256 16,-2 3-256-16,0 1 0 0,2-3 256 0,1-1-256 0,1 0 0 0,-1 2 256 15,-1 1-256-15,-1 2 0 0,1 1-256 0,-1 0 256 0,-1 2 0 16,1-1-256-16,-1 0 256 0,1 2 0 0,0-2 256 15,-1 2-256-15,-1 0 0 0,1 1 256 0,-1 1-256 0,-2 1 0 0,3-2 256 16,-2-1-256-16,0 0 0 0,1 1 256 0,-1 1-256 0,-2 1 0 16,3-3 256-16,1 0-256 0,1-1 0 0,-1-2-256 15,0-2 256-15,0-1 0 0,-1 0-256 0,3 0 256 0,-1-2 0 0,0-1-256 16,2-2 256-16,-1-2 0 0,1 2-1536 16,1-3 1536-16,1 0 0 15</inkml:trace>
  <inkml:trace contextRef="#ctx0" brushRef="#br0" timeOffset="-32499.103">7615 16580 1024 0,'0'0'0'0,"0"0"0"0,0 0 0 0,0 0 0 0,0 0 256 0,0 0-256 0,0 0 0 0,0 0 182 16,0 0-182-16,0 0 0 0,0 0 83 16,0 0-83-16,0 0 0 0,0 0 256 0,0 0-256 0,0 0 0 0,0 7 256 15,2 4-256-15,0 3 0 0,1-6 256 0,1-1-256 0,1 0 0 16,0 0 240-16,1 2-240 0,2 0 0 0,-2 1 239 0,1 1-239 15,1 3 0-15,-1-2 256 0,2 2-256 0,0 0 0 0,-1 0 256 16,2 1-256-16,1 1 0 0,-1-1 256 0,-1 0-256 0,0-1 0 16,0 0 256-16,0 0-256 0,1 0 0 0,-1-3-14 15,-2 0 14-15,2-2 0 0,-1-1-256 0,0-2 256 0,0-1 0 0,1-1-256 16,-2 0 256-16,0-3 0 16,-4 1-2266-16,-3-2 2266 0,-3-2 0 0</inkml:trace>
  <inkml:trace contextRef="#ctx0" brushRef="#br0" timeOffset="-32295.38">7978 16833 1024 0,'0'0'0'0,"0"0"0"0,0 0 0 0,0 0 0 0,0 0 0 0,0 0 256 0,0 0-256 0,0 0 0 0,1 7 256 16,1 5-256-16,1 4 0 0,-1-7 256 0,2 0-256 15,0-2 0-15,-1 2 256 0,-3-9-256 0,1 11 0 0,1 0 0 16,0 1 256-16,0 0-256 0,0 2 0 0,0 0 256 0,-2 1-256 0,1 0 0 0,-1 1 207 0,-1-1-207 15,-1 2 0-15,1-2 256 16,-1-2-256-16,-1 0 0 0,1-2 256 0,2 0-256 0,-1-2 0 0,0-1 256 16,0-2-256-16,0-1 0 0,0-2-2511 0,2-3 2511 15,-1-3 0-15</inkml:trace>
  <inkml:trace contextRef="#ctx0" brushRef="#br0" timeOffset="-31265.901">8277 16558 1024 0,'0'0'0'0,"0"0"256"0,0 0-256 0,0 0 0 0,0 0 256 0,0 0-256 0,0 0 0 16,0 0 256-16,0 0-256 0,0 0 0 0,0 0 256 0,0 0-256 0,0 0 0 0,0 5 256 15,-2 4-256-15,1 2 0 0,0-4 10 16,2 0-10-16,-1-2 0 0,0 2-125 0,2 2 125 0,-1 0 0 16,-1-9 0-16,2 9 229 0,1 0-229 0,1 1 0 0,-2 0 256 0,2-1-256 0,1 1 0 15,-1-1 256-15,0 0-256 0,3 1 0 0,-2 0 256 16,0-1-256-16,1 1 0 0,-1-2 256 0,0-1-256 16,0 0 0-16,0-1 256 0,1-1-256 0,2 0 0 0,-2-1-256 15,-2-1 256-15,1-1 0 0,0 0 114 0,2-2-114 0,1-2 0 16,-1 2 256-16,-2-1-256 0,1 0 0 0,1-4 256 0,-3 0-256 0,1-2 0 15,0 1 27-15,0 2-27 0,0-1 0 0,1-1 0 16,-3-2 0-16,1-1 0 0,0 2 0 0,-2 0 0 0,1-1 0 0,0 1 0 16,-2 1 0-16,1 0 0 0,0 0 0 0,0 0 0 0,0 0 0 15,1 0 0-15,-3-1 0 0,1 0 0 0,0 2 0 16,-2 1 0-16,1 1 0 0,1 0 0 0,0-1 0 0,1 1 0 0,-1 0 0 16,-1 0 0-16,-1 0 0 0,1 1 0 15,0 2 0-15,0-1 0 0,0 1 0 0,0-2 0 0,0 1 0 0,0 1 0 16,0 1 0-16,0 1 0 0,0 0 0 15,0 1 0-15,0 1 0 0,0 2 0 0,2 1 0 0,-1 2 0 0,0 0 0 16,-1 0 0-16,1 2 0 0,-1 0 0 0,1 1 0 0,1 2 0 0,-1 0 0 16,1 1 0-16,1 1 0 0,-1 0 0 0,0 1 0 0,0 1 0 0,0-2 0 15,1 2 0-15,-1 1 0 16,-1-2 0-16,2 1 0 0,0 1 0 0,-1-2 0 0,-1 0 0 0,-1-1 0 0,1 1 0 16,0 0 0-16,0 0 0 0,0-3 0 15,-2 0 0-15,1-1 0 0,0 0 0 0,-2 0 0 0,1-1 0 0,-2-2 0 0,0 0 0 16,-1-2 0-16,-1 1 0 0,3-2 0 0,-1 0 0 0,0-2 0 15,-1-1 0-15,-1-1 0 16,1-1 0-16,-1-1 0 0,-2-1 0 0,2 1 0 16,2-1 0-16,-1-1 0 0,0 0 0 0,0-1 0 0,0-1 0 0,0 1 0 15,-1-1 0-15,0-1 0 0,1 0 0 0,1-1 0 0,1-2 0 0,0 1 0 0,1 0 0 16,1-2 0-16,0 2 0 16,1-1 0-16,1-1 0 0,-1 2 0 0,1-2 0 0,2 0 0 0,0 0 0 0,1 0 0 15,2-2 0-15,-2 2 0 0,0-2 0 0,0 0 0 0,1 0 0 16,2 1 0-16,0-1 0 0,-1 2 0 0,0-1 0 0,0 1 0 15,1-1 0-15,-2-1 0 0,0-3 0 0,0 3 0 16,1 1 0-16,0 0 0 0,-1-1 0 0,-1 0 0 0,-1-2 0 0,1 1 0 16,1-2 0-16,-1-1 0 0,-1 1 0 15,-1 0 0-15,-1-2 0 0,1 1 0 16,0 0 0-16,0-2 0 0,0 1 0 0,-1 0 0 0,0-2 0 0,0 0 0 16,-2-1 0-16,1-1 0 0,-1 1 0 0,2-1 0 0,0 0 0 15,-1 0 0-15,-1 1 0 0,-1 1 0 0,1-1 0 16,-2 1 0-16,1 1 0 0,0 1 0 0,-1 1 0 0,-1 2 0 0,0-1 0 0,3 0 0 0,-1 1 0 0,0 1 0 15,2 2 0-15,-1 0 0 0,0 1 0 0,2 1 0 0,0 0 0 0,-1 1 0 16,1 0 0-16,1 0 0 0,-1 0 0 16,0 2 0-16,0 1 0 15,2 0 0-15,0 1 0 0,3 1 0 0,-1 1 0 0,0 1 0 0,1 0 0 0,-1 2 0 16,1 0 0-16,2 1 0 0,-1 2 0 16,1 2 0-16,2 3 0 0,-2 0 0 0,1 2 0 15,3 2 0-15,-3-1 0 0,-1 3 0 0,1 2 0 0,-1 0 0 16,1 4 0-16,2 2 0 0,-3-2 0 0,-1 1 0 15,-1 1 0-15,2 1 0 0,-3 1 0 0,1 2 0 0,-2 0 0 16,-1 3 0-16,0 2 0 0,-2-1 0 0,-1 0 0 0,-1 2 0 16,-1-1 0-16,-1 2 0 0,-2 1 0 0,-2-1 0 0,-1-2 0 15,-2 1 0-15,-1-3 0 0,0 0 0 0,-1-2 0 0,7-18-3071 16,4-13 3071-16,4-10 0 0</inkml:trace>
  <inkml:trace contextRef="#ctx0" brushRef="#br0" timeOffset="-13931.809">6138 17361 1024 0,'0'0'0'0,"0"0"0"0,0 0 0 0,0 0 0 0,0 0 256 0,0 0-256 0,0 0 0 0,0 0 256 16,0 0-256-16,0 0 0 0,0 0 256 0,0 0-256 16,0 0 0-16,0 0 256 0,0 0-256 0,0 0 0 0,1 11 207 15,2 4-207-15,0 6 0 0,-1-12-144 16,0-3 144-16,0-5 0 0,0 5 200 15,1-1-200-15,1 0 0 0,-1 2 256 0,0 1-256 0,0 2 0 0,1-1 256 0,0 0-256 0,1 2 0 0,-1-1 256 16,0 2-256-16,0 1 0 16,0-2 256-16,-2 1-256 0,2-1 0 0,-1 1 256 15,-2 0-256-15,1 2 0 0,0-1-256 0,-2 1 256 0,1 0 0 0,0-1-256 16,1 0 256-16,1-1 0 0,-1 1-256 16,-2 0 256-16,1 2 0 0,0-2-256 0,1 0 256 0,1-1 0 0,-2 0-256 15,-1 0 256-15,-1-1 0 0,1 0 102 0,2-1-102 16,-1 0 0-16,0-1 256 0,-2-2-256 0,1 0 0 0,0 0 256 15,0-1-256-15,0 0 0 0,0-1 184 0,0-1-184 0,0-1 0 16,0 1-254-16,0-1 254 0,0-1 0 0,0 0-256 0,0-1 256 0,0-1 0 0,0 1-256 16,0 0 256-16,0 1 0 0,0-2-113 15,3-1 113-15,-2-2 0 0,0 1 16 0,1-1-16 16,1-1 0-16,-1-1 14 0,1-1-14 0,1-2 0 0,0 0 70 16,1 1-70-16,3-3 0 0,-3 1 209 0,1-2-209 0,1-1 0 0,-1 1 204 15,1-1-204-15,-1-2 0 0,0 1 256 0,1-1-256 16,3 0 0-16,-3-1 256 0,1 0-256 0,1-3 0 0,0 3 184 15,-3 0-184-15,1 1 0 0,0-2-256 0,1 2 256 0,-1 0 0 0,-1 0-256 16,2-1 256-16,1-1 0 0,-1 2-256 0,-2 0 256 0,1 1 0 16,-1 0-256-16,0 0 256 0,-2 1 0 0,1 0-256 15,1 1 256-15,1 0 0 0,-2 0-256 0,3 2 256 16,-1 0 0-16,-1 0-80 0,-1 0 80 0,0-1 0 0,2 2 256 16,-3 1-256-16,1 0 0 0,-1 0 256 0,-1 3-256 15,-1-1 0-15,1 1 256 0,0 0-256 0,1 2 0 0,-1-1 256 0,-2 0-256 0,1 0 0 0,0 1 256 16,0 1-256-16,0 1 0 0,-1-1 256 0,-1 0-256 0,-1-1 0 15,1 1 256-15,0 1-256 0,0-1 0 0,0 0 256 16,-2 1-256-16,1 1 0 0,0-1-2847 0,2 0 2847 0,-1 0 0 0</inkml:trace>
  <inkml:trace contextRef="#ctx0" brushRef="#br0" timeOffset="-13498.34">6041 17642 1024 0,'0'0'0'0,"0"0"0"0,0 0 0 0,0 0 0 0,0 0 0 0,0 0 0 0,0 0 0 15,0 0 0-15,0 0 0 0,0 0 0 0,4 0 0 0,3-1 0 16,1-1 0-16,-2 1 256 16,1 0-256-16,2 0 0 0,-1-1 256 15,1-1-256-15,2-2 0 0,-11 5 0 0,11-3 256 0,0 0-256 0,4 0 0 0,-4 1 256 0,3-1-256 0,-1 2 0 0,-1-1 256 16,2-1-256-16,0 1 0 0,-1 1 256 0,1 0-256 0,1 0 0 0,-3 0 256 15,-1-1-256-15,1-1 0 0,0 2 256 16,-2 1-256-16,2 1 0 16,-1-2 256-16,1 1-256 0,-1-2 0 0,-1 1 114 0,0 1-114 0,-2 1 0 0,1-2-256 0,-1 0 256 0,1-1 0 15,-1 1-164-15,-1 0 164 16,-1 0 0-16,1 0 256 0,-2-1-256 0,-1-1 0 0,-2 1-2254 0,-2 3 2254 0,-2 0 0 0</inkml:trace>
  <inkml:trace contextRef="#ctx0" brushRef="#br0" timeOffset="-12838.105">6958 17459 1024 0,'0'0'0'0,"0"0"256"0,0 0-256 0,0 0 0 0,0 0 256 0,0 0-256 16,0 0 0-16,0 0 256 0,0 0-256 0,0 0 0 0,0 0 256 16,0 0-256-16,0 0 0 0,-2 8-256 0,-2 5 256 0,-2 4 0 0,2-10-256 15,1-3 256-15,0-3 0 0,1 4-256 0,-2 1 256 16,-1 2 0-16,1-2-93 0,-1 1 93 0,-2 2 0 0,2-1 256 0,0 0-256 15,0 2 0-15,0-2 256 0,-1 0-256 0,-2 1 0 0,2 1 256 16,0 0-256-16,0 2 0 0,0-2 256 0,-2 1-256 0,0-1 0 0,1 1 256 16,1 1-256-16,-1 0 0 0,1-1 256 0,-1-1-256 15,-1 0 0-15,0 0-166 0,3 0 166 0,-1-1 0 0,0-2-256 16,2 0 256-16,-1-2 0 0,0 0-256 0,2-1 256 0,1 0 0 0,-1-1-59 16,0-2 59-16,0 1 0 0,1-1 256 0,1-1-256 15,1-1 0-15,-1 0 256 0,2-1-256 0,-1-1 0 0,0-2 256 16,0-1-256-16,0-2 0 0,1 1 256 0,1 0-256 0,1-2 0 15,-2 7-1986-15,-1 2 1986 16,-1 2 0-16,1-10 0 0,2-4 0 0,-1-5 0 0,0 2 0 16,1-2 0-16,1-2 0 0,-1 2 0 0,-2 0 0 0,2 1 0 0,-1-1 0 15,1 1 0-15,1 1 0 0,-2 0 256 16,-1 2-256-16,-1 0 0 0,1 2 256 0,0-1-256 0,0 3 0 0,0 1 256 16,2 0-256-16,-1 2 0 0,-1 0 256 0,-1 1-256 15,-1 0 0-15,1 1 256 0,2 1-256 0,-1 1 0 0,0 0 256 0,0 1-256 16,0 1 0-16,0-1 256 0,2 1-256 0,-1 1 0 0,0-1 256 15,0 1-256-15,0 1 0 0,1-1 147 0,1 1-147 0,1 1 0 16,-1 0-226-16,1 1 226 0,3 2 0 0,-3-2-130 16,1 3 130-16,1 0 0 0,-1 0 256 0,0 0-256 0,1 2 0 0,-1 0 256 15,1 1-256-15,1 2 0 0,2 1 256 16,-1 0-256-16,3 3 0 0,-2-2 256 0,2 2-256 0,0 1 0 0,0 1 208 16,-1 2-208-16,0 2 0 0,1-1 0 15,0-1 0-15,2 2 0 0,-2-2 0 0,-2-1 0 0,0-1 0 0,2-1-208 0,-3-1 208 0,1-1 0 16,-1-2-256-16,0 0 256 0,-2-2 0 0,-3-6-2607 15,-4-6 2607-15,-1-3 0 0</inkml:trace>
  <inkml:trace contextRef="#ctx0" brushRef="#br0" timeOffset="-8661.727">7630 17310 1024 0,'0'0'0'0,"0"0"256"0,0 0-256 16,0 0 0-16,0 0-94 0,0 0 94 0,0 0 0 0,0 0-129 0,0 0 129 0,0 0 0 0,0 0 256 0,0 0-256 0,0 0 0 16,0 0 256-16,0 0-256 0,0 0 0 0,1 5-46 15,1 2 46-15,1 3 0 0,2-8 146 0,2-3-146 0,3-3 0 16,-2 4 256-16,1-2-256 15,3 1 0-15,-2-1 256 0,0 1-256 0,4 0 0 0,-3 0 256 16,1 0-256-16,-1 0 0 0,0 1 256 0,2-2-256 0,0 1 0 0,0 1 256 0,-2-1-256 0,0-1 0 0,0 1 256 16,-2 1-256-16,0 1 0 0,-1-2-166 0,0 1 166 15,-2-2 0-15,0 1-256 0,-1 1 256 0,-1 1 0 0,2-2-256 16,-3 1 256 0,1-2 0-16,-1 1-256 0,-1 1 256 0,-1 1 0 0,1-1-256 15,-2 0 256-15,1 0 0 0,0 0 256 0,-2 0-256 0,1 0 0 0,0 0 256 16,0 0-256-16,0 0 0 0,0 0 256 15,-2 0-256-15,1 0 0 0,0 0 256 0,0 0-256 0,0 0 0 0,0 0 256 0,0 0-256 0,0 0 0 0,0 1 256 0,0-1-256 0,0 2 0 32,0-1 256-32,2 0-256 0,-1 0 0 0,0 1 256 0,-2 2-256 15,1-1 0-15,0 1-69 0,2 0 69 0,-1 2 0 0,0-1-178 16,0 2 178-16,0 2 0 0,0-1-39 16,0 1 39-16,0 3 0 0,0-1-61 0,2 1 61 0,-1 3 0 0,0-2 139 15,0 0-139-15,0 2 0 0,0-1 240 0,0 2-240 0,0 1 0 16,0 0 0-16,0-1 0 0,0 2 0 0,0-1 0 15,-2 0 0-15,1 2 0 0,0-1 0 0,2 0 0 0,-1 0 0 0,0 0 0 16,0 0 0-16,0-1 0 0,0 1 0 0,0-1 0 0,0-1 0 16,0-1 0-16,1-1 0 0,2-1 0 0,-2-1 0 15,-2-1 0-15,1 0 0 0,0-1-248 0,0 0 248 0,0-1 0 0,0-2-4 16,0-1 4-16,0 0 0 0,0 0 252 0,-2-1-252 16,1-1 0-16,0 1 0 0,0 0 0 0,0-2 0 0,0 0 0 15,0-1 0-15,0-1 0 0,0 1 0 0,0-1 0 0,0-1 0 0,0 1 0 16,0-1 0-16,0-1 0 0,0 1 0 0,-2-1 0 15,1-1 0-15,0 1 0 0,2 0 0 0,-1 0 0 0,0 1-10 16,0-2 10-16,0 1 0 0,-1-1-142 0,-1 1 142 0,-1-3 0 0,0 2 152 16,0 0-152-16,-2 0 0 0,2 0 0 15,-1-1 0-15,-1-1 0 0,0 2 0 0,-2-1 0 0,0 2 0 0,1-1 0 16,-1 0 0-16,-2-1 0 0,2 0 0 16,-1 2 0-16,-1-1 0 0,-1 0 0 0,-1 1 0 0,-3 0 0 0,2 0 0 15,2 1 0-15,0-1 0 0,-1 0 0 0,0 0 0 0,-2 0 0 0,3 0 0 16,1 0 0-16,0-1 0 0,0 1 0 0,2-1 0 0,-1-1 0 15,-1 2 0-15,3-2 0 0,-1 0 0 0,2 0 0 16,2-1 0-16,2-1 0 0,-2 0 0 0,-1 0 0 0,1-1 0 16,2 1 0-16,2-2 0 0,2 0 0 0,0-1 0 15,0-3 0-15,1-1 0 0,-3 8-3071 0,-1 4 3071 0,-1 4 0 0</inkml:trace>
  <inkml:trace contextRef="#ctx0" brushRef="#br0" timeOffset="-8366.47">7946 17575 1024 0,'0'0'0'0,"0"0"0"0,0 0 0 0,0 0 0 0,0 0 256 16,0 0-256-16,0 0 0 0,0 0 256 0,0 0-256 0,0 0 0 0,0 0 256 15,0 0-256-15,0 0 0 0,0 0 256 0,0 0-256 0,0 0 0 0,0 0 256 16,0 0-256-16,0 0 0 0,0 0 256 0,0 0-256 16,0 0 0-16,0 0 256 0,0 0-256 0,0 0 0 0,0 0 256 15,0 0-256-15,0 0 0 0,-1 5 256 16,-1 2-256-16,-1 3 0 0,-1-7 256 0,-2-3-256 0,-3-3 0 0,2 3 256 0,-1 0-256 15,-1 0 0-15,-1 0 255 0,0 0-255 0,-1 0 0 0,1 1 0 16,-1 0 0-16,-2 1 0 0,2-1 0 16,1 1 0-16,0 0 0 0,0 0 0 0,2 1 0 0,-1-1 0 0,0 1 0 0,2-2 0 15,1 2 0-15,1-2-255 16,1-2 255-16,0 1 0 0,2 0-256 0,1 0 256 0,1 0 0 0,-1 0-2560 16,2 0 2560-16,-1 0 0 0</inkml:trace>
  <inkml:trace contextRef="#ctx0" brushRef="#br0" timeOffset="-7572.504">8210 17470 1024 0,'0'0'0'0,"0"0"0"0,0 0 0 0,0 0 0 16,0 0 0-16,0 0 0 0,0 0 0 0,0 0 256 0,0 0-256 0,0 0 0 0,-4 10 256 0,-5 5-256 16,0 5 0-16,5-11 256 0,2-2-256 15,2-7 0-15,0 3 0 0,-2 5 256 16,0-1-256-16,0 3 0 0,0-2 256 0,-1 2-256 0,1 0 0 0,2 1 256 0,1 0-256 16,1 3 0-16,0-3 256 0,0 2-256 0,1 1 0 0,0-2-254 15,1 1 254-15,1-1 0 0,0 0 39 0,1-2-39 16,2 0 0-16,-2-1 256 0,1-1-256 0,1 0 0 0,0-1 256 15,-1 0-256-15,0-2 0 0,0 0 256 0,1-1-256 0,-1 0 0 16,0-1 256-16,-1-2-256 0,1 1 0 0,1-2-144 0,0-1 144 0,1-1 0 0,0-1-256 0,-3-1 256 0,1-2 0 0,0 2-256 16,-2-1 256-1,2-1 0-15,-1 0-256 0,0-2 256 0,0 0 0 16,0 0-256-16,-1-1 256 0,0 0 0 0,0 0 256 16,-1-2-256-16,0 0 0 0,1 0 256 0,-2 1-256 0,2-1 0 0,-1 1 256 15,-2-1-256-15,1 0 0 0,-1 1 151 16,-1 1-151-16,-1 0 0 0,1 1 256 0,1 1-256 0,1 0 0 0,-2 0 256 15,-1 0-256-15,-1 1 0 0,1 1-147 0,2 1 147 0,-1 1 0 0,0 0-146 16,-2 1 146-16,1 1 0 0,0 0 149 16,0-2-149-16,0 0 0 0,0 2-243 0,-2 2 243 0,1-1 0 0,0 2-256 15,0 0 256-15,0 1 0 0,0 0 85 0,2 1-85 0,-1 2 0 16,0-1 256-16,-2 2-256 0,1 2 0 0,0 1 256 16,2 2-256-16,-1 2 0 0,0-2 253 0,0 2-253 0,0 0 0 0,0 3 0 15,0 2 0-15,0 2 0 0,0-1 0 0,2 1 0 16,-1 1 0-16,0-2 0 0,-2 2 0 0,1-1 0 0,0 1 0 15,-1-1 0-15,1 3 0 0,-1-2-253 0,2 0 253 0,-1 0 0 0,0 0-256 16,2 0 256-16,-1 1 0 0,0-2-168 0,-2 0 168 0,1 0 0 16,0-2 256-16,-2 1-256 0,1-2 0 0,0 0 256 15,0 0-256-15,0-1 0 0,0-1 165 0,-1-1-165 0,-1-1 0 0,1-1-145 16,-1-2 145-16,-2 0 0 0,2 0-256 16,0-1 256-16,0 0 0 0,0-2-256 0,-1 0 256 0,-1-2 0 0,2-1 155 15,-3-2-155-15,1-1 0 0,0 0 141 0,2 0-141 16,-1 0 0-16,0-2-180 0,0-1 180 0,-1-2 0 0,1 2-256 15,-1-2 256-15,-1-2 0 0,1 1-256 0,2-1 256 0,-1-2 0 0,-1 2-256 16,3-1 256-16,-1-1 0 0,0 0-256 0,2 0 256 16,-1-1 0-16,0 0 112 0,2-1-112 0,-1 0 0 0,0 0 256 15,2 0-256-15,-1-1 0 0,1-1 256 0,1-2-256 0,1-1 0 0,1-1 256 16,0-2-256-16,4-2 0 0,-3 2 256 16,1 1-256-16,2-1 0 0,-2 0 256 0,2 1-256 0,0 1 0 15,-1 0 54-15,2 0-54 0,0 1 0 0,-1 1-256 16,0 0 256-16,1 1 0 0,0-1-256 0,1 1 256 0,3-1 0 0,-9 9-2440 15,-5 4 2440 1,-2 4 0-16</inkml:trace>
  <inkml:trace contextRef="#ctx0" brushRef="#br0" timeOffset="-6951.836">9234 17133 1024 0,'0'0'0'0,"0"0"0"0,0 0 0 0,0 0 0 0,0 0 256 0,0 0-256 0,0 0 0 16,0 0 55-16,0 0-55 0,0 0 0 0,0 0 170 15,0 0-170-15,0 0 0 0,0 0 256 0,0 0-256 0,0 0 0 0,0 0 172 16,0 0-172-16,0 0 0 0,0 0-256 0,0 0 256 0,0 0 0 0,-9 0-256 16,-5 1 256-1,-4 1 0-15,9 0-59 0,5 1 59 0,4 1 0 0,-4 0 256 16,-1 1-256-16,-1 2 0 0,1-2 256 0,-2 1-256 0,0-2 0 0,1 3 256 0,0 2-256 0,-1 1 0 0,1-2 256 15,1 1-256-15,0-1 0 0,-1 1 256 16,2 0-256-16,-2 2 0 16,1-1-256-16,0 0 256 0,0 1 0 0,0 0-256 0,2 0 256 0,-1 2 0 0,-1-1-256 15,1 2 256-15,0 1 0 0,0-2-256 0,0 1 256 0,0 0 0 0,0 0-75 0,2 1 75 16,-2 0 0-16,2-1 256 16,-2 0-256-16,0-1 0 0,1 0 256 15,1 1-256-15,1 1 0 0,-1-1 256 0,2-1-256 0,-1 1 0 0,0-2 256 0,2 2-256 0,-1 1 0 0,1-1 80 16,1-1-80-1,1 1 0-15,-1-1-134 0,0 0 134 0,0-1 0 0,0 0 98 0,1 0-98 0,2-1 0 0,-2 0 188 16,0 0-188-16,0 1 0 0,0-1-65 0,0-2 65 0,0 0 0 0,0 0 179 16,0 1-179-1,0 2 0-15,1-3 215 0,-1 0-215 0,0-1 0 0,0-1 194 16,-2-1-194-16,1 0 0 0,0-1 222 0,1 0-222 16,1 0 0-16,-1 0 256 0,-2-1-256 0,1 0 0 0,0 0 256 15,-2-1-256-15,2 0 0 0,-1-1-232 0,0 1 232 16,0 1 0-16,0-2-256 0,0 0 256 0,0 0 0 0,0-1-256 15,-2 1 256-15,1-2 0 0,0 1-256 0,-2-1 256 0,1-1 0 0,0 1-2032 16,2 0 2032-16,-1 0 0 0</inkml:trace>
  <inkml:trace contextRef="#ctx0" brushRef="#br0" timeOffset="-5762.063">9108 17151 1024 0,'0'0'0'0,"0"0"0"0,0 0 0 0,0 0 0 16,0 0 256-16,0 0-256 0,0 0 0 0,0 0 256 15,0 0-256-15,0 0 0 0,0 0 256 0,0 0-256 0,0 0 0 0,0 0 256 16,0 0-256-16,0 0 0 0,0 0-191 16,0 0 191-16,0 0 0 0,0 0 41 0,0 0-41 0,0 0 0 0,0 0-61 0,0 0 61 0,0 0 0 15,0 0-256-15,0 0 256 0,0 0 0 0,0 0-256 16,0 0 256-16,0 0 0 0,0 0-212 0,0 0 212 0,0 0 0 0,0 0 206 15,0 0-206-15,0 0 0 0,0 0 256 16,0 0-256-16,0 0 0 0,0 0 256 0,0 0-256 0,0 0 0 0,0 0 256 16,0 0-256-16,0 0 0 0,0 0 256 0,0 0-256 15,0 0 0-15,0 0-256 0,0 0 256 0,0 0 0 0,0 0-256 0,0 0 256 0,0 0 0 0,0 4-256 16,2 1 256-16,-1 2 0 0,0-1-256 16,-2-1 256-16,1 0 0 0,0 0 98 0,-2 1-98 0,1 2 0 0,0-2 256 15,0 1-256-15,0 2 0 0,0-1 256 0,0 2-256 16,0 0 0-16,0 0 256 15,0-1-256-15,0 1 0 0,0 0 128 0,-1 0-128 0,1 1 0 0,0 0-256 0,0 1 256 0,0 0 0 0,0 0-256 32,-1-1 256-32,-1 1 0 0,1 0-256 0,2 2 256 0,-1 1 0 0,0-1-94 15,0 0 94-15,0 0 0 0,0 0-215 0,0 0 215 16,0 1 0-16,0-1-145 0,2 1 145 0,-1 1 0 0,0-2 13 16,0 0-13-16,0-1 0 0,0 1 83 0,2 2-83 0,-1 1 0 15,0-2 230-15,0 0-230 0,0-1 0 0,0 0 256 0,1 0-256 16,1 0 0-16,-1-2 256 0,-2-1-256 0,1 0 0 0,-2 1 150 15,0 2-150-15,-1 1 0 0,1-2-256 0,1-2 256 0,1 0 0 16,-1 0-256-16,-2-2 256 0,1 0 0 0,0 0-256 16,0 0 256-16,0 1 0 0,0-2-256 0,0-1 256 0,0 0 0 0,0-1-31 15,2-1 31-15,-1-1 0 0,0 1 184 0,0-1-184 16,0 1 0-16,0-2 256 0,0 1-256 0,0-2 0 0,0 0 256 16,0 0-256-16,0 0 0 0,0 0 256 0,2-1-256 0,-1-1 0 0,0 1-79 15,-2-1 79-15,1-1 0 0,0 1-256 16,0 0 256-16,0 0 0 0,0 0-256 0,2 0 256 0,-1 0 0 0,0 0-256 15,0-1 256-15,0-1 0 0,0 1-105 0,1 1 105 16,1 1 0-16,-1-2 0 0,2 1 0 0,0-2 0 0,0 1 0 16,1-1 0-16,2-1 0 0,-1 0 228 0,-1 0-228 0,0-1 0 0,0 1 191 15,1 1-191-15,1 1 0 0,0 0 207 0,-1-2-207 0,0 1 0 0,0 0 28 16,1 1-28-16,3 1 0 0,-2-2-43 0,-2 0 43 16,1-1 0-16,1 2-210 0,0 2 210 0,1-1 0 0,-1 0-176 15,2 0 176-15,1 0 0 0,-2 1-198 0,2-1 198 16,0 2 0-16,0-1-27 0,0 0 27 0,1 1 0 0,0-1 58 15,-1 1-58-15,0 0 0 0,0 0 256 0,-1 0-256 0,-2 1 0 16,1-2 256-16,-2 0-256 0,0 0 0 0,-1-1 256 0,-1 0-256 0,0 0 0 16,-1 0 256-16,-1 0-256 0,-1 0 0 0,1-1 256 15,0 1-256-15,0-2 0 0,-1-1 14 0,-1-1-14 0,-1-1 0 0,1 0-256 16,0 0 256-16,0-2 0 0,0 5-1096 16,-2 2 1096-16,1 2 0 0</inkml:trace>
  <inkml:trace contextRef="#ctx0" brushRef="#br0" timeOffset="-5233.858">9686 17480 1280 0,'0'0'0'0,"0"0"256"16,0 0-256-16,0 0 0 0,0 0 140 0,0 0-140 0,0 0 0 0,0 0 121 0,0 0-121 0,0 0 0 0,0 0 59 15,0 0-59-15,0 0 0 0,-2 6-10 0,-3 4 10 0,-1 2 0 16,3-3 256-16,1-2-256 0,1 0 0 0,-1 2 256 0,2 1-256 16,-1 2 0-16,0-1 256 0,0-1-256 0,0 1 0 0,1 0 256 15,1 0-256-15,1 2 0 0,-1-2 256 0,1 0-256 0,1 1 0 0,0-1 256 16,1-1-256-16,2 0 0 0,-1 0 256 15,1 0-256-15,1-1 0 0,0-1-256 0,2 1 256 16,0-1 0-16,-1 0-256 0,0-2 256 0,1-1 0 0,-1 0-256 0,-1-2 256 16,0-1 0-16,1 0 256 0,0-2-256 0,1 1 0 15,0-2 256-15,-3-2-256 0,1 0 0 0,0-1 256 0,0-1-256 0,1-1 0 16,-3 0 256-16,-1 1-256 0,-1-3 0 0,1 1 201 0,0-2-201 16,0-1 0-1,1 2 0-15,-2-2 0 0,1 0 0 0,-2 1 0 0,-1-1 0 0,-1 0 0 0,0 1-201 16,-1-1 201-16,-1-2 0 0,-1 2-256 0,-1-1 256 0,-3-2 0 0,2 2-256 15,-1 0 256-15,-2 0 0 0,1 1 98 0,-1 1-98 0,-2 0 0 0,2 1 256 16,-1 1-256 0,1 0 0-16,0 1 256 0,-1 1-256 0,-2 0 0 0,2 1 103 15,0 2-103-15,-1-1 0 0,1 1 0 0,2 1 0 0,-1 1 0 0,0-1 0 0,1 1 0 0,2 1 0 0,0-1 0 16,1 1 0-16,1 1 0 0,0-1 0 0,3 0 0 16,3 0 0-16,-3 0-3071 0,0-1 3071 15,0-1 0-15</inkml:trace>
  <inkml:trace contextRef="#ctx0" brushRef="#br0" timeOffset="-4861.08">9978 17442 1024 0,'0'0'0'0,"0"5"0"0,2 2 0 0,-1 3 0 0,0-5 118 0,0-1-118 0,0-1 0 0,0 2 256 0,1 0-256 0,2 1 0 31,-1 1 256-31,1 2-256 0,-4-9 0 0,5 9 0 0,-1 1 256 0,-4-10-256 0,5 10 0 0,1 2 0 0,0-1 256 0,0 1-256 0,1 0 0 0,-1 0-92 0,-2 1 92 16,2 0 0-16,-1 0-256 16,-2-1 256-16,1 1 0 0,0-1-256 0,1 1 256 15,1 0 0-15,0-2-63 0,-3-1 63 0,1 0 0 0,0-2 256 16,-1 0-256-16,0-2 0 0,0 1 256 0,-1-2-256 0,-1-1 0 0,1 1 154 0,1-3-154 0,-1 1 0 0,0-2-256 31,1-1 256-31,1-1 0 0,-1-2-256 0,1 1 256 0,1-3 0 0,-1 1-256 16,2-1 256-16,1-2 0 0,-1 0-256 0,-2-1 256 0,1-2 0 15,0 1 256-15,2 0-256 0,0-1 0 0,-2-1 256 0,-1 0-256 0,-1-2 0 0,1 1 256 0,2 1-256 0,0 0 0 0,-2-1 256 32,-1 1-256-32,-1-2 0 0,1 1 256 0,0 1-256 0,0-1 0 15,1 2 256-15,-1 0-256 0,0 2 0 0,-1 0 21 16,0-2-21-16,-2 0 0 0,1 1-82 0,1 0 82 0,1 1 0 0,-1 1-256 16,1-1 256-16,1 1 0 0,-3 4-1336 0,-1 3 1336 0,-1 3 0 15</inkml:trace>
  <inkml:trace contextRef="#ctx0" brushRef="#br0" timeOffset="-4429.157">10498 17521 1024 0,'0'0'0'0,"0"0"256"0,0 0-256 0,0 0 0 0,5-3 256 0,2-1-256 16,4-2 0-16,-5 2 256 0,-1 1-256 0,-1 0 0 0,2-1 256 15,2-1-256-15,1-1 0 0,-9 6 0 0,7-6-256 0,1 1 256 0,2-3 0 16,-2 2 150-16,-2 0-150 0,1-1 0 0,1 1-142 0,-1 0 142 0,0 2 0 0,-1-1 256 16,1 1-256-16,-3 0 0 0,0 1 256 0,-1 1-256 0,-1 1 0 0,0-1 256 15,-1-2-256-15,-1 0 0 0,-1 2 256 0,-1-1-256 0,-1 2 0 0,0 0-256 16,-1-1 256-16,-1-1 0 0,0 2-256 15,0 1 256-15,-2 1 0 0,1-1-256 0,0 1 256 0,-4 1 0 16,2 0-256-16,-1 2 256 0,-2-1 0 16,2 1 256-16,-1 1-256 0,-3 2 0 0,2-1 256 0,2 2-256 0,-2 0 0 0,2 1 256 15,0 0-256-15,1 2 0 0,0 0 256 0,1 2-256 0,1 1 0 0,1-2 256 16,2 2-256-16,1 1 0 0,0 0-256 16,1 0 256-16,1 2 0 0,0-1-256 0,1 1 256 0,1 1 0 0,2-1 65 15,1-1-65-15,2 1 0 0,-1-1 256 0,1-2-256 0,2 0 0 0,-1 0 256 16,1-1-256-16,2-1 0 0,-1-3 256 15,1-1-256-15,3-3 0 0,-3 0 256 0,3-1-256 0,-1-1 0 0,0-2-256 16,-1-2 256-16,0-2 0 0,-8 3-2377 0,-4 0 2377 0,-4 0 0 0</inkml:trace>
  <inkml:trace contextRef="#ctx0" brushRef="#br0" timeOffset="-3973.808">10988 17321 1024 0,'0'0'0'0,"0"0"0"16,0 0 0-16,0 0 0 0,0 0 256 0,0 0-256 0,0 0 0 0,-4 1 256 16,-4 0-256-16,-2 0 0 0,3 1 256 0,2-1-256 0,-1 3 0 0,-1-2 256 15,1 0-256 1,0 0 0-16,0 1 256 0,6-3-256 0,-6 2 0 0,-1 3 0 0,1-1 256 15,2 1-256-15,-1 1 0 0,0-1-168 0,1 1 168 0,-1-1 0 0,1 1 117 16,1 0-117-16,1 1 0 16,0 0 256-16,1-1-256 0,1 0 0 0,0 1 256 0,1 2-256 0,1 1 0 0,1-1 256 0,1-1-256 15,2 0 0 1,-2 1-256-16,0 0 256 0,0 1 0 0,1 0-256 16,2-1 256-16,4 1 0 0,-3-1-256 0,-2-1 256 15,1-1 0-15,2 1 256 0,0 1-256 16,1 0 0-16,-1-1 256 15,-2 1-256-15,-1-1 0 0,0 1 256 0,2-1-256 0,1 0 0 0,-3 1 256 0,-1 0-256 0,-1 2 0 0,1-2 256 0,-1-1-256 0,0 1 0 0,0-1 256 0,-2 0-256 0,1 1 0 16,-1-1-256-16,-1-1 256 0,-1 0 0 0,0 0-256 16,-1-2 256-16,-1 1 0 0,1 0-256 0,-1 0 256 0,-1 1 0 0,-1 0 256 0,-1-1-256 0,-2 1 0 0,1-1 256 15,-1 0-256-15,-1 0 0 0,-1-1 256 0,0 0-256 0,-2-1 0 0,1-1 50 16,-1 0-50-16,0-1 0 16,-1-1-50-16,3-1 50 0,-1-1 0 0,0 0-256 15,2-1 256-15,1-1 0 0,1-1-256 0,0-1 256 0,2-2 0 0,2 5-2509 16,2 2 2509-16,2 2 0 0</inkml:trace>
  <inkml:trace contextRef="#ctx0" brushRef="#br0" timeOffset="-3530.271">11739 16967 1024 0,'0'0'0'0,"0"0"0"0,0 0 0 0,0 0 0 0,0 0 256 0,0 0-256 15,0 0 0-15,0 0 256 0,0 0-256 16,0 0 0-16,-4 1 256 0,-4 0-256 0,-1 0 0 0,2 1 256 15,2-1-256-15,1 3 0 0,-2-1 256 0,-1 1-256 0,-3 2 0 0,2-1 256 0,2 3-256 16,-1 1 0-16,0-1 256 16,-1 2-256-16,0 0 0 0,1 0 256 0,-2 2-256 0,0 0 0 0,2 2 256 15,1 2-256-15,1 2 0 0,-2-2 256 16,1 1-256-16,0 1 0 0,0-1 256 0,2 2-256 0,-2 2 0 16,3 0 255-16,1 1-255 0,0 1 0 0,1 1-65 15,1 1 65-15,1 2 0 0,1-2-256 0,1 1 256 0,1 2 0 0,1-2 197 16,0 2-197-16,1 0 0 0,1-2 124 0,3 1-124 0,1-1 0 0,-1 0 0 15,3 0 0-15,2 1 0 0,-1-3 0 16,0-1 0-16,3-1 0 0,-2-2 0 0,-2-2 0 16,2-2 0-16,-1-1 0 0,2-3 0 0,0-1 0 0,0-3 0 0,-2-3 0 0,1-3 0 15,0 0 0-15,-1-4 0 0,0 0 0 0,-8 1-3071 16,-6 1 3071-16,-6 1 0 0</inkml:trace>
  <inkml:trace contextRef="#ctx0" brushRef="#br0" timeOffset="-3198.272">12175 17182 1024 0,'0'0'0'0,"0"0"0"0,0 0 0 0,0 0 0 0,0 0 256 0,0 0-256 0,0 0 0 0,0 0 256 15,0 0-256-15,0 0 0 0,-2 5 256 0,-2 2-256 0,-2 3 0 0,2-5 256 16,2 1-256-16,-1-1 0 0,0 2 256 16,-1 3-256-16,-2 1 0 0,6-11 0 0,-5 10 256 0,-1 2-256 15,-2 1 0-15,0 0 256 0,3 2-256 0,-1 1 0 0,1-1 256 0,-2 1-256 16,-1 1 0-16,1-1 256 0,2 1-256 0,-1 0 0 0,0-1 256 0,-2 0-256 16,0 0 0-16,1-1 256 0,0 1-256 0,-1 0 0 0,2-1 255 15,-2-2-255-15,0 0 0 0,-1-2-255 0,3-2 255 16,-1 0 0-16,2-4-256 0,1 0 256 0,1-3 0 0,-2 0-256 15,3-2 256-15,-1-2 0 0,1 0-256 0,1-1 256 16,1-2 0-16,-1 4-2048 0,2 1 2048 0,-1 1 0 0</inkml:trace>
  <inkml:trace contextRef="#ctx0" brushRef="#br0" timeOffset="-2930.089">11905 17213 1280 0,'0'0'0'0,"0"0"256"0,0 0-256 0,0 0 0 0,0 0 256 0,0 0-256 0,0 0 0 0,5 3 256 0,2 1-256 16,3 2 0-16,-1-1 256 0,-3 2-256 0,1 0 0 0,1 2 256 15,2 2-256-15,1 1 0 16,-2 1 256-16,2 1-256 0,0 3 0 16,-1 2 256-16,2 2-256 0,0 2 0 0,0-1 256 15,-1-2-256-15,0 1 0 0,1-1 256 0,-3 2-256 0,1 0 0 0,0-2 256 16,-1 0-256-16,-2-1 0 0,1 1 255 0,0-1-255 0,-1-1 0 0,0-3 0 15,1-1 0-15,2-1 0 0,-3-2 0 0,-1-2 0 16,-1-1 0-16,-3-4-3071 0,-2-5 3071 16,-2-2 0-16</inkml:trace>
  <inkml:trace contextRef="#ctx0" brushRef="#br0" timeOffset="-2662.304">12410 17570 1024 0,'0'0'0'0,"0"0"0"0,0 0 0 0,0 0 0 0,0 0 0 0,0 0 0 0,1 8 256 0,1 4-256 0,1 3 0 0,-2-7 256 0,2-1-256 15,1-3 0-15,-1 5 256 0,-2 1-256 0,1 2 0 16,0 1 256-16,0 1-256 16,0 1 0-16,0 1 256 0,0 2-256 0,0 2 0 15,-3-2 256-15,-2 1-256 16,0 1 0-16,1-1 256 0,-1 2-256 0,-1 1 0 15,0-2 256-15,0-1-256 0,-1-1 0 16,1-2 256-16,2-3-256 0,-1-1 0 0,0 0 256 0,-1-1-256 0,-2-1 0 0,2-4 256 16,2-2-256-16,-1-2 0 0,1-2 255 0,1-3-255 0,1-1 0 15,-1 3-3071-15,2 2 3071 0,-1-1 0 0</inkml:trace>
  <inkml:trace contextRef="#ctx0" brushRef="#br0" timeOffset="-1900.357">12727 17144 1024 0,'0'0'0'0,"-1"4"0"0,0 1 0 0,0-2 0 0,0 2 256 0,2-1-256 0,-1 0 0 0,0 1 256 0,-2-2-256 0,1 1 0 0,0 1 256 16,2 0-256-16,-1 2 0 15,0-1 256-15,0 1-256 0,0 2 0 0,0-1 256 0,2 2-256 0,-1 0 0 0,0 0 256 16,-2-1-256-16,1 1 0 0,2 0 256 0,1 1-256 16,2 2 0-1,-2-1 256-15,0 2-256 0,0 1 0 0,1-1 256 0,1 0-256 16,1 0 0-16,0-2 256 0,-1 1-256 0,0-1 0 0,0-2 256 0,0-2-256 0,0-1 0 16,2 1 255-16,1 0-255 0,1-1 0 0,-2-2 0 15,0-1 0-15,-2-1 0 0,1-1 0 0,0-1 0 0,0-1 0 0,2 0 0 16,0-1 0-16,1-1 0 0,-1-1 0 15,-1-2 0-15,0-2 0 0,0 1 0 16,0-1 0-16,1 0 0 0,-1 0 0 0,-1-1 0 0,0-2 0 0,0 2 0 0,0-2 0 16,-2 0 0-16,1 1 0 0,0-1 0 0,0 0 0 15,0 2 0-15,-1-1 0 0,0 1 0 0,-1-1 0 0,-1 1 0 0,-1 0 0 0,1 1 0 16,0 1 0 0,0 0 0-16,0 0 0 0,-2 1 0 0,1 0 0 0,0 1 0 0,-2 1 0 0,1 1 0 15,0-1 0-15,0 0 0 0,0-1 0 0,0 2 0 16,0 1 0-16,0 1 0 0,0-1 0 0,0 1 0 0,0 1 0 0,0 1 0 0,-2 1 0 0,1 2 0 0,0-1 0 15,2 2 0-15,-1 2 0 0,0 1 0 16,2 0 0-16,-1 2 0 0,0 2 0 0,0 1 0 0,0 3 0 16,0 0 0-16,0 2 0 0,0 2 0 0,0-1 0 15,0 1 0-15,0 1 0 0,0-1 0 0,2 1 0 0,0 1 0 0,-2 0 0 16,-1 0 0-16,-1 1 0 0,1-1 0 16,0 0 0-16,0 0 0 0,0 0 0 0,-2 0 0 0,1 1 0 0,-2-3 0 15,0-1 0-15,-1-1 0 0,2-1 0 16,-2-1 0-16,0-1 0 0,0 0 0 0,0-2 0 0,-4-1 0 15,3-1 0-15,-1-3 0 0,-1-1 0 0,1 0 0 0,-2-2 0 0,0-1 0 0,1 0 0 16,0-1 0-16,-1-1 0 0,1-1 0 16,0-2 0-16,0-2 0 0,-1 2 0 0,2-1 0 0,0-1 0 0,0 0 0 15,1-3 0-15,1 0 0 16,-1 2 0-16,2-2 0 0,1 0 0 0,-1 1 0 0,0-1 0 0,0-1 0 0,2 1 0 0,1 0 0 16,1-2 0-16,0 1 0 0,1-1 0 15,1-1 0-15,1 0 0 0,0-1 0 16,4-3 0-16,-2 4 0 0,1-1 0 0,2 1 0 0,0-1 0 0,-3 0 0 0,1-1 0 0,1 0 0 15,2-1 0-15,0-1 0 0,-1 2 0 0,1-2 0 0,-1 0 0 0,0 1 0 16,-1-2 0-16,1-1 0 0,0 2 0 16,-2-2 0-16,2-1 0 0,-2 1 0 0,-1-2 0 0,-1-1 0 0,-3 12-3071 15,-2 5 3071-15,-2 5 0 0</inkml:trace>
  <inkml:trace contextRef="#ctx0" brushRef="#br0" timeOffset="-1566.776">13155 16758 1024 0,'0'0'0'0,"0"0"256"16,0 0-256-16,0 0 0 0,0 0 256 0,0 0-256 0,0 0 0 0,3 3 256 0,3-1-256 0,1 3 0 15,-2-3 256-15,0-1-256 0,0-1 0 0,3 3 256 0,-1 2-256 16,3 0 0-16,-2 1 256 15,2 1-256-15,0 2 0 0,0 0 256 0,3 3-256 0,0 1 0 0,0 2 256 16,-2 2-256-16,-1 2 0 0,3 2 256 0,0 2-256 0,2 3 0 0,-2-1 256 0,0 2-256 0,1 3 0 16,-1 1 256-16,1 4-256 0,-1 3 0 0,-1-1 255 15,-3 0-255-15,-1 3 0 0,0-2 0 0,-1 1 0 0,-3 0 0 0,-1 1 0 16,-2 1 0-16,0 2 0 0,-3-3 0 16,-3 0 0-16,-4-1 0 0,1-1 0 15,-1-1 0-15,-5-1 0 0,-2-1 0 0,-6-2 0 0,-3 0 0 0,3-4 0 0,-2-3 0 0,-1-1 0 16,1-5 0-16,2-3 0 0,-2-4 0 0,15-7-3071 15,9-6 3071-15,9-6 0 0</inkml:trace>
  <inkml:trace contextRef="#ctx0" brushRef="#br0" timeOffset="87369.056">10243 15982 1024 0,'0'0'0'0,"11"5"0"0,4-1 0 0,0 0 0 0,-2 1 256 16,3-2-256-16,-1 1 0 0,0 1 256 0,-2 0-256 0,0 1 0 0,-1 0 256 0,3 0-256 16,-1 1 0-16,0-2 256 0,0-1-256 15,2 0 0-15,-2-1 256 0,0-2-256 0,1 1 0 0,-2 0 256 16,3 0-256-16,-1 1 0 0,-2-2 256 15,-1-2-256-15,-1 1 0 0,-1-1 256 0,-1 0-256 0,-1-1 0 0,1 1 256 16,-2 0-256 0,-1 0 0-16,1 1 256 0,1-2-256 0,-1 1 0 0,-2 0 256 15,-1-1-256-15,-1-1 0 16,1 1 255 0,-2 0-255-16,2-1 0 0,-2 1 0 0,2-1 0 0,0-1 0 0,-2 1 0 15,-1 1 0-15,-1 1 0 0,1-1 0 0,-2 1 0 0,1 0 0 0,0 0 0 31,-2 1 0-31,1-2 0 0,-1 2 0 0,-1 2 0 0,-1-1 0 0,1 0 0 16,-2-1 0-16,-1-1 0 0,1 2 0 0,0 2 0 0,-3 0 0 16,0 2 0-1,0 2 0-15,-1 3 0 0,-1-1 0 16,0 2 0-16,-1 0 0 0,7-7-3071 16,4-4 3071-16,4-4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5:17:36.902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5119 4222 1024 0,'0'0'0'0,"0"0"0"0,0 0 0 0,0 0 0 0,0 0 256 0,0 0-256 0,0 0 0 0,0 0 148 16,0 0-148-1,0 0 0-15,0 0 37 0,0 0-37 0,0 0 0 0,0 0 21 0,0 0-21 0,0 0 0 0,0 0-66 32,0 0 66-32,0 0 0 0,0 0-53 0,0 0 53 0,0 0 0 0,1 9 32 15,1 5-32-15,2 4 0 0,-2-11 111 16,-2-4-111-16,1-3 0 0,0 4 112 0,1 1-112 0,1 1 0 0,-1 0 7 16,1 2-7-16,1 0 0 0,-1 0-24 0,1 0 24 15,3 1 0-15,-3 2-20 0,-1 0 20 0,-1 2 0 0,1-1 112 16,0 2-112-16,0 1 0 0,0-1 93 15,0 1-93-15,1 1 0 0,-2-1 176 0,-1 0-176 0,-1 2 0 0,1-2 107 16,1 1-107-16,1 0 0 0,-2 0 54 0,-1 1-54 16,-1 0 0-16,1 0-25 0,-1 0 25 0,1 0 0 0,-1-1 8 0,-1 1-8 0,-1-2 0 0,1 0 93 15,-2 2-93-15,0 1 0 16,1-3 102-16,-1 0-102 0,-1-1 0 0,1 0 86 0,0-1-86 0,-1-2 0 0,2-1 10 16,1-2-10-16,1-1 0 0,0 0 11 15,-2-2-11-15,0-1 0 0,2-2-1388 0,1-2 1388 0,1-2 0 0</inkml:trace>
  <inkml:trace contextRef="#ctx0" brushRef="#br0" timeOffset="533.454">5220 4437 1024 0,'0'0'0'0,"0"0"0"0,0 0 0 0,0 0 0 0,0 0 256 0,0 0-256 15,0 0 0-15,-2-4 256 0,-2-2-256 0,0-3 0 0,1 3 256 16,2 1-256-16,-1 0 0 0,0-1-72 16,0-1 72-16,0-2 0 0,0 2-86 0,2-2 86 0,-1 0 0 0,0 0-87 15,0-1 87-15,0 0 0 0,0 0 106 16,2 0-106-16,-1-1 0 0,0 1-99 0,0 2 99 0,0 1 0 0,1-2 41 0,1 0-41 0,1-2 0 15,-1 2-46-15,1 1 46 0,1 0 0 16,0 0-113-16,2 0 113 0,0 2 0 0,-1 0 18 0,1-2-18 0,1 0 0 0,1 1 66 16,1 1-66-16,3 0 0 0,-1 1 205 15,-3 0-205-15,1 2 0 0,0 0 148 0,2 1-148 16,0 1 0-16,0-1 102 0,-1 1-102 0,0 0 0 0,1 2-34 16,-2 2 34-16,1 0 0 0,-1-1 12 0,2 0-12 0,0 0 0 0,-1 1 76 15,-1 1-76-15,0 2 0 0,-1-1 125 0,0 1-125 0,-2 2 0 0,1-1 92 16,0 1-92-16,0 2 0 0,1 0-33 0,-1 1 33 0,0 3 0 0,-1-2-83 15,0 1 83-15,-2 2 0 16,1 1-107-16,-2 0 107 16,1 3 0-16,0-2-70 0,0 0 70 0,0 0 0 0,0 1 9 0,-2 2-9 0,-1 2 0 0,1-2 80 15,-2 0-80-15,1 0 0 16,0 0 76-16,-2-1-76 0,1 2 0 0,0-1 12 0,0-1-12 0,0 2 0 0,0-2-89 16,-2 0 89-16,1 0 0 15,0-1-49-15,-1 1 49 0,-2 1 0 0,2-4 26 0,2 0-26 0,-1-2 0 0,0 0 105 0,-1-2-105 0,-1 0 0 0,1-2 137 16,-1-2-137-1,-1 0 0-15,3-6-1236 0,1-2 1236 0,1-2 0 0</inkml:trace>
  <inkml:trace contextRef="#ctx0" brushRef="#br0" timeOffset="793.277">5244 4702 1024 0,'0'0'0'0,"0"0"256"0,0 0-256 0,0 0 0 0,0 0 256 0,0 0-256 0,0 0 0 0,0 0 256 15,0 0-256-15,0 0 0 0,0 0-80 16,0 0 80-16,0 0 0 0,4-3-127 0,1-1 127 0,2-2 0 0,-1 2-49 16,1 1 49-16,2 1 0 0,1-2 170 31,1 0-170-31,5-1 0 0,-16 5 0 0,13-5 241 0,2 0-241 0,1-1 0 0,0 1 133 15,0-1-133-15,3-2 0 0,-2 3-14 0,-1-2 14 0,1 1 0 0,-2-1-93 0,1-2 93 0,-3-1 0 0,-8 7-949 16,-5 3 949-16,-5 3 0 0</inkml:trace>
  <inkml:trace contextRef="#ctx0" brushRef="#br0" timeOffset="1202.321">5750 4187 1024 0,'0'0'0'0,"0"0"0"0,0 0 0 0,0 0 0 0,0 0 256 0,0 0-256 0,0 0 0 0,0 0 256 16,0 0-256-16,0 0 0 0,1 4 256 15,1 1-256-15,1 2 0 0,-1-1-85 0,1-1 85 0,1-1 0 0,-1 4-130 16,-2 1 130-16,2 3 0 0,-1 0-79 16,0 0 79-16,0 2 0 0,0 0 128 0,-2 0-128 0,1 3 0 0,0-1 102 15,0 2-102-15,0 1 0 0,0 0 12 0,-2 1-12 16,1 1 0-16,0 0-101 0,0 3 101 0,0 0 0 0,-1 0-43 0,-1 0 43 0,-1 1 0 0,1 0-32 16,0-1 32-16,0-1 0 0,0 1 19 15,-1 1-19-15,0 0 0 0,0-3 106 0,2-1-106 16,-1-2 0-16,0-1 137 0,2-1-137 0,-1-2 0 0,0 0 92 15,0-2-92-15,0-2 0 0,0-2 38 16,2-2-38-16,-1-2 0 0,0-1 133 0,0-1-133 0,0-3 0 0,0 1-1065 16,0-1 1065-16,0-1 0 0</inkml:trace>
  <inkml:trace contextRef="#ctx0" brushRef="#br0" timeOffset="1508.403">5926 4225 1024 0,'0'0'0'0,"0"0"0"0,0 0 0 0,0 0 0 0,0 0 256 0,0 0-256 0,0 0 0 0,0 0 203 16,0 0-203-16,0 0 0 0,0 0 83 0,0 0-83 0,0 0 0 0,0 0-38 16,0 0 38-16,0 0 0 0,5 4 51 0,3 1-51 15,3 2 0-15,-7-1 107 0,-1 2-107 0,-3 0 0 16,2 2 207-16,0 0-207 0,0 2 0 0,0 0 100 15,0 3-100-15,0 2 0 0,0 0 46 16,-2 2-46-16,1 1 0 0,0 2-42 0,-2 0 42 0,1 4 0 0,0-1 13 0,2 1-13 16,-1 2 0-16,0-1-14 15,-2 0 14-15,1 1 0 0,-1-3-4 16,-1-1 4-16,-1-1 0 0,2 0-53 0,1-1 53 16,1 0 0-16,-1-3-39 15,0-1 39-15,0-2 0 0,0-2-41 0,2-2 41 0,-1-3 0 0,0-5-835 0,-2-4 835 0,1-4 0 0</inkml:trace>
  <inkml:trace contextRef="#ctx0" brushRef="#br0" timeOffset="2101.937">6848 4323 1024 0,'0'0'0'0,"3"-3"256"0,0-1-256 0,1-2 0 0,-1 2 233 0,0 0-233 0,0 0 0 0,0-1 230 0,1 0-230 0,2-1 0 15,-2 1 3-15,1-1-3 0,-5 6 0 0,6-8 0 0,-1 2-143 0,0 0 143 16,1-1 0 0,-1 1 256-16,-2-1-256 0,1-2 0 0,0 2-256 0,-2-1 256 15,1 1 0-15,-1-1-73 0,-1-2 73 0,-1 0 0 0,1 1-2 16,-2-1 2-16,1 0 0 0,-2 2-44 0,-1 0 44 0,-1 2 0 16,0-1 18-16,-1 0-18 0,-1 2 0 0,-1 1 98 15,0 1-98-15,-1 1 0 0,1 0 168 0,-1-1-168 0,1 2 0 16,0-1 160-16,-1 3-160 0,-2 0 0 0,2 1 80 15,2 1-80-15,-1 1 0 0,-1-1-38 0,1 1 38 0,0 2 0 0,1-1-46 16,-1 2 46-16,3 2 0 0,-1-1 77 0,1 0-77 16,1 2 0-16,0 0 136 0,1 1-136 0,1 2 0 0,-1 0 124 15,2 2-124-15,-1 2 0 0,0-2 2 0,0 2-2 0,0 1 0 16,1-1-66-16,1 2 66 0,1 2 0 0,-1-2-52 16,1 1 52-16,1 1 0 0,-1 0 23 0,1 1-23 15,1 1 0-15,-1 0 46 0,0 0-46 0,0 1 0 0,1-2 34 16,-1 0-34-16,0 0 0 0,-1-2-38 0,-1-1 38 15,-1-2 0-15,1 2-82 0,1-1 82 0,1-1 0 0,-1-1-93 0,0-1 93 16,0-2 0-16,0 0-58 0,0 0 58 0,0-1 0 0,-1-2 19 16,-1-1-19-16,-1-2 0 0,1-1 79 0,0-2-79 15,0-2 0-15,0 0-1051 0,0-3 1051 0,0 0 0 0</inkml:trace>
  <inkml:trace contextRef="#ctx0" brushRef="#br0" timeOffset="2308.596">6565 4667 1024 0,'0'0'0'0,"0"0"0"0,0 0 0 0,0 0 0 0,0 0 256 0,0 0-256 0,0 0 0 16,0 0 0-16,0 0 256 0,0 0-256 15,0 0 0-15,0 0 256 0,0 0-256 0,0 0 0 0,0-5 132 0,0-2-132 16,0-3 0-16,4 4-256 0,3 1 256 0,1 0 0 0,0 0-126 0,4-1 126 0,0 2 0 0,0-2 68 16,3 0-68-16,1-1 0 0,1 0 117 15,-1 1-117-15,4-1 0 0,-2 0 97 0,0-1-97 0,4-2 0 0,-3 2-39 16,-2 1 39-16,0 0 0 0,-1 0 14 15,0 1-14-15,-2 0 0 0,-1 0 49 0,-3 1-49 16,-1 0 0-16,-5 3-824 0,-5 2 824 0,-2 2 0 0</inkml:trace>
  <inkml:trace contextRef="#ctx0" brushRef="#br0" timeOffset="3065.984">6977 4550 1024 0,'0'0'0'0,"0"0"0"0,0 0 0 0,0 0 0 0,0 0 189 0,0 0-189 0,0 0 0 0,0 0 142 0,0 0-142 0,0 0 0 0,0 0 225 16,0 0-225-16,0 0 0 0,1 10 22 0,1 4-22 0,1 7 0 0,-1-11-73 16,-2-4 73-16,1 0 0 0,0 2-186 15,-2 2 186-15,1 0 0 0,0-1-138 0,0-1 138 0,0 0 0 0,0 0-13 0,0 2 13 16,0 0 0-16,0-1 145 16,2 0-145-16,-1-1 0 0,1-1 235 0,1 1-235 0,1-1 0 0,-1-1 256 15,2-1-256-15,0-1 0 0,0 1 84 16,1-2-84-16,1-1 0 15,0 0 34-15,0-2-34 0,1-2 0 0,-1-1 40 0,2-2-40 0,1-3 0 0,-2 2 62 0,-1-1-62 16,0-2 0-16,-1 1-9 16,-1 0 9-16,-1-1 0 0,-1 0-59 0,-1-2 59 0,-1 0 0 0,0 0-11 0,-1 1 11 0,-1-1 0 0,0 1 59 15,-1-1-59-15,-1 0 0 0,0 2-12 0,-1 1 12 0,-1 0 0 0,-1 1-128 32,-1-1 128-32,-2 1 0 0,2 2-179 0,-1 1 179 0,-2 0 0 0,1 2-171 15,-1 1 171-15,-3 1 0 0,3 0-204 0,-2 1 204 0,0 1 0 0,1 0-136 16,-1-1 136-16,1 3 0 0,2-3-25 15,0 2 25-15,1-1 0 0,1-1 202 16,2 0-202-16,2 0 0 0,0-1 256 0,1-1-256 0,4-1 0 0,0 1 218 16,2-1-218-16,2-1 0 0,0 1 22 0,0 0-22 15,4-1 0-15,-1-1-42 0,3-1 42 0,2-1 0 0,-3 1 16 16,2 1-16-16,0 0 0 0,0 1 81 16,2-2-81-16,1 0 0 0,0 2 96 0,-3 1-96 0,2 1 0 0,-1 0 29 15,1-1-29-15,-1 2 0 0,0 0-51 0,-1 1 51 0,0 1 0 0,-2-1 76 16,-1 0-76-16,0 0 0 0,-2 0 120 0,-1 2-120 15,-1 0 0-15,-1-1 27 0,0 0-27 0,-2-1 0 0,1 2-171 16,0 0 171-16,0 1 0 0,-1 0-224 0,-1 2 224 0,-1 0 0 16,0-1 256-16,-1 0-256 0,-1 1 0 0,1 1-256 15,0 1 256-15,0 2 0 0,0-1-256 0,-2 0 256 0,1 2 0 16,0-1-64-16,2-1 64 0,-1 3 0 0,0-1 42 16,-2-1-42-16,1 1 0 0,0-2-20 0,2 1 20 0,-1-1 0 15,2 0 40-15,1-1-40 0,1 0 0 0,-1 0 146 16,2-2-146-16,0-1 0 0,-1-1 251 0,1 0-251 0,1-3 0 0,-1 1 256 15,1-2-256-15,-1-2 0 0,0 0 219 16,1-2-219-16,1-2 0 0,0 0 84 0,-2-2-84 0,0 0 0 0,0-2 7 16,-1 0-7-16,-1-2 0 0,0 1-5 0,-1 0 5 0,-1-2 0 0,1 2 69 15,-2-2-69-15,-2 0 0 0,0 1 80 16,-1 0-80-16,-1 1 0 0,-1 1 8 0,0 0-8 0,-3 2 0 0,1-1-52 16,0 1 52-16,-1 0 0 0,0 1-165 15,-2 2 165-15,-1 0 0 0,2 1-235 0,-2 1 235 0,0 1 0 0,1 1-256 16,-1 1 256-16,1 1 0 0,0 0-256 0,1-1 256 15,0 2 0-15,1 0-256 0,1 2 256 0,0-1 0 0,2 0-135 16,1 0 135-16,0-2 0 0,2 1-306 16,3-2 306-16,0-2 0 0</inkml:trace>
  <inkml:trace contextRef="#ctx0" brushRef="#br0" timeOffset="3558.42">7629 4541 1024 0,'0'0'0'0,"0"0"0"0,0 0 0 0,0 0 0 0,0 0 256 0,0 0-256 0,0 0 0 0,0 0 256 16,0 0-256-16,0 0 0 0,-3 3 133 0,-2 2-133 16,-3 3 0-16,4-3-246 0,1 1 246 0,1 1 0 0,-1 0-141 15,-1 0 141-15,-2 2 0 0,1 0 17 16,2 1-17-16,1 2 0 0,0-2 99 0,1 1-99 0,1-1 0 0,-1 0 152 0,2 0-152 15,-1-1 0-15,1 0 181 16,1 0-181-16,1 1 0 0,-1-2 196 0,2-2-196 0,0-1 0 0,-1 0 202 0,0-2-202 0,0-1 0 16,1 0 188-16,1-2-188 0,2 1 0 0,-2-2 189 15,-1-1-189-15,0-1 0 0,0-1 189 0,2-1-189 0,0-2 0 16,0-1 90-16,-2-2-90 0,-1-1 0 16,1-1-101-16,0-1 101 0,0-3 0 0,0 1-239 0,1-3 239 0,-1-2 0 0,0 0-236 15,0-3 236-15,0 0 0 0,-1 1-153 16,-1-1 153-16,-1-2 0 0,1 4-31 0,-2-1 31 0,1 2 0 0,0 1-26 15,-1 3 26-15,0 1 0 0,-1-1-6 0,-1 1 6 0,-1 1 0 0,1 2 1 16,0 2-1-16,0 0 0 0,0 2 6 0,-1 1-6 16,-1 0 0-16,2 3-16 0,1 1 16 0,1 1 0 0,0 1-1 15,-2 1 1-15,-1 1 0 0,1 0 119 16,2 1-119-16,-1 1 0 0,0 3 256 0,2 1-256 0,-1 2 0 0,0 2 256 16,0 1-256-16,0 3 0 0,0 2 133 0,0 3-133 15,0 3 0-15,0 1 98 0,0 2-98 0,0 3 0 0,0-1 39 16,2 2-39-16,-1 1 0 0,1-2-235 0,-1 0 235 0,0 1 0 15,1-3-248-15,1-2 248 0,1-1 0 0,-2-4-120 16,-1 0 120 0,-1-4 0-16,1-9-1257 0,-2-7 1257 0,1-7 0 0</inkml:trace>
  <inkml:trace contextRef="#ctx0" brushRef="#br0" timeOffset="4066.814">8404 4610 1024 0,'0'0'0'0,"0"0"256"0,0 0-256 0,0 0 0 0,2-5 256 15,1-2-256-15,1-3 0 0,-1 4 256 0,-2 2-256 16,2 1 0-16,-1-1 256 0,-2-1-256 0,1-1 0 0,0 1 256 0,1 0-256 0,1 2 0 15,-2-1 256-15,-1 2-256 0,-1-1 0 0,0 0-256 0,-1 1 256 16,-1 0 0-16,1 1-194 0,-2-1 194 0,0 2 0 0,0 2-38 16,-1 0 38-16,-1 4 0 0,0 0 99 0,-2 2-99 0,0 3 0 15,0-3 55-15,-1 2-55 0,-2 0 0 0,2 3 256 16,1 1-256-16,-1 3 0 0,3-2-256 16,0 1 256-16,2 1 0 0,1-2-256 0,3-2 256 15,0 0 0-15,0-2-256 0,1 0 256 0,1-2 0 0,1 0 175 16,1 0-175-16,2-1 0 0,0-3 157 0,2 0-157 0,0-3 0 15,-2-2 82-15,2-1-82 0,1-1 0 0,-2-2 24 0,1-1-24 16,2-2 0-16,-2 0 35 0,1-3-35 0,1-1 0 0,-1 1 175 16,-2-2-175-16,-1-1 0 0,0 2 256 0,-1 1-256 0,0 0 0 15,0 0 256-15,-2 0-256 0,1 1 0 0,0 0 256 16,-1 1-256-16,0 0 0 0,0 2 211 0,0 0-211 0,-2 2 0 0,0 1-142 16,-1 1 142-16,-1 1 0 0,1 1-169 0,2 1 169 0,-1 1 0 15,0 1-186-15,0 1 186 0,0 2 0 0,1-1-256 16,1 3 256-16,1 1 0 0,-1-1-256 0,0 1 256 0,0 2 0 0,0-3-256 15,1 1 256-15,-1-1 0 0,0 0-256 16,0 1 256-16,0 0 0 0,-2-6-796 0,-1-3 796 0,-1-3 0 0</inkml:trace>
  <inkml:trace contextRef="#ctx0" brushRef="#br0" timeOffset="4386.328">8702 4531 1024 0,'0'0'0'0,"0"0"256"0,0 0-256 0,0 0 0 0,0 0 256 0,0 0-256 0,0 0 0 0,6 1 256 16,3 0-256-16,4 1 0 0,-6 1 256 0,-1 2-256 0,0 2 0 15,0-1 256-15,3 1-256 0,-1 2 0 0,-2 1-256 16,-1 1 256 0,-1 3 0-16,2-2-256 0,-3 1 256 0,1 3 0 0,-1-3-256 0,-1 2 256 15,-1 1 0-15,-1-2 132 0,-1 0-132 16,-1-1 0-16,1-1 233 0,0-2-233 0,0-1 0 0,0 1 238 0,-1-2-238 0,-2 0 0 0,1-2 256 15,1 0-256-15,0-2 0 0,0-1 256 0,0-1-256 0,0-1 0 0,0-1 256 16,0-1-256-16,0-1 0 16,0-2 256-16,2-2-256 0,-1-3 0 0,1 0-65 0,1-1 65 0,1-3 0 0,-1 1-256 15,1-2 256-15,2-1 0 0,0 0-256 0,2-2 256 0,0-1 0 0,-1 1-256 16,1-1 256-16,1-1 0 0,0 4-110 16,0 0 110-16,1 1 0 0,-1 0 52 0,1 0-52 15,-1 1 0-15,-1 0 1 0,2 2-1 0,1 0 0 0,-6 7-1249 16,-3 4 1249-16,-3 4 0 0</inkml:trace>
  <inkml:trace contextRef="#ctx0" brushRef="#br0" timeOffset="4766.416">9144 4626 1280 0,'0'0'0'0,"0"0"256"0,0 0-256 0,0 0 0 0,0 0 211 0,0 0-211 0,0 0 0 0,6-2 137 16,5-1-137-16,3-2 0 0,-8 2 30 0,-4 0-30 16,-1 0 0-16,1-1-170 0,3 1 170 0,-1-2 0 0,0 0-130 0,-2 0 130 15,1-2 0-15,-1 2 3 0,-1 0-3 0,-1 0 0 16,0-1 175-16,-1 1-175 0,-1 0 0 0,1 1 256 16,-1 1-256-16,-1 1 0 0,-1-1-14 0,0 1 14 15,-4 0 0-15,2 1 14 0,-1 2-14 0,-2-1 0 0,0 3-47 16,1-1 47-16,-3 3 0 0,1-1 0 0,0 1 0 15,-1 1 0-15,0 0 164 0,3 0-164 0,-1 1 0 0,-1 0 256 0,3 0-256 16,-1 2 0-16,2-2 256 0,1 2-256 0,-1 0 0 0,2 0 256 16,1 0-256-16,1 1 0 0,1-1 175 0,1 1-175 15,1-1 0-15,1 0 49 0,1 1-49 0,1-1 0 0,2 0 16 16,1 0-16-16,2-1 0 0,1 0-171 0,3-3 171 0,2 1 0 16,1-2-256-16,1 0 256 0,3-3 0 0,-2 1-256 15,0-2 256-15,2-2 0 0,-3 0-256 0,3-1 256 0,1-1 0 0,-14 3-1210 16,-7 1 1210-16,-7 1 0 0</inkml:trace>
  <inkml:trace contextRef="#ctx0" brushRef="#br0" timeOffset="5762.798">9923 4553 1170 0,'0'0'0'0,"0"0"256"0,0 0-256 16,0 0 0-16,0 0 256 0,0 0-256 0,0 0 0 0,0 0-56 15,0 0 56-15,0 0 0 0,4 2-228 16,3-1 228-16,1 2 0 0,-2-2-256 0,-2-1 256 0,1-1 0 0,3 1-118 16,-1 0 118-16,3 0 0 0,-1 0 0 0,0 0 0 15,1 0 0-15,-1-1 25 0,1-1-25 0,-1-1 0 0,1 0 106 0,2-1-106 16,1-1 0-16,0 0 105 0,-3 1-105 0,1 0 0 0,1-1 62 15,-2 0-62-15,0-1 0 0,0 0 53 0,-2 0-53 16,-1-1 0-16,-1 0 22 0,0 2-22 0,-2-2 0 0,0 1 61 16,0-2-61-16,-2 0 0 0,1 1 162 0,-1 1-162 0,-1 0 0 15,-1 1 189-15,-1 0-189 0,-1 0 0 0,1 0 147 16,-1 1-147-16,-1 0 0 0,0 0 50 0,-1 1-50 0,-2 0 0 0,1 2 11 16,-1 1-11-16,-2 1 0 0,2 2-16 0,-2-1 16 0,0 3 0 15,1-1-58-15,-1 1 58 0,-3 2 0 0,2-1 25 0,2 1-25 16,-1 1 0-16,-1 0 160 0,1 2-160 0,0 1 0 0,0-1 256 15,1 0-256-15,2 1 0 0,0-1 197 0,2 1-197 0,2 1 0 16,-2-2 63-16,2 2-63 0,-1 0 0 0,2-1 0 16,1 1 0-16,1 0 0 0,0 0-49 0,1-1 49 0,1 0 0 0,1 0-110 15,2-2 110-15,3 0 0 0,-1-1-231 0,3 1 231 16,2-1 0-16,-2-2-256 0,2-1 256 0,1-1 0 0,0-1-256 16,-1-2 256-16,4-1 0 0,-4-3-179 0,3-2 179 0,-1-3 0 0,-10 6-539 15,-6 2 539-15,-6 2 0 0</inkml:trace>
  <inkml:trace contextRef="#ctx0" brushRef="#br0" timeOffset="6297.776">10708 4105 1024 0,'0'0'0'0,"1"4"256"0,1 3-256 0,1 1 0 0,0-1 256 0,1 0-256 0,1 1 0 0,0 1 256 15,-1 2-256-15,0 1 0 0,-4-12 0 0,4 14 256 0,1 3-256 0,1 2 0 16,-1 0-178-16,-1 2 178 0,0 2 0 0,0 0-256 16,-2 1 256-16,1 2 0 0,0-1-129 0,-2 1 129 15,1 1 0-15,-1-1 120 0,-1 1-120 0,-1-1 0 0,1-1 256 16,1-1-256-16,0 0 0 0,0-2 256 0,1-3-256 0,1 0 0 0,0-3 236 0,-2-1-236 0,0-2 0 0,1-2 109 15,-2-1-109-15,1-2 0 0,0-1 1 0,-2 0-1 0,1-2 0 16,0-2-45-16,0 0 45 0,0-3 0 0,0 0-210 0,-2-3 210 16,1 0 0-16,1-2-256 15,-2-1 256-15,-1-2 0 0,1 1-256 0,2-2 256 16,-1 0 0-16,0-1-212 0,-1 0 212 0,-1-2 0 0,1 1 154 0,-1 0-154 0,-1-2 0 0,1 2 205 16,-1 1-205-1,-2 0 0-15,2 0 79 0,0 0-79 0,0 1 0 0,-1 1-50 16,-1-1 50-16,-2 1 0 0,1 1-95 0,-1 2 95 15,-1 1 0-15,0 1-8 0,0 1 8 0,-1 1 0 0,-1 1 98 16,0 1-98-16,-1 1 0 0,1 1 163 0,-1 2-163 0,0 0 0 0,-1 0 199 16,3 1-199-16,-2 1 0 0,1 0 183 0,1 2-183 15,-1 1 0-15,2-2 123 0,2 2-123 0,2 0 0 0,-2-1 54 16,1 1-54-16,2 0 0 0,0-1 27 0,1 0-27 0,1 1 0 16,0-1 10-16,1-1-10 0,1 0 0 0,1 0-124 15,1 0 124-15,1 2 0 0,1-3-256 0,2-1 256 0,3-1 0 0,-2-1-256 16,2 0 256-16,3-2 0 0,0-1-256 0,1-1 256 0,4-1 0 15,-4-2-256-15,2-1 256 0,0-2 0 0,-1-1 31 16,1-1-31-16,1-2 0 0,-11 7-485 0,-5 3 485 0,-5 3 0 0</inkml:trace>
  <inkml:trace contextRef="#ctx0" brushRef="#br0" timeOffset="6492.958">10901 4499 1280 0,'0'0'0'0,"0"0"256"0,0 0-256 0,0 0 0 0,0 0 256 0,0 0-256 15,0 0 0-15,1 3 256 0,1 0-256 0,1 1 0 0,-1 0 256 16,0 1-256-16,0 2 0 0,1 0-245 0,-1 1 245 0,0 2 0 16,-1 0-256-16,-1 1 256 0,-1 3 0 0,1-3-256 0,-2 2 256 0,1 1 0 0,0-2-256 15,-2 2 256-15,0 1 0 0,1-2-197 16,-1-1 197-16,-1 1 0 0,1-4 68 16,-1 0-68-16,-1-2 0 0,1-2 170 0,1-1-170 0,0-1 0 0,2-1-308 15,1-3 308-15,1 0 0 0</inkml:trace>
  <inkml:trace contextRef="#ctx0" brushRef="#br0" timeOffset="6628.163">10992 4358 1024 0,'0'0'0'0,"0"0"98"0,0 0-98 0,0 0 0 0,0 0-28 0,0 0 28 0,0 0 0 0,0-5-27 16,0-3 27-16,0-2 0 0,0 7-43 15,0 4 43-15,0 1 0 0</inkml:trace>
  <inkml:trace contextRef="#ctx0" brushRef="#br0" timeOffset="7091.056">11084 4174 1024 0,'0'0'0'0,"0"0"256"0,0 0-256 0,0 0 0 0,0 0 256 15,0 0-256-15,0 0 0 0,2 5 256 0,2 2-256 0,2 3 0 0,-1-1 256 16,-3 0-256-16,1 2 0 0,0 0-107 0,0 2 107 0,0 1 0 0,0 1-231 15,0 3 231-15,0 2 0 0,0 0-235 0,-2 1 235 0,2 2 0 16,-1-1-185-16,-2 1 185 0,1 1 0 0,0 0-105 0,1-2 105 0,1 1 0 0,-1 0-55 31,0-3 55-31,0 0 0 0,0-1-40 0,0-1 40 0,0-1 0 0,0-3 138 0,-2-3-138 0,1-1 0 0,0-1 219 16,0-2-219-16,0-1 0 0,0-2 189 16,2-2-189-16,0-2 0 15,0-2 16-15,1-2-16 0,1-3 0 0,-1 2-127 0,1-2 127 0,2-2 0 16,0 0-105-16,0-1 105 0,3-3 0 0,-2 2 76 0,1-2-76 0,0-1 0 0,-1 2 256 15,1 0-256-15,0 1 0 0,-1 1 256 0,2 0-256 0,0 2 0 16,-1 0 256-16,-2 1-256 16,2 0 0-16,-9 7 0 0,0 0 0 0,0 0 0 0,0 0 0 0,0 0 0 0,0 0 0 0,8-5-66 0,-8 5 66 0,0 0 0 0,0 0 0 0,0 0 0 0,0 0 0 0,8-5 0 0,-8 5 0 0,0 0 0 0,0 0 0 0,0 0 0 0,9-3 0 0,-9 3 0 0,0 0 0 0,0 0 0 0,8-1-219 15,-8 1 219-15,0 0 0 0,7 0 0 0,-7 0 0 0,7 1 0 0,1 2-207 0,-2 1 207 0,-1 2 0 0,-1 0-63 0,-1 1 63 0,-1 2 0 16,1-1 24-16,-2 1-24 0,1 2 0 16,-2-1 90-16,-2 0-90 0,-2 2 0 0,1-1 81 15,-1 0-81-15,-1 1 0 0,0-1 61 0,-3 1-61 0,-2-3 0 0,2 1-46 0,0-2 46 16,-4-1 0-16,1 1-140 0,-1 0 140 0,-2-1 0 0,2-2-194 15,-1-1 194-15,1-1 0 0,0-1-189 0,-1-2 189 0,-2-2 0 0,4-1-203 16,3-2 203-16,0-2 0 0,-1-1-81 0,2-1 81 16,1-3 0-16,3 9-88 15,4 3 88-15,1 3 0 0</inkml:trace>
  <inkml:trace contextRef="#ctx0" brushRef="#br0" timeOffset="7329.694">11505 4199 1024 0,'0'0'0'0,"0"0"256"0,0 0-256 16,0 0 0-16,3 4 256 0,2 3-256 0,2 1 0 0,-2-1 256 0,-2 1-256 0,2 0 0 16,-1 3 256-16,0 3-256 0,0 2 0 0,0 0-109 15,0 0 109-15,0 2 0 0,1 2-256 0,-1 1 256 0,0 1 0 16,0 0-251-16,-2 0 251 0,1 0 0 0,0 1-190 0,0-1 190 0,0 0 0 0,1-3-134 15,-3-1 134-15,1-2 0 0,0-1-84 16,1-1 84-16,1-1 0 0,-1-3 34 0,1-2-34 0,1-1 0 0,-3-5-34 16,-2-2 34-16,-2-2 0 0</inkml:trace>
  <inkml:trace contextRef="#ctx0" brushRef="#br0" timeOffset="7663.552">11858 4553 1024 0,'0'0'0'0,"0"0"256"0,0 0-256 0,0 0 0 0,0 0 256 0,0 0-256 16,0 0 0-16,0 0 256 0,0 0-256 0,0 0 0 0,0 0-256 16,0 0 256-16,0 0 0 0,0 0-256 0,0 0 256 0,0 0 0 0,4-5-256 15,3-4 256-15,1-2 0 0,-4 4 0 0,-1 0 0 16,-1 2 0-16,1-1 0 0,0-2 0 0,0 0 0 0,-1 0 62 16,-1-2-62-16,-1 0 0 0,2 1 168 0,-4 0-168 0,2 1 0 0,0 0 256 15,0 1-256-15,0 0 0 0,-1 1 256 16,-1 1-256-16,-1 0 0 0,0 1 256 0,-1 1-256 15,-1 0 0-15,1 1 45 0,-1 0-45 0,-2 1 0 0,2 1 20 0,-1 2-20 0,-1 1 0 16,1 0 155-16,-2 0-155 0,0 1 0 0,1 1 256 16,2 1-256-16,-2 2 0 0,1-1 256 0,-1 0-256 0,-2 1 0 0,3 1 228 15,0 0-228-15,2 1 0 0,-1 1 31 0,2 0-31 16,-1 2 0-16,0-1-256 0,2 0 256 0,-1-1 0 0,0 0-256 16,2 0 256-16,1-1 0 0,0 0-256 15,1 0 256-15,2 1 0 0,0 0-256 0,1 1 256 0,1 0 0 0,2-2-256 0,1-2 256 16,5-1 0-16,-1 0-256 0,5-1 256 15,1 0 0-15,-1-3-256 0,-1-2 256 0,4-2 0 0,-14 2-197 0,-6-1 197 0,-6-1 0 16</inkml:trace>
  <inkml:trace contextRef="#ctx0" brushRef="#br0" timeOffset="7775.114">12206 4600 1280 0,'0'0'0'0,"0"0"256"0,0 0-256 0,0 0 0 0,0 0-512 0,0 0 512 0,0 0 0 0</inkml:trace>
  <inkml:trace contextRef="#ctx0" brushRef="#br0" timeOffset="9403.761">4434 4708 1024 0,'0'0'0'0,"0"0"0"0,0 0 0 0,0 0 0 0,0 6 74 0,0 3-74 16,0 2 0-16,1-6 43 0,1-1-43 0,1-1 0 0,-1 2 62 15,0 1-62-15,1 2 0 0,-1-1 3 0,-2 2-3 16,1 1 0-16,0-1 120 0,1 1-120 0,1 2 0 0,-1-2 113 16,-2 1-113-16,1 2 0 0,0-2 256 0,1-2-256 0,1 0 0 0,-2-2 224 15,2 0-224-15,0-2 0 0,-2 0 141 16,-1-1-141-16,-1 0 0 0,1-3-78 0,2-1 78 0,-1-1 0 0,0 1-958 15,-2 0 958-15,1 0 0 0</inkml:trace>
  <inkml:trace contextRef="#ctx0" brushRef="#br0" timeOffset="9661.846">4384 4623 1024 0,'0'0'0'0,"0"0"0"0,0 0 0 0,0 0 0 0,0 0 252 0,0 0-252 0,0 0 0 0,-1-4-73 0,-1-2 73 16,-1-3 0-16,1 4 48 0,0 1-48 0,0 0 0 0,0-1 36 15,0-1-36-15,0-2 0 0,0 3 114 0,0-1-114 16,0 2 0-16,0-1 83 0,2 1-83 0,-1 0 0 16,0 0 145-16,0 0-145 0,-1-1 0 0,1 2 167 0,2 0-167 0,-1 0 0 0,2 1 240 15,0-1-240-15,1 2 0 0,1 1 153 0,0 1-153 16,3 1 0-16,-2 1 60 0,2 1-60 16,0 1 0-16,1 2-169 0,2 3 169 0,3 2 0 0,-2 3-110 0,2 3 110 15,0 3 0-15,-1 6-65 0,2 6 65 0,1 4 0 0,-1 7 87 16,-2 5-87-16,0 7 0 0,-2-3 141 0,-2 2-141 0,-2 4 0 0,-3-40-1109 15,-3-19 1109-15,-3-19 0 0</inkml:trace>
  <inkml:trace contextRef="#ctx0" brushRef="#br0" timeOffset="19166.675">5404 5522 1024 0,'0'0'0'0,"0"0"0"0,0 0 0 0,0 0 0 0,0 0 256 0,0 0-256 0,0 0 0 16,2 6 231-16,2 2-231 0,2 4 0 0,-3-7 11 15,-1-2-11-15,-1-2 0 0,1 3-18 0,1 1 18 16,1 2 0-16,0-1 7 0,0 1-7 0,1 2 0 0,-1-1 25 0,0 0-25 16,0 1 0-16,0 2 59 0,-2 0-59 0,2 2 0 0,-1-1 35 15,1-1-35-15,1 0 0 0,-1 3 17 0,0 2-17 0,0 2 0 0,1-2-9 16,-3-1 9-16,1 1 0 0,0 1 5 16,0 1-5-16,0 1 0 0,0-1 78 0,0-2-78 0,0 1 0 0,0-2 80 15,1 1-80-15,-1-1 0 0,0 0 107 16,-2-1-107-16,1-1 0 0,0-1 27 0,0-2-27 0,0 0 0 0,0-1 11 0,-2-1-11 15,1 0 0-15,0-1-17 0,1-2 17 0,1 1 0 0,-1-2 38 16,-2 0-38-16,1-2 0 0,0 0 58 16,0 1-58-16,1-2 0 0,-1 1 74 0,-2-1-74 0,1-1 0 0,0 0 38 15,0-1-38-15,0-1 0 0,0 0-6 0,2-1 6 0,-1-1 0 0,0-1-38 16,1 0 38-16,1-1 0 0,-1-1-12 0,1-1 12 16,1-2 0-16,-1-1 14 0,1 0-14 0,2-2 0 15,-1 0 52-15,1-2-52 0,2-1 0 0,-2 1 32 0,3-2-32 0,-1-1 0 0,-1 0 17 16,1 1-17-16,2-2 0 0,-2 1 29 15,1-1-29-15,2-1 0 0,-2 1 13 0,-2 0-13 0,1 0 0 0,1 1 85 16,-2 0-85-16,0 0 0 0,0 1 117 0,0 2-117 0,-2 0 0 16,1 0 128-16,-2 0-128 0,1 1 0 15,0 1 74-15,-1 2-74 0,0 0 0 0,0-1 23 16,0 1-23-16,0 0 0 0,0 2-2 0,-2 0 2 0,1 1 0 0,-1 1-11 0,3-1 11 16,-1 1 0-16,-1 1 25 0,-1 1-25 0,-1 0 0 0,1 1 16 15,1 1-16-15,2 1 0 0,-3-2 10 0,-1 1-10 0,-1 0 0 0,1 2-7 31,-2 0 7-31,1 0 0 0,0 1-1672 0,0 0 1672 0,0 0 0 0</inkml:trace>
  <inkml:trace contextRef="#ctx0" brushRef="#br0" timeOffset="19531.66">5396 5847 1024 0,'0'0'0'0,"0"0"0"0,0 0 0 0,0 0 0 0,0 0 256 0,0 0-256 0,0 0 0 16,7 1 256-16,3 1-256 0,4 2 0 15,-5-3 256-15,-3-1-256 0,-2-1 0 16,3 0 184-16,2 0-184 0,4-1 0 16,-3 1-60-16,1 0 60 0,2 0 0 0,-2 0-43 0,2 0 43 0,0 0 0 0,0 0-9 15,0-1 9-15,2-1 0 0,-3 2-12 0,2-1 12 0,2-1 0 0,-3 2-38 16,0-1 38-16,-2 2 0 0,-1-2-80 16,0 0 80-16,-2-1 0 0,0 1-101 0,0 0 101 0,-2 0 0 15,0-1 62-15,0 1-62 0,-2 1 0 0,-2 0-671 16,-2 1 671-16,-2 1 0 0</inkml:trace>
  <inkml:trace contextRef="#ctx0" brushRef="#br0" timeOffset="19896.082">6150 5702 1024 0,'0'0'0'0,"0"4"0"0,-2 1 0 0,1 2 0 0,0-3 256 0,0 1-256 0,0-1 0 0,0 0 256 15,0 0-256-15,0 0 0 0,1 1 256 0,-3 1-256 16,1 2 0-16,1-2 256 0,-1 2-256 0,-1 0 0 0,0 0 60 15,-1 0-60-15,-1 2 0 0,1-2-90 0,0 2 90 0,-1 0 0 0,0 0-106 16,-1 0 106-16,-1 2 0 0,1-1-80 0,-2 1 80 0,0 2 0 0,2-1-93 16,-2-1 93-16,-1 1 0 15,2-1-19-15,0-2 19 0,-1 0 0 0,-1-1-11 0,3-1 11 0,-1 0 0 16,0-1 8-16,1-1-8 0,0 0 0 0,0-3 39 16,0-2-39-16,0-2 0 0,1 1 119 0,0-1-119 0,2-1 0 0,1 1-851 15,2 1 851-15,2 1 0 0</inkml:trace>
  <inkml:trace contextRef="#ctx0" brushRef="#br0" timeOffset="20102.784">6018 5768 1024 0,'0'0'0'0,"0"0"0"0,0 0 0 0,0 0 0 0,0 0 0 0,0 0 0 0,0 0 0 0,0 0 256 16,0 0-256-16,0 0 0 0,0 0 256 16,0 0-256-16,0 0 0 0,4 7 256 15,2 3-256-15,2 2 0 0,-2-5 256 0,-1-2-256 0,1-1 0 0,1 1 29 0,1 3-29 16,1 1 0-16,1-2-108 0,0 2 108 0,1 0 0 0,0 1-85 15,-1 0 85-15,0 2 0 0,1-1-46 0,0 0 46 0,3 2 0 0,-4-2 40 16,-1 0-40-16,0 1 0 0,0-1 87 16,-2-1-87-16,1 0 0 0,0 0 99 0,-2-2-99 0,-1 0 0 0,1-1 129 15,-2-1-129-15,1 0 0 0,-2-4-1169 0,-3-2 1169 0,-3-2 0 16</inkml:trace>
  <inkml:trace contextRef="#ctx0" brushRef="#br0" timeOffset="20885.118">6994 5510 1024 0,'0'0'0'0,"0"0"0"0,0 0 0 0,0 0 0 15,0 0 256-15,0 0-256 0,0 0 0 0,6-1 256 0,4-2-256 0,2 0 0 16,-6-1 256-16,-2 1-256 0,-1-2 0 0,2 0 190 16,1 0-190-16,1-2 0 0,-1 2-113 0,0-1 113 0,-1-1 0 0,1 0-129 15,-2-1 129-15,1-2 0 0,0 1-1 16,-2 0 1-16,2-2 0 0,-2 2 60 0,-1 1-60 0,-1 0 0 0,0 0 96 15,-1 0-96-15,-1 1 0 0,1 1 256 0,-2 0-256 0,1 0 0 16,-2 1-145-16,-2 1 145 0,0 0 0 16,0 1 97-16,-1 1-97 0,-1 1 0 0,-1 0 80 0,0 1-80 0,-1 1 0 15,1 1 99-15,-2 1-99 0,-1 1 0 0,1-2 100 16,1 2-100-16,0 0 0 0,1 1 102 0,1 0-102 0,0 3 0 16,0 1 144-16,1 0-144 0,0 2 0 0,1-1 165 0,1 0-165 15,3 1 0-15,-2 2 168 16,2 1-168-16,-1 1 0 0,1 0 116 0,0 0-116 0,2 2 0 0,-2 0-61 15,2 1 61-15,-1 1 0 0,0-1-169 16,2 2 169-16,-1 2 0 0,0-2-144 0,0 0 144 0,0 2 0 16,0-1-52-16,1 0 52 0,2 1 0 0,-2-2 77 0,-2-1-77 0,1-1 0 15,0 0 20-15,0 1-20 0,0 0 0 0,0 0-51 0,-2-1 51 0,1-1 0 0,0 0-127 16,-2-1 127-16,1-1 0 0,0-2-173 0,0-2 173 0,0-1 0 0,0 0-132 16,-2-3 132-16,0-1 0 0,2-3-1241 15,1-4 1241-15,1-1 0 16</inkml:trace>
  <inkml:trace contextRef="#ctx0" brushRef="#br0" timeOffset="21096.23">6799 5784 1024 0,'0'0'0'0,"0"0"0"0,0 0 0 0,0 0 0 0,0 0 256 0,0 0-256 0,0 0 0 15,0 0 256 1,0 0-256-16,0 0 0 0,5 1 256 0,3-1-256 0,4 2 0 0,-2-2 256 0,3-1-256 15,2-1 0-15,0 1-163 0,3-1 163 16,2-1 0-16,-2 0-205 0,3-2 205 0,3 0 0 16,-4 1 106-16,0-1-106 0,0-1 0 0,-2 0 256 0,0 0-256 0,-2-1 0 0,0 0 256 15,-3 1-256 1,0-1 0-16,-8 5-1274 0,-5 2 1274 0,-5 2 0 0</inkml:trace>
  <inkml:trace contextRef="#ctx0" brushRef="#br0" timeOffset="21469.823">7204 5686 1024 0,'0'0'0'0,"0"0"0"0,0 0 0 0,0 0 0 0,0 0 0 0,0 0 0 0,0 0 0 0,0 0 256 16,0 0-256-16,0 0 0 0,0 0 256 0,0 0-256 0,0 0 0 15,0 0 256-15,0 0-256 0,0 0 0 0,-3 12 256 0,-2 4-256 16,-2 6 0-16,3-12 146 0,3-5-146 0,2-3 0 0,-2 4-186 16,2 1 186-16,-1 2 0 0,0-3-62 0,0 1 62 0,0-2 0 0,0 2-4 15,-2 2 4-15,1 1 0 0,1-1-5 16,1-1 5-16,1 0 0 0,-1 0 135 0,1-1-135 0,-1 0 0 0,1 0 7 15,1 1-7-15,1-1 0 0,0 0 43 16,1-3-43-16,1 1 0 0,0-2 119 0,0-1-119 0,1-1 0 0,1 0 211 16,0 1-211-16,4-2 0 0,-3-1 222 0,-2-1-222 0,2-1 0 15,-2-1 256-15,2-3-256 0,0-1 0 0,-1 1-168 16,-2-1 168-16,-1-2 0 0,1 1-12 16,-2 0 12-16,2-1 0 0,-3 0 88 0,-2 0-88 0,-2-2 0 0,2 2 157 15,-2-1-157-15,1 0 0 0,-2 3 56 0,-1 1-56 0,-2 1 0 0,0-1-244 16,0 0 244-16,-3 2 0 0,1 1-256 15,-2 2 256-15,0 1 0 0,1 0-256 0,-1 2 256 0,1-1 0 0,0 0-256 16,-1 0 256-16,-3 0 0 0,4 0-256 16,2 0 256-16,2 0 0 0,2 0-759 0,2 0 759 0,2 0 0 0</inkml:trace>
  <inkml:trace contextRef="#ctx0" brushRef="#br0" timeOffset="21835.438">7446 5658 1024 0,'0'0'0'0,"0"0"0"0,0 0 0 0,0 0 0 0,0 0 256 15,0 0-256-15,0 0 0 0,0 0 256 0,0 0-256 0,0 0 0 0,0 10 256 16,-2 4-256-16,1 6 0 0,0-11 256 0,2-2-256 0,-1-4 0 0,0 4-13 16,0 0 13-16,0 1 0 0,1 0-199 15,1 1 199-15,1 2 0 0,-1-2-3 0,1-1 3 0,1 0 0 0,-1 0 2 16,1 1-2-16,-1 0 0 0,1-2 29 0,1 1-29 0,1-1 0 15,0 0 256-15,2-1-256 0,0 0 0 0,-1-2-82 16,0 0 82-16,1-3 0 0,0 1 211 16,1-2-211-16,1-2 0 0,0 0 121 0,-2-1-121 0,0-1 0 0,1-1 72 15,-2-1-72-15,-1-2 0 0,1 1-7 16,-2-1 7-16,2-2 0 0,-2 1 70 0,0 0-70 0,-2-1 0 16,0 0 207-16,-1-1-207 0,-1 0 0 0,-1-1 256 0,-2 3-256 0,-2-2 0 15,2 2 199-15,-1 1-199 0,-2 0 0 0,0 0 27 0,-3 0-27 0,-1 1 0 0,1 2-235 16,-2 0 235-16,0 0 0 0,0 2-256 15,-2 1 256-15,0 1 0 0,0 0-256 16,-2 1 256-16,-1 1 0 0,1 0-256 0,2-1 256 0,0 2 0 0,2 0-122 0,1 2 122 0,0-1 0 16,2 0 51-16,2-1-51 0,2 0 0 0,1-1-1096 15,2-2 1096-15,2 1 0 0</inkml:trace>
  <inkml:trace contextRef="#ctx0" brushRef="#br0" timeOffset="22372.128">7944 5623 1024 0,'0'0'0'0,"0"0"0"0,0 0 0 0,0 0 0 0,0 0 256 0,0 0-256 0,0 0 0 0,0 0 256 16,0 0-256-1,0 0 0-15,-8 3 256 0,-5 1-256 0,-3 2 0 0,7-1 256 16,1-1-256-16,3 3 0 0,-2-2-185 0,0 3 185 0,-1 1 0 0,2-1-170 15,-2 2 170-15,0 0 0 16,2-1 17-16,0 1-17 0,1 0 0 0,1 0 98 0,1 1-98 0,1 2 0 0,1-2 116 0,1 1-116 0,1 0 0 16,0-1 31-16,1-1-31 0,1 0 0 0,0 0-37 15,1 0 37-15,1-1 0 0,2-2-100 16,2-2 100-16,2-2 0 0,-2 0-62 0,0 0 62 0,1-2 0 0,1-1 71 0,0-1-71 16,1-1 0-1,0-2 239-15,-1 0-239 0,0-1 0 0,1-1 256 0,-3-3-256 16,1-1 0-16,1-1 163 0,-2-1-163 0,0-3 0 0,1 0 10 15,-2-2-10-15,-1-1 0 0,0 0-49 0,0-1 49 16,-2-1 0-16,-1 1-45 0,-1 0 45 0,-1 0 0 0,0 0-38 16,-1 0 38-16,-1 0 0 0,-1 1 56 0,-1 2-56 0,-1-1 0 15,1 2 118-15,0 0-118 0,0 2 0 0,-1 0 97 16,-1 1-97-16,-2 2 0 0,2 0-81 0,0 2 81 16,0 1 0-16,0-1-209 0,-1 2 209 0,-1 1 0 0,0 0-189 15,3 2 189-15,-1 1 0 0,0 2-52 0,0 1 52 0,0 1 0 16,0 0 7-16,2 2-7 0,-2-1 0 0,1 3 156 0,0 3-156 0,0 2 0 15,0-1 256-15,2 1-256 0,-1 2 0 0,1 1 256 16,1 2-256-16,1 2 0 0,-1 0 256 0,2 2-256 0,-1 2 0 16,0-1 199-16,1 1-199 0,1 1 0 0,0-1-256 0,1 1 256 15,2 1 0-15,-2-1-256 0,0-1 256 0,0 0 0 0,0-3-256 16,0-1 256-16,0-1 0 0,2-3-256 0,0-2 256 0,1-1 0 16,-5-6-1185-16,-2-5 1185 0,-2-5 0 15</inkml:trace>
  <inkml:trace contextRef="#ctx0" brushRef="#br0" timeOffset="22728.35">8566 5484 1024 0,'0'0'0'0,"2"-3"256"0,1-1-256 0,2-2 0 15,-2 2 256-15,0 0-256 0,0 0 0 0,0 1 256 0,-2-2-256 0,1 0 0 0,0 1 256 16,-2 0-256-16,1 0 0 0,0 0 256 0,-2 1-256 16,1 0 0-16,0 1-93 0,-2-2 93 0,1 0 0 0,-1 3-256 0,-1-1 256 15,-1 2 0-15,0 2-190 0,-2 2 190 0,0 0 0 0,1 1 231 16,0 3-231-16,0 1 0 0,0 1 256 0,-2 1-256 0,-1 3 0 16,2 0 256-16,-1 1-256 0,-2 3 0 0,3 0 256 15,0 0-256-15,2 3 0 0,-1 0 211 0,1 2-211 0,0 3 0 0,1-1-244 16,1 1 244-16,1 2 0 0,1-2-256 0,2 0 256 0,2 1 0 0,1-1-198 15,1 1 198-15,2 1 0 0,0-2-98 16,1-1 98-16,2 0 0 0,1-1-90 16,3-1 90-16,2-1 0 0,0-1-96 0,2-3 96 0,2 0 0 0,-1-4-52 15,0-3 52-15,2-1 0 0,-1-3 36 0,1-1-36 0,0-3 0 0,-14-1-953 16,-8-2 953-16,-8-2 0 0</inkml:trace>
  <inkml:trace contextRef="#ctx0" brushRef="#br0" timeOffset="23094.268">8910 5588 1024 0,'0'0'0'0,"0"0"0"0,0 0 0 0,0 0 0 0,0 0 256 15,0 0-256-15,0 0 0 0,0 0 174 0,0 0-174 0,0 0 0 0,0 0 256 0,0 0-256 0,0 0 0 0,0 0 256 16,0 0-256-16,0 0 0 0,0 0 256 0,0 0-256 16,0 0 0-16,0 0 256 0,0 0-256 0,0 0 0 15,0 0 164-15,0 0-164 0,0 0 0 0,0 0-80 0,0 0 80 0,0 0 0 0,9 0-88 16,2-1 88-16,5-1 0 0,-15 7-80 16,-4 2 80-16,-6 3 0 0,6 0-73 0,-1 2 73 0,-1 1 0 15,0 1-79-15,-2 0 79 0,0 2 0 0,1-1-82 0,-1 1 82 16,-1 1 0-16,0-2-124 0,0-1 124 0,-1 0 0 0,0 1-153 0,2-2 153 15,0 1 0-15,0-4-176 0,1-1 176 0,0-3 0 0,0 0-165 16,2 0 165-16,-1-2 0 0,1 0-54 16,1-1 54-16,1 0 0 0,1-2-464 0,1-1 464 0,1-1 0 0</inkml:trace>
  <inkml:trace contextRef="#ctx0" brushRef="#br0" timeOffset="23301.448">8756 5604 1024 0,'0'0'0'0,"0"0"0"0,0 0 0 0,0 0 0 0,0 0 256 0,0 0-256 16,0 0 0-16,0 0 256 0,0 0-256 0,0 0 0 0,5 3 256 16,0 1-256-16,2 2 0 0,-2-2 256 0,-1 0-256 0,-1 0 0 0,4 2 256 15,1 2-256-15,2 1 0 0,-2 0-256 0,2 1 256 16,1 2 0-16,-2 0-256 0,2 0 256 0,0 2 0 0,-1-1-137 16,1 0 137-16,-1 2 0 0,0-2 132 0,-1 1-132 0,0 0 0 15,0-3 89-15,-1 0-89 0,0-2 0 0,-2-1 22 16,-1 0-22-16,-1-2 0 0,0-1 24 0,0 0-24 0,-2-1 0 0,0-4-22 15,2-1 22-15,0-2 0 0,-2 2-876 0,-2 1 876 0,-2 1 0 16</inkml:trace>
  <inkml:trace contextRef="#ctx0" brushRef="#br0" timeOffset="23567.817">9046 5368 1024 0,'0'0'0'0,"0"0"0"0,0 0 0 0,0 0 0 0,6 2 256 0,2 3-256 0,4 0 0 0,-4-3 256 16,-1-1-256-16,-1-1 0 0,3 1 256 0,0 1-256 16,1 1 0-16,1 1 256 0,0 2-256 0,1 0 0 0,1 1-220 15,0 1 220-15,2 3 0 0,-2-1-103 0,0 3 103 0,0 1 0 16,0 2 143-16,0 0-143 0,-2 3 0 0,1-2 256 16,-2 0-256-16,-1 2 0 0,1 1 256 0,-2 2-256 0,-1 3 0 0,-1-3 251 15,-2 0-251-15,-2 0 0 0,-2 4-4 0,-2 0 4 16,-2 4 0-16,-1-2-175 0,-2 0 175 0,-2 1 0 0,0-2-256 15,-1-2 256-15,-4-1 0 0,4-4-256 16,1-2 256-16,1-2 0 0,4-10-916 0,4-6 916 0,4-6 0 16</inkml:trace>
  <inkml:trace contextRef="#ctx0" brushRef="#br0" timeOffset="24299.031">9532 5708 1024 0,'0'0'0'0,"0"0"256"0,0 0-256 0,0 0 0 0,0 0 0 0,0 0 256 0,0 0-256 0,0 0 0 0,7-1 256 15,4 1-256-15,3-2 0 0,-3 1 256 0,-2 1-256 16,2 1 0-16,1-1-123 16,3 0 123-16,1 0 0 0,1-1-203 0,2 1 203 0,3-2 0 0,0 2-87 0,1-2 87 0,3 1 0 0,-1 0 99 15,1-1-99-15,2-2 0 0,-1 3 70 16,1-2-70-16,2 1 0 0,-3 1 72 0,0 1-72 16,0 1 0-16,0-2 54 0,-1 1-54 0,-1-2 0 15,-1 1-37-15,-2 1 37 0,-1 1 0 0,0-1-153 16,-2 0 153-16,0 0 0 0,-3 0-233 0,-1 0 233 0,-2 0 0 0,1-1-104 15,-3 0 104-15,-2-1 0 0,-1 1 33 16,-3 0-33-16,-2-2 0 0,0 0 128 0,-1 0-128 0,-1-1 0 0,-1 0 148 0,-2-2-148 0,-2 0 0 0,0 1 162 16,-2 0-162-16,-3-1 0 15,1 1 105-15,0 0-105 0,-4 0 0 0,3 1-77 16,-1 1 77-16,-3 0 0 0,3-1-194 0,-1-1 194 0,-2-2 0 16,2 2-174-16,-1 1 174 0,1 1 0 15,0-1-21-15,-2 0 21 0,0-1 0 0,1 0 39 0,0 2-39 0,0-1 0 16,1 1-28-16,4 1 28 0,0 1 0 15,-1-2 78-15,-1 0-78 0,1-1 0 0,2 1 174 0,1 1-174 16,1 0 0-16,-2 0 245 0,1-1-245 0,0-1 0 0,2 2 61 0,1-1-61 0,1 2 0 0,-1-1 59 16,0-1-59-16,0 1 0 0,1 0 72 0,1 0-72 15,1 0 0-15,-1 1 68 0,0-1-68 16,0 2 0-16,1-1-75 0,1 0 75 0,1 0 0 0,0 0-84 0,1 1 84 16,1 1 0-16,0-1-15 0,2 0 15 0,0 0 0 15,1 1 60-15,3 1-60 16,1 1 0-16,-1-1 60 0,2 1-60 0,1 1 0 0,1-2 105 0,0 2-105 15,3 0 0-15,-1-1 105 0,2 0-105 0,1 0 0 16,-3 1 13-16,3 0-13 0,-1 1 0 0,0-1-34 0,-1 0 34 0,-2 1 0 0,1-1 9 16,1 1-9-1,1 1 0-15,-4-1 138 0,-1 0-138 0,-2 1 0 0,1-1 153 0,-2 2-153 0,-1 0 0 0,0-1 110 16,-3 2-110-16,-2 0 0 0,1-1 77 0,-1-1-77 16,-1 0 0-16,1 0-5 0,-2 1 5 0,-1 2 0 0,-2-2-41 0,-2 1 41 0,-2-1 0 0,2 3-38 15,-1 2 38-15,1 1 0 0,-1-1-13 16,-1 2 13-16,-1 1 0 0,-1-1-109 0,0 0 109 0,-4 2 0 0,2 0-256 15,-1 1 256-15,-3 1 0 0,3-3-256 0,-1 0 256 0,-2-1 0 16,8-8-1161-16,4-6 1161 0,4-6 0 0</inkml:trace>
  <inkml:trace contextRef="#ctx0" brushRef="#br0" timeOffset="26138.911">10935 5352 1223 0,'0'0'0'0,"0"0"-21"0,0 0 21 16,0 0 0-16,0 0 90 0,0 0-90 0,0 0 0 0,0 0 183 0,0 0-183 0,0 0 0 0,0 0 185 15,0 0-185-15,0 0 0 0,0 0 62 16,0 0-62-16,0 0 0 0,0 0-76 0,0 0 76 0,0 0 0 0,0 0-113 0,0 0 113 0,0 0 0 0,0 0-55 31,0 0 55-31,0 0 0 0,0 0 80 0,0 0-80 0,0 0 0 0,0 0 182 0,0 0-182 16,0 0 0-16,0-9 158 0,2-3-158 0,-1-5 0 0,-4 11 88 0,-2 4-88 0,-2 3 0 0,2-4 17 15,-2 2-17-15,-1-1 0 0,1 0 22 16,2 1-22-16,-1 1 0 16,-1-2 47-16,0 2-47 0,-1-1 0 0,2 1 71 0,0 1-71 0,2 1 0 0,-1-2 124 0,0 1-124 15,0 1 0-15,0-1 157 16,2 0-157-16,-2 0 0 0,2-1 145 0,1 2-145 0,1-1 0 0,-1 1 68 0,0 2-68 0,0 0 0 0,0-1-13 16,2 1 13-16,-1 1 0 0,0 0-32 0,-1 0 32 15,-1 1 0-15,2-1-68 16,1 1 68-16,1 2 0 0,-1-1-33 0,-2 1 33 0,1 2 0 0,1-1 39 0,1 0-39 0,1 2 0 15,-1-1 149 1,-2 1-149-16,1 2 0 0,1-2 159 0,1 1-159 0,1 0 0 0,-2 0 44 0,0 1-44 0,-1 0 0 0,0 0-80 31,1 1 80-31,1 0 0 0,-1-1-125 0,-2 1 125 0,1 0 0 0,0 0-56 16,-2 0 56-16,1 3 0 0,0-3 9 0,0-1-9 0,0 0 0 0,0 1 143 0,0-2-143 0,0 1 0 16,0-2 227-1,0 1-227-15,0-1 0 0,0-2 236 16,0 0-236-16,0-1 0 0,1-1 134 0,1 1-134 0,1-2 0 0,-1 1 13 15,0-1-13-15,0 0 0 0,0 0-10 0,1-1 10 0,1 0 0 16,0 0-36-16,1 0 36 0,1 1 0 0,1-2-59 16,0-1 59-16,1-1 0 0,1 0-144 0,3 2 144 0,1 0 0 0,-1-2-228 15,2-1 228-15,1-1 0 0,-1 0-256 0,0 0 256 0,2 0 0 16,-2-1-256-16,0 1 256 0,1-2 0 0,-2-2-256 16,1 0 256-16,-2-1 0 0,-2 0-175 0,-1-1 175 0,-3-2 0 0,0 2 111 15,-1-2-111-15,-1 0 0 0,-1 5-1050 16,-2 3 1050-16,-2 3 0 0</inkml:trace>
  <inkml:trace contextRef="#ctx0" brushRef="#br0" timeOffset="26317.091">10822 5660 1024 0,'0'0'0'0,"0"0"256"0,0 0-256 0,0 0 0 0,0 0 256 0,0 0-256 0,0 0 0 0,3-1 256 0,2-2-256 0,0-1 0 16,1 2 256-16,1 1-256 0,2 0 0 0,0 1 256 15,0 0-256-15,4 0 0 0,-1 0-256 0,0 0 256 16,4 0 0-16,-3 0-256 0,2 0 256 0,0 0 0 0,-9 0-768 16,-6 0 768-16,-6 0 0 0</inkml:trace>
  <inkml:trace contextRef="#ctx0" brushRef="#br0" timeOffset="26935.862">11280 5585 1024 0,'0'0'0'0,"0"0"256"0,0 0-256 0,0 0 0 0,0 0 256 0,0 0-256 0,0 0 0 0,0 0 256 0,0 0-256 0,0 0 0 15,-7 3 256-15,-4 0-256 0,-3 1 0 0,8-3 256 16,3 0-256-16,2 0 0 0,-3 1-256 0,0 1 256 15,-3 1 0-15,7-4 0 0,-6 3-256 0,3 1 256 0,-1 2 0 16,0 0-191-16,2 1 191 0,-1 2 0 0,0 0 256 0,2 0-256 0,-1 1 0 0,1 0 256 16,1 1-256-16,1 0 0 0,-1 0 256 0,2 2-256 0,-1 1 0 0,0-2-72 15,1-1 72-15,1 0 0 0,0 0-239 0,1 0 239 16,1-1 0-16,0-2-254 0,2 0 254 0,0-2 0 0,-2 0-232 16,2-1 232-16,1-1 0 0,-2 0-4 15,1-2 4-15,1-1 0 0,0-2 256 0,-1-2-256 0,0-2 0 0,0 0 256 16,1 0-256-16,3-1 0 0,-4-2 210 15,-1-1-210-15,-1-3 0 0,2 1-48 0,-1-3 48 0,0-2 0 0,0 1-169 0,-2-1 169 0,2-3 0 16,-2 0-256 0,-1 0 256-16,-1-3 0 0,0 2-256 0,-1 1 256 0,-1-2 0 0,1 2-20 0,-2-1 20 15,1-1 0-15,0 2 256 0,-1 1-256 0,0 1 0 0,1 2 256 16,-1 0-256-16,-1 1 0 0,1 1 256 0,0 2-256 0,0 0 0 0,0 2 256 16,-1 0-256-16,-2 2 0 0,2 1 60 15,2 1-60-15,-1 1 0 0,0 0-256 0,0 0 256 0,0 2 0 0,0-1-256 16,0 1 256-16,0 0 0 0,0 2-195 0,0 1 195 0,0 2 0 0,0 0 256 31,2 1-256-31,-1 2 0 0,-1-2 256 0,0 3-256 0,-1 0 0 0,1 2 256 0,1 1-256 0,1 3 0 0,0-1 256 16,1 1-256-1,1 3 0-15,-1 0 256 0,-2 0-256 0,1 2 0 0,0 0-37 0,1 0 37 0,1 3 0 0,-1 0-256 16,1 1 256-16,-1 2 0 0,0-3-256 0,0-2 256 0,0 1 0 0,0-1-256 31,0 0 256-31,0 0 0 0,0-3-183 0,0 0 183 0,0-1 0 0,0-3-10 0,0-2 10 0,0-1 0 0,0-1-28 16,2 0 28-16,0-2 0 0,-3-3-1148 0,-1-3 1148 0,-1-3 0 15</inkml:trace>
  <inkml:trace contextRef="#ctx0" brushRef="#br0" timeOffset="27136.358">11640 5617 1024 0,'0'0'0'0,"0"0"256"0,0 0-256 0,0 0 0 0,2 2 256 0,1 3-256 0,1 0 0 0,-1 0 256 16,-1 2-256-16,0 0 0 0,0 0 256 0,1 2-256 16,1 1 0-16,-1 0 241 0,-3-10-241 0,1 11 0 0,1 2 0 0,0-2-256 0,-2 1 256 15,1 0 0-15,0-1-256 0,-2-1 256 0,1 0 0 0,0-2-256 16,-2 0 256-16,1-2 0 0,-1-1-117 16,-1-2 117-16,-1-1 0 0,3-1-380 0,1-1 380 0,1-1 0 0</inkml:trace>
  <inkml:trace contextRef="#ctx0" brushRef="#br0" timeOffset="27697.976">11668 5456 1024 0,'0'0'0'0,"0"0"256"0,0 0-256 0,0 0 0 0,0 0 256 0,0 0-256 0,0 0 0 0,-1-5-69 0,-1-3 69 16,-1-2 0-16,2 4-135 0,1 2 135 0,1-1 0 0,1-3-13 15,0-1 13-15,1-3 0 0,0 4 21 0,-3 8-21 0,1-9 0 16,1 1 0-16,0 1 41 0,1 0-41 0,2 2 0 0,-2 0 16 15,1 1-16-15,2 0 0 0,-2 1-22 0,-1 0 22 0,-1 0 0 0,1 3-93 16,-2 1 93-16,1 1 0 0,1-1-62 0,-1 0 62 0,0 0 0 16,0 1 130-16,-2 1-130 0,1 2 0 0,0-3 256 15,-2 2-256-15,1 0 0 0,0 0 256 0,2 0-256 0,-1 3 0 0,0 0 243 16,-2 1-243-16,1 2 0 0,0-1 68 16,0 0-68-16,0 2 0 0,0 0 14 0,2 3-14 0,-1 2 0 0,0-2-68 15,0 2 68-15,0 1 0 0,0 0-114 0,1-1 114 0,1 2 0 16,-2-1-142-16,-1-1 142 0,-1 1 0 0,1-1-58 15,2 0 58-15,-1-1 0 0,0-1-3 16,0-1 3-16,0-2 0 0,1 1 146 0,-4-2-146 0,2 0 0 0,2-2 256 16,0-2-256-16,1-1 0 0,-1 0 256 15,1-1-256-15,1-1 0 0,-1-1 256 0,1-3-256 0,1 0 0 0,1 0-136 16,0-1 136-16,1-1 0 0,0-1-256 0,1 0 256 0,2-3 0 0,-2 1-256 16,1-1 256-16,2 0 0 0,-3 1-256 0,2 0 256 0,1-1 0 0,-1 1 137 31,-2 1-137-31,2 0 0 0,-1 0 256 0,-1 0-256 0,0 0 0 0,1 2 256 15,0 1-256-15,1 0 0 0,-1 1 253 0,-2 0-253 0,-1 0 0 0,1 3 20 0,-2-1-20 16,2 2 0-16,-1 0-85 0,-1 2 85 0,0 1 0 0,-1-2-76 0,-1 1 76 16,-1 1 0-16,1-2-27 0,-2 2 27 0,-1 0 0 0,-1-1 55 15,-2 2-55-15,0 0 0 0,0-2 118 0,-1 2-118 0,-2 0 0 0,0-1 97 16,-3 0-97-16,-1 0 0 16,2 0-54-16,-1-1 54 0,-2 0 0 0,2 0-229 0,-1-1 229 15,-3 0 0-15,2-1-256 0,1-1 256 0,0-1 0 0,0-1-256 0,1-1 256 0,-1-1 0 0,2 1-189 31,1-1 189-31,0-2 0 0,2 0 40 0,1-2-40 0,1-2 0 0,1 6-848 0,2 2 848 0,2 2 0 0</inkml:trace>
  <inkml:trace contextRef="#ctx0" brushRef="#br0" timeOffset="27935.446">12082 5352 1024 0,'0'0'0'0,"0"0"256"0,0 0-256 16,0 0 0-16,0 0 256 0,0 0-256 16,0 0 0-16,5 0 256 0,2 0-256 0,1 0 0 0,-2 2 256 0,-1 3-256 15,0 0 0-15,0 1 256 0,0 1-256 0,0 2 0 0,0-1 256 0,1 2-256 0,3 0 0 0,-3 1 162 16,-1 2-162-16,-1 1 0 16,1 0-33-16,1 1 33 0,-1 1 0 0,-1 0-159 0,-1 0 159 0,-1 2 0 0,1-2-246 15,0 1 246-15,0 1 0 0,-1-2-256 16,-1 0 256-1,-1-1 0-15,1 0-138 0,1-2 138 0,-1 0 0 0,0-1 10 0,-2-2-10 0,1-1 0 0,0-5-876 16,0-4 876-16,0-4 0 0</inkml:trace>
  <inkml:trace contextRef="#ctx0" brushRef="#br0" timeOffset="28270.129">12403 5652 1024 0,'0'0'0'0,"0"0"256"0,0 0-256 0,0 0 0 0,0 0 256 0,0 0-256 0,0 0 0 0,0 0 256 16,0 0-256-16,0 0 0 0,0 0 256 16,0 0-256-16,0 0 0 0,4-5-181 0,4-3 181 0,2-2 0 0,-5 4-256 0,-2 0 256 15,-1 2 0-15,1-1-256 0,1-1 256 16,1-1 0-16,-1 0 210 0,-2 0-210 0,2-2 0 0,-1 1 256 16,-2 1-256-16,1 0 0 0,0-1 256 0,-2 1-256 0,1 0 0 0,0 0 256 15,-2 1-256-15,1 0 0 0,0 0 256 0,-2 1-256 0,1 0 0 16,-1 1 52-16,-1 1-52 0,-2 1 0 0,2 0-131 15,-1 1 131-15,-1 1 0 0,1-1 1 0,-1 1-1 0,-1 1 0 0,0 0 256 16,1 1-256-16,0 1 0 0,0 0 256 0,1 2-256 16,0 0 0-16,-2 1 256 0,3 1-256 0,-1 1 0 0,1 0 231 15,1 0-231-15,1 2 0 0,0-1-236 0,1 2 236 0,1 0 0 0,0 0-256 16,1-1 256-16,1 1 0 0,-3-11 0 0,0 0 0 0,0 0 0 0,0 0 0 0,2 10-256 16,-2-10 256-16,0 0 0 0,0 0 0 0,3 11 0 0,-3-11 0 0,0 0 0 0,5 11 0 0,-5-11 0 0,5 11-256 0,0-1 256 0,3 0 0 0,-1-1-256 15,2 0 256-15,0-2 0 0,0-1-256 0,2 0 256 16,1-2 0-16,-8-1-970 0,-5-3 970 0,-2-3 0 0</inkml:trace>
  <inkml:trace contextRef="#ctx0" brushRef="#br0" timeOffset="28673.218">12978 5139 1024 0,'0'0'0'0,"0"0"0"16,0 0 0-16,0 0 0 0,0 0 256 0,0 0-256 0,0 0 0 0,0 0 256 0,0 0-256 0,0 0 0 16,0 0 256-16,0 0-256 0,0 0 0 0,0 0 256 0,0 0-256 0,0 0 0 0,-9 2 256 15,-3-1-256-15,-5 0 0 0,9 2-70 0,1 1 70 16,3 2 0-16,-3 0-26 0,7-6 26 0,-7 8 0 0,-1 3 0 15,1 0 196-15,-2 1-196 0,0 2 0 0,1 0 256 0,-1 1-256 0,-2 1 0 0,2 0 178 16,1 0-178-16,-2 2 0 0,3 0 81 0,1 1-81 16,1 1 0-16,0-1 51 0,0 1-51 0,2 1 0 0,-1-1 47 15,2 1-47-15,-1 1 0 0,2-2-126 16,1 1 126-16,1-2 0 0,1 2-227 0,1 0 227 0,1 0 0 0,2-1-173 0,1-1 173 0,2-1 0 16,1 0-143-16,3 0 143 0,2 0 0 0,0-3-220 31,1 0 220-31,4-1 0 0,-1-2-228 0,0-3 228 0,2-1 0 0,-1-2-88 15,0-2 88-15,2-2 0 0,-1 0 12 0,-2-1-12 0,2-1 0 0,-14 1-800 16,-7-1 800-16,-7-1 0 0</inkml:trace>
  <inkml:trace contextRef="#ctx0" brushRef="#br0" timeOffset="29207.914">13272 5342 1240 0,'0'0'0'0,"0"0"256"0,0 0-256 0,0 0 0 0,0 0 256 0,0 0-256 0,0 0 0 0,0 0 256 15,0 0-256-15,0 0 0 0,0 0 87 0,0 0-87 0,0 0 0 16,0 0-200-16,0 0 200 0,0 0 0 0,0 0-117 15,0 0 117-15,0 0 0 0,0 0 29 0,0 0-29 0,0 0 0 0,0 0 256 16,0 0-256-16,0 0 0 0,0 0 256 0,0 0-256 16,0 0 0-16,0 0 256 0,0 0-256 0,0 0 0 0,0 0 168 0,0 0-168 15,0 0 0-15,0 0-163 0,0 0 163 0,0 0 0 0,0 0-114 16,0 0 114-16,0 0 0 0,6 10-166 0,3 4 166 16,2 6 0-16,-6-14-142 0,-4-5 142 0,-1-5 0 0,2 6 69 15,0-2-69-15,0 1 0 0,0 0 256 0,1 0-256 0,2 0 0 16,-2 0 256-16,-2 2-256 0,1 0 0 0,0-2 239 15,1 0-239-15,1-1 0 0,-1 1-84 0,-2-1 84 0,1-1 0 16,0 2-229-16,0 0 229 0,1 1 0 0,-1-1-256 0,0 0 256 0,0 0 0 16,0 1-211-16,0-1 211 0,0 3 0 0,0-2 181 15,0 0-181-15,0 0 0 0,0 0 256 0,-2 1-256 0,1 1 0 0,0-1 256 16,0 2-256-16,0 0 0 0,0-1 256 16,-2 2-256-16,1-1 0 0,0 1 256 0,-2 0-256 0,1 2 0 0,0 0-256 15,-1 1 256-15,-1 2 0 0,0 0-256 0,-1 0 256 0,-1 2 0 16,0-1-256-16,0 0 256 0,-1 1 0 0,1-1-256 15,-1 0 256-15,-1-1 0 0,0 0 6 0,0 1-6 16,-2 1 0-16,2-3-9 0,-1-1 9 0,0-1 0 0,1 1-176 16,1-2 176-16,0 0 0 0,1-1-192 0,1-1 192 0,1-1 0 0,1-2-984 15,2-2 984-15,2-2 0 0</inkml:trace>
  <inkml:trace contextRef="#ctx0" brushRef="#br0" timeOffset="29970.518">13099 5440 1024 0,'0'0'0'0,"0"0"0"0,0 0 0 0,0 0 0 0,0 0 0 0,0 0 0 0,0 0 0 0,0 0 0 16,0 0 0-1,0 0 0-15,0 0 0 0,0 0 0 16,0 0 0-16,0 0 0 0,0 0 0 0,0 0 0 0,5 3 210 0,3 3-210 0,1 1 0 0,-3-4 256 16,0-1-256-16,-2-2 0 0,1 2 214 15,1 0-214-15,2 1 0 0,0-1 107 0,-3 2-107 0,1 0 0 0,0-1-8 16,1 0 8-16,2 0 0 0,-2 1-24 16,0 1 24-16,0 2 0 0,1-2 54 0,0 1-54 0,1 1 0 0,0 0 87 15,2 2-87-15,0 1 0 0,-1-1 12 0,0 0-12 16,-1 1 0-16,1 0-123 0,2 0 123 0,1 2 0 0,-1-1-221 15,-2 0 221-15,-1 2 0 0,2-3-233 0,-1-1 233 0,0 0 0 0,1-1-177 16,-3 1 177-16,1-1 0 0,-1-2-82 0,0-2 82 16,-2-2 0-16,0 1 41 0,-1-2-41 0,-1-1 0 0,-2 1-113 15,-2-1 113-15,-2-1 0 0</inkml:trace>
  <inkml:trace contextRef="#ctx0" brushRef="#br0" timeOffset="30470.148">13482 5058 1024 0,'0'0'0'0,"0"0"95"0,0 0-95 0,0 0 0 16,4 1 255-16,2-1-255 0,2 2 0 0,-1-1 248 0,-2 1-248 0,0 1 0 15,0 0 79-15,2 0-79 0,1 1 0 0,-2 0-51 16,-6-4 51-16,7 5 0 0,1 2 0 0,1-1-132 16,0 1 132-16,1 2 0 0,0 0-14 0,0 3 14 0,1 1 0 0,1-1 159 15,0 1-159-15,1 0 0 0,0 0 196 0,-3 3-196 0,2-1 0 0,-2 2 184 16,0 1-184-16,-1 1 0 0,-1-1 156 16,-1 1-156-16,0 1 0 0,-1-2 203 0,0 1-203 0,-2 1 0 0,-1-2 216 0,-1 1-216 0,-1 1 0 0,0-2 176 31,-1 0-176-31,-1-1 0 0,1 1 118 0,-2 0-118 0,1 0 0 0,-2-1 36 0,-1 0-36 0,-3-1 0 15,2 0-84-15,-1 1 84 16,-2 1 0-16,1-2-254 0,-1 0 254 0,-2-1 0 0,1 1-256 0,-2-2 256 16,0 0 0-16,1-2-256 0,1-2 256 0,0-1 0 15,6-5-1074-15,3-4 1074 0,3-4 0 0</inkml:trace>
  <inkml:trace contextRef="#ctx0" brushRef="#br0" timeOffset="37869.949">4568 7325 1024 0,'0'0'0'0,"0"0"0"0,0 0 0 0,0 0 0 0,0 0 256 0,0 0-256 16,0 0 0-16,0 0 256 0,0 0-256 0,0 0 0 0,0 0 255 0,0 0-255 16,0 0 0-16,0 0-15 0,0 0 15 15,0 0 0-15,0 0 27 0,0 0-27 0,0 0 0 0,-3-7 97 0,-2-3-97 0,-2-2 0 16,5 6 58-16,2 2-58 0,2 1 0 0,-2-1 95 16,0 0-95-16,0 0 0 0,0 1 23 0,2-2-23 0,-1 0 0 0,0 1-12 15,0 1 12-15,0 1 0 0,1-1-73 0,1 2 73 0,1-1 0 16,0 1-100-16,0-2 100 0,1 0 0 0,-1 3 7 15,1 2-7-15,1-1 0 0,0 0 101 0,-3 2-101 0,1 0 0 16,0 0 177-16,-2 1-177 0,1 1 0 0,-1 1 125 0,-1 2-125 16,-1 1 0-16,0-2 82 15,-1 1-82-15,-1 2 0 0,0 0 44 0,-1 1-44 0,-1 2 0 0,-1-1 8 16,-1-1-8-16,-2 1 0 0,8-12 0 0,0 0 0 0,0 0 0 0,0 0 0 0,0 0 0 0,0 0 0 0,-6 11 14 0,6-11-14 0,0 0 0 0,0 0 0 0,0 0 0 0,0 0 0 0,-7 11 0 16,7-11 0-16,0 0 0 0,0 0 0 0,0 0 0 0,-9 13 0 0,9-13 0 0,0 0 0 0,0 0 0 0,-7 12 68 0,7-12-68 0,0 0 0 0,-7 11 0 0,7-11 0 0,-7 12 0 0,1-1 100 15,-3-1-100-15,1 1 0 0,2-2 113 0,1 1-113 0,1-2 0 0,-2 1 55 0,3 0-55 0,-1-1 0 0,0 0-2 16,2-1 2-16,-1 0 0 15,2-2-43-15,1 1 43 0,1-1 0 0,0-1-34 16,1 1 34-16,1-2 0 0,1 0-104 0,0-1 104 0,4 0 0 0,-2-1-78 16,1 0 78-16,1 0 0 0,0-2 31 0,2-1-31 0,0-1 0 0,-2 0 90 15,3-1-90-15,-1-2 0 16,-2 0 128-16,0 0-128 0,-2-1 0 0,-3 4-1749 0,-4 3 1749 0,-1 3 0 0</inkml:trace>
  <inkml:trace contextRef="#ctx0" brushRef="#br0" timeOffset="38169.88">4591 7035 1024 0,'0'0'0'0,"0"0"0"0,0 0 0 16,0 0 0-16,4 1 256 0,5 1-256 0,0 0 0 0,-3 0 256 0,-1-1-256 0,-1-1 0 0,5 4 256 15,0 1-256-15,4 0 0 0,-1 0 58 0,0 1-58 0,3 1 0 0,-2 2 99 16,2 2-99-16,1 1 0 0,-2 1 82 0,-3 1-82 0,-2 3 0 0,3 0 178 16,-3 2-178-1,1 2 0-15,-3 0 68 0,-1 1-68 0,-3 1 0 0,0 2-11 0,-1 1 11 0,-1 2 0 0,-2 2-151 16,-2 1 151-16,-2 3 0 0,-2-2-39 16,-1 2 39-16,-3 1 0 0,-1-2 135 0,-1-1-135 0,-3 1 0 15,3-2 251-15,-1-1-251 0,-3 0 0 0,12-19-1438 0,5-12 1438 0,5-9 0 16</inkml:trace>
  <inkml:trace contextRef="#ctx0" brushRef="#br0" timeOffset="38696.27">5319 7063 1024 0,'0'0'0'0,"0"0"0"0,0 0 0 0,0 0 0 0,-2 6 256 0,-1 4-256 0,-1 2 0 0,1-6 256 16,2-1-256-16,1-3 0 0,-1 4-34 15,-1 3 34-15,-1 1 0 0,1-1-25 0,-1 2 25 0,-2 0 0 0,2 1 62 16,-1 2-62-16,-2 2 0 0,2-1 58 16,-1 2-58-16,-1 1 0 0,1 0 90 0,2 1-90 0,-1 1 0 15,-1 0 55-15,5-20-55 0,0 0 0 0,0 0 0 0,0 0 0 0,0 0 0 0,0 0 0 0,0 0 0 0,-2 21 0 16,2-21 0-16,0 0 0 0,0 0 0 0,0 0 0 0,0 0 0 0,0 0 0 0,-3 22 0 0,3-22 0 0,0 0 0 0,0 0 0 0,0 0 0 0,0 0 0 0,-1 20 18 0,1-20-18 0,0 0 0 0,0 0 0 0,0 0 0 0,0 21 0 0,0-21 0 0,0 0 0 0,0 0 0 0,1 19 0 0,-1-19 0 0,0 0 0 0,0 19-63 0,0-19 63 0,2 18 0 0,-1-1 0 0,-1-17 0 0,2 17-52 0,2-2 52 16,0 0 0-16,1-2 81 0,0-2-81 0,3 0 0 0,0-2 92 15,0-2-92-15,1-1 0 0,-1-1 120 0,2-3-120 0,0 0 0 16,-1-2 104-16,1-2-104 0,-1-2 0 0,-1-1 74 0,3-3-74 0,-1-1 0 15,-1-1 12-15,0-1-12 0,2-3 0 0,-2 0 37 16,-1-1-37-16,0-3 0 0,-1 1 116 0,-1-1-116 0,-1-1 0 0,1 0 240 16,-1-1-240-16,0-1 0 0,-1 0 202 15,0 1-202-15,-2-2 0 0,0 2 103 0,-2-1-103 0,-2 2 0 0,2 0 2 16,-2 0-2-16,1 0 0 0,-2 1-7 0,-1 2 7 0,-1 0 0 0,-1 2 1 16,0 3-1-16,-1 1 0 0,0 0-85 15,-3 2 85-15,-2 1 0 0,3 2-35 0,-2 2 35 16,0 1 0-16,0 2-14 0,-2 1 14 0,-1 1 0 0,0 2-9 15,3 0 9-15,-1 1 0 0,0 0-11 0,1 1 11 0,1 2 0 0,1-3 74 0,2 1-74 16,2-1 0-16,2-3-1718 0,4-2 1718 16,1-2 0-16</inkml:trace>
  <inkml:trace contextRef="#ctx0" brushRef="#br0" timeOffset="39134.46">5569 7243 1024 0,'0'0'0'0,"0"4"0"0,2 1 0 0,-1-2 0 0,0 2 256 0,1 0-256 0,1 1 0 0,-1 0 256 16,1 0-256-16,2 1 0 0,-1 1 256 0,2 1-256 0,3 2 0 15,-4 0 256-15,-1 2-256 16,0 1 0-16,0 0 117 0,0 0-117 0,0 2 0 0,-1-2-72 0,-1 0 72 0,-1-1 0 16,1 0 91-16,0 0-91 0,0-1 0 0,-1 0 208 15,-1-1-208-15,-1-2 0 0,1 0 167 0,0 0-167 0,0-2 0 0,0-1-12 16,0-1 12-16,0 0 0 0,0-2-93 15,0 0 93-15,0 0 0 0,0-1-107 0,0-2 107 0,0-2 0 16,0 1-21-16,0-1 21 0,0-1 0 0,0-3 71 0,2-1-71 0,0-2 0 16,-1 0 98-16,1-2-98 0,2 0 0 0,-1-1 39 0,0-1-39 15,3-1 0-15,-2 1-34 0,0 1 34 0,1-1 0 0,-1 1-99 16,1-1 99-16,1 1 0 0,0 0-74 16,1-1 74-16,2 0 0 0,-2 3-63 15,0 1 63-15,0 2 0 0,0 0-78 0,1 1 78 0,0 1 0 0,0 1-113 16,1 0 113-16,2 2 0 0,-3 1 256 0,0 1-256 0,-2 1 0 0,0 2-256 15,2 1 256 1,1 2 0-16,-1 2 77 0,-2 0-77 0,1 4 0 0,-2-2 149 16,0 2-149-16,-2 1 0 0,1-1 189 0,-2 1-189 0,1 3 0 0,-1-2 85 15,-1 2-85-15,-1 1 0 0,0 0-67 0,-1-1 67 0,-1 2 0 0,1-4-184 0,0 0 184 0,0-1 0 16,0-2-154 0,-1-2 154-16,-1-1 0 0,2-5-1144 0,1-3 1144 15,1-3 0-15</inkml:trace>
  <inkml:trace contextRef="#ctx0" brushRef="#br0" timeOffset="39467.374">6100 7407 1024 0,'0'0'0'15,"0"0"0"-15,0 0 0 0,0 0 0 0,0 0 256 0,0 0-256 0,0 0 0 0,0 0 256 0,0 0-256 16,0 0 0-16,5-3 256 0,4 1-256 0,2-3 0 0,-6 3 20 15,-2-1-20-15,-2-1 0 0,2 0 42 0,1-1-42 16,-1-2 0-16,0 2 18 0,-2-1-18 0,1 1 0 0,-1-1 2 16,-1 1-2-16,-1 0 0 0,1 1-47 0,-2-1 47 0,1-2 0 0,-2 4-54 15,-2 1 54-15,0 1 0 0,0 1-19 0,-1 1 19 0,-1 1 0 16,-1 0 256-16,0 2-256 0,-1 0 0 0,1 1 7 16,-1 1-7-16,1 2 0 0,1 0 247 15,1 1-247-15,0 2 0 0,1-1 250 0,-2-1-250 16,-1 1 0-16,3 0 114 0,1 1-114 0,0 2 0 0,1-2-82 0,1 0 82 15,1-2 0-15,1 1-243 0,1 0 243 0,1-1 0 0,0-1-256 16,1-1 256-16,2 0 0 0,0-1-232 0,2 0 232 0,2-2 0 16,0-1-60-16,1-3 60 0,3-3 0 0,0 1-15 15,0-1 15-15,3-2 0 0,-11 4-716 0,-5 1 716 0,-5 1 0 0</inkml:trace>
  <inkml:trace contextRef="#ctx0" brushRef="#br0" timeOffset="39768.357">6505 7221 1024 0,'0'0'0'0,"0"0"0"0,0 0 0 0,0 0 0 0,0 0 256 0,0 0-256 0,0 0 0 16,0 0 256-16,0 0-256 0,0 0 0 0,0 0 256 15,0 0-256-15,0 0 0 0,0 0 256 0,0 0-256 0,0 0 0 0,-4 7 256 16,-3 4-256-16,-1 5 0 0,4-8 32 0,3-1-32 16,0-3 0-16,-2 3-145 0,3 0 145 0,-1 1 0 0,0-1-61 15,2 1 61-15,-1 2 0 0,0-2 54 0,2-1-54 0,0 0 0 0,0 2 30 16,1 0-30-16,1 2 0 0,-2-2 36 15,2 0-36-15,0 1 0 0,0-1 87 0,-2-1-87 0,1 0 0 0,1 1 35 16,-1 0-35-16,0 2 0 0,0-3 62 0,-2-1-62 0,1 0 0 0,-2 0-17 16,-1 0 17-16,-1 1 0 0,-1-1 256 15,-1-1-256-15,-2 0 0 0,1-2-256 0,-3 0 256 16,-2-2 0-16,1-1-130 0,0-1 130 0,-1-1 0 0,0-4 62 16,0-1-62-16,-1-2 0 15,7 6-1325-15,4 2 1325 0,4 2 0 0</inkml:trace>
  <inkml:trace contextRef="#ctx0" brushRef="#br0" timeOffset="39966.894">6383 6959 1024 0,'0'0'0'0,"0"0"0"0,0 0 0 0,0 0 0 0,0 0 256 0,0 0-256 16,0 0 0-16,0 0 256 0,0 0-256 0,0 0 0 0,3 5 256 0,3 3-256 0,1 4 0 0,-4-6 198 15,-1-1-198-15,-1-1 0 0,1 3-173 0,1 1 173 0,1 3 0 16,0-2-165-1,-3 2 165-15,1 0 0 0,0 0-77 0,0 0 77 0,0 1 0 0,0 0 67 16,0-1-67-16,0 2 0 0,0-1 170 0,1-1-170 0,1 0 0 0,-3-7-788 0,-1-4 788 16,-1-4 0-16</inkml:trace>
  <inkml:trace contextRef="#ctx0" brushRef="#br0" timeOffset="40635.342">6994 7261 1024 0,'0'0'0'0,"0"0"0"0,0 0 0 0,0 0 0 0,0 0 256 0,0 0-256 0,0 0 0 0,2 6 256 16,1 2-256-1,2 3 0-15,-3-3 169 0,2 1-169 0,0 0 0 16,-1 0-113-16,-1 2 113 0,-1 0 0 0,1 0-57 0,0-1 57 0,0 1 0 0,0-1-32 16,0 0 32-16,0-2 0 0,1 2-20 0,-3-1 20 0,1 1 0 15,0-3 60-15,0 0-60 0,0-2 0 0,-1 1 146 16,0 0-146-16,-1 1 0 0,1-4 181 0,-1-1-181 0,-1-1 0 0,1 0 183 16,2 0-183-16,-1 0 0 0,0-1 46 15,-3-1-46-15,2-1 0 0,1-2-99 0,1-1 99 0,2-2 0 0,-2 1-152 16,1-1 152-16,2-2 0 0,-1 0-154 0,-2-2 154 15,1 0 0-15,2 1-34 0,0-1 34 0,3 0 0 0,-1 1 101 16,0 1-101-16,1-1 0 0,0 2 154 0,2-1-154 0,0 1 0 0,-1 2 139 16,0 1-139-16,1 1 0 0,0 1 71 0,1 0-71 15,3 2 0-15,-3 2 256 0,0 1-256 0,2 2 0 16,-3-2-256-16,-1 3 256 0,0 0 0 16,0 1-1-16,0 2 1 0,0 0 0 0,0 0 166 0,-2-1-166 15,-1 0 0-15,1-1 219 0,0 2-219 0,1 0 0 0,-2-1 114 16,-1 1-114-16,-1 0 0 0,1-2 120 0,-2 1-120 0,1-2 0 0,0 1 111 15,-2-1-111-15,1 0 0 0,1-2-3 16,-3-1 3-16,1-1 0 0,0 1-133 0,-2-3 133 0,1 0 0 0,0-1-140 16,0-1 140-16,0-1 0 0,0-1-206 0,1-1 206 0,-1-2 0 15,1 0-125-15,1-1 125 0,1-3 0 0,-1 3-60 16,1-1 60-16,1-2 0 0,-1 1 85 16,1-1-85-16,2 0 0 0,-2 1 124 0,0 1-124 0,0 0 0 0,1 0 100 15,1 2-100-15,2 0 0 0,-2 2 144 0,1 1-144 0,1 1 0 16,-2 1 98-16,3-1-98 0,0 1 0 0,-1 3 78 15,0 3-78-15,-2 1 0 0,1 0 20 0,0 1-20 0,0 1 0 0,1 2-16 16,-1 1 16-16,0 3 0 0,-2-1-20 16,-1 2 20-16,0 1 0 0,0-2-92 0,-2 2 92 0,1 1 0 0,-1-1-183 15,-1-1 183-15,-1 1 0 0,1-2-230 0,-2 0 230 0,1-2 0 0,0 1-171 16,0-2 171-16,0 0 0 0,0-2-33 0,0-2 33 16,0-1 0-16,1-1 34 0,1-3-34 0,1 0 0 0,-2 1-1101 15,-1-1 1101-15,-1-1 0 0</inkml:trace>
  <inkml:trace contextRef="#ctx0" brushRef="#br0" timeOffset="40968.873">7678 7264 1024 0,'0'0'0'0,"0"0"0"0,0 0 0 0,0 0 0 0,0 7 256 0,-2 4-256 0,1 3 0 0,0-6 256 0,2-2-256 0,-1-1 0 16,0 2 256-16,0 2-256 0,0 0 0 15,0 1 256-15,2 1-256 0,-1 3 0 0,0-3-75 0,2 0 75 16,0 2 0-16,-1-2-253 0,0-1 253 0,0 0 0 0,0-1-127 15,1 0 127-15,1-1 0 0,0-1 126 0,1-1-126 0,2 0 0 0,-2-2 256 16,1-1-256-16,1-1 0 0,-2-1 255 0,3-1-255 16,-1-1 0-16,-1-1 115 0,1-1-115 15,2-1 0-15,-3-2-11 0,-1-1 11 0,-1-3 0 0,1 3-91 0,0-2 91 0,1 0 0 16,-2 0 6-16,-1-2-6 0,-1 0 0 0,0 0 106 16,-1-1-106-16,-1 0 0 0,0 1 156 0,-1-1-156 0,-1-1 0 0,0 2 96 15,-1 1-96-15,-1 0 0 0,-1 2-77 16,0 2 77-16,-1 1 0 0,0 0-212 0,-1-1 212 0,-2 2 0 0,2 1-256 0,0 0 256 0,0 2 0 15,-1 0-256 1,1 0 256-16,0 0 0 0,1 1-199 0,1 0 199 0,0 0 0 0,3 0-583 16,2 0 583-16,2 0 0 0</inkml:trace>
  <inkml:trace contextRef="#ctx0" brushRef="#br0" timeOffset="41232.994">7965 6968 1024 0,'0'0'0'0,"0"0"0"16,0 0 0-16,0 0 0 0,0 0 256 0,0 0-256 0,0 0 0 15,2 2 256-15,1 3-256 0,1 0 0 0,-1 0 256 16,-2 0-256-16,1 1 0 0,1 0 256 0,1 2-256 0,2 0 0 0,-2 2 229 16,0 0-229-16,0 2 0 0,0-1 71 15,1 2-71-15,2 1 0 0,-2 0 138 0,0 2-138 0,0 1 0 0,0 1 174 0,0 0-174 0,1 3 0 0,-1-2 36 16,0 1-36-16,0 1 0 15,-1 0-165-15,2 1 165 0,1 1 0 0,-3-3-245 0,-2 0 245 16,-2 0 0-16,2-1-221 0,-2-1 221 16,1-1 0-16,-1-3-137 0,-1-2 137 0,-1 0 0 0,1-4-9 15,-1 0 9-15,-1-2 0 0,2-3-895 0,1-3 895 0,1-3 0 0</inkml:trace>
  <inkml:trace contextRef="#ctx0" brushRef="#br0" timeOffset="41770.089">8017 7293 1024 0,'0'0'0'0,"0"0"0"0,0 0 0 0,0 0 0 0,0 0 256 0,0 0-256 16,0 0 0-16,5 0 256 0,3 1-256 0,1 1 0 0,-2-4 256 15,-1-2-256-15,0 0 0 0,0-1 139 0,1-1-139 16,3-2 0-16,-3 0-256 0,-7 8 256 0,8-9 0 0,1-2 0 16,0 1-256-16,-2-2 256 0,0-1 0 0,0 1-209 0,2-2 209 15,0 0 0-15,-2 0 256 0,-1-1-256 0,-1-1 0 0,2 1 256 0,-3 0-256 0,1 1 0 16,0 0 256-16,-2 2-256 0,1 0 0 0,-1 2 87 15,0 2-87-15,-2 0 0 0,0 3 256 16,-1-1-256-16,-1 2 0 0,1 1-256 0,-3-1 256 0,2 1 0 16,0 3-256-16,2 1 256 0,-1 2 0 0,0-2 256 15,-2 1-256-15,1 1 0 0,0 1 256 0,2 3-256 0,-1 1 0 0,0 1 256 16,2 1-256-16,-1 3 0 0,0 1-126 16,2 2 126-16,0 1 0 0,-1-1-219 0,0 2 219 0,0 1 0 0,0-1-249 15,1 2 249-15,1-1 0 0,-1 2-179 0,0 1 179 0,0 2 0 0,1-5-60 16,-1 1 60-16,0-3 0 0,0 1 219 15,-2-1-219-15,1-1 0 0,0-1 256 0,0-2-256 0,0 0 0 16,0-1 256-16,0-2-256 0,0-1 0 0,0-1 170 0,-2 0-170 0,1-2 0 16,1 0-92-16,-1-2 92 0,0-1 0 0,0 0-130 15,0-2 130-15,0-1 0 0,0 0-223 16,1-1 223-16,1-2 0 0,-1 0-206 0,1-3 206 0,1 0 0 0,-1-1 215 0,1-2-215 16,2-1 0-16,-2 1 256 15,1-2-256-15,3 0 0 0,-2 0 256 0,0 1-256 0,-2-1 0 0,1 1 256 0,1 0-256 16,1 2 0-16,-1-1 256 15,2 0-256-15,0 1 0 0,-1 2 252 0,1 0-252 0,2 2 0 16,-2 1-237-16,1 1 237 0,3 1 0 0,-3 1-256 16,-1 1 256-16,0 1 0 0,-8-2 0 0,0 0 0 0,0 0 0 0,0 0 0 0,0 0 0 0,0 0 0 0,8 4-256 0,-8-4 256 0,0 0 0 0,0 0 0 0,0 0 0 0,0 0 0 0,8 6 0 0,-8-6 0 0,0 0 0 0,0 0 0 0,0 0 0 0,8 6 0 0,-8-6 0 0,0 0 0 0,0 0 0 0,8 6-209 15,-8-6 209-15,0 0 0 0,6 8 0 0,-6-8 0 0,5 8 0 0,0 2-207 0,-1 0 207 16,-1 2 0-16,1-2-256 0,-1-1 256 0,0 1 0 0,-1-2-130 0,-1 1 130 0,-1-1 0 0,1-2 34 16,-2-2-34-16,1-2 0 15,0 0-944-15,0-3 944 0,0 0 0 0</inkml:trace>
  <inkml:trace contextRef="#ctx0" brushRef="#br0" timeOffset="42101.706">8726 7397 1024 0,'0'0'0'0,"0"0"0"16,0 0 0-16,0 0 0 0,0 0 256 0,0 0-256 0,0 0 0 0,0 0 256 16,0 0-256-16,0 0 0 0,5-1 256 15,3 0-256-15,1-1 0 0,-4-1 256 0,-1-1-256 0,1-1 0 0,-1 1-47 0,-1-2 47 16,-1 0 0-16,1 0-256 0,0-1 256 0,0-2 0 15,0 1-256 1,-2 1 256-16,1 0 0 0,0 1-87 16,-2-2 87-16,2 0 0 0,-2 1 256 0,-2 0-256 0,0-1 0 0,1 2 256 0,-1 1-256 0,-1 0 0 0,0 2 256 15,-1-1-256-15,-1 2 0 0,0-1 206 0,-2 1-206 0,-1 0 0 0,2 2-37 0,-1 1 37 0,-2 1 0 16,2 0-20 0,0 2 20-16,0 0 0 0,0 0 50 0,0 1-50 0,1 2 0 0,0-2 198 15,1 3-198-15,1 1 0 0,1-1 256 16,0 2-256-16,2 0 0 0,-1 0 68 0,2 0-68 0,-1 2 0 0,2-3-256 0,2 3 256 15,3-1 0-15,-2-2-256 0,1 1 256 0,1-2 0 0,-1 1-256 16,2-2 256-16,0 0 0 16,0-3-256-16,1-2 256 0,3-2 0 0,-3 1-256 15,2-1 256-15,1-1 0 0,-7 1-587 0,-4 0 587 0,-4 0 0 0</inkml:trace>
  <inkml:trace contextRef="#ctx0" brushRef="#br0" timeOffset="42469.385">8877 7245 1024 0,'0'0'0'0,"0"0"0"0,0 0 0 15,0 0 0-15,0 0 0 0,0 0 256 0,0 0-256 0,0 0 0 0,0 0 0 0,0 0 256 16,0 0-256-16,0 0 0 0,0 0 256 0,0 0-256 0,0 0 0 0,7-5 256 16,2-2-256-16,3-3 0 0,-4 7 256 0,-3 2-256 15,-2 2 0-15,4 0 42 0,0 1-42 0,4 1 0 0,-3 2-256 16,1 1 256-16,3 2 0 0,-3-1 256 16,0-1-256-16,1 3 0 0,1 1-256 0,-3 2 256 0,1 1 0 0,-1-1 13 15,-2 0-13-15,-1 2 0 0,0-1 256 16,-1 1-256-16,-1 0 0 0,0-1 143 0,0 0-143 0,-2-1 0 0,1 0-151 15,-2-3 151-15,1 1 0 0,-1-2-54 0,-1 0 54 0,-1-2 0 0,1 1 186 16,2-1-186-16,-1 0 0 0,-1-2 256 0,-2 0-256 16,0-2 0-16,1 0 256 0,2-1-256 0,-1-1 0 0,0-1 256 15,0-1-256-15,0-1 0 0,0-2 256 0,2-1-256 0,-1-2 0 16,0 0-56-16,0-2 56 0,0-1 0 0,0 1-256 16,2-2 256-16,-1-1 0 0,1 0-256 0,1-1 256 0,2-3 0 15,-2 3-256-15,0 1 256 0,0 0 0 0,0-1-256 0,1 1 256 16,1-1 0-16,-1 1 148 0,1 0-148 0,-1 1 0 15,0-1 256-15,1 2-256 0,2 0 0 0,-1 0 61 0,1 0-61 0,2 1 0 16,-1 0-256-16,2 0 256 0,0 2 0 0,-7 4-1612 16,-3 5 1612-16,-3 2 0 0</inkml:trace>
  <inkml:trace contextRef="#ctx0" brushRef="#br0" timeOffset="42725.598">9712 7135 1024 0,'0'0'0'0,"0"0"0"16,0 0 0-16,0 0 0 0,0 0 256 0,0 0-256 0,0 0 0 0,4 5 256 0,1 4-256 0,2 2 0 0,-2-5 256 15,-2 0-256-15,1-2 0 0,1 5 256 0,0 1-256 0,-5-10 0 0,6 12 0 0,0-1 256 16,1-1-256-16,2 1 0 0,-2 1-81 15,-2 1 81-15,1 3 0 0,0-4-256 0,-1 0 256 0,0-2 0 0,-1 1-256 16,-1 0 256-16,-1-1 0 0,0-1-157 16,-1 0 157-16,-1-2 0 0,1-1 94 0,0-2-94 0,0-1 0 0,0-1-624 0,-2-2 624 0,1-2 0 15</inkml:trace>
  <inkml:trace contextRef="#ctx0" brushRef="#br0" timeOffset="42871.158">9753 7021 1024 0,'0'0'0'0,"0"0"0"0,0 0 0 0,0 0 0 0,0 0 0 0,0 0 0 0,0 0 0 0,0 0 256 0,0 0-256 0,0 0 0 0,0 0 256 15,0 0-256-15,0 0 0 0,4 0 193 0,2 0-193 0,2 0 0 0,-1-1-193 16,-2 1 193-16,0-2 0 0,-3 1-512 0,-2 1 512 16,-2 1 0-16</inkml:trace>
  <inkml:trace contextRef="#ctx0" brushRef="#br0" timeOffset="43173.744">10115 7100 1024 0,'0'0'0'0,"0"0"0"0,0 0 0 16,0 0 0-16,0 0 256 0,0 0-256 0,0 0 0 0,0 0 256 16,0 0-256-16,0 0 0 0,0 0 256 0,0 0-256 0,0 0 0 0,-9 4 202 0,-4 2-202 0,-5 3 0 15,13-5-256 1,4 0 256-16,4-3 0 0,-3-1 0 0,0 4-256 15,1 2 256-15,1 0 0 0,-1 0-256 0,1 0 256 0,1 1 0 0,1 0 103 0,0 0-103 0,1 1 0 0,-2-1 256 16,2 1-256 0,0-1 0-16,-1 1 256 0,1-1-256 0,0 0 0 0,0 0 256 15,-2-1-256-15,1 0 0 0,0 0-34 0,0 1 34 0,1-1 0 16,-1 0-191-16,-2-1 191 0,1 0 0 0,-2 0-224 16,-2-1 224-16,-2 0 0 0,2-1-23 0,-1-2 23 0,-1 1 0 0,-2 0 123 15,1 0-123-15,-3 0 0 0,1 0 65 0,-2-3-65 0,-2 0 0 16,2 1-133-16,1 0 133 0,1 0 0 0,-1-2-183 15,2-1 183-15,1-1 0 0,1 0-159 0,1-1 159 0,1-2 0 16,0 5-314-16,1 2 314 0,1 2 0 0</inkml:trace>
  <inkml:trace contextRef="#ctx0" brushRef="#br0" timeOffset="43603.179">10855 7030 1024 0,'0'0'0'0,"0"4"0"0,-2 2 0 0,0 3 0 0,1-4 181 16,0 0-181-16,0-2 0 0,1 2 256 0,1 1-256 0,1 2 0 0,0-3 256 15,-1 2-256-15,0 0 0 0,0 1 158 0,0 1-158 16,0 2 0-16,1-1-26 0,1-1 26 0,1 1 0 0,-1 0-130 0,1 0 130 0,1 1 0 15,0-1-201-15,-1 0 201 0,0-1 0 0,1-1-148 16,1-1 148-16,1 0 0 0,1-1-28 0,0 1 28 0,1-2 0 0,-1-1 84 16,-1-1-84-16,0 0 0 0,0-2 109 15,1-1-109-15,3-1 0 0,-3-2 107 0,-1 0-107 0,-1-1 0 16,1-1 97-16,-1-2-97 0,-2-3 0 0,0 2 44 0,-2-2-44 16,-2 0 0-16,2 0 4 0,-2 0-4 15,1-2 0-15,-2 1 41 0,-2 0-41 0,-2-2 0 0,1 2 183 0,-1 1-183 0,-3 0 0 16,1 0 256-16,-2 0-256 0,-2 2 0 0,1-1 182 15,0 2-182-15,-1 1 0 0,0 0 9 0,0 2-9 0,-3 1 0 16,3 0-237-16,-1 1 237 0,-2 1 0 0,3 1-256 16,0 1 256-16,2 1 0 0,0 0-256 0,1 2 256 0,0-1 0 0,2 1-256 15,2 0 256-15,2 1 0 0,0-2-256 0,1-1 256 0,1-1 0 0,-1 0-173 16,2-1 173-16,-1-1 0 0</inkml:trace>
  <inkml:trace contextRef="#ctx0" brushRef="#br0" timeOffset="44030.145">11137 6980 1024 0,'0'0'0'0,"0"4"0"0,-2 2 0 0,2-6 0 0,-1 9 0 0,0-4 256 0,2-1-256 16,-1-1 0-16,0 2 256 0,2 1-256 0,-1 2 0 16,0 0 256-16,1 1-256 0,1 3 0 0,-1-2 256 15,-2 2-256-15,1 1 0 0,0-1 70 16,1 0-70-16,1 2 0 0,-1-1-256 0,0 0 256 0,0 1 0 0,1-1-256 0,-3-2 256 0,1 0 0 0,0-1-256 15,-2 0 256-15,1-2 0 0,0 0-61 0,2-1 61 0,-1 0 0 0,0-1 191 32,-2-2-191-32,1 0 0 0,0-1 256 0,0-2-256 0,0 1 0 0,0-2 256 15,0-1-256-15,0-1 0 0,0-2 164 0,2 0-164 0,-1-1 0 0,0-2-150 0,-2 0 150 0,1-2 0 16,1-1-256-16,1-3 256 0,1-1 0 0,-1-1-256 16,1 0 256-16,1-2 0 15,-1 2-240-15,1-2 240 0,2 1 0 0,-2 1 244 16,0 0-244-16,0 0 0 0,-1 2 256 0,2 1-256 0,0 0 0 0,1 2 256 0,-3 0-256 0,1 2 0 0,0 1 256 15,-1 0-256-15,0 2 0 0,0 1 256 16,1 1-256-16,2 0 0 0,-2 4-146 16,1 1 146-16,1 1 0 0,-1 0-248 0,-2 2 248 15,2 0 0-15,-1 3 175 0,0 1-175 0,0 3 0 0,0-1 256 16,1 1-256-16,1 2 0 0,0-1 256 0,-3 3-256 16,1 0 0-16,0 0 256 0,-2 2-256 0,1 1 0 0,0-2-256 15,-2 0 256-15,1 0 0 0,0-1-256 0,-2 0 256 0,1-1 0 16,0-2-256-16,1-2 256 0,-1 0 0 0,0-3-256 15,0-2 256-15,0-1 0 0,0-3-1023 0,-2-2 1023 0,1-2 0 16</inkml:trace>
  <inkml:trace contextRef="#ctx0" brushRef="#br0" timeOffset="44697.96">11573 7166 1024 0,'0'0'0'0,"0"0"0"0,0 0 0 0,0 0 0 0,0 0 0 0,0 0 0 0,0 0 0 0,0 0 256 0,0 0-256 0,0 0 0 0,0 0 256 15,0 0-256-15,0 0 0 0,0 0 256 0,0 0-256 0,0 0 0 0,6-3 256 16,3-1-256-16,4-2 0 0,-8 2-256 0,-2 0 256 16,-2-1 0-16,2 1-256 15,-2-1 256-15,1-1 0 0,0 1-256 0,0-3 256 0,1-1 0 0,-1 2-48 0,0-2 48 16,0 0 0-16,-1 1 256 0,-1 1-256 0,-1 0 0 0,1 0 256 16,-2-1-256-16,1 1 0 0,0 0 256 0,-1 2-256 0,-2 1 0 0,1-1 256 15,-1 1-256-15,-1 0 0 0,1 1 196 0,-1 1-196 0,-1 1 0 16,-1 1-210-16,0 1 210 0,-1 1 0 0,1 0-27 15,-1 1 27-15,1 1 0 0,0 1 256 0,2 1-256 0,-2 2 0 0,2-1 256 16,-2 2-256-16,0 1 0 0,2-1 256 16,1 1-256-16,0 2 0 0,1-1 256 0,1 1-256 0,1 0 0 0,0 0-256 15,1 0 256-15,1 2 0 0,1-2-256 0,1 0 256 16,2-1 0-16,0 0-256 0,2-1 256 0,2 0 0 0,-2-2-256 16,2 0 256-16,1-2 0 0,0-1-256 15,3-1 256-15,1 0 0 16,-1-3-256-16,0-2 256 0,2-3 0 15,-1 1 234-15,2-1-234 0,0-1 0 0,0-1 161 0,0-2-161 0,4-3 0 0,-4 0-152 0,2-1 152 0,1-3 0 0,-19 15 0 0,0 0 0 0,0 0 0 0,0 0 0 0,0 0 0 0,0 0 0 0,0 0 0 0,16-16-256 16,-16 16 256-16,0 0 0 0,0 0 0 0,0 0 0 0,0 0 0 0,0 0 0 0,19-18 0 0,-19 18 0 0,0 0 0 0,0 0 0 0,0 0 0 0,0 0 0 0,18-20 0 0,-18 20 0 0,0 0 0 0,0 0 0 0,0 0 0 0,17-17-256 0,-17 17 256 0,0 0 0 0,0 0 0 0,15-18 0 0,-15 18 0 0,0 0 0 0,15-18 0 16,-15 18 0-16,15-18-256 0,0 1 256 0,-1 1 0 0,-1 2 34 0,-3 1-34 0,-1 2 0 0,1 2 256 15,-2 0-256-15,-1 2 0 16,-1-1 256-16,-1 2-256 0,0 1 0 0,-2-1 256 0,-1 2-256 0,-1 1 0 16,0 0 256-16,-1-1-256 0,-1 2 0 15,-1 0 256-15,-2 1-256 0,-3 1 0 0,1 1 256 0,-2 1-256 0,-2 1 0 0,1-1-256 16,1 1 256-16,0 1 0 0,-1 0-256 0,0 2 256 15,-3 0 0-15,4 0-256 0,0 1 256 0,2 2 0 0,0-1 16 16,1 0-16-16,1 2 0 0,0 0 256 0,2 1-256 16,1 2 0-16,0-1 256 0,1 0-256 0,1 2 0 0,1-1 256 0,3 1-256 15,1 0 0-15,-2-1 78 0,0 0-78 0,0-1 0 16,-4-12 0-16,0 0 0 0,0 0 0 0,0 0 0 0,4 12-256 0,-4-12 256 0,0 0 0 0,0 0 0 0,5 12 0 0,-5-12 0 0,0 0 0 0,7 11 0 0,-7-11 0 0,4 10-256 16,2 0 256-16,0-2 0 0,-2 2-256 0,-1-1 256 0,0 0 0 0,-1-1-163 15,-1-2 163-15,-1-1 0 0,1 1 242 16,-2-2-242-16,1-1 0 0,-2 0 98 0,-3-1-98 0,-1 0 0 0,3-1-133 15,-2-2 133-15,0 1 0 0,0-3-256 0,-1-1 256 0,-2-2 0 0,6 4-838 16,2 2 838-16,2 2 0 0</inkml:trace>
  <inkml:trace contextRef="#ctx0" brushRef="#br0" timeOffset="45302.564">11864 6636 1024 0,'0'0'0'0,"0"0"256"0,0 0-256 0,0 0 0 0,0 0 256 0,0 0-256 0,0 0 0 0,6 2 256 16,1 1-256-16,3 1 0 0,-6 1 178 16,-2 1-178-16,-2 2 0 0,2 1-256 0,0 2 256 0,1 1 0 0,-1 0-256 15,-2 1 256-15,1 2 0 0,0-2-256 16,0 1 256-16,0 1 0 0,0-3-178 0,1 0 178 0,1-1 0 0,-1-1 22 15,-2-1-22-15,1 0 0 0,0-5-22 0,-2-5 22 0,1-2 0 0</inkml:trace>
  <inkml:trace contextRef="#ctx0" brushRef="#br0" timeOffset="45763.086">12487 6775 1024 0,'0'0'0'0,"2"-1"0"0,1-2 0 0,1 0 0 0,-1 0 256 0,0 1-256 0,0-2 0 0,0 0 256 0,1-2-256 15,2 0 0-15,-2 1 256 16,0-2-256-16,0 0 0 0,0-1 256 0,1-1-256 0,1-2 0 0,0 1 237 0,-1-2-237 0,0-1 0 15,0 1-256 1,-2 0 256-16,1-2 0 0,1 1-256 0,-1 1 256 16,0-1 0-16,-2 1-256 0,-1 0 256 0,0 1 0 0,0 1 152 0,-1 1-152 0,-1 0 0 0,0 1 256 0,-1 1-256 31,-1 0 0-31,1 2 256 0,-1 0-256 0,-3 3 0 0,2-2 256 0,2 1-256 0,-1 0 0 0,0 3 169 16,0 1-169-16,0 1 0 0,0 1-256 0,-1 0 256 0,-2 0 0 0,3 5-162 15,1 1 162-15,1 3 0 16,-1-1 32-16,2 2-32 0,-1 1 0 0,1 1 142 0,1 3-142 0,1 2 0 0,-1 0 132 0,1 1-132 0,1 2 0 0,0 0 160 15,2 2-160-15,0 3 0 16,-1-3 37-16,0 0-37 0,0 0 0 0,1 0-161 16,2 2 161-16,0 0 0 0,-2-2-256 0,2-1 256 0,0 0 0 0,-1-1-256 15,-2-2 256-15,-1 1 0 0,0-3-94 16,-1-1 94-16,-1-2 0 0,1-1-67 0,-2-2 67 0,1-2 0 0,-2-3-80 31,-1-2 80-31,-1-2 0 0,2-1-753 0,1-3 753 0,1-3 0 0</inkml:trace>
  <inkml:trace contextRef="#ctx0" brushRef="#br0" timeOffset="45932.947">12448 7018 1024 0,'0'0'0'0,"2"-4"256"16,1-3-256-16,2-1 0 0,-2 2 256 0,-2 1-256 0,1 0 0 0,2 0 256 15,0-1-256-15,3 1 0 0,0 1 256 0,0-2-256 0,1 0 0 16,0 1 256-16,3-1-256 0,2 2 0 0,-3 0-256 0,2 1 256 15,0 1 0-15,1-2-256 0,0 0 256 0,3-2 0 0,-3 2-256 16,2-1 256-16,1-1 0 0,-11 4-512 0,-5 2 512 0,-5 2 0 0</inkml:trace>
  <inkml:trace contextRef="#ctx0" brushRef="#br0" timeOffset="46304.045">12835 6986 1280 0,'0'0'0'0,"0"0"256"0,0 0-256 0,0 0 0 0,2-2 256 0,2-3-256 16,2-1 0-16,-2 3-102 0,1 1 102 0,-1 1 0 0,0-1-210 0,0-1 210 0,0-1 0 0,0 2-121 15,1-2 121-15,2 0 0 0,-2 1-152 16,1 0 152-16,1 0 0 0,-2-1-75 0,-1 1 75 0,0-2 0 0,0 1 125 16,0-1-125-16,0 0 0 0,-1 1 190 0,-1-1-190 15,-1-1 0-15,0 3 59 0,0-1-59 0,-2 1 0 0,-1 0 39 16,0 0-39-16,-1 0 0 0,0 1 228 15,2-1-228-15,-1 1 0 0,-2 1 256 0,0 0-256 0,-4 1 0 0,3 0 232 16,-1 1-232-16,-1 0 0 0,0 2 32 0,3 0-32 0,-1 1 0 0,0 0 113 16,0 1-113-16,0 2 0 0,0 1 97 0,-1 1-97 0,1 3 0 15,1-3-105-15,1 3 105 16,1 1 0-16,0-2-216 0,1 2 216 0,1 1 0 0,1-2-192 0,1 2 192 0,1 0 0 0,1-1-222 16,0 1 222-16,3 1 0 0,0-3-256 15,0 1 256-15,1-1 0 0,1-2-256 0,1-2 256 0,2 0 0 0,-1-3-27 16,-1-2 27-16,0-2 0 0,-6 0-205 15,-4-1 205-15,-4-1 0 0</inkml:trace>
  <inkml:trace contextRef="#ctx0" brushRef="#br0" timeOffset="46858.568">13095 6913 1024 0,'0'0'0'0,"0"0"256"0,0 0-256 0,0 0 0 0,0 0 256 0,0 0-256 0,0 0 0 0,2 4 256 0,3 3-256 0,1 1 0 0,-2-1 256 31,-2 0-256-31,1 1 0 0,0-1-116 16,-2 2 116-16,1 0 0 0,-2-9 0 0,2 10-256 0,0 0 256 0,0 2 0 0,1-2-256 0,-1 0 256 0,0-2 0 0,0 1-256 15,-2 0 256-15,1-1 0 0,0-1 256 16,0-1-256-16,0 0 0 0,0-1 256 0,-2-1-256 0,1-1 0 0,0-1 256 0,0-3-256 0,0 0 0 0,1-1 256 16,1-1-256-16,1-1 0 0,-2-1-39 15,-1-3 39-15,-1-1 0 0,1 1-256 0,2-2 256 0,-1-1 0 0,0 0-256 16,0-1 256-16,0-2 0 0,0 1-256 0,1 2 256 0,1 0 0 0,0 0 184 15,-1 0-184 1,0 1 0-16,0 1 256 0,1 1-256 0,1 0 0 0,-1 2 256 0,1 0-256 0,1 2 0 0,-1 0 256 16,1 1-256-16,-1 1 0 0,0 1 247 0,1 1-247 0,1 1 0 15,-1 1-256 1,-1 1 256-16,0 1 0 0,-1 1-256 0,2 1 256 0,0 2 0 0,-1-1-256 16,-1 0 256-16,-1 1 0 0,2 0-39 0,-1 1 39 15,0 0 0-15,-1-2 256 0,-1 1-256 0,-1-2 0 0,1 1 256 0,1 0-256 0,1 2 0 0,-1-2 122 16,-2-1-122-16,1 0 0 15,-1 0-220-15,2-1 220 0,0-1 0 0,-1 0-256 16,-1 0 256-16,-1-2 0 0,1 0-256 0,0-1 256 0,0-1 0 0,1-1 104 16,1-1-104-16,1-2 0 0,0 1 167 0,0-2-167 0,1-2 0 0,0 1 40 15,1-1-40-15,1-2 0 0,-1 0-54 0,2-2 54 0,0-1 0 0,-1 1 51 16,0 1-51-16,0 0 0 0,1 0 136 0,0 2-136 16,1 1 0-16,-2 0 97 15,3 1-97-15,-1 0 0 0,0 1 125 0,-2 1-125 0,2 0 0 0,-1 2 179 0,0 1-179 0,0 1 0 16,1 2 123-16,-3 1-123 0,1 1 0 0,0 1-104 15,0 1 104 1,1 2 0-16,-1 0-188 0,-2 2 188 0,1 1 0 0,-1-1-158 16,-1 1 158-16,-1 2 0 0,0-1-231 0,-1 0 231 0,-1 2 0 15,1-2-256-15,-2 1 256 0,1 0 0 0,0-1-256 16,-2 0 256-16,1-1 0 0,1-2-152 0,1-2 152 0,1-1 0 16,-1-3-274-16,-2-3 274 0,1-3 0 0</inkml:trace>
  <inkml:trace contextRef="#ctx0" brushRef="#br0" timeOffset="47556.28">13848 6891 1024 0,'0'0'0'0,"0"0"256"0,0 0-256 0,0 0 0 0,0 0 256 0,0 0-256 0,0 0 0 0,-4-1 256 0,-5-1-256 15,0-1 0-15,2 4 256 0,1 2-256 0,-1 2 0 0,1-2-190 16,-1 2 190-16,-1 0 0 0,0 1-256 16,3-1 256-16,-1 3 0 0,0-1-226 0,0 2 226 0,0 0 0 15,0 0 126-15,2 0-126 0,1 1 0 0,-1 0 256 16,1 0-256-16,0 2 0 0,1-2 256 0,1 0-256 0,1-2 0 0,0 2 103 0,1-1-103 0,1 1 0 0,1-2-92 16,0-1 92-16,1 0 0 0,0-2-138 15,-2-1 138-15,1 0 0 0,2-1-256 0,0-2 256 0,1 1 0 0,-1-2-206 16,0-3 206-16,0 0 0 0,1 0 36 15,0-2-36-15,1 0 0 0,-2-1 256 0,-1-1-256 0,-1-2 0 0,2 1 256 16,0-2-256-16,1-1 0 0,-1 2 256 0,-1 0-256 16,0-1 0-16,0 2 256 0,0 1-256 0,-2 0 0 15,1 0 256-15,-2 1-256 0,1 0 0 0,0 0-34 0,0 1 34 0,0 0 0 0,0 2-256 16,-2 1 256-16,1 1 0 0,0 1-143 0,0 1 143 0,0 1 0 16,0 0 1-16,1 2-1 0,1 0 0 0,0 1-57 15,0 2 57-15,1 2 0 0,-1-1-97 0,0 2 97 16,0 1 0-1,0-1-72-15,1 0 72 0,1 1 0 0,-1-1-166 16,-2 1 166-16,-1 0 0 0,1-1-255 0,0-2 255 16,0-1 0-1,0 1-190-15,0-2 190 16,0-1 0-16,0-1 73 0,0-2-73 0,0-1 0 0,0-2 138 0,0-1-138 0,0-2 0 0,2-1 17 0,0-2-17 16,1-3 0-16,-3 7-676 0,-2 3 676 0,-2 3 0 0,6-14 0 0,3-6 0 0,2-5 0 0,-6 16 0 15,-4 6 0-15,-1 6 0 0,8-27 0 0,3-9 0 0,4-11 0 16,-3 9 0-16,0-1 0 0,1-3 0 0,-1 6 0 0,-2 2 0 0,-1 1 0 15,-1 4 0-15,0 3 0 0,-2 3 0 0,1-1 256 0,-1 3-256 0,0 1 0 0,0 2 256 16,-1 3-256-16,0 1 0 0,0 1 256 0,0 1-256 0,0 1 0 16,0 2 256-16,-2 2-256 0,1 1 0 0,0 3 256 0,1 2-256 15,1 3 0-15,-1 0 175 0,1 1-175 16,-1 2 0-16,0 3-256 0,0 2 256 0,0 2 0 0,0 0-256 0,1 1 256 0,1 1 0 16,-1 0 256-16,-1 2-256 0,0 2 0 0,0-3 256 0,0 1-256 0,0 1 0 15,0 0 256-15,-2 1-256 0,1 2 0 0,0-3-137 16,0-1 137-16,0-1 0 0,0-2-256 0,2-3 256 0,1 0 0 0,-1-3-256 31,-2-1 256-31,1-3 0 0,-2-4-1062 0,-1-5 1062 0,-1-5 0 0</inkml:trace>
  <inkml:trace contextRef="#ctx0" brushRef="#br0" timeOffset="47905.789">14346 7027 1024 0,'0'0'0'0,"0"0"0"0,0 0 0 0,0 0 0 0,0 0 0 0,0 0 256 0,0 0-256 0,0 0 0 0,0 0 256 0,0 0-256 0,0 0 0 16,2-3 256-16,2-1-256 0,2-2 0 16,-2 3 160-16,2 0-160 0,0 0 0 0,-1 0-256 15,0-2 256-15,0 0 0 0,-1 0-256 0,3-1 256 0,-1-2 0 0,-1 2-256 16,0-1 256-16,1 1 0 16,0-1 256-16,-2 0-256 0,-1-1 0 15,0 0 256-15,-1 1-256 0,-1 0 0 16,1 0 256-16,0 1-256 0,0 0 0 0,-1 1 256 0,-1 1-256 0,-1 1 0 15,-1-1 256-15,-1 0-256 0,-1-2 0 16,1 5-256-16,-1 0 256 0,-1 1 0 16,0 0-256-16,0 1 256 0,-1 0 0 0,0 3-191 0,-2 1 191 15,-2 0 0-15,2 0 256 0,1 1-256 16,1 1 0-16,-2 0 256 0,3 0-256 0,-1 2 0 0,1 0 256 0,1 1-256 0,1 2 0 0,-1-2 256 0,2 1-256 0,1-1 0 0,2 1-256 16,2 1 256-16,3 0 0 0,-1 0-256 0,0-1 256 0,3 1 0 0,2-1-256 15,0 0 256-15,4-1 0 0,-1-2-256 0,1-2 256 0,4-1 0 16,-2-1-256-16,3-1 256 0,3 0 0 15,-15-2-481-15,-8-1 481 0,-5-1 0 0</inkml:trace>
  <inkml:trace contextRef="#ctx0" brushRef="#br0" timeOffset="48224.032">15067 6771 1024 0,'0'0'0'0,"0"0"0"15,0 0 0-15,0 0 0 0,0 0 256 0,0 0-256 0,0 0 0 0,0 0 256 0,0 0-256 0,0 0 0 0,2 6 256 16,3 2-256-16,1 3 0 0,-2-2 256 0,-1 0-256 0,0 2 0 16,0 2 190-16,1 1-190 0,2 3 0 0,-2-1-256 0,0 1 256 15,0 1 0-15,0-1-161 0,0 2 161 0,0 2 0 0,0-1 256 16,2 1-256-16,0 3 0 0,-1-1 256 0,0 0-256 0,0 1 0 0,0-1 256 15,-1 1-256-15,0-1 0 0,0-1 118 16,-2-1-118-16,1-1 0 0,-1-2-256 0,-1-2 256 0,-1 0 0 0,1-3-256 16,1-3 256-16,1-1 0 0,-2-2-256 0,-1-1 256 0,-1-1 0 0,1-3-915 15,0-2 915-15,0-2 0 0</inkml:trace>
  <inkml:trace contextRef="#ctx0" brushRef="#br0" timeOffset="48531.492">15099 6897 1024 0,'0'0'0'0,"0"0"0"0,0 0 0 0,0 0 0 0,0-4 256 0,-2-2-256 16,1-2 0-16,1 2 256 0,1 0-256 0,1-1 0 15,0 0 256-15,2 0-256 0,0-1 0 0,-1-1 256 16,0 0-256-16,0-2 0 0,1 2-129 0,1-1 129 0,3 1 0 0,-2 0-249 16,0 2 249-16,3 1 0 0,0 1 42 15,0 0-42-15,1 2 0 0,-1 1 179 0,1 2-179 0,-1 2 0 0,0 1 247 16,2 1-247-16,0 2 0 0,-1 0 256 0,-1 3-256 15,0 1 0-15,0 0 256 0,0 1-256 0,-1 2 0 0,-2-1 61 16,0 0-61-16,-2 2 0 0,0 0-256 0,0 1 256 0,-2 0 0 0,-1-1-241 0,-2 0 241 16,-2 0 0-16,-2 0-45 0,-1-1 45 0,-1 0 0 15,0 0-17-15,-3-1 17 0,-1-2 0 16,-1 1-236-16,-2 0 236 0,-3-1 0 0,2-1-174 0,0 0 174 0,-2-2 0 0,4-2-188 16,0-2 188-16,1-1 0 0,1-1-203 15,1-1 203-15,3-1 0 0,4 1-327 0,3 0 327 0,3 0 0 0</inkml:trace>
  <inkml:trace contextRef="#ctx0" brushRef="#br0" timeOffset="49003.95">15689 6831 1024 0,'0'0'0'15,"0"0"0"-15,0 0 0 0,0 0 0 0,0 0 256 0,0 0-256 0,0 0 0 0,0 0 256 16,0 0-256-16,0 0 0 0,-9 1 256 0,-3-1-256 0,-5 2 0 0,9-1 256 16,4-1-256-16,1-1 0 0,-3 2 94 0,6-1-94 0,-8 3 0 15,0-1 0-15,1 1-69 16,-1 2 69-16,-2 0 0 0,2 0-19 0,1 1 19 0,0 2 0 16,-1-1-13-16,2 2 13 0,1 0 0 0,-1 0-40 0,1 0 40 0,-1 2 0 0,2-1-11 15,1-1 11-15,1 0 0 0,1 1 21 16,1 0-21-16,1 2 0 0,0-3 91 0,1-1-91 0,1 0 0 0,-1 0 125 15,2 0-125-15,1-1 0 0,-1-2 69 0,0-1-69 16,3-1 0-16,-2 0 68 0,2 1-68 0,0-2 0 0,-1-1 124 0,0-3-124 16,0 0 0-16,1 0 10 0,0-1-10 0,2-2 0 0,-1 1-25 15,-1-1 25-15,0-1 0 0,-1 0-48 0,-1-1 48 0,-1-2 0 0,1 1 193 16,1 0-193-16,-1-2 0 0,0 3 256 16,-2-1-256-16,1 1 0 0,-1 0 256 0,-1 1-256 0,-1 0 0 0,2 0 256 15,-1 1-256-15,0 0 0 0,0 1 206 0,-2-1-206 16,1 2 0-16,0 1-198 0,0 1 198 0,0 1 0 0,0-1-256 15,0 1 256-15,0 1 0 0,0 2-256 0,1 1 256 0,1 2 0 0,0-2-256 16,1 3 256-16,2 0 0 0,-2 1-256 16,0 2 256-16,0 1 0 0,0-2-256 0,0 0 256 0,0 1 0 0,0-2-256 15,2-1 256-15,2 0 0 0,-3 0 109 0,-1-2-109 0,-1 0 0 16,-1-3-943-16,-2-2 943 16,-2-2 0-16</inkml:trace>
  <inkml:trace contextRef="#ctx0" brushRef="#br0" timeOffset="49336.166">15870 6815 1024 0,'0'0'0'0,"0"0"0"0,0 0 0 0,0 0 0 0,0 0 256 0,0 0-256 0,0 0 0 16,3 4 256-16,-1 2-256 0,1 3 0 0,0-5 256 0,0 0-256 0,3-3 0 0,-2 5 256 16,1-1-256-1,2 4 0-15,-2-3 141 0,-5-6-141 0,5 6 0 0,0 0 0 0,0 1-256 16,-2 2 256-16,1 1 0 0,1-2-255 0,-3 2 255 0,1 0 0 0,0-1 23 15,-2-1-23-15,1 0 0 0,0 0 256 0,0-1-256 0,0 0 0 0,0 0 256 16,-2 0-256-16,1-1 0 0,0-1 256 0,-2-1-256 16,1-1 0-16,0 1 256 0,0-1-256 0,0 0 0 15,0-1 256-15,0 0-256 0,0-1 0 0,0 1 256 0,-2-1-256 0,1 1 0 0,0-3 256 16,0-2-256-16,0 0 0 0,0 0 256 16,0 0-256-16,0-1 0 0,0-1-120 0,2-1 120 0,-1-2 0 0,0 1-256 15,-2-1 256-15,1-2 0 16,1 2-256-16,1 0 256 0,1-1 0 0,0 0-246 0,1-2 246 15,1 0 0-15,-1 1 35 0,0 0-35 0,1 1 0 0,0 0-187 16,2 1 187-16,3 0 0 0,-3-1-256 0,2 1 256 0,0 0 0 0,-1 0-256 0,1-1 256 0,3 0 0 16,-8 6-1183-1,-3 3 1183-15,-3 3 0 0</inkml:trace>
  <inkml:trace contextRef="#ctx0" brushRef="#br0" timeOffset="49670.198">16182 6878 1024 0,'0'0'0'0,"2"5"0"0,1 2 0 0,1 3 0 0,-1-4 256 0,0-2-256 0,0-1 0 0,0 1 256 0,-2-1-256 0,1-1 0 16,0 1 256-16,2 0-256 0,-4-3 0 0,5 4 0 0,-1-1 256 0,-2 0-256 0,1 0 0 0,0-2 256 16,1-1-256-16,1-1 0 0,0 0 107 15,-3 1-107-15,1-2 0 0,0 0-256 0,0-2 256 0,0 1 0 0,0-1-256 16,0 1 256-16,0-2 0 0,0 0-222 16,-2 0 222-16,2-2 0 0,-1 2 199 15,-2-1-199-15,1-2 0 0,0 2 256 0,-2-1-256 0,1-1 0 0,-1 2 256 0,-1 0-256 0,-2 1 0 0,2 0 256 16,0 0-256-16,0 0 0 0,-2 2 165 0,0 0-165 0,-3 2 0 15,2 0-151 1,-2 1 151-16,0 1 0 0,2 2-99 0,-2 0 99 0,-1 1 0 0,1 0 103 16,2 1-103-16,-1 2 0 0,0-1 256 0,0 1-256 0,1 2 0 0,0-1 256 0,1 0-256 0,1 1 0 15,0-1 256-15,1 0-256 16,1 2 0-16,0-1 256 0,1 1-256 0,1 2 0 16,1-2-256-16,1 1 256 0,1-1 0 0,0 0-256 15,1 0 256-15,2-1 0 0,0-2-256 0,3-2 256 0,1-1 0 0,-1-1-256 0,1-1 256 0,0 0 0 0,1-3-212 31,-3-1 212-31,2-2 0 0,-7 2-1426 0,-4 2 1426 0,-4 2 0 16</inkml:trace>
  <inkml:trace contextRef="#ctx0" brushRef="#br0" timeOffset="50067.295">16425 6812 1024 0,'0'0'0'0,"0"0"0"0,0 0 0 0,0 0 0 0,0 0 0 0,0 0 0 0,0 0 0 0,0 0 256 0,0 0-256 15,0 0 0-15,0 8 256 0,3 3-256 0,-2 5 0 16,0-9 256-16,0-1-256 0,0-3 0 0,0 2 256 0,0 2-256 15,0 2 0-15,-1-1 256 0,2 0-256 0,0 2 0 0,0-2 256 16,-2 1-256-16,1-1 0 0,0 1 256 0,-2-1-256 0,1 0 0 0,0 0 256 16,2-1-256-16,-1 0 0 0,0 0 256 15,-2-3-256-15,1 1 0 0,0-1 256 0,0 0-256 0,0-2 0 0,0 0 256 16,0 1-256-16,0-2 0 0,0-1-36 0,2-1 36 0,-1-1 0 0,0 0-256 16,1-1 256-16,1-2 0 0,-1 0-256 15,2-1 256-15,0-2 0 0,-1 0-256 0,1-1 256 0,1-2 0 0,-2 1-256 16,2-2 256-16,1 0 0 0,-2 1-119 0,1-1 119 0,1-1 0 15,-1 2 256-15,-2 1-256 0,1 0 0 0,1 0 256 16,-1 2-256-16,0 1 0 0,0 0 256 0,-2 1-256 0,1 0 0 0,0 3 256 16,0 0-256-16,0 3 0 0,1 0 256 0,-1 1-256 15,0 1 0-15,0 0-46 0,1 1 46 0,1 1 0 0,-2 2-36 16,-1 1 36-16,-1 3 0 0,1-2 169 0,0 1-169 0,1 1 0 16,-1 1 67-16,0 1-67 0,0 0 0 0,0 0 0 15,-2 0 0-15,1 2 0 0,0-2-214 0,-2-1 214 0,1 0 0 0,0 0-256 16,-2-2 256-16,1 0 0 0,0-2-256 15,2-2 256-15,-1-1 0 0,0 0-256 0,2-1 256 0,-1 0 0 0,0-2-2089 16,-2-1 2089-16,1-1 0 0</inkml:trace>
  <inkml:trace contextRef="#ctx0" brushRef="#br0" timeOffset="50357.548">16837 6578 1024 0,'0'0'0'0,"0"0"0"0,0 0 0 0,0 0 0 15,0 0 256-15,0 0-256 0,0 0 0 0,0 0 256 0,0 0-256 0,0 0 0 0,0 0 256 16,0 0-256-16,0 0 0 0,6 4 256 0,4 3-256 0,5 1 0 0,-9-1 256 0,-2-1-256 0,-2 0 0 0,1 1 256 16,3 2-256-16,0 1 0 0,-1 0 256 0,-1 3-256 15,-1 1 0-15,1 0 256 0,0 1-256 0,1 1 0 0,-1-1 256 16,-2 2-256-16,1 1 0 15,0 0 256-15,0 0-256 0,0 0 0 0,-1 0 256 0,-1 0-256 0,-1-1 0 0,1 1 255 16,-2-2-255-16,1 1 0 0,-1-1 0 0,0 0 0 0,-1-1 0 0,1-1-144 16,-1-1 144-16,-1-2 0 0,1-2-256 0,0-1 256 0,0-3 0 0,0 0-256 15,-1-2 256 1,-2-1 0-16,4-1-2415 0,1-1 2415 0,1-1 0 0</inkml:trace>
  <inkml:trace contextRef="#ctx0" brushRef="#br0" timeOffset="50561.59">16696 6824 1024 0,'0'0'0'0,"0"0"256"0,0 0-256 0,0 0 0 0,0 0 256 16,0 0-256-16,0 0 0 0,6 0 256 0,4-1-256 0,2-1 0 0,-5 2 256 0,-1-1-256 0,-3-1 0 0,4 1 256 31,3-1-256-31,2-1 0 0,-12 3 0 0,11-1 256 0,2 0-256 0,3 0 0 0,-3 1 256 16,2 0-256-16,0 0 0 0,1 0-54 0,1-2 54 0,4 1 0 0,-3-1-256 15,-1 2 256-15,2-1 0 0,-1-3 97 16,-1 0-97-16,1-1 0 0,-12 3-1579 0,-6 2 1579 0,-6 2 0 0</inkml:trace>
  <inkml:trace contextRef="#ctx0" brushRef="#br0" timeOffset="50689.611">17298 6784 1024 0,'0'0'0'0,"0"0"0"0,0 0 0 0,0 0 0 15,0 0 256-15,0 0-256 0,0 0 0 0,0 0 256 0,0 0-256 0,0 0 0 16,0 0 256-16,0 0-256 0,0 0 0 0,0 0 256 0,0 0-256 0,0 0 0 0,0 0-1024 16,0 0 1024-16,0 0 0 0</inkml:trace>
  <inkml:trace contextRef="#ctx0" brushRef="#br0" timeOffset="72837.826">5768 8117 1024 0,'0'0'0'0,"0"0"0"0,0 0 0 0,0 0 0 0,0 0 202 16,0 0-202-16,0 0 0 0,0 0 103 0,0 0-103 0,0 0 0 0,0 0 111 16,0 0-111-1,0 0 0-15,0 0 63 0,0 0-63 0,0 0 0 0,0 11 59 0,0 4-59 0,0 6 0 0,1-12 102 31,2-4-102-31,0-3 0 0,-1 5 79 0,-2 1-79 0,1 3 0 16,0-3 35-16,0 0-35 0,0 1 0 0,0 0 24 0,0 1-24 0,0 3 0 0,0-2 27 16,0 1-27-16,0 2 0 0,0-1 104 0,0-1-104 0,0 1 0 0,0 1 85 15,0 2-85-15,0 1 0 0,0-2 104 0,1 0-104 0,1-1 0 16,0 2 67-16,-3-1-67 0,1 2 0 0,0-2 26 16,0 0-26-16,0-1 0 0,0 0 2 0,0 1-2 0,0 0 0 0,0-1-35 15,0 0 35-15,0-1 0 0,0 1-50 0,-2-2 50 0,1 1 0 0,0-2-46 16,-2 1 46-16,1-1 0 0,0-2-4 15,-1 0 4-15,-1-2 0 0,0 0 50 16,1 0-50-16,0-2 0 0,0-3 37 0,-1-1-37 0,-1-1 0 0,3 0-1145 0,1 0 1145 0,1 0 0 0</inkml:trace>
  <inkml:trace contextRef="#ctx0" brushRef="#br0" timeOffset="73426.221">5750 8215 1024 0,'0'0'0'0,"0"0"0"0,0 0 0 0,0 0 0 0,0 0 256 0,0 0-256 0,0 0 0 0,0 0 256 16,0 0-256-16,0 0 0 0,0 0 256 0,0 0-256 15,0 0 0-15,0 0 59 0,0 0-59 0,0 0 0 0,8-2-15 16,7-1 15-16,2-1 0 0,-10 5-51 15,-2 2 51-15,-3 2 0 0,-2-5 0 0,5 3-37 0,-2 1 37 0,1 1 0 16,0 1-34-16,1 1 34 0,3 2 0 0,-2-1 105 0,-2 0-105 16,1 2 0-16,0-2 139 0,1 2-139 0,2 0 0 15,-2 0 154-15,0-1-154 0,0 1 0 0,0 0 207 0,-1-1-207 16,0 3 0-16,0-2 80 0,-2 0-80 0,1-1 0 0,0-1 11 16,-2-1-11-16,1 0 0 0,1 0-69 0,-1 0 69 0,0 0 0 15,0 0-11-15,-2 0 11 0,1-2 0 0,0-1 30 0,0 0-30 16,0-2 0-16,0 0-22 0,1 2 22 0,1 0 0 0,0-3-1 0,-1-1 1 15,0-1 0-15,0-2 94 0,0 0-94 0,0-1 0 0,1-1 102 0,1-1-102 16,3-2 0-16,-2 1 4 0,-2-2-4 0,1 0 0 0,0-1-75 16,0-1 75-16,1-3 0 0,-1 3-6 0,0-1 6 0,0 0 0 15,-1 0 83-15,2-1-83 0,1-2 0 0,-1 2 96 16,-2 0-96-16,1 1 0 0,-1 0 58 0,-1 0-58 0,-1 1 0 0,0 2 169 16,3 0-169-16,-1 2 0 0,-1-1 158 15,-1 0-158-15,-1 1 0 0,1 2-47 0,0 1 47 16,0 1 0-16,-1 0-151 0,-1-1 151 0,-1 1 0 0,1 1-10 15,2 1 10-15,-1 1 0 0,0 0 170 0,0 1-170 16,0 1 0-16,0 1 232 0,0 0-232 0,0 1 0 0,1 1 179 0,-1 2-179 0,0 3 0 16,0-1 198-16,1 3-198 0,1 1 0 0,-1 0 213 15,0-1-213-15,0 2 0 0,0 0 83 0,0 0-83 0,0 1 0 0,1 2 14 16,1 2-14-16,2 2 0 0,-2-1-108 16,-2-1 108-16,1 2 0 0,0-1-74 0,0 0 74 0,0 0 0 0,0-1-178 15,-2 1 178-15,1-2 0 0,0 1-205 0,-2 0 205 16,1 0 0-16,1-2-135 0,-4-1 135 0,2-1 0 0,0-2 36 15,-1 0-36-15,1-1 0 0,3-4 43 0,-1 0-43 0,1-2 0 0,-2-3-2256 16,-1-3 2256-16,-1-3 0 0</inkml:trace>
  <inkml:trace contextRef="#ctx0" brushRef="#br0" timeOffset="73792.409">6396 8521 1024 0,'0'0'0'0,"0"0"0"0,0 0 0 0,0 0 0 0,0 0 256 0,0 0-256 16,0 0 0-16,0 5 256 16,2 4-256-16,-1 2 0 0,0-4 256 0,-2-2-256 0,1-1 0 0,0 2 256 0,0 1-256 15,0 2 0-15,0-2 256 0,0 1-256 16,0-1 0-16,0 1 46 0,2 0-46 16,-1 1 0-16,0-1-110 15,1 0 110-15,1 2 0 0,1-3 80 16,0-1-80-16,4 0 0 0,-2-1 108 0,1-1-108 15,1-1 0-15,0-1 94 16,0 0-94-16,2-2 0 0,-1-2 89 0,-1 1-89 0,1-3 0 16,0 0-37-16,-1-1 37 0,0-2 0 0,0 0-57 0,-2-1 57 0,2-2 0 0,-1 1 79 0,-2-2-79 0,1-1 0 0,-2 1 241 0,-1 1-241 15,1 0 0-15,-2 0 231 0,-1 0-231 0,-1 1 0 0,-1 0 91 0,-1-1-91 0,-2 1 0 0,0 0-25 0,0 2 25 16,-3 1 0-16,1 0-5 0,-2 0 5 0,-1 2 0 0,0 1-147 16,-1 1 147-16,-2 1 0 0,2 0-256 0,-2 1 256 0,-1 1 0 0,2 0-256 15,0 1 256-15,2 1 0 0,0 0-256 16,0-2 256-16,2 1 0 0,1 0-120 0,1-1 120 0,0 0 0 0,2-1 130 0,3-1-130 15,0-2 0-15,-1 3-1200 0,2 0 1200 0,-1 0 0 0</inkml:trace>
  <inkml:trace contextRef="#ctx0" brushRef="#br0" timeOffset="74072.64">6764 8300 1024 0,'0'0'0'0,"0"0"0"0,0 0 0 16,0 0 0-16,0 0 256 0,0 0-256 0,0 0 0 0,0 0 256 16,0 0-256-16,0 0 0 0,4 7 256 0,4 3-256 0,1 2 0 0,-3-4 256 15,-3-1-256-15,-2-1 0 0,1 4 256 16,2 0-256-16,0 2 0 0,-1-1 230 0,1 2-230 0,1 1 0 16,0 0-130-16,-1 0 130 0,0 2 0 0,0-1 51 0,-2 2-51 0,1 1 0 0,0-1 156 15,0 0-156-15,0 0 0 0,0 0 61 16,-2 1-61-16,-1 0 0 0,-1-1-74 0,0-1 74 15,-2-1 0-15,1 0-123 0,2-2 123 0,-1 0 0 0,0-3-186 16,0-2 186-16,0-1 0 0,0 0-155 0,-1-2 155 0,-1-1 0 16,2-2-1110-16,1-2 1110 0,1-2 0 15</inkml:trace>
  <inkml:trace contextRef="#ctx0" brushRef="#br0" timeOffset="74233.478">6764 8594 1024 0,'0'0'0'0,"0"0"0"0,0 0 0 0,0 0 0 0,0 0 256 16,0 0-256-16,0 0 0 0,3-1 256 0,2-2-256 0,2 0 0 0,-2 1 256 0,2 0-256 0,0 0 0 0,1-1 256 16,0 0-256-16,4-1 0 0,-2 0 118 0,1-1-118 0,3-1 0 0,-3 0-256 15,2-2 256-15,0-1 0 0,0 0-256 0,-1-1 256 0,0-3 0 16,-8 9-630 0,-4 5 630-16,-4 2 0 0</inkml:trace>
  <inkml:trace contextRef="#ctx0" brushRef="#br0" timeOffset="74636.349">6943 8281 1024 0,'0'0'0'0,"0"0"256"16,0 0-256-16,0 0 0 0,0 0 256 0,0 0-256 0,0 0 0 0,0 0 256 0,0 0-256 0,0 0 0 0,0 4 256 15,0 1-256-15,0 1 0 0,2 0 256 16,1 0-256-16,2 1 0 0,-2 0 256 0,1 2-256 16,1 1 0-16,-1 0 256 0,-2 1-256 0,2 2 0 0,0 1-216 0,1 1 216 0,1 1 0 15,-1-1 85-15,-2 1-85 16,1 0 0-16,1 0 256 0,-1 0-256 0,0-1 0 0,0 0 256 15,-2 1-256-15,1-3 0 0,0 0 182 0,-2-1-182 0,1-1 0 0,0 1 73 16,1-1-73-16,-1 0 0 0,0-1-201 0,0-2 201 0,0 0 0 0,0-1-256 16,-2 1 256-16,1-2 0 0,0-2-256 15,1-1 256-15,1-3 0 16,-1 1 120-16,1-1-120 0,1-1 0 0,0-2 256 0,-1-1-256 0,0-2 0 0,1 0 180 0,1-1-180 16,1-2 0-16,-1 1 34 0,2 0-34 0,0-2 0 15,-2 1 17-15,2-2-17 0,0 0 0 0,0 1-82 0,0 0 82 0,1 1 0 0,-1 1-97 16,1 1 97-16,-1 1 0 0,-1 0 73 0,2 0-73 0,1 2 0 15,-1 0 256 1,-2 1-256-16,1 0 0 0,1 3 256 0,-1 1-256 0,0 2 0 0,-1 0-123 0,2 1 123 0,1 1 0 16,-3 0-256-16,-1 2 256 0,-1 0 0 0,1 1-256 15,-1 2 256-15,0 1 0 0,-2-1-256 0,-1-1 256 0,-1 3 0 0,1-1-256 16,-2-1 256-16,1 0 0 0,0-1-256 0,0-1 256 0,0-2 0 16,0-1 175-16,-2-1-175 0,1-1 0 0,0-1-1500 15,2-3 1500-15,-1 0 0 16</inkml:trace>
  <inkml:trace contextRef="#ctx0" brushRef="#br0" timeOffset="74972.925">7463 8556 1024 0,'0'0'0'0,"0"0"0"0,0 0 0 0,0 0 0 0,0 0 0 0,0 0 256 0,0 0-256 0,0 0 0 0,0 0 256 16,0 0-256-16,0 0 0 0,8 2 256 16,3 1-256-16,5 1 0 0,-8-5 256 0,-2 0-256 15,-2-4 0-15,1 3 256 0,3-3-256 16,-1 0 0-16,-1 1-256 0,-1-2 256 0,-1 0 0 0,1 1-256 0,1-2 256 0,-1 0 0 0,0 0-102 15,0-1 102-15,0-2 0 0,-2 3 256 0,-1 0-256 0,0 2 0 0,0-2 256 16,-2 0-256-16,1-1 0 0,-1 1 256 0,-1 1-256 16,-1 0 0-16,-1 1 256 0,0 1-256 0,-1 0 0 0,0 1 256 15,-1 1-256 1,-1 1 0-16,-2 1-256 0,1 1 256 0,-3 1 0 0,2-1-256 0,1 2 256 16,0 0 0-16,0 0 19 0,-1 1-19 0,-3 1 0 0,4 1 256 15,1 2-256-15,1 0 0 0,-1 0 256 16,1 0-256-16,0 1 0 0,2 2 256 0,1 0-256 0,1 2 0 0,1-1 256 0,2 0-256 0,2-1 0 0,-1 1-15 15,2 0 15-15,0 2 0 0,1-2-256 0,2-1 256 0,2 0 0 32,1-2-256-32,-1-2 256 0,4-1 0 0,-4 0-256 0,2-2 256 0,1-1 0 0,-2-1-256 15,1-2 256-15,2-2 0 0,-2 0-248 16,0-1 248-16,-1-1 0 0,-7 3-1190 0,-4 1 1190 0,-4 1 0 0</inkml:trace>
  <inkml:trace contextRef="#ctx0" brushRef="#br0" timeOffset="75300.955">7718 8442 1024 0,'0'0'0'0,"0"0"0"0,0 0 0 0,0 0 0 0,0 0 256 0,0 0-256 0,0 0 0 0,0 0 256 16,0 0-256-16,0 0 0 0,0-4 256 0,2-1-256 0,-1-2 0 0,2 3 256 16,2 1-256-16,2 1 0 0,-2-1 256 0,1 1-256 0,-1 0 0 15,2 1 256 1,2 0-256-16,3 0 0 0,-12 1 0 0,9 0 238 0,1 1-238 0,3 1 0 0,-3 2-256 0,1 0 256 16,2 1 0-16,-2 1-256 0,0 1 256 0,-1 2 0 0,-1-2-124 15,-1 1 124-15,0 2 0 0,-1-1 256 0,-1 0-256 0,-1 2 0 0,-1-2 256 16,0 1-256-16,-2 2 0 0,1-2 256 0,-2 0-256 0,1-2 0 0,-2 1 256 15,-1 0-256-15,-1-1 0 0,1 0-17 0,-1-3 17 16,-1 1 0-16,0-1-86 0,1 0 86 0,0-3 0 0,0 1 256 16,-1-1-256-16,-1-1 0 0,1 0 256 0,-1-1-256 15,-1-1 0-15,0 0 256 0,3-1-256 0,-1-1 0 0,0-1 244 16,2 0-244-16,-1-3 0 0,1 0 0 0,1-1 0 0,1-2 0 0,-1 1 0 16,2 0 0-16,-1-2 0 0,2 1-244 15,1-2 244-15,2-1 0 0,-2 2-256 0,0 0 256 0,0 1 0 16,1-1-256-16,2 1 256 0,4 0 0 15,-3 0-256-15,-2-1 256 0,1 1 0 0,2-3-168 0,0 0 168 16,1-3 0-16,-7 12-1891 0,-3 4 1891 0,-3 4 0 0</inkml:trace>
  <inkml:trace contextRef="#ctx0" brushRef="#br0" timeOffset="75634.923">8502 7983 1024 0,'0'0'0'0,"0"0"0"0,0 0 0 0,0 0 0 0,0 0 256 0,0 0-256 0,0 0 0 0,-4 6 256 15,-2 3-256-15,-2 2 0 0,2-5 256 16,2-2-256-16,1-1 0 0,-2 1 256 0,-1 3-256 0,-1 0 0 16,-1 2 256-16,0 0-256 0,-1 2 0 0,-1 1 256 15,-1 0-256-15,-3 2 0 0,1 1-12 0,3 2 12 0,-1 1 0 0,-1 1 207 16,0 2-207-16,-2 3 0 0,3-2 256 0,0 1-256 0,0 1 0 0,2 0 256 15,3-2-256-15,0 2 0 0,0 1 256 0,2 1-256 0,1 2 0 16,2-2 256-16,2 1-256 0,2 2 0 16,1-3 256-16,3 2-256 0,1 0 0 0,1 2 60 0,5 2-60 0,1 3 0 0,0-3-60 31,1 0 60-31,3-1 0 0,-3-3-256 0,1-1 256 0,-1-3 0 0,0-2-256 16,1-1 256-16,1-4 0 0,-2-1-256 0,0-1 256 0,-2-2 0 15,-8-8-2243-15,-6-5 2243 0,-6-5 0 0</inkml:trace>
  <inkml:trace contextRef="#ctx0" brushRef="#br0" timeOffset="81201.435">8851 8268 1024 0,'0'0'0'0,"0"0"0"0,0 0 0 16,0 0 0-16,0 0 256 0,0 0-256 0,0 0 0 0,0 0 256 0,0 0-256 0,0 0 0 0,0 0 256 0,0 0-256 15,0 0 0-15,0 0 256 0,0 0-256 0,0 0 0 16,0 0 256-16,0 0-256 0,0 0 0 0,0 0 256 0,0 0-256 0,0 0 0 16,0 0-256-16,0 0 256 0,0 0 0 0,0 0-256 15,0 0 256-15,0 0 0 0,0 0-84 0,0 0 84 0,0 0 0 0,1 3 239 16,1 1-239-16,1 2 0 0,-4-1 256 0,-2 1-256 0,-3 2 0 15,2-2 256-15,-1 1-256 0,-1-1 0 0,1 0 256 16,-1 1-256-16,-2 1 0 0,2 1 256 0,0 0-256 0,0 2 0 16,-1-2-162-16,0 1 162 0,-1-1 0 0,2 1-256 15,-2 0 256-15,-2 2 0 0,3-1-193 16,-1 0 193-16,-2 2 0 0,2-2-90 0,2 0 90 0,-1-1 0 0,-1 0-66 16,1-1 66-16,0 0 0 0,0-1-62 0,2 1 62 0,-2-1 0 0,1-1-43 15,1-2 43-15,0-1 0 0,0-1-64 0,1-1 64 0,0-1 0 0,0 0-116 16,2-1 116-16,-1-1 0 0,0-2-92 15,0 0 92-15,0-1 0 0,0 1 31 0,2-2-31 0,-1-2 0 16,1 6-1090-16,1 1 1090 0,1 1 0 0</inkml:trace>
  <inkml:trace contextRef="#ctx0" brushRef="#br0" timeOffset="81465.209">8662 8303 1024 0,'0'0'0'0,"0"0"0"0,0 0 0 0,0 0 0 0,0 0 256 15,0 0-256-15,0 0 0 0,0 0 256 16,0 0-256-16,0 0 0 0,0 0 256 0,0 0-256 0,0 0 0 0,0 0 256 16,0 0-256-16,0 0 0 0,0 0 256 0,0 0-256 0,0 0 0 0,0 0 256 15,0 0-256-15,0 0 0 0,7-6 256 0,2-3-256 0,3-2 0 0,-5 9-193 16,-3 5 193-16,-2 3 0 0,2-4-256 0,1 1 256 0,1 1 0 0,-1 2-81 16,2-1 81-16,0 4 0 0,-2-3 256 15,2 1-256-15,1 1 0 0,0 0 256 0,-2 1-256 0,-1 3 0 0,1-3 256 16,-2 1-256-1,2 2 0-15,-1 0 256 0,-2 0-256 0,1 2 0 0,0-1-256 16,0-1 256-16,0 1 0 0,1-1-256 0,-3-2 256 0,1-1 0 0,0 1-256 0,-2-1 256 0,1-2 0 0,0-1-256 31,0-1 256-31,0-1 0 0,-1-2-1262 16,-1-2 1262-16,-1-2 0 0</inkml:trace>
  <inkml:trace contextRef="#ctx0" brushRef="#br0" timeOffset="81704.473">9014 8486 1024 0,'0'0'0'0,"0"0"0"0,0 0 0 0,0 0 0 15,0 0 256-15,0 0-256 0,0 0 0 0,0 0 256 0,0 0-256 0,0 0 0 0,4 7 256 16,2 3-256-16,2 4 0 0,-2-7 256 0,-2-2-256 16,-1-1 0-16,1 2 256 0,0 2-256 0,0 1 0 0,0-1 256 15,-2 1-256-15,2 2 0 0,-3-1 56 0,-1-1-56 0,-1 0 0 0,-2 1-256 16,0 0 256-16,-1 2 0 0,-1-2-256 0,0-1 256 15,-3 0 0-15,1 0-99 0,1-2 99 0,0-1 0 0,0-1 60 16,0 0-60-16,-1-2 0 0,5-2-1041 0,2-1 1041 0,2-1 0 0</inkml:trace>
  <inkml:trace contextRef="#ctx0" brushRef="#br0" timeOffset="82401.443">9359 8192 1024 0,'0'0'0'0,"0"0"0"0,0 0 0 0,0 0 0 16,0 0 256-16,0 0-256 0,0 0 0 0,0 8 256 0,0 3-256 15,0 4 0-15,0-6 256 0,2-3-256 0,-1-1 0 0,0 2 256 16,0 1-256-16,0 2 0 0,0-1 256 15,-2-1-256-15,1 0 0 0,0 1 256 0,2 0-256 0,-1 2 0 0,0-2-256 0,1 0 256 0,2 1 0 0,-2 0-143 16,1-1 143-16,1 1 0 0,0-2 176 16,1-1-176-16,1-1 0 0,-1 0 220 0,1 0-220 15,-1-1 0-15,1-1 246 0,1-2-246 0,3 1 0 0,-2-2 246 0,-2-1-246 0,1-1 0 0,1-2 50 16,0 1-50-16,2-2 0 0,-2-2-225 0,2 0 225 16,0-2 0-16,-1 1-248 0,-1-1 248 15,0-2 0-15,0 1 60 0,-2 0-60 0,2-2 0 0,-1 2 256 16,-2 0-256-16,1 0 0 0,-1 0 256 0,0 0-256 0,-1-2 0 0,0 2 256 15,-1 0-256-15,-1-1 0 0,1 1 256 0,-2 1-256 0,1-1 0 0,0 2 256 16,-2 1-256-16,1 0 0 0,0 1-98 16,-2 1 98-16,1 1 0 0,0-1-256 15,-2 0 256-15,1-1 0 0,0 3-100 0,0 1 100 0,0 1 0 0,0 0 256 16,0 1-256-16,0 1 0 0,0-1 256 16,0 1-256-16,0 1 0 0,0 1 71 0,-1 1-71 0,-1 2 0 15,1-1 0-15,-1 2 0 0,1 0 0 0,0 2 0 0,1 0 0 0,0 2 0 0,1-1 0 0,1 2 0 16,1 1 0-16,-1-1 0 15,0 2 0-15,0 1 0 0,0 0 0 0,1 0 0 0,-1 2 0 0,0 0 0 0,-2 1 0 0,1 1 0 16,0-1 0-16,2 0 0 0,-1 0 0 0,0 0 0 16,0 2 0-16,0 2 0 0,0-3 0 15,-2-2 0-15,1 1 0 0,0-2 0 0,-2-1 0 16,1-1 0-16,0 0 0 0,-1-1 0 0,-2 0 0 0,2-1 0 0,-1-1 0 0,-1-1 0 0,1-1 0 16,-1 0 0-16,-1-2 0 0,1 0 0 0,2-1 0 0,-2 0 0 15,1-3 0-15,-1 0 0 16,-2-2 0-16,2-1 0 0,1 1 0 0,1-2 0 0,-1 0 0 15,-1 0 0-15,1 0 0 0,0-3 0 0,0 0 0 0,0-1 0 0,0 0 0 0,2 0 0 16,-1-1 0-16,0 1 0 0,0-1 0 0,0-2 0 0,2 2 0 16,1-1 0-16,1-1 0 0,-1-2 0 0,0 0 0 15,0-2 0-15,2 1 0 0,1 0 0 0,1-1 0 0,0 0 0 16,2 0 0-16,1-2 0 16,-2 1-50-16,1 0 50 0,2-2 0 0,-2 1-256 0,0 0 256 0,0-2 0 0,1 1-256 0,-1-2 256 15,0-1 0-15,-4 11-2509 0,-4 6 2509 0,-1 6 0 0</inkml:trace>
  <inkml:trace contextRef="#ctx0" brushRef="#br0" timeOffset="82735.385">9680 7956 1024 0,'0'0'0'15,"0"0"0"-15,0 0 0 0,0 0 0 0,4 2 256 0,1 3-256 0,2 0 0 0,-2-2 256 0,0-1-256 0,0-1 0 16,3 2 256-16,-1 1-256 0,3 2 0 0,0 0 256 16,0 1-256-16,1 2 0 0,1 2 256 0,0 1-256 0,1 3 0 0,1 1 256 15,0 3-256-15,3 3 0 0,-4-1 256 0,0 2-256 0,-1 2 0 0,0 1 105 16,-3 2-105-16,-2 3 0 0,0 0 228 15,0 1-228-15,-2 3 0 0,-3 1 182 0,-2 2-182 0,-2 2 0 0,-5 1-32 16,-2 2 32-16,-4 2 0 0,-2-2-256 0,-2 0 256 16,-5 0 0-16,0 0-256 0,-4-1 256 0,-1 0 0 0,-1-4-256 15,-2 0 256-15,-3-3 0 0,22-22-1507 0,11-14 1507 0,11-11 0 16</inkml:trace>
  <inkml:trace contextRef="#ctx0" brushRef="#br0" timeOffset="107103.558">11907 7927 1024 0,'0'0'0'0,"0"0"0"0,0 0 0 0,0 0 0 0,0 5 256 16,0 2-256-16,0 3 0 0,0-5 256 0,2-1-256 0,-1-1 0 0,0 2 256 15,0-1-256-15,0 0 0 0,0 0 256 16,0 1-256-16,0 2 0 0,-1-2 256 0,2 1-256 0,0 1 0 0,0 0 256 16,-2 2-256-16,1 1 0 0,0-1 141 0,0 2-141 0,0 0 0 0,0 2-151 15,0 0 151-15,0 3 0 0,1-2-48 0,-1 0 48 16,0 1 0-16,0 1 112 0,1 1-112 0,1 1 0 0,-1-1 128 16,-2 1-128-16,1 1 0 0,0-1 85 15,0 1-85-15,0 1 0 0,0-1 25 0,0 0-25 0,0 0 0 0,0-1-45 16,0 0 45-16,0-1 0 0,0 1-133 0,0 0 133 0,0 3 0 0,0-3-189 15,0-2 189-15,0 0 0 0,0 1-148 0,-2-1 148 16,1-1 0-16,-1 0-91 0,-1-2 91 0,-1 0 0 0,1-2-115 16,2 0 115-16,-1-2 0 0,0-2-77 0,-1-2 77 0,-1-1 0 0,2-1-1030 15,1-3 1030 1,1-3 0-16</inkml:trace>
  <inkml:trace contextRef="#ctx0" brushRef="#br0" timeOffset="107433.959">11816 8031 1024 0,'0'0'0'0,"0"0"0"0,0 0 0 0,0 0 0 0,0 0 256 0,0 0-256 0,0 0 0 0,0 0 256 16,0 0-256-16,0 0 0 0,0 0 256 15,0 0-256-15,0 0 0 0,6-3 256 16,3 0-256-16,5-1 0 0,-7 1 256 0,-3 0-256 0,0 0 0 0,1-1 256 0,2 0-256 16,0-1 0-16,1 1 256 0,0 0-256 0,4 0 0 0,-2 0-256 15,1 0 256-15,3-1 0 0,-2 1-256 16,2 1 256-16,1 0 0 0,-1 0-256 0,0-1 256 0,2-1 0 0,-2 0-256 15,-1 1 256-15,0 0 0 0,-1 0 139 0,3 0-139 0,-1 0 0 0,-9 2-907 16,-5 3 907-16,-5 0 0 0</inkml:trace>
  <inkml:trace contextRef="#ctx0" brushRef="#br0" timeOffset="113058.669">11837 8328 1024 0,'0'0'0'0,"0"0"0"0,0 0 0 0,0 0 0 0,0 0 256 0,0 0-256 0,0 0 0 0,5 5 256 0,3 5-256 16,1 3 0-16,-3-9 256 16,0-2-256-16,-2-2 0 0,2 2 256 0,2-1-256 15,4-1 0-15,-3 2 256 0,1-1-256 0,3 3 0 0,-2-3 256 16,0 0-256-16,4 0 0 15,-4-1-256-15,-1-1 256 0,0-1 0 0,3-2-256 0,5 0 256 0,1-1 0 0,-12 3-1024 0,-8 2 1024 0,-5 2 0 16</inkml:trace>
  <inkml:trace contextRef="#ctx0" brushRef="#br0" timeOffset="113505.159">12317 8419 1024 0,'0'0'0'0,"0"0"0"0,0 0 0 0,0 0 0 0,0 0 256 16,0 0-256-16,0 0 0 0,0 0 256 0,0 0-256 0,0 0 0 0,5-1 256 15,2 1-256-15,4-2 0 0,-5 0 256 0,-1-2-256 16,-1 1 0-16,3-1-91 0,0 0 91 0,2-2 0 0,-2 2-256 15,2-1 256-15,0-1 0 0,-1 0 7 0,-2 1-7 0,2-3 0 16,-2 1 256-16,-1 0-256 0,-1-2 0 0,1 3 256 16,-1 0-256-16,0 0 0 0,0 1 256 15,-3-2-256-15,-2 0 0 0,2 1 256 0,-2 0-256 0,1 0 0 0,-2 1 256 16,-2 0-256-16,0 1 0 0,1 1 165 0,-1 2-165 0,-2-1 0 16,0 2-147-16,-2 1 147 0,0 1 0 0,0 1 46 15,-1 0-46-15,-2 1 0 0,3 0 256 0,-2 1-256 16,-1 2 0-16,1 0 256 0,2 1-256 0,-2 2 0 0,2 0 256 0,0 1-256 0,2 3 0 15,-2-3 197-15,2 2-197 0,1 1 0 0,1-2-93 16,1 2 93-16,1 1 0 0,1-1-168 0,1-1 168 16,1 1 0-16,0-1-188 0,1 0 188 0,1 1 0 0,1-1-129 0,2 1 129 15,3 0 0-15,-2-2-154 0,1-1 154 0,1-2 0 0,1 0-213 16,0-2 213-16,2 0 0 0,0-3-256 16,0-3 256-16,3-1 0 0,-10 2-1792 0,-6-2 1792 0,-3-2 0 0</inkml:trace>
  <inkml:trace contextRef="#ctx0" brushRef="#br0" timeOffset="114122.791">12556 8331 1024 0,'0'0'0'0,"0"0"0"0,0 0 0 0,0 0 0 0,0 0 256 0,0 0-256 0,0 0 0 16,0 0 256-16,0 0-256 0,0 0 0 0,0 0 256 0,0 0-256 16,0 0 0-16,2 6 256 0,2 4-256 0,2 2 0 0,-4-4 256 15,-1-1-256-15,-1 0 0 0,1 1 86 16,1 0-86-16,2 2 0 0,-2-2 256 0,-2 2-256 15,1 0 0-15,0-2 256 0,0 1-256 0,0-1 0 16,0 1 256-16,-2-1-256 0,1 0 0 0,0-1 256 0,0-2-256 16,0-1 0-16,0 1 256 15,2-1-256-15,-1-1 0 0,-1 0 256 0,-1-1-256 0,-1 0 0 0,1-2 121 0,2 0-121 0,-1-3 0 16,0 0-256-16,0-1 256 0,0-2 0 0,1 0-256 16,1-1 256-16,1-2 0 0,-2-1-256 0,2 1 256 0,0-4 0 0,-1 3 37 15,1-1-37-15,1-2 0 16,-1 1 256-16,1 0-256 0,0-2 0 0,-1 3 256 0,1 0-256 0,1 1 0 0,-1 1 256 0,-2 1-256 15,2 0 0-15,-1 2-256 0,1 0 256 0,1 2 0 0,-1 0-256 16,0 1 256-16,0 1 0 0,0 1-256 0,-1 2 256 0,0 2 0 0,0-1-256 16,1 1 256-16,1 1 0 0,-2 2-256 15,-1 1 256-15,-1 3 0 0,1-3 223 0,0 0-223 0,0 1 0 0,0-1 256 16,1 2-256-16,-1 0 0 0,0-1 256 16,-2-1-256-16,1 0 0 0,0 1 110 0,0-1-110 0,0 0 0 0,0 0-216 15,-2-1 216-15,1 0 0 0,0-1-21 0,0-1 21 16,0-1 0-16,0 1 229 0,0 0-229 15,0 2 0-15,0-5 215 0,2 1-215 0,-1-2 0 0,0 0 3 16,-2 0-3-16,1 0 0 16,1-3-63-16,1-1 63 0,1-2 0 0,-1 0-220 0,1-2 220 0,1 0 0 0,0-1-250 15,-1 0 250-15,0-1 0 0,0 0-95 0,1-1 95 0,2 0 0 0,-2 0 256 0,1 1-256 0,2-1 0 0,-2 2 256 16,-2 1-256-16,1 0 0 16,0 0 256-16,1 1-256 15,2 0 0-15,-2 2 96 0,1 2-96 0,1 1 0 0,-1 1 0 0,0 0 0 0,-1 0 0 0,0 3-49 31,-1 2 49-31,-1 0 0 0,1 1-256 0,0 1 256 0,1 2 0 0,-2 0-194 16,-1 1 194-16,-1 2 0 0,1 0 58 0,1 2-58 0,1 1 0 0,-2-1-30 0,-1 0 30 0,-1 2 0 16,1-2-256-16,-2 1 256 0,1 0 0 0,1 0-256 15,1 0 256-15,1-1 0 0,-1-1-256 0,1-2 256 0,2-1 0 16,-1 0-130-16,1-1 130 0,1-2 0 0,-4-3-1702 0,-2-4 1702 0,-2-1 0 16</inkml:trace>
  <inkml:trace contextRef="#ctx0" brushRef="#br0" timeOffset="114575.404">13303 8276 1024 0,'0'0'0'0,"0"0"0"0,0 0 0 0,0 0 0 0,0 0 256 15,0 0-256-15,0 0 0 0,-5 0 256 0,-3 0-256 16,-4 0 0-16,7 1 256 0,2 0-256 0,1 1 0 0,-3-1 256 15,-1 1-256-15,-2 1 0 0,2 0 256 0,0 2-256 16,0 0 0-16,-2 1 256 0,0 2-256 0,-1 0 0 0,1 2 183 16,1 0-183-16,0 2 0 0,1-2-256 0,-2 1 256 0,-1-1 0 15,3 1 256-15,2 1-256 0,2 0 0 0,-1 0 256 0,1-1-256 0,1 0 0 0,1 0 256 16,2 0-256-16,2-1 0 0,-1-2 256 16,1-1-256-16,1-3 0 0,2 2 256 0,-1-2-256 15,3-1 0-15,-1-2-256 0,3-1 256 0,2-1 0 16,-1-3-256-16,-3-1 256 0,1-2 0 15,0 0-56-15,1-1 56 0,0-2 0 0,0-1 256 0,-2 0-256 0,-1-2 0 0,0 1 256 16,0 1-256-16,-2 0 0 0,0 0 256 0,0 0-256 0,-2 1 0 16,1 0 128-16,-2 1-128 0,-1-1 0 0,0 2 0 15,-1 1 0-15,-1 0 0 0,1 2 0 0,0 1 0 0,0 0 0 0,-1 1-110 16,-1 2 110-16,-1-1 0 0,1 4-146 0,0 1 146 0,0 1 0 16,0 0 256-16,-1 2-256 0,-1 1 0 0,0 0 0 15,1 1 0-15,0 2 0 0,0-1 0 0,2 1 0 0,-1 3 0 0,0-1 0 16,2 1 0-1,-1 2 0-15,0-2 0 0,-1 1 0 0,1 1 0 0,-1-3 0 16,2-1 0-16,-1 0 0 0,0-1-29 0,2-2 29 0,-1-1 0 0,0 0-256 16,1-2 256-16,1-1 0 0,-1-2-2786 0,-2-2 2786 15,-2-2 0-15</inkml:trace>
  <inkml:trace contextRef="#ctx0" brushRef="#br0" timeOffset="114820.167">13526 8028 1024 0,'0'0'0'0,"0"0"0"0,0 0 0 15,0 0 0-15,0 0 256 0,0 0-256 0,0 0 0 0,0 4 256 0,2 4-256 0,-1 1 0 0,0-2 256 0,0 0-256 16,1 1 0-16,-1 3 256 0,1 1-256 16,1 3 0-16,-1 1 256 0,0 3-256 0,0 3 0 0,0-1 256 15,0 1-256-15,0 2 0 0,0 0 256 16,0 1-256-16,0 1 0 0,0-1 256 0,-2 0-256 15,1 1 0-15,0-2 256 0,2 1-256 0,0-1 0 0,-1-3 114 16,-2-3-114-16,1-1 0 0,1-1 42 0,1-2-42 0,1-2 0 16,-3-7-2460-16,-1-5 2460 0,-1-5 0 0</inkml:trace>
  <inkml:trace contextRef="#ctx0" brushRef="#br0" timeOffset="115201.215">13827 8463 1024 0,'0'0'0'0,"0"0"0"0,0 0 0 0,0 0 0 0,0 0 256 16,0 0-256-16,0 0 0 0,0 0 256 0,0 0-256 0,0 0 0 0,2-2 256 16,2 1-256-16,2-2 0 0,-1 0 256 0,0-1-256 0,1-2 0 0,-1 1 256 15,0-2-256-15,1 0 0 0,-1 0-98 0,-5 7 98 0,6-8 0 16,1-2 0-16,-1 0-256 0,-2 0 256 0,2-2 0 16,-2 2 256-16,2-1-256 0,0 0 0 0,-2 0 256 15,-1 1-256-15,-1 0 0 0,2 0 256 0,-1 0-256 16,0 1 0-16,-1 1 256 0,-1 0-256 15,-1-1 0-15,0 3 256 0,-1 1-256 0,-1 1 0 0,1 1 256 0,-1 1-256 0,-1 0 0 0,-2 2 256 0,1 2-256 0,-3 0 0 16,2 0-73-16,-1 1 73 0,-2 1 0 16,1 1 256-16,-1 3-256 0,-2 1 0 0,1 1 170 0,2 0-170 15,1 2 0-15,-1-1 0 0,-1 0 0 0,1 2 0 16,2-1 0-16,1 1 0 0,1 2 0 0,-1-2 0 16,2 1 0-16,-2 1 0 0,3-2 0 0,2 1 0 15,3-1 0-15,-1 0 0 0,2 0 0 0,2-1 0 0,2 0 0 16,4-2 0-16,2-1 0 0,0 0 0 15,-1-4 0-15,4 1 0 0,-2-3 0 0,4-2 0 0,2-2 0 0,-3-2 0 0,2-2 0 0,1-3 0 0,-15 7-3071 16,-7 1 3071-16,-7 1 0 0</inkml:trace>
  <inkml:trace contextRef="#ctx0" brushRef="#br0" timeOffset="115565.295">14496 7800 1024 0,'0'0'0'0,"0"0"256"0,0 0-256 0,0 0 0 0,0 0 256 0,0 0-256 0,0 0 0 0,0 0 256 16,0 0-256-16,0 0 0 0,0 0 256 15,0 0-256-15,0 0 0 0,-6 4 256 0,-5 1-256 0,-3 1 0 16,7 0 256-16,1 0-256 0,3 2 0 0,-2 0 256 15,-1 1-256-15,-1 2 0 0,0 0 256 0,0 2-256 0,-2 1 0 16,2-1 256-16,-3 2-256 0,1 2 0 0,0-2 256 16,2 2-256-16,-2 1 0 0,3-1 256 0,1 2-256 0,1 2 0 0,-1-2 255 15,2 1-255-15,-2 1 0 0,3-1 0 0,1 3 0 0,1 0 0 16,1-1 0-16,1 1 0 0,2 1 0 0,0-1 0 0,2 2 0 0,2 0 0 0,-1-3 0 16,2-1 0-16,0-1 0 0,0 0 0 15,3 0 0-15,2 0 0 0,-1-3 0 0,3-1 0 0,2-2 0 0,-2-1 0 16,2 0 0-1,0-1 0-15,1-4 0 0,2-3 0 0,2-2 0 0,-15-1-3071 16,-8-2 3071-16,-8-2 0 0</inkml:trace>
  <inkml:trace contextRef="#ctx0" brushRef="#br0" timeOffset="115867.134">14907 8027 1280 0,'0'0'0'0,"0"0"256"0,0 0-256 0,0 0 0 0,0 0 256 0,0 0-256 0,0 0 0 0,0 0 256 0,0 0-256 0,0 0 0 0,-3 6 256 16,-2 3-256-16,-2 2 0 0,3-3 256 15,-1 1-256-15,3-1 0 0,-1 2 256 16,-1 1-256-16,-1 3 0 0,0-3 256 0,-1 1-256 0,-3 2 0 0,3 0 256 0,-1 1-256 15,-1 1 0-15,0-2 256 0,1 1-256 0,0 0 0 0,0 0 256 16,-1 0-256-16,1 2 0 0,1-4-256 0,-2 0 256 0,-1-1 0 0,2-2-256 16,1-1 256-16,1 0 0 0,0-2-256 0,1-2 256 15,0-1 0-15,0-1-256 0,2-2 256 16,-1-2 0-16,2 2-1792 0,1-1 1792 16,1-1 0-16</inkml:trace>
  <inkml:trace contextRef="#ctx0" brushRef="#br0" timeOffset="116057.883">14734 8125 1024 0,'0'0'0'0,"0"0"256"0,0 0-256 15,0 0 0-15,0 0 256 0,0 0-256 0,0 0 0 16,0 0 256-16,0 0-256 0,0 0 0 0,3 1 256 0,2 2-256 0,0 0 0 0,-1 0 256 16,-1 2-256-16,-1 2 0 0,3 0 256 0,1 2-256 15,2 0 0-15,-2 0-256 0,-6-9 256 0,7 9 0 0,2 2 0 0,-2-1 256 0,0 1-256 16,0 2 0-16,1-2 256 0,0 1-256 0,1 1 0 0,-2-2 256 15,3-1-256-15,-1 0 0 16,-1 0 256-16,-1 0-256 0,0-1 0 0,-1-2 256 0,-1-1-256 0,-1-1 0 0,-2-3-2560 0,-2-2 2560 16,-2-2 0-16</inkml:trace>
  <inkml:trace contextRef="#ctx0" brushRef="#br0" timeOffset="116364.101">15014 7784 1024 0,'0'0'0'0,"0"0"256"0,0 0-256 0,0 0 0 0,4 1 256 0,2 2-256 0,2-1 0 0,-2 1 256 15,-1 0-256-15,0 1 0 0,2 1 256 16,0 1-256-16,4 2 0 0,-3 1 256 0,-8-9-256 0,9 11 0 15,2 3 0-15,0 0 256 0,-3 2-256 0,1 2 0 0,1 2 256 0,0 2-256 16,2 2 0-16,-1 2 256 0,-2 1-256 0,-1 2 0 0,0 1 256 0,-3 1-256 0,-2 3 0 16,-2 0 231-16,-3 2-231 0,-1 1 0 0,-4 0-248 15,-2-1 248-15,-3 2 0 0,-2-4-54 0,-2 0 54 0,-4-1 0 16,14-22-2233-16,6-11 2233 0,6-11 0 0</inkml:trace>
  <inkml:trace contextRef="#ctx0" brushRef="#br0" timeOffset="133520.575">17078 7771 1280 0,'0'0'0'0,"0"0"256"0,0 0-256 0,0 0 0 0,0 0 256 16,0 0-256-16,0 0 0 0,0 0 256 0,0 0-256 0,0 0 0 0,0 0 256 15,0 0-256-15,0 0 0 0,2 11 256 0,1 6-256 0,1 6 0 16,-1-14 256-16,-2-5-256 0,1-5 0 16,0 6 132-16,1 2-132 0,1 0 0 0,0 0-65 15,-3-1 65-15,1 0 0 0,-1 1 140 0,2 2-140 0,0 0 0 0,-1 1 216 16,1 0-216-16,1 2 0 0,-1 1 256 0,-2 0-256 15,1 2 0-15,0-2 157 0,1 1-157 0,-1 0 0 0,0 0 107 16,-2 0-107-16,1 3 0 0,0-3 3 16,1-1-3-16,1 0 0 0,-2 1-128 0,-1 1 128 0,-1 1 0 15,1-2-218-15,2 0 218 0,-1-1 0 0,-1 0-165 0,-1-1 165 16,-1 1 0-16,1-1-89 0,2 2 89 0,-1 1 0 0,-1-4-45 0,-1-2 45 16,-1-1 0-16,1-1-80 0,2 0 80 15,-1-2 0-15,0-3-2013 0,2-2 2013 16,-1-2 0-16</inkml:trace>
  <inkml:trace contextRef="#ctx0" brushRef="#br0" timeOffset="133902.416">17027 7714 1280 0,'0'0'0'0,"0"0"256"0,0 0-256 0,0 0 0 0,2-2 256 0,1-3-256 0,1 0 0 0,0 2 256 0,2-2-256 16,1 0 0-16,-2 0 256 0,1 1-256 0,1 1 0 0,2-1 256 0,-1 1-256 0,3 0 0 16,-1 1 256-16,0-2-256 0,2 0 0 31,1 3-121-31,0 1 121 0,2 1 0 15,-3 0 10-15,3 2-10 0,-1 0 0 16,-1 1 216-16,0-1-216 0,-2 3 0 0,2-1 256 16,-3 2-256-16,1 3 0 0,-1-3 256 0,-2 2-256 0,-1 0 0 0,-1 0 256 0,0 2-256 15,-2 1 0-15,-1-2 256 0,-2 1-256 0,-2-1 0 0,0 1 150 0,-1 1-150 16,-1 0 0-16,-2-1 0 0,1-1 0 0,-3 0 0 0,-1 1 0 0,-2 1 0 16,-3 0 0-16,1-1 0 0,-1 0 0 0,-2-1 0 0,1 0 0 0,0 0 0 0,-3 1 0 0,2-2-120 15,1 0 120-15,0-2 0 0,0 0-256 0,1-2 256 0,2-1 0 0,5-2-2695 16,8-2 2695-16,2-2 0 0</inkml:trace>
  <inkml:trace contextRef="#ctx0" brushRef="#br0" timeOffset="134468.563">17580 8068 1024 0,'0'0'0'0,"0"0"0"0,0 0 0 0,0 0 0 0,0 0 256 0,0 0-256 0,0 0 0 0,-2-5 256 15,-1-2-256-15,-1-3 0 16,1 5 256-16,-2 2-256 0,-1 1 0 0,1-1 256 0,0 1-256 0,-3-2 0 16,1 1 256-16,0-1-256 0,-2-2 0 15,1 3 256-15,-1 2-256 0,-2-1 0 0,2 1 256 16,-1 1-256-16,1 1 0 0,-1 0 256 0,-2 1-256 15,0 1 0-15,1 0 256 0,1 2-256 0,0 0 0 0,1 1 256 0,-3 1-256 16,1 2 0-16,1-1 39 0,-1 2-39 0,0 1 0 0,2-1-219 16,0-1 219-16,2 3 0 0,1-1-106 0,1 1 106 0,1 0 0 0,-1 0 188 0,2 0-188 0,1 2 0 0,1-3 212 15,1-1-212 1,1 0 0-16,1-1 212 0,1 0-212 16,2-2 0-16,-1 1 185 0,1 0-185 0,1-1 0 0,0-3 0 0,1 0 0 0,2-3 0 15,-3 1 0-15,2-2 0 0,1 1 0 0,-2-2 0 16,1-1 0-16,1-1 0 0,0-1 0 0,-1-2 0 0,0 0 0 0,0 1 0 15,0-1 0-15,-1-2 0 0,1 1 0 0,-2-1 0 0,2-2 0 0,-2 1 0 16,-1 0 0 0,-1-2 0-16,1 2 0 0,-2 0 0 0,1-1 0 0,1 2 0 0,-1 1 0 0,0 0 0 0,-1 0 0 15,-1-1 0-15,-1 1 0 0,1 0 0 0,-2 3 0 0,1-1 0 0,0 0 0 16,0 1 0-16,0 0 0 0,0 1 0 16,-2 0 0-16,1 0 0 0,0 1 0 0,0 1 0 0,0 1 0 0,0 0 0 0,0 1 0 15,0 1 0-15,0 1 0 16,2 1 0-16,-1 2 0 0,0-1 0 0,0 3 0 0,0 1 0 0,2-1 0 0,0 2 0 0,1 0 0 15,-1 0 0-15,1 2 0 16,1 0 0 0,0-1 0-16,2 0 0 0,0-1 0 0,-1 0 0 0,-2-2 0 0,1-1 0 0,-1 1 0 15,3-2 0-15,0 0 0 0,-5-4-3071 0,-2-2 3071 0,-2-2 0 0</inkml:trace>
  <inkml:trace contextRef="#ctx0" brushRef="#br0" timeOffset="134835.068">17705 8043 1024 0,'0'0'0'16,"0"0"256"-16,0 0-256 0,0 0 0 0,0 0 256 0,0 0-256 0,0 0 0 0,4 3 256 16,4 1-256-16,2 2 0 0,-3-3 256 0,-2 0-256 0,1 0 0 0,1 0 256 0,-1 0-256 0,0 0 0 0,0 2 256 15,1 1-256 1,2 2 0-16,-3-1 256 0,0-1-256 0,-2 1 0 0,1 0 256 0,-1 1-256 15,0 1 0-15,-2-1 256 0,-2-1-256 0,-2 0 0 16,2 0 256-16,0-1-256 0,0 0 0 0,0 1 256 0,-2-2-256 0,0 2 0 16,1-3 255-16,-1 1-255 0,-1-1 0 0,1-1 0 0,-1-1 0 0,-1-1 0 0,1 0 0 0,1 2 0 0,0-1 0 0,0 0 0 31,-1-1 0-31,-2-1 0 0,3-1 0 16,1-1 0-16,1 0 0 0,-1-1 0 0,2 0 0 0,-1-1 0 0,0-1 0 15,2-1 0-15,-1-2 0 0,2 1 0 16,0-2 0-16,1-1 0 0,0 2 0 0,2-2 0 0,3 0 0 0,-1 0 0 15,-1 0 0-15,3-1 0 0,-3 0 0 0,3-1 0 16,-1 0 0-16,0 1 0 0,-1 0 0 0,0 1 0 0,-5 7-3071 16,-3 3 3071-16,-3 3 0 0</inkml:trace>
  <inkml:trace contextRef="#ctx0" brushRef="#br0" timeOffset="135546.79">18106 8113 1024 0,'0'0'0'0,"0"0"256"16,0 0-256-16,0 0 0 0,0 0 256 0,0 0-256 0,0 0 0 0,4-2 256 0,4 0-256 0,2-1 0 15,-5-1 256-15,-2 1-256 0,-2-3 0 0,1 1 256 16,2-1-256-16,0-2 0 0,1 2 256 16,-3 0-256-16,1 0 0 0,0 0 256 0,0-1-256 15,0 0 0-15,0 2 256 0,-2-1-256 0,1 1 0 0,-1 0 256 0,-1 1-256 0,-1 1 0 16,0-1 256-16,-1 1-256 0,-1 1 0 0,1-1 256 0,-1 0-256 15,-1 2 0-15,0-1 255 0,-2 1-255 0,0 1 0 16,2 0 0-16,-2 1 0 0,0 1 0 0,-1 1 0 16,3 2 0-16,-1 0 0 0,0 0 0 0,0 2 0 0,0 0 0 0,1 0 0 0,0 0 0 15,2 1 0-15,-1 1 0 0,2 1 0 0,-1 2 0 0,1-1 0 16,1 1 0-16,1 1 0 0,1-2 0 0,1 1 0 0,1-1 0 16,1-1 0-16,0 0 0 0,1-2 0 15,0-1 0-15,1-1 0 0,2-3 0 0,-1 0 0 0,1-1 0 0,2-1 0 0,-2-3 0 16,1-3 0-16,3 0 0 0,-3-1 0 15,-1-1 0-15,-1-2 0 0,2-2 0 0,-1-1 0 0,0-3 0 0,0 2 0 16,1 0 0-16,0-2 0 0,-1 1 0 16,-2 0 0-16,0-3 0 0,-1 4-175 0,-1 0 175 0,0 1 0 0,0 4-42 15,-2 0 42-15,1 2 0 0,-1 1 217 0,-1 1-217 0,-1 1 0 0,1 0 0 16,-2 1 0 0,1 0 0-16,0 1 0 0,0 1 0 0,0 1 0 15,0 0 0-15,0 2 0 0,0 0 0 0,1 1 0 0,-1 1 0 0,0 1 0 16,0 1 0-16,1 0 0 0,1 2 0 0,-1-1 0 0,-2 1 0 0,1 2 0 0,0-2 0 15,0-1 0-15,0 0 0 0,0 0 0 0,1-1 0 0,1 0 0 0,-1 0 0 16,-2 1 0-16,1 0 0 0,0-3 0 16,-2 0 0-16,1-3 0 0,0 3 0 15,2-1 0-15,-1 0 0 0,0-3 0 0,-2-1 0 0,1-1 0 0,0-1 0 0,2 1 0 0,-1-2 0 0,1-2 0 16,0-1 0 0,1-2 0-16,-1 0 0 0,1-2 0 0,1-1 0 15,-1 1 0-15,1 0 0 0,1-1 0 0,0 1 0 16,-1-1 0-16,0 0 0 0,0 1 0 15,1 2 0-15,1 1 0 0,-1-1 0 0,0 0 0 0,-1 1 0 0,0 2 0 16,1 1 0-16,1 1 0 0,-1 0 0 0,1 1 0 0,-1 1 0 0,0 3 0 16,1 1 0-16,2 1 0 0,-1 1 0 15,-2 1 0-15,-1 2 0 0,1 1 0 0,-2 1 0 0,1 3 0 0,0-2 0 0,1 2 0 0,-1 1 0 0,-1-1 0 0,-1-1 0 0,-1 0 0 16,0 1 0-16,-1 2 0 16,-1 2 0-16,1-3 0 0,-2 0 0 0,1-2 0 0,0 1 0 0,-1-1 0 0,-1-2 0 0,1 0 0 15,-1-2 0 1,1-1 0-16,0-2 0 0,2-2 0 0,-1-1 0 0,1-2 0 15,1-2 0-15,1-2 0 0,-1 3-3071 0,-2 1 3071 0,1 1 0 0</inkml:trace>
  <inkml:trace contextRef="#ctx0" brushRef="#br0" timeOffset="135834.293">18803 7683 1024 0,'0'0'0'0,"0"0"0"0,0 0 0 0,0 0 0 0,0 0 256 16,0 0-256-16,0 0 0 0,0 3 256 15,2 3-256-15,-1 0 0 0,0 0 256 0,-2 2-256 0,1 1 0 0,1 0 256 16,1 3-256-16,1 1 0 0,-1 1 256 0,0 2-256 0,0 2 0 16,0-1 256-16,1 2-256 0,1 2 0 0,0-2 256 15,-1 1-256-15,0 1 0 0,0-1 256 0,0 0-256 0,0 2 0 0,0-1 256 16,0 0-256-16,0 1 0 0,0-3 256 0,-1 0-256 15,0 0 0-15,0-2 256 0,0-2-256 0,0 0 0 0,0-3 255 16,-2-2-255-16,1 0 0 0,-1-3 0 0,-1-3 0 0,-1 0 0 16,1-2-3071-16,2-2 3071 0,-1-2 0 0</inkml:trace>
  <inkml:trace contextRef="#ctx0" brushRef="#br0" timeOffset="136001.543">18658 8033 1024 0,'0'0'0'0,"0"0"256"0,0 0-256 0,0 0 0 0,3-1 256 0,2-1-256 0,2-2 0 0,0 2 256 16,0 0-256-16,2 0 0 0,2-1 256 15,1-1-256-15,3-1 0 0,-15 5 0 0,17-4 256 0,1 0-256 0,3-1 0 0,0 0 256 16,0 1-256-16,2-3 0 0,-1 2 256 0,1-3-256 0,3-1 0 16,-5 1 256-16,0-2-256 0,-1 0 0 0,-13 6-2048 15,-7 5 2048-15,-7 2 0 0</inkml:trace>
  <inkml:trace contextRef="#ctx0" brushRef="#br0" timeOffset="136434.465">19390 7475 1024 0,'0'0'0'0,"0"0"0"0,0 0 0 0,0 0 0 0,0 0 256 0,0 0-256 16,0 0 0-16,0 0 256 0,0 0-256 0,0 0 0 0,-6 3 256 0,-4 2-256 16,-3 2 0-16,6-4 256 0,2 0-256 0,1-2 0 15,-1 1 256-15,-1 1-256 16,-1 1 0-16,-1 1 256 0,0 3-256 0,-1 1 0 15,0-1 256-15,-2 2-256 0,-1 1 0 0,1 0 256 0,0 3-256 0,-1 1 0 0,0 1 256 0,0 0-256 0,-1 3 0 0,1 0 256 16,2 0-256-16,1 3 0 0,-1-3 256 16,1 1-256-16,1 1 0 0,0 1 255 0,4 1-255 15,0 2 0-15,0-2 0 0,1 1 0 0,1 1 0 0,1-2 0 16,2 1 0-16,2 1 0 0,1-1 0 0,2 1 0 0,3-1 0 0,-1 0 0 16,3-1 0-16,2 0 0 0,1 0 0 0,3 0 0 0,2 0 0 0,0-1 0 15,1-2 0-15,3 1 0 0,-2-5 0 16,1-3 0-16,0-1 0 0,0-3 0 0,-1-1 0 0,0-3 0 0,-13-2-3071 15,-8-3 3071-15,-8-3 0 0</inkml:trace>
  <inkml:trace contextRef="#ctx0" brushRef="#br0" timeOffset="142707.998">19607 7752 1024 0,'0'0'0'0,"0"0"256"0,0 0-256 0,0 0 0 0,0 0 256 16,0 0-256-16,0 0 0 0,0 0 256 0,0 0-256 0,0 0 0 0,0 0 256 16,0 0-256-16,0 0 0 0,0 0 256 0,0 0-256 0,0 0 0 0,-2 5 256 15,-2 2-256-15,-2 3 0 0,3-3 256 0,1 1-256 0,1-1 0 0,-1 1 256 16,-1 2-256-16,-1 0 0 0,1 1 256 0,0 1-256 16,0 1 0-16,-1-2 256 0,1 2-256 0,0 0 0 0,0 0 256 15,0 1-256-15,0 0 0 0,0 0 255 0,-1-2-255 0,-1 0 0 16,0 0 0-16,1 0 0 0,0-1 0 0,0 0 0 15,-1-1 0-15,-1 1 0 0,1-3 0 0,-1-1 0 0,1 0 0 0,1-2 0 16,-2-3 0-16,0 0 0 0,0-1 0 16,2-2 0-16,1-2 0 0,-1-1 0 0,0 0 0 0,0-1 0 0,2 3-3071 15,2 2 3071-15,2 2 0 0</inkml:trace>
  <inkml:trace contextRef="#ctx0" brushRef="#br0" timeOffset="142900.463">19461 7850 1024 0,'0'0'0'0,"0"0"256"0,0 0-256 0,0 0 0 0,0 0 256 0,0 0-256 15,0 0 0-15,0 0 256 0,0 0-256 0,0 0 0 0,0 0 256 16,0 0-256-16,0 0 0 0,0 0 256 16,0 0-256-16,0 0 0 0,6-4 256 0,4-1-256 0,3-2 0 0,-5 6 256 0,-2 4-256 15,-1 1 0-15,1-1 256 0,1 1-256 0,1 2 0 0,0-1 256 16,0 1-256-16,1 2 0 0,-1-2 256 0,-1 1-256 16,0 2 0-16,-1 0 256 0,2 2-256 0,1 1 0 0,-3-2 255 0,-1-1-255 0,-1 0 0 15,0 0 0-15,-1-1 0 0,-1 0 0 0,1 0 0 16,1-1 0-16,-1 0 0 0,-2-4-3071 0,-1-4 3071 0,-1-1 0 15</inkml:trace>
  <inkml:trace contextRef="#ctx0" brushRef="#br0" timeOffset="143170.493">19848 7951 1024 0,'0'0'0'0,"0"0"256"0,0 0-256 0,0 0 0 0,0 0 256 16,0 0-256-16,0 0 0 0,5 4 256 0,3 2-256 0,3 3 0 0,-4-4 256 0,-2-1-256 0,-1-1 0 16,1 3 256-16,1 2-256 0,1 0 0 0,-1 0 256 15,-2 0-256-15,-1 1 0 0,-1 2 256 16,-1 0-256-16,-1 2 0 0,-1-1 256 0,-1 1-256 0,-1 1 0 0,-1-2 256 16,-3 1-256-16,-1-1 0 0,2 0 256 15,0-2-256-15,0 0 0 0,-1-2 256 0,0 0-256 0,-1-2 0 0,5-3-2816 16,4-3 2816-16,1-3 0 0</inkml:trace>
  <inkml:trace contextRef="#ctx0" brushRef="#br0" timeOffset="143864.487">20204 7743 1024 0,'0'0'0'0,"0"0"0"0,0 0 0 16,0 0 0-16,0 0 256 0,0 0-256 0,0 0 0 0,0 3 256 0,2 3-256 0,-1 0 0 0,0 0 256 0,1-1-256 0,2 0 0 0,-1 1 256 16,0 1-256-16,1 2 0 15,-1-2 256-15,1 1-256 0,1 2 0 0,-1-1 256 0,0 0-256 0,1 2 0 0,-1-3 256 0,1-1-256 0,1 0 0 16,0 0 256-16,2-1-256 0,1 0 0 0,-1-1 256 31,-2-1-256-31,2-1 0 0,-1 0 256 0,1-2-256 0,1-1 0 0,0-1 146 0,0-1-146 0,1-2 0 0,0 0 251 31,0-3-251-31,2-1 0 0,-1 2-86 0,-2-1 86 0,-1-2 0 0,0 0 200 0,0-2-200 0,-2 0 0 0,0 0 0 16,-1-1 0-16,-1 0 0 0,2 0 0 16,-3 1 0-16,1-1 0 0,-1 1 0 0,-1 1 0 0,-1 0 0 0,1 0 0 15,0 2 0-15,0 1 0 0,-1-1 0 16,-1 0 0-16,-1 1 0 0,1 1 0 15,0 1 0-15,0 1 0 0,0-1 0 0,0 0 0 0,0 2 0 0,0 0 0 16,-2 1 0-16,1 1 0 0,0 1 0 16,-1 1 0-16,-1 0 0 0,1 2 0 0,2 0 0 0,-1 1 0 0,0 1 0 15,0 1 0-15,0 2 0 0,0 0 0 0,0 1 0 0,0 2 0 16,0 1 0-16,2 0 0 0,-1 3 0 0,0-1 0 16,0 1 0-16,0 3 0 0,1-1 0 0,1 2 0 0,1 2 0 15,-1-2 0-15,-2 1 0 0,1 1 0 0,0-1 0 0,0 0 0 16,0 3 0-16,0-3 0 0,-2 0 0 0,1-1 0 0,-1 2 0 15,-1 0 0-15,-1 1 0 0,1-2 0 0,0-2 0 0,0 0 0 16,-1 0 0-16,-2-1 0 0,0-1 0 0,1-1 0 16,-1-2 0-16,-1 0 0 0,2-1 0 0,-3-2 0 0,1-1 0 0,1 0 0 15,-1-2 0-15,-1 0 0 0,0-3 0 0,1-1 0 16,0-1 0-16,-1 0 0 0,-2-1 0 0,0 0 0 0,1-2 0 16,2-2 0-16,-2 0 0 0,1-1 0 0,0-1 0 15,0-2 0-15,0 1 0 0,1 0 0 0,0-1 0 0,1-2 0 16,1-1 0-16,1-2 0 0,0 1 0 0,1 1 0 0,1-1 0 0,1 0 0 15,2-2 0-15,2-1 0 0,0 2 0 16,2-2 0-16,2-1 0 0,0 2 0 0,0 1 0 0,1-1 0 0,0 2 0 16,2-1 0-16,0 1 0 0,1 0 0 0,0-1 0 15,2 0 0-15,-1 1 0 0,-2 1 0 0,0 0 0 0,0-1 0 0,-2-1 0 0,2 0 0 16,-1 0 0-16,0 1 0 0,1-1 0 0,-7 8-3071 16,-4 4 3071-16,-4 4 0 0</inkml:trace>
  <inkml:trace contextRef="#ctx0" brushRef="#br0" timeOffset="144184.135">20581 7291 1024 0,'0'0'0'15,"0"0"0"-15,0 0 0 0,0 0 0 0,0 0 256 0,0 0-256 0,0 0 0 0,7 1 256 16,3-1-256-16,4 2 0 0,-4 0 256 0,-1-1-256 0,-2 3 0 0,4-1 256 16,0 3-256-1,1 0 0-15,2 2 256 0,1 3-256 0,3 2 0 0,-2 2 256 16,2 1-256-16,2 4 0 0,-3 2 256 0,3 3-256 0,-1 3 0 0,-1 3 256 16,-2 3-256-16,-3 2 0 0,-2 0 256 15,-1 2-256-15,-3 2 0 0,-3 0 256 16,-3 2-256-16,-3 2 0 0,-1-2 256 15,-4 0-256-15,-2 0 0 0,-4 3 255 0,-5 2-255 16,-4 3 0-16,-3-1 0 0,-4 0 0 0,-4 2 0 0,-1-2 0 0,-6 1 0 0,-3-1 0 0,30-32-3071 16,13-18 3071-16,13-15 0 0</inkml:trace>
  <inkml:trace contextRef="#ctx0" brushRef="#br0" timeOffset="167669.963">4857 9301 1024 0,'0'0'0'0,"0"0"0"0,0 0 0 0,0 0 0 0,0 0 152 0,0 0-152 0,0 0 0 0,0 0 141 15,0 0-141-15,0 0 0 0,0 0 84 0,0 0-84 0,0 0 0 16,0 0-11-16,0 0 11 0,0 0 0 0,0 0 256 15,0 0-256-15,0 0 0 0,0 0-248 16,0 0 248-16,0 0 0 0,0 0 89 0,0 0-89 0,0 0 0 0,0 0 46 16,0 0-46-16,0 0 0 0,0 0-7 0,0 0 7 15,0 0 0-15,3 8 3 0,2 5-3 0,2 4 0 0,-4-9 12 16,0-3-12-16,-2-3 0 0,1 3 25 16,1 0-25-16,1 2 0 0,-1-2 67 0,-2 3-67 0,1 1 0 0,0-2 92 15,0 0-92-15,0 0 0 0,0 1 88 0,1 2-88 0,2 1 0 0,-3-1 14 16,2 0-14-16,0 1 0 0,-1 2 29 15,1 1-29-15,1 1 0 0,-1-2 70 0,1-1-70 0,-1 0 0 0,0 2 53 16,1 0-53-16,1 0 0 0,-1 1 10 0,-2 0-10 0,2 2 0 0,-1-2 11 16,-2 0-11-16,1 2 0 0,0 0 24 15,1-1-24-15,1 2 0 0,-1-1 46 0,-2 0-46 0,2 2 0 0,-1-1-13 16,0 0 13-16,0 0 0 0,0 0-28 0,0 1 28 16,0 1 0-16,0-2-4 0,0 0 4 0,1 0 0 0,-1 0 15 15,0-1-15-15,0 1 0 0,0-2 23 16,-2-1-23-16,1-1 0 0,0 0 36 0,0 1-36 0,0 0 0 0,0-2 47 0,0-1-47 0,0 0 0 15,0 0 34 1,1-2-34-16,-1 0 0 0,0 0-26 0,0 1 26 0,0-1 0 0,0 0-50 16,0 0 50-16,0-1 0 0,0-2-45 0,-2 0 45 15,1-2 0-15,0 1-30 0,0 0 30 0,0-2 0 0,0 1 20 0,0-1-20 0,0-1 0 0,0 0 43 16,0 0-43-16,0-2 0 0,0 0 256 16,0-2-256-1,1 1 0-15,-1-1-181 0,0 0 181 0,0-1 0 0,0-1 49 0,0-1-49 16,0-1 0-16,0 0 31 0,1-1-31 0,1-2 0 0,-2 1 29 0,2-1-29 0,0-2 0 15,0 1-31-15,-2-2 31 0,1-1 0 0,0 2-45 16,2-2 45-16,0 0 0 16,-1-1-20-16,1 0 20 0,2-3 0 0,-2 2 37 0,-1 1-37 0,-1 0 0 0,1-1 59 15,1-1-59-15,-1 0 0 0,0-1 65 16,1 1-65-16,1-2 0 0,-1 1 62 0,-2 0-62 0,1 0 0 0,-1 0 99 16,3 0-99-16,-1-2 0 0,-1 1 48 0,-1 0-48 0,-1 1 0 0,1-1 8 15,1 0-8-15,1 0 0 16,0 0 69-16,2 0-69 0,0 0 0 0,-1 1 256 0,0-1-256 15,0 0 0-15,0 1 112 0,-1 0-112 0,0 1 0 0,-1 0 53 0,2 0-53 16,0 0 0-16,-1 1 112 16,1 0-112-16,2 1 0 0,-2 0 123 0,0 1-123 0,0-1 0 0,0 1 82 15,-2 1-82-15,1 0 0 0,1 0 4 0,-1 0-4 0,0 1 0 0,0 2-21 16,-2 1 21-16,1 0 0 0,0 0-58 0,-2 1 58 0,1 0 0 0,0 1-50 0,1 1 50 16,-1 0 0-16,0 1-33 0,-2 0 33 0,1 0 0 15,0 1 40-15,-1-1-40 0,0 1 0 16,1 0 15-16,-2 0-15 0,1 1 0 0,0-1-2238 0,0 2 2238 0,0 2 0 0</inkml:trace>
  <inkml:trace contextRef="#ctx0" brushRef="#br0" timeOffset="168204.212">4815 9917 1024 0,'0'0'0'0,"0"0"0"0,0 0 0 0,0 0 0 0,0 0 256 0,0 0-256 0,0 0 0 15,0 0 256-15,0 0-256 0,0 0 0 0,0 0 174 16,0 0-174-16,0 0 0 0,0 0-226 0,0 0 226 0,0 0 0 0,0 0 39 16,0 0-39-16,0 0 0 0,0 0 129 0,0 0-129 0,0 0 0 15,0 0 256-15,0 0-256 0,0 0 0 0,0 0 101 16,0 0-101-16,0 0 0 0,0 0 124 15,0 0-124-15,0 0 0 0,2 2 24 0,0 3-24 0,1 0 0 0,2-3-44 16,2-4 44-16,2-1 0 0,0 2-51 16,0 0 51-16,1 0 0 0,1 0 29 0,0 0-29 0,1 0 0 15,1 0 37-15,1-1-37 0,2-1 0 0,-2 1 75 16,0 0-75-16,-2-1 0 0,2 0 68 0,0 2-68 16,2-1 0-16,-3 0 145 0,2-1-145 0,1-1 0 0,-3 1 67 0,0 0-67 15,-2 2 0-15,2-2 0 0,-2 2 0 0,0-1 0 0,0 1-30 16,-2-2 30-16,0 0 0 0,1 2-15 0,-2-2 15 0,-1 1 0 0,1 1 18 15,-1 0-18-15,0 0 0 0,0 0-15 0,-2 0 15 0,1 0 0 16,1 1-82-16,-3-2 82 0,1 0 0 0,-1 1 89 16,-1 0-89-16,-1 0 0 0,-1 1-1424 0,-1 0 1424 0,-1 0 0 0</inkml:trace>
  <inkml:trace contextRef="#ctx0" brushRef="#br0" timeOffset="170499.025">5719 9894 1024 0,'0'0'0'0,"0"0"0"0,0 0 0 0,0 0 0 0,0 0 256 0,0 0-256 0,0 0 0 0,0 0 256 15,0 0-256-15,0 0 0 0,0 0 98 0,0 0-98 0,0 0 0 16,0 0 25-16,0 0-25 0,0 0 0 0,0 0-16 16,0 0 16-16,0 0 0 0,0 0 74 0,0 0-74 0,0 0 0 15,0 0 130-15,0 0-130 0,0 0 0 0,-2 10 86 16,-2 5-86-16,-3 5 0 0,4-13 16 0,1-3-16 0,1-3 0 0,-2 4-18 16,-1 0 18-1,-1 1 0-15,1 0 27 0,0 2-27 0,-1 0 0 0,1 0 78 16,-1 0-78-16,-1 1 0 0,1-1 58 0,-1 1-58 0,-2 0 0 0,2 0 77 0,2 0-77 0,-1 1 0 15,0 0 11 1,-2 0-11-16,-1 2 0 0,2-2-37 0,-2-1 37 0,-1 0 0 0,2 1-61 16,1 0 61-16,1 2 0 0,-1-3 18 0,-2 0-18 0,0-2 0 15,1 1 112-15,2-1-112 0,-1 0 0 0,-1 0 92 16,2-3-92-16,0 1 0 0,0-2-4 0,1-1 4 0,1-1 0 16,-1-1-59-16,2-1 59 0,1-1 0 0,0 1-1219 15,1 1 1219-15,1 1 0 0</inkml:trace>
  <inkml:trace contextRef="#ctx0" brushRef="#br0" timeOffset="170739.909">5543 9961 1024 0,'0'0'0'0,"0"0"0"0,0 0 0 0,0 0 0 0,0 0 256 16,0 0-256-16,0 0 0 0,0 0 256 0,0 0-256 0,0 0 0 0,0 0 256 15,0 0-256-15,0 0 0 0,0 0 256 0,0 0-256 0,0 0 0 16,0 0 127-16,0 0-127 0,0 0 0 0,5 6 192 15,4 2-192-15,2 3 0 0,-5-5 80 0,-2-1-80 16,-2-1 0-16,1 2-53 0,-3-6 53 0,6 6 0 0,-1 2 0 0,0-2-103 0,-2 1 103 16,1 2 0-16,0-1-48 0,-2 2 48 0,1 0 0 0,1 0 46 0,-1 0-46 15,0 2 0-15,0-1 30 0,0 0-30 0,0 1 0 0,0 0 42 16,-2-2-42-16,1 0 0 0,0 0-78 0,1 0 78 0,3-2 0 16,-4-4-1259-16,-2-5 1259 0,-2-2 0 0</inkml:trace>
  <inkml:trace contextRef="#ctx0" brushRef="#br0" timeOffset="171439.748">6326 9676 1024 0,'0'0'0'16,"0"0"0"-16,0 0 0 0,0 0 0 0,0 0 256 0,0 0-256 0,0 0 0 0,4 5 256 0,4 3-256 16,1 2 0-16,-4-4 256 0,0 0-256 0,-2 0 0 15,1 2 256-15,0 2-256 0,0 1 0 0,0 0 180 16,1 1-180-16,3 3 0 0,-3-1-130 0,-1 0 130 0,-1 2 0 0,1 0-171 0,0 2 171 16,0 2 0-16,1-2-58 15,-3-1 58-15,1 1 0 0,0 0 40 0,0 1-40 0,0 1 0 0,0-2 108 0,0-2-108 0,0 1 0 16,0 0 111-1,0-1-111-15,1 1 0 0,-1-2 156 0,0-1-156 0,0-1 0 16,0-1 85-16,-2-1-85 0,1 0 0 0,0-2 76 0,0 0-76 0,0-2 0 0,0-1 106 16,-2 0-106-16,1-2 0 15,0 0 193-15,0 0-193 0,0 1 0 0,1-2 82 0,-1-1-82 0,0-1 0 0,0-2-54 16,1-1 54-16,1-1 0 0,-1-1-70 0,1-1 70 0,2-2 0 16,-2-1 71-16,1-2-71 0,2-1 0 0,-2 0 69 0,0-2-69 15,0-1 0-15,0 1-23 0,1-2 23 0,1-1 0 0,0-1 39 0,-3 0-39 16,1-3 0-16,0 2 205 15,1-2-205-15,2-2 0 0,-1 2 256 0,-2 0-256 0,-1-3 0 0,1 3 256 0,-2-1-256 0,1-1 0 16,1 1 228-16,1 0-228 0,2 0 0 0,-2 1 85 0,-2-2-85 16,1 1 0-16,0 1-18 0,1 0 18 0,1 0 0 0,-1 1-144 15,1 2 144-15,0 0 0 0,0 1-90 0,-2 3 90 16,2 0 0-16,-2 0-1 16,-1 1 1-16,-1-1 0 0,1 2 3 0,0 1-3 15,0 0 0-15,0 1-139 0,-2 2 139 0,1 0 0 0,0 2-237 16,0 1 237-16,1 1 0 0,-3 0-182 0,-2-1 182 0,0 1 0 15,1 2-183-15,2-1 183 0,-1 2 0 0,-1 0-156 0,-1 0 156 16,-1 0 0-16,1 1-105 0,0 0 105 0,0 0 0 0,1 0-1612 16,1-1 1612-16,1-1 0 0</inkml:trace>
  <inkml:trace contextRef="#ctx0" brushRef="#br0" timeOffset="171766.622">6269 9922 1024 0,'0'0'0'0,"0"0"0"0,0 0 0 0,0 0 0 0,0 0 256 0,0 0-256 0,0 0 0 16,5 4 256-16,2 3-256 0,3 2 0 0,-2-7 114 15,-2 0-114-15,-1-4 0 0,3 3 106 16,3-1-106-16,1-1 0 0,-1 1 144 0,2-1-144 0,0 0 0 0,1 0 35 0,0 0-35 0,3 0 0 0,-3 0-141 16,2 0 141-16,0-1 0 0,0 1-256 0,-2 0 256 15,1 0 0-15,-1 0-161 0,3-1 161 0,-1-2 0 0,-1 2 33 16,-2 0-33-16,-1 0 0 0,2 0 44 16,-3-3-44-16,2 0 0 0,-1 1 12 0,0 0-12 0,1-1 0 0,-9 3-442 15,-4 2 442-15,-4 2 0 0</inkml:trace>
  <inkml:trace contextRef="#ctx0" brushRef="#br0" timeOffset="172497.091">6893 9891 1024 0,'0'0'0'16,"0"0"0"-16,0 0 0 0,0 0 0 0,0 0 256 0,0 0-256 0,0 0 0 0,0 0 256 0,0 0-256 0,0 0 0 15,0 4 256-15,0 2-256 0,0 3 0 0,0-4 256 0,0 1-256 0,0-2 0 16,0 2-256-16,2 0 256 0,-1 1 0 16,0 0-256-16,0 2 256 0,0 1 0 0,0-1-147 0,1-1 147 0,1 0 0 15,-1 0 87-15,0 0-87 0,1 2 0 0,-1-3 131 16,0 1-131-16,0-2 0 0,1 1 123 0,1 0-123 16,1-2 0-16,-1 1 107 0,1 0-107 0,3-1 0 0,-3-1 2 0,1-1-2 0,1-1 0 0,-1 0-127 15,2 0 127-15,0 0 0 0,-1-1-80 0,1-1 80 16,3-1 0-16,-2 0 25 0,-2-1-25 0,2-1 0 0,-1 0 170 15,0-1-170-15,0-2 0 0,1 1 150 0,-1-1-150 0,0-1 0 0,1 1 50 16,-3-1-50-16,1 0 0 0,0 0 60 16,-1-1-60-16,1-2 0 0,-1 2 46 0,-1 1-46 0,-1 0 0 0,0-1 21 15,-1 1-21-15,-1 0 0 0,1 0-4 16,-1 0 4-16,0-2 0 0,0 3 130 0,-2 1-130 0,1 1 0 0,0-1 205 16,0-1-205-16,0 1 0 0,0 1 82 0,-2 1-82 0,1 1 0 0,0-1-132 15,0 1 132-15,0 0 0 0,0 1-110 16,-2-1 110-16,1 2 0 0,0-1 18 0,2 1-18 0,-1 1 0 15,0-1-26-15,-2 1 26 0,1 1 0 0,0 0-107 16,2-1 107-16,-1 3 0 0,0-1-7 0,-2 1 7 16,0 1 0-16,1 0 211 0,0 2-211 0,0 0 0 0,0 2 244 0,0 1-244 0,0 3 0 15,0-1 161-15,0 0-161 0,0 1 0 0,0 1 65 0,0 1-65 0,0 1 0 16,0-1-20-16,2 1 20 0,-1 0 0 0,0 2-173 16,-1 0 173-16,1 3 0 0,-1-2-225 0,2 1 225 0,-1 1 0 15,0-1-127-15,0 1 127 16,0 1 0-16,0-2-19 0,0 1 19 0,0-2 0 0,0 0 30 0,-2 1-30 0,1 1 0 0,0-2-8 15,0 1 8-15,0-2 0 0,0 0-19 0,-1 0 19 16,-1 0 0-16,1-1 9 0,-2-2-9 0,0 0 0 0,1-1 25 16,0 0-25-16,0-1 0 0,0 0 48 0,-1-2-48 0,-2 0 0 0,1-2 94 15,0 0-94-15,-1-2 0 0,1 0 81 16,0 0-81-16,0-2 0 0,-1 0 26 16,1-1-26-16,0 0 0 0,0-2-90 0,0-1 90 0,0-1 0 0,-1 0-66 15,3-1 66-15,-1-1 0 0,0 0 25 16,0-2-25-16,0 0 0 0,0 0 120 0,0-1-120 0,-1-2 0 0,1 1 107 0,2-1-107 0,-1-2 0 0,1 2 122 15,1 0-122-15,1-1 0 0,0-1 72 16,1-2-72-16,1 0 0 0,1 1-36 16,1-1 36-16,1 0 0 0,2-1-213 0,-1 0 213 0,3-1 0 0,-1 0-238 15,2 2 238-15,0-1 0 0,0 0-111 0,2 1 111 16,1 0 0-16,-1 0-69 0,-2-1 69 0,-1 0 0 0,2 1-73 0,-3 0 73 0,1 1 0 0,-6 7-1132 31,-3 3 1132-31,-3 3 0 0</inkml:trace>
  <inkml:trace contextRef="#ctx0" brushRef="#br0" timeOffset="182967.227">8253 9329 1024 0,'0'0'0'0,"0"0"0"0,0 0 0 0,0 0 0 0,0 0 256 0,0 0-256 0,0 0 0 0,0 0 246 16,0 0-246-16,0 0 0 0,0 0 159 16,0 0-159-16,0 0 0 0,-4 10 169 0,-3 4-169 0,-2 6 0 15,5-13 84-15,3-4-84 0,0-4 0 0,-2 4 96 0,-1 0-96 0,-1 1 0 16,0 0 14-16,-2 0-14 0,0 0 0 0,0 1-34 15,-1 0 34-15,-2 2 0 0,2-2-52 0,-1 1 52 0,-1 1 0 0,0 0-2 16,0 2 2-16,-2 0 0 0,-1 1 100 16,0 0-100-16,-3 2 0 0,3-1 97 15,-2 2-97-15,0 1 0 0,1-1 86 0,-1 2-86 0,-1 1 0 0,2-1 55 0,0 1-55 16,2 1 0-16,-1 0 61 0,1 2-61 0,0 2 0 0,-1-1 88 16,2 2-88-1,0 2 0-15,-1-2 105 0,2 1-105 0,0 1 0 0,0 0 136 0,2-1-136 16,1 3 0-16,-1-2 105 0,0 1-105 0,1 2 0 0,0-1 68 0,1-1-68 0,0-1 0 0,2 2 7 15,1 0-7-15,1 1 0 0,0-1 40 0,1 1-40 0,1-1 0 0,-1 0 39 16,2-1-39-16,-1 0 0 0,2 0 100 16,1 2-100-16,1 0 0 0,2-2 163 15,-1-1-163-15,3 0 0 0,-2-1 221 0,1 1-221 0,2-2 0 0,-2 0 239 0,1-1-239 0,1-1 0 16,0-1 163 0,0-3-163-16,2 0 0 0,-1 0 177 0,0 0-177 0,1-1 0 0,0 0 85 0,0 0-85 0,2 0 0 15,-2-3 0-15,-1-1 0 0,1 0 0 0,-1 0 0 16,1-1 0-16,2 0 0 0,-2 0-239 15,-2-2 239-15,2 0 0 0,-1-1-256 0,-2 1 256 0,2-1 0 0,-2-1-256 16,0-1 256-16,-2 0 0 0,2-1-256 0,-2-1 256 16,-1 0 0-16,1-2-256 0,-1-1 256 0,0-1 0 15,-2 1-1808-15,-3 0 1808 0,-3 0 0 0</inkml:trace>
  <inkml:trace contextRef="#ctx0" brushRef="#br0" timeOffset="183730.072">8603 9824 1024 0,'0'0'0'0,"0"0"256"0,0 0-256 0,0 0 0 0,0 0 256 0,0 0-256 0,0 0 0 0,0 0 256 0,0 0-256 15,0 0 0-15,-2 10 256 0,-1 5-256 0,-1 5 0 0,3-11 256 16,2-2-256-16,2-4 0 16,-3-3 0-16,1 8 256 0,-2-1-256 0,1 2 0 0,0 0-57 0,0 1 57 0,0 0 0 0,0 2-178 0,2 0 178 15,-1 2 0-15,0-1-80 0,0 1 80 16,0 0 0-16,1 1 170 0,-4 0-170 0,2 3 0 0,0-2 256 16,0-1-256-16,0 1 0 0,0-1 256 0,0 1-256 0,0 0 0 0,0 1 136 15,3-1-136-15,-2 2 0 16,0-1-152-16,-2-1 152 0,1 1 0 0,0-1-256 0,2 0 256 0,-1 0 0 0,0-2-256 15,-2 0 256-15,1-1 0 0,0-1-256 0,-2 0 256 0,1-2 0 0,0-1-116 32,0-2 116-32,-1-1 0 0,1-1 61 0,0-2-61 0,0-1 0 0,0-1 48 15,0-2-48-15,0-2 0 0,0 2-1112 16,2 1 1112-16,-1 1 0 0</inkml:trace>
  <inkml:trace contextRef="#ctx0" brushRef="#br0" timeOffset="184332.243">8613 9912 1024 0,'0'0'0'0,"0"0"0"0,0 0 0 0,0 0 0 0,0 0 256 0,0 0-256 0,0 0 0 0,0 0 256 0,0 0-256 0,0 0 0 16,0 0 256-16,0 0-256 0,0 0 0 0,0 0 256 15,0 0-256-15,0 0 0 0,0 0 256 0,0 0-256 0,0 0 0 16,0 0-55-16,0 0 55 0,0 0 0 0,0 0-255 15,0 0 255-15,0 0 0 0,10-2-185 16,6-2 185-16,5-2 0 0,-11 8-63 16,-6 3 63-16,-2 3 0 0,3-2 229 0,0 0-229 0,0 2 0 0,1-2 256 15,0 0-256-15,1 1 0 0,-1 0 256 0,-2 0-256 16,1 1 0-16,1 0 256 0,0 0-256 0,1 1 0 0,-1-2 147 16,-1 1-147-16,1-1 0 0,0 0-256 0,-2-1 256 0,1 0 0 0,0-1-195 15,-2-1 195-15,1 0 0 0,0 0-10 16,1 0 10-16,0 1 0 0,0-4 207 0,-2 1-207 0,1-2 0 0,0 0 190 15,1 0-190-15,-1 0 0 0,0-3 57 0,1 0-57 16,1-1 0-16,-1 0-67 0,1 0 67 0,-1 0 0 0,0-2-121 16,1-1 121-16,1-3 0 0,0 2-103 0,-1-2 103 0,0 0 0 0,-1 0-45 15,2 0 45-15,1-1 0 0,-1 0 156 16,-2-1-156-16,1 0 0 0,0 0 256 0,1 0-256 0,-1 1 0 0,0 0 256 16,0 0-256-16,0 1 0 0,0 0 239 0,-1-1-239 0,-2 1 0 0,2 2 31 15,-2 0-31-15,1 2 0 0,0-1 11 16,-2 1-11-16,2 0 0 0,-2 0-67 0,-1 2 67 0,-1 2 0 0,1-1-121 15,0 0 121-15,0 2 0 0,0 1-7 16,-2 1 7-16,1 1 0 0,0 0 151 0,2 2-151 0,-1-1 0 0,0 3 256 16,-2-1-256-16,1 4 0 0,0-1 256 0,2 1-256 0,-1 2 0 0,0 0 131 15,1 2-131-15,1 1 0 0,-2-1 0 0,-1 2 0 16,-1 0 0-16,1 1 0 0,2-1 0 0,-1 2 0 16,0 0 0-16,0 1 0 0,0 1 0 0,0-1 0 0,1 1 0 15,2 1 0-15,-3-1-162 0,-1 0 162 0,-1 0 0 16,1 0-256-16,2 0 256 0,-1 2 0 0,0-1-256 0,-2-2 256 0,1-2 0 15,0 1-256-15,0-1 256 0,0-1 0 0,1-3-256 16,1-2 256-16,1-1 0 0,-1-2-256 0,1-2 256 0,1-1 0 16,-3-1-1629-16,-1-3 1629 0,-1-3 0 0</inkml:trace>
  <inkml:trace contextRef="#ctx0" brushRef="#br0" timeOffset="184734.167">9260 10124 1024 0,'0'0'0'0,"0"0"0"0,0 0 0 0,0 0 0 0,0 0 256 15,0 0-256-15,0 0 0 0,0 0 256 0,0 0-256 0,0 0 0 0,0 4 256 0,-2 3-256 0,1 1 0 16,0-2 256-16,0-1-256 0,0 0 0 0,0 1 256 16,0 1-256-1,-1 2 0-15,1-2-256 0,1-7 256 0,1 8 0 0,-1 2 0 0,0-2-256 0,0-1 256 0,0 0 0 0,0 0-24 16,3 1 24-16,-2 0 0 0,0-2 256 15,1 0-256-15,1 0 0 0,1 0 256 0,0-1-256 0,3 0 0 0,-2 0 256 16,2-1-256-16,0-1 0 0,0 0 247 0,1-2-247 0,2-1 0 0,-2 0-256 16,0-3 256-16,1-1 0 0,-1 1-256 0,0-1 256 0,0-1 0 0,0 0-160 15,-1-1 160-15,-2-2 0 0,1 0 256 0,-1-1-256 16,-1-2 0-16,2 1 256 0,-3 1-256 0,1-1 0 0,-2 1 256 16,-1-1-256-16,-1 1 0 0,0-1 256 0,-1 1-256 0,-1-1 0 0,0 1 256 15,-1 1-256-15,-1 0 0 0,-1 1 199 16,0 1-199-16,-1 1 0 0,0-1-256 15,-1 0 256-15,-2 1 0 0,2 1-256 0,-1 1 256 0,-2 1 0 0,0 0-186 0,1 0 186 0,-3 0 0 16,1 1 13-16,1 1-13 0,0 1 0 0,0 0-183 16,2-1 183-16,1 2 0 0,0-1-220 15,2-1 220-15,1-1 0 0,1 0-132 0,2 1 132 0,2-2 0 0,-2 2-1346 16,2 0 1346-16,-1 0 0 16</inkml:trace>
  <inkml:trace contextRef="#ctx0" brushRef="#br0" timeOffset="185035.952">9590 9799 1024 0,'0'0'0'0,"0"0"0"0,0 0 0 0,0 0 0 0,0 0 256 0,0 0-256 0,0 0 0 0,0 0 256 0,0 0-256 16,0 0 0-16,0 0 256 0,0 0-256 0,0 0 0 0,4 8 256 0,4 3-256 0,1 4 0 0,-5-8 256 15,-2-3-256-15,-2-2 0 16,2 3 256-16,2 1-256 15,0 2 0-15,-1 0-94 0,0 1 94 0,0 2 0 0,0 0-67 0,-2 0 67 0,1 3 0 0,0-1 256 0,1 0-256 0,2 1 0 0,-2 1 256 16,-1 1-256-16,0 1 0 0,1-1 256 16,-2 1-256-1,1 0 0-15,-1 1 256 0,-1 1-256 0,-1 1 0 0,1-1 256 16,2 0-256-16,-1 0 0 0,-1-1-256 0,-1 1 256 0,-1 0 0 16,2 0-256-16,-2-1 256 0,0 0 0 0,1-4-256 15,-2-1 256-15,0-3 0 0,-1 0-256 0,3-2 256 0,-1-1 0 0,1-4-1631 16,1-3 1631-16,1-3 0 0</inkml:trace>
  <inkml:trace contextRef="#ctx0" brushRef="#br0" timeOffset="185208.063">9548 10181 1024 0,'0'0'0'0,"0"0"0"0,0 0 0 0,0 0 0 0,2 0 256 15,2 0-256-15,3 0 0 0,-3-2 256 0,1 1-256 0,1-2 0 0,1 2 256 16,1-2-256-16,2 0 0 0,-1 0 256 0,2-1-256 0,0-1 0 0,-1-1-106 15,2-1 106-15,2-2 0 0,-3 1-256 16,2 0 256-16,0-2 0 16,0 1-256-16,-3-3 256 0,1-1 0 15,0 1 256-15,1 0-256 0,1-2 0 0,-9 9-662 0,-4 5 662 0,-4 5 0 0</inkml:trace>
  <inkml:trace contextRef="#ctx0" brushRef="#br0" timeOffset="185599.593">9812 9856 1024 0,'0'0'0'16,"0"0"0"-16,0 0 0 0,0 0 0 0,0 0 256 0,0 0-256 0,0 0 0 0,0 0 256 0,0 0-256 0,0 0 0 15,0 0 256-15,0 0-256 0,0 0 0 0,-2 7 256 16,-2 5-256-16,-3 3 0 0,5-6 256 0,1-1-256 16,1-3 0-16,-1 5 256 0,0 2-256 0,0 1 0 0,1 1-256 0,1 0 256 0,1 3 0 0,-1-2-182 15,1 0 182-15,1 2 0 0,-1-1 256 16,1 2-256-16,-1 1 0 0,0-2 256 0,0-1-256 16,0-1 0-16,0 1 256 0,1-1-256 0,1 1 0 0,-1-2 256 15,-2 0-256-15,1-1 0 0,0-2-69 0,-2-1 69 0,1-2 0 0,0 0-256 16,2 1 256-16,0-1 0 0,-1-2-256 15,-2-2 256-15,1-2 0 0,0 1-213 0,0 0 213 0,0-2 0 0,0-2 256 16,1-1-256-16,1-2 0 0,-1 2 256 16,1-3-256-16,1 0 0 0,-1-1 256 0,1-1-256 0,-1-2 0 0,0 1 256 15,1-2-256-15,2 0 0 0,-1 0-163 0,-2 1 163 0,1-1 0 0,1 1-66 16,-1 1 66-16,0 0 0 0,0 0 256 16,0 0-256-16,0 2 0 0,0-1 256 15,2 2-256-15,1 1 0 0,-2 1 256 0,1 1-256 16,1 1 0-16,0 1 180 0,-1 1-180 0,0 1 0 0,0 0-255 0,-2 2 255 0,2-1 0 15,-1 2-256-15,-2 1 256 0,1 2 0 0,-1-1-256 16,-1 2 256-16,-1 0 0 0,1 0-256 0,-2-1 256 0,1 0 0 0,0 0-256 16,0 0 256-16,0-2 0 0,0 1-256 15,-2-2 256-15,1 0 0 0,0-3-1536 0,0-2 1536 16,0-2 0-16</inkml:trace>
  <inkml:trace contextRef="#ctx0" brushRef="#br0" timeOffset="185932.876">10185 10200 1024 0,'0'0'0'16,"0"0"0"-16,0 0 0 0,0 0 0 0,0 0 0 0,0 0 256 0,0 0-256 0,0 0 0 0,2-1 256 16,2 1-256-16,2-2 0 15,-2-1 256-15,1 0-256 0,-1-1 0 0,0 0 256 0,1 0-256 0,2 0 0 16,-1-2 256-16,-1 0-256 0,0-1 0 0,0 0-256 0,0-2 256 16,0-1 0-16,-1 1-256 0,-1 1 256 0,-1 1 0 0,2-1-176 15,-1-1 176-15,0 0 0 0,0 1 256 16,-2 1-256-16,1 0 0 0,-1 0 256 0,-1 0-256 0,-1 2 0 0,1-1 256 0,-2 1-256 0,1 0 0 15,-2 2 256 1,-1 1-256-16,-2 1 0 0,1-1 256 0,-1 1-256 0,-1 0 0 0,1 3-256 16,-2 1 256-16,0 2 0 0,1 0 256 0,0 0-256 0,-1 4 0 15,3-1 256-15,1 3-256 0,0 2 0 0,0-1 256 16,1 2-256-16,1 1 0 0,1-1 127 0,1 3-127 0,1-1 0 0,1 0-256 16,1-2 256-1,1 0 0-15,0 0-256 0,1 0 256 0,2-1 0 0,-2-2-256 16,1-2 256-16,1-1 0 0,-1-2-256 0,2-1 256 0,1-3 0 0,-6 0-1487 15,-3-2 1487-15,-3-2 0 0</inkml:trace>
  <inkml:trace contextRef="#ctx0" brushRef="#br0" timeOffset="186265.647">10433 10064 1024 0,'0'0'0'0,"0"0"0"0,0 0 0 0,0 0 0 0,0 0 256 0,0 0-256 0,0 0 0 0,4 1 256 15,2-1-256-15,2 2 0 0,-1-1 256 0,-3 2-256 0,1 0 0 0,-1-1 256 16,2 1-256-16,1 1 0 0,-2 0-180 0,1 1 180 0,1 2 0 0,-1-2-256 16,1 3 256-16,-1 1 0 0,-1-2-256 0,-1 2 256 0,-1 0 0 0,1-1 256 31,-2-1-256-31,1 0 0 0,-2 1 256 0,-1 0-256 0,-1 1 0 0,1-1 256 0,0-2-256 0,0-1 0 0,0 2 256 16,-2-1-256-1,1 1 0-15,0-2 256 0,-1-1-256 0,-1-1 0 0,1 0 256 16,0 1-256-16,0-1 0 0,0-1 256 0,2-1-256 0,-1-1 0 0,0 0 256 15,0 0-256-15,0 0 0 0,0-1 256 16,2 1-256-16,-1-2 0 0,0-2 256 0,0 0-256 0,0-1 0 0,0 0 179 16,2-2-179-16,-1 0 0 0,2 0 0 15,1 0 0-15,1-1 0 0,-1 0 0 0,1 0 0 0,-1-1 0 16,1-1-179-16,2 0 179 0,3-2 0 0,-2 1-256 16,0 0 256-16,1-2 0 0,-2 1-256 0,3-1 256 0,-1 0 0 15,-6 8-2380-15,-3 5 2380 0,-3 5 0 0</inkml:trace>
  <inkml:trace contextRef="#ctx0" brushRef="#br0" timeOffset="186710.015">11109 9524 1024 0,'0'0'0'16,"0"0"0"-16,0 0 0 0,0 0 0 0,0 0 256 0,0 0-256 0,0 0 0 0,0 0 256 16,0 0-256-16,0 0 0 0,0 0 256 15,0 0-256-15,0 0 0 0,-7 6 256 0,-5 2-256 16,-1 3 0-16,6-5 256 0,1-2-256 0,3-1 0 0,-3 3-256 15,-1 1 256-15,-1 2 0 0,0 0-256 0,0 2 256 0,-1 0 0 0,1 1-31 16,-2 1 31-16,-1 1 0 0,2 0 256 16,0 1-256-16,1 3 0 0,-1-1 256 0,1 2-256 0,0 1 0 0,0 1 256 15,2 1-256-15,-2 2 0 0,2-1 256 16,1 1-256-16,1 1 0 0,0 0 256 0,1 2-256 0,1 1 0 0,1-1 58 16,1 0-58-16,0 1 0 0,1-1-256 15,2 0 256-15,2 0 0 0,-2 0-256 0,1 0 256 0,1 2 0 0,1-1-1 0,0-2 1 16,1 2 0-16,0-2-68 15,1-1 68-15,3 0 0 0,-2-1-156 0,0-1 156 0,4-1 0 0,-2-3-223 0,2-1 223 0,1-1 0 0,-2-4-203 16,0-3 203-16,-2-1 0 0,4-1-225 16,-1-1 225-16,4 0 0 0,-12-4-687 15,-5-3 687-15,-5-3 0 0</inkml:trace>
  <inkml:trace contextRef="#ctx0" brushRef="#br0" timeOffset="187268.937">11337 9814 1024 0,'0'0'0'0,"0"0"0"0,0 0 0 0,0 0 0 0,0 0 256 0,0 0-256 0,0 0 0 16,0 0 256-1,0 0-256-15,0 0 0 0,0 0 256 0,0 0-256 0,0 0 0 16,-4 8 256-16,-2 5-256 0,-2 5 0 0,4-10 256 16,1-2-256-16,3-2 0 0,0-4 0 0,-2 8 256 0,-1 2-256 0,-1 1 0 0,1 0-256 15,-1 2 256-15,-2 0 0 0,2 0-256 0,-2 1 256 0,0 1 0 0,1-1 76 16,0 0-76-16,0 1 0 0,0 0 89 16,-1 1-89-16,1 1 0 0,-1-2-58 0,-1-2 58 0,-3 0 0 15,2 0-218-15,2 0 218 0,-1-1 0 0,1-2-256 0,-3-1 256 16,1-2 0-16,0-1-233 0,2-2 233 0,-2-2 0 0,2 0-141 15,1-3 141-15,1 0 0 0,-1-1 138 0,-1-3-138 0,1 0 0 16,1-2 256-16,1-1-256 0,1-3 0 0,-1 1 138 16,0-1-138-16,0-2 0 0,1 1-82 0,1-2 82 0,1-1 0 0,-1 1-256 15,0-1 256-15,-1-1 0 0,1 4-215 0,2-1 215 16,-1 3 0-16,0-1-98 0,3 0 98 0,-2 1 0 0,0 2 256 16,1 1-256-16,1 1 0 0,-1 0 256 0,-2 0-256 0,1 2 0 0,0-2 256 15,1 1-256-15,1 1 0 0,0 0 256 16,1 2-256-16,2 1 0 0,-2 1 256 0,1 0-256 15,1 3 0-15,-1 0 256 0,1 2-256 0,3 0 0 0,-1 1 256 16,1 2-256-16,2 3 0 0,-1 0-256 0,1 3 256 0,2 2 0 16,-3 0-256-16,2 1 256 0,1 1 0 0,-3-1-256 15,-1 0 256-15,0 2 0 0,0-1 256 16,1 0-256-16,2 0 0 0,-4-3 99 0,-1 0-99 0,0-1 0 0,2-1-256 16,-3-2 256-16,1 0 0 0,-4-7-1287 15,-4-4 1287 1,-1-4 0-16</inkml:trace>
  <inkml:trace contextRef="#ctx0" brushRef="#br0" timeOffset="187502.646">11553 10124 1024 0,'0'0'0'16,"0"0"0"-16,0 0 0 0,0 0 0 0,0 0 0 0,0 0 256 0,0 0-256 0,0 0 0 0,2 8 256 0,2 3-256 15,3 4 0-15,-5-7 256 0,-1-3-256 0,-1-2 0 0,2 5 256 16,1 1-256-16,1 3 0 0,-2-3 256 0,-1 2-256 15,-1 1 0-15,0-1-256 0,-1 1 256 0,-1 2 0 0,0-1-256 16,-1-1 256-16,-1 1 0 0,1-1-256 0,0 1 256 0,-1 0 0 0,0-3 21 16,-1 0-21-16,-1-2 0 0,1 0 256 0,0 0-256 0,-1-1 0 0,2-3 224 15,1 0-224-15,1-3 0 0,0 1-32 16,0-2 32-16,2-2 0 0,-1 2-981 16,1 0 981-16,1 0 0 0</inkml:trace>
  <inkml:trace contextRef="#ctx0" brushRef="#br0" timeOffset="188173.119">11814 9795 1024 0,'0'0'0'0,"0"0"0"0,0 0 0 0,0 0 0 0,0 0 256 0,0 0-256 0,0 0 0 0,0 0 256 0,0 0-256 15,0 0 0-15,0 0 256 0,0 0-256 0,0 0 0 0,0 6 256 16,-2 4-256-16,1 3 0 0,0-6 256 16,0-2-256-16,0-1 0 0,-1 2-51 0,1 1 51 0,0 2 0 0,0-2-256 15,0 2 256-15,0 0 0 0,0-1-256 16,0 0 256-16,0-2 0 0,0 2 256 0,2 0-256 0,-1 1 0 0,0-1 256 16,0-2-256-16,0-1 0 0,0 2 256 0,2-2-256 0,-1 2 0 0,2-1 256 15,2-1-256-15,0 0 0 16,1-1-222-16,0-1 222 0,3-1 0 0,-1 0-256 15,0-2 256-15,1-2 0 0,0 1-256 0,0-1 256 0,2-1 0 0,-2-2-256 0,3-1 256 0,-1-2 0 0,1 0 215 16,-3 1-215 0,1-3 0-16,0 2 256 0,-2-2-256 0,-1 0 0 15,1 1 256-15,0-1-256 0,-1 0 0 0,-1 2 256 0,-2-1-256 16,-2 1 0-16,2 0 256 0,-2 1-256 0,1 0 0 0,0 0 256 16,-2-1-256-16,-1 1 0 0,1 1 215 0,0 2-215 0,0 1 0 0,-1-1-97 0,-1 1 97 0,-1 1 0 0,1-1 103 15,0 1-103 1,-1 0 0-16,1 1 229 0,-1 2-229 0,-1-1 0 0,1 1 256 0,0 2-256 0,0 0 0 15,0 1 119 1,0 1-119-16,0 1 0 0,0 1 0 0,0 1 0 0,0 3 0 0,1-1 0 0,1 3 0 0,1 2 0 16,-1 0 0-1,1 3 0-15,0 2 0 0,0 0 0 16,1 1 0-16,1 1 0 0,-1-1-133 0,0 1 133 0,0 1 0 0,2-1-7 0,0 0 7 0,4 1 0 0,-4-1 131 31,-1-2-131-31,-1 1 0 0,1-1 9 0,-2-1-9 0,1-1 0 0,0 0 0 16,-2-2 0-16,1 0 0 0,-2 0 0 0,-1-1 0 0,-1-1 0 0,1-2-168 15,0-1 168-15,0 0 0 0,-1-2-85 16,-1 0 85-16,-2-2 0 0,2 1 69 0,-1-2-69 0,-1 0 0 0,1-3 184 16,-1-1-184-16,-2-1 0 0,2-1 0 0,0-1 0 15,0-1 0-15,0-2 0 0,-1 0 0 0,1-1 0 0,0 0 0 16,-1-1 0-16,-3-2 0 0,4 2 0 0,1-2 0 0,0 0 0 0,0 0 0 16,1 0 0-16,0-2 0 0,0 1 0 0,2-1 0 15,-1-2 0-15,2 2 0 0,1-1 0 0,1 1 0 0,1-1 0 16,2-1 0-16,3 0 0 0,-2 0-184 0,3 0 184 0,2-2 0 15,0 1-256-15,1-1 256 0,2 0 0 0,-8 9-2631 16,-5 5 2631-16,-5 5 0 0</inkml:trace>
  <inkml:trace contextRef="#ctx0" brushRef="#br0" timeOffset="188532.155">12103 9394 1024 0,'0'0'0'0,"0"0"0"0,0 0 0 16,0 0 0-16,4 5 256 0,5 1-256 0,0 2 0 0,-3-3 256 0,-1-1-256 0,-1 0 0 0,3 2 256 15,1 0-256-15,3 0 0 0,-3 3 256 16,2 2-256-16,0 1 0 0,-1 1 256 0,2 2-256 0,1 2 0 0,-1-1 256 15,-1 4-256-15,0 1 0 0,0 1 147 16,-1 2-147-16,0 2 0 0,0 0 47 0,1 1-47 0,-1 2 0 0,0-1 148 0,-2 2-148 0,2 1 0 16,-3 0 109-16,-1 2-109 0,-1 0 0 0,-1-1 68 15,-1 1-68-15,-1 1 0 0,-1-2 7 16,-1 2-7-16,-1 0 0 0,-1 0-157 0,-2 2 157 0,-2 2 0 0,-1-3-256 16,-3 0 256-16,-2-1 0 0,-1 0-256 15,-1-1 256-15,-3-2 0 0,3-2-256 0,-2-2 256 0,-1-1 0 0,11-17-1137 16,8-9 1137-16,5-9 0 0</inkml:trace>
  <inkml:trace contextRef="#ctx0" brushRef="#br0" timeOffset="190144.665">12828 9991 1024 0,'0'0'0'0,"0"0"0"0,0 0 0 0,0 0 0 0,0 0 118 16,0 0-118-16,0 0 0 0,0 0 73 0,0 0-73 0,0 0 0 0,0 0 256 15,0 0-256-15,0 0 0 0,0 0 256 0,0 0-256 0,0 0 0 16,0 0 256-16,0 0-256 0,0 0 0 0,0 0 256 0,0 0-256 0,0 0 0 16,6 6 256-16,3 3-256 15,4 2 0-15,-7-9-256 0,-2-2 256 0,-2-2 0 0,2 1-256 16,1 0 256-16,2-1 0 0,-1 1-256 0,0 0 256 0,1 0 0 0,0 0-32 16,2 1 32-16,0 1 0 0,-1-1 256 0,1 0-256 0,2 0 0 0,-1 0 256 15,2 0-256-15,0 0 0 0,0 0 256 16,3 0-256-16,2 0 0 0,-1 0 256 15,0 1-256-15,3 0 0 0,-2 0-141 0,0-1 141 0,2-1 0 0,-1 1-256 16,2 0 256-16,2 0 0 0,-2 0-206 0,1 0 206 0,3 0 0 0,-4 0 256 0,3-1-256 16,1 0 0-16,-1 1 256 0,-2 1-256 0,0 0 0 0,1-1 256 15,1-1-256-15,1 0 0 0,-1 0 256 0,0 1-256 16,1 1 0-16,-2-1 256 16,0 0-256-16,0 0 0 0,-1 0 256 0,0 0-256 0,-1 0 0 0,0 0 68 0,-1 0-68 0,1 0 0 0,-1 0 138 15,0 0-138-15,1 0 0 0,-3 0 237 16,-2 0-237-16,-1 0 0 15,0-1 0-15,0 0 0 0,-2 0 0 0,1 0 0 0,-1 0 0 0,-2-1 0 0,1 1 0 0,-3 0 0 16,-2 0 0-16,3 1 0 0,-3 0 0 0,1 0 0 0,-1 0 0 16,0-1 0-16,-1-1 0 0,0 2 0 15,-1 0 0-15,-1 0 0 0,0 0 0 0,-1 0 0 0,-1 0 0 0,0 0-231 16,-1 0 231-16,-1 0 0 0,1 0-256 0,0-1 256 0,0-1 0 0,0 0-256 16,0-1 256-16,0-1 0 0,0 2-2328 15,0 2 2328-15,0 2 0 0</inkml:trace>
  <inkml:trace contextRef="#ctx0" brushRef="#br0" timeOffset="190670.769">13941 9801 1024 0,'0'0'0'0,"0"0"0"0,0 0 0 0,0 0 0 0,0 0 256 0,0 0-256 0,0 0 0 0,0 0 256 15,0 0-256-15,0 0 0 0,0 0 256 0,0 0-256 0,0 0 0 0,0 0 256 16,0 0-256-16,0 0 0 0,4 10 256 16,3 3-256-16,1 5 0 0,-2-13 256 0,-3-4-256 0,-2-4 0 0,-1 3 0 0,3 1 256 15,1 0-256-15,1 1 0 0,-1-1-256 0,1 0 256 16,3 0 0-16,-3 0-256 0,1 0 256 0,1 0 0 0,-1 0-256 15,2 0 256-15,0 0 0 0,-1 1 183 0,0-2-183 0,1 1 0 0,0 2 256 16,1 0-256-16,2 1 0 0,-2-1 256 16,0-1-256-16,0 0 0 0,1 1 256 0,-1 1-256 0,0 1 0 0,1-2 228 15,-2 1-228-15,0-2 0 0,1 2-256 0,-1 0 256 16,1 1 0-16,-2-2-256 0,0 0 256 0,-2 0 0 0,1 1-256 16,-2-1 256-16,1 2 0 0,0-1 256 0,-2-1-256 0,2 0 0 15,-1 1 256-15,-2 0-256 0,1 1 0 0,-1-1 256 16,-1 0-256-16,-1 1 0 0,1 0 184 0,-2-2-184 15,1 1 0-15,0 0-4 0,-2 0 4 0,1 0 0 0,0 1-30 16,-1 0 30-16,-1 2 0 0,0-2 76 0,-2 0-76 0,0 1 0 0,1-1 256 16,0 0-256-16,0 0 0 0,-1 1 256 0,-1 0-256 0,-2 1 0 15,1 0 130-15,-3 0-130 0,-3 1 0 0,3-1 0 16,-1-1 0-16,-2 0 0 0,1 1 0 0,-2 2 0 0,0 0 0 0,-1 0-204 16,0-1 204-16,-2 1 0 0,3-1-256 15,-3-1 256-15,1 0 0 0,1-1-256 0,2-1 256 0,1-1 0 0,6-2-2355 16,7-2 2355-16,4-2 0 0</inkml:trace>
  <inkml:trace contextRef="#ctx0" brushRef="#br0" timeOffset="191475.041">13107 9735 1024 0,'0'0'0'0,"0"0"0"0,0 0 0 0,0 0 0 0,0 0 121 0,0 0-121 15,0 0 0-15,0 0 256 0,0 0-256 0,0 0 0 0,0 0 256 16,0 0-256-1,0 0 0-15,0 0 256 0,0 0-256 0,0 0 0 0,0 0 256 0,0 0-256 0,0 0 0 0,-5 8 193 16,-4 5-193-16,-2 4 0 0,5-11-256 0,1-4 256 0,0-3 0 0,0 3-256 16,-1 1 256-16,-1 1 0 0,1-1-256 0,-2-2 256 0,-1 1 0 0,1 0-133 15,2 1 133-15,-2 1 0 0,0 0 256 16,-1 0-256-16,-3 1 0 0,2 0 256 0,2-1-256 0,-1 3 0 0,-1-3 256 16,1 2-256-16,0 0 0 0,-1-1 256 15,1 1-256-15,0-2 0 0,-1 1 7 0,1 0-7 0,0 2 0 0,-1-3-256 16,2 0 256-16,0 0 0 0,0 1-256 0,-1 1 256 15,0 2 0-15,1-2 123 16,1 0-123-16,0-2 0 0,0 1 256 0,2 1-256 0,-1-2 0 16,0 2 256-16,-1 0-256 0,1 1 0 0,1-1 233 0,1-2-233 0,1-1 0 0,0 2-201 15,-2 0 201-15,-1 1 0 0,3-2-195 16,1-1 195-16,1-1 0 0,-1 1-92 16,0 0 92-16,0 1 0 0,0-2 72 0,0 1-72 0,0-1 0 0,0 0 256 15,2 0-256-15,-1-1 0 0,0 1 256 16,2-2-256-16,-1-2 0 0,0 3 256 0,0 0-256 0,0 1 0 15,0-2 54-15,0 0-54 0,0 0 0 0,0 0 25 16,0 0-25-16,0 0 0 0,0-1 93 16,2 0-93-16,-1-1 0 0,0 2 216 15,-2 0-216-15,1 0 0 0,0 0 256 0,2 0-256 16,-1 0 0-16,0 0 251 0,-2 0-251 0,1 0 0 16,0 0 0-16,0-1 0 0,0-1 0 0,0 2 0 15,0 0 0-15,0 0 0 0,0 0 0 0,2 0 0 0,-1 0 0 16,0 0 0-16,-2 0 0 0,1 0 0 0,0 0 0 0,2 0 0 15,-1 0 0-15,0 1 0 0,1 0 0 0,1 0 0 0,-1 0 0 0,1 0 0 0,3 1 0 16,-2 1 0-16,0 1 0 0,3 1 0 0,0 0 0 0,1 0 0 0,2 1 0 0,-2 0 0 0,1 2 0 0,2 0 0 0,-2 0 0 16,1 0 0-16,3 1 0 0,-3 0 0 0,2 0 0 0,0 2 0 15,-1-2-111-15,0-1 111 0,-1 0 0 0,-6-5-2960 16,-5-3 2960-16,-2-3 0 0</inkml:trace>
  <inkml:trace contextRef="#ctx0" brushRef="#br0" timeOffset="194360.726">14767 9479 1024 0,'0'0'0'0,"0"0"0"0,0 0 0 15,0 0 0-15,0 0 158 0,0 0-158 0,0 0 0 0,-2-6-12 0,-3-4 12 0,-1-2 0 0,4 6 83 31,1 1-83-31,1 3 0 0,-1-3 256 0,-1 2-256 0,-1-1 0 0,1-1 256 16,2 0-256-16,-1-1 0 0,0 0 256 0,0 0-256 0,0-1 0 0,0 1 256 0,-1 1-256 0,-2 0 0 16,2-1 256-16,2 1-256 0,-1 1 0 0,0-1 256 15,0 1-256-15,0-1 0 0,0 1-14 16,0 0 14-16,0 0 0 0,0 2-256 16,2 1 256-16,-1 1 0 0,0 0-256 0,0 0 256 0,0 0 0 15,0 1 98-15,0 2-98 0,0 0 0 0,0-1 256 0,0 1-256 0,0 0 0 16,0 2 256-16,2 2-256 0,-1 0 0 0,0 2 256 15,0 2-256-15,0 1 0 0,0-1 256 0,1 0-256 0,2 2 0 0,-2-1 256 16,-2 2-256-16,1 1 0 0,0 0 256 0,1 0-256 16,1 2 0-16,-1 0 198 0,-2 2-198 0,1 2 0 0,0-2 0 15,-2 0 0-15,1 0 0 0,0 0 0 0,2 0 0 0,-1 0 0 16,0 0 0-16,-2 1 0 16,1 1 0-16,0-1 0 0,0-1 0 0,0 2 0 0,0-2 0 0,2 0 0 15,-1 0 0-15,0-1 0 0,0 0 0 0,0-1 0 16,0 1 0-16,-2-1 0 0,1-1 0 0,0-2 0 0,0 0 0 15,0-2 0-15,0 0 0 0,-2-1 0 0,1-2 0 16,0 0 0-16,2-2 0 0,-1 0 0 0,0-4-198 0,-2-1 198 16,1-1 0-16,0-2-256 0,2-1 256 0,-1-1 0 0,0-3-256 0,2-1 256 0,-1-3 0 15,0 0-57-15,1-2 57 0,1-3 0 0,-1 0-165 0,1-1 165 0,-1-1 0 16,0 0-216-16,1-1 216 0,1-1 0 0,-3 13-1923 16,-1 6 1923-16,-1 6 0 0</inkml:trace>
  <inkml:trace contextRef="#ctx0" brushRef="#br0" timeOffset="194604.001">14732 9403 1024 0,'0'0'0'0,"0"0"0"0,0 0 0 0,0 0 0 0,0 0 256 0,0 0-256 0,0 0 0 0,2-6 256 16,0-2-256-16,1-3 0 15,-1 5 256-15,1 2-256 0,1 1 0 0,-1-1 256 0,1-1-256 0,1-1 0 0,1 1 256 0,0 1-256 16,1 1 0-16,0-2 256 0,3 0-256 0,2-2 0 0,-3 3 157 15,2 0-157-15,0 0 0 0,0 1 256 0,2-2-256 0,1 0 0 0,-1 3 256 16,0 1-256-16,2 1 0 0,-2-1 256 16,-1 1-256-16,1 1 0 0,-2-1 256 0,-1 1-256 0,0 1 0 15,-2 0-241-15,-2 1 241 0,-2 2 0 0,0-2-256 16,-1 1 256-16,-3 1 0 0,1-3-2220 0,-1-2 2220 0,-1-2 0 0</inkml:trace>
  <inkml:trace contextRef="#ctx0" brushRef="#br0" timeOffset="194803.279">14720 9744 1024 0,'0'0'0'0,"0"0"0"16,0 0 0-16,0 0 0 0,0 0 256 0,0 0-256 0,0 0 0 0,0 0 256 16,0 0-256-16,0 0 0 0,0 0 256 0,0 0-256 0,0 0 0 0,8 2 256 15,5 0-256-15,3 1 0 16,-3-4 256-16,-1-1-256 0,1-2 0 0,-13 4 0 0,14-2 86 0,0-3-86 15,4 0 0-15,-2 1-256 0,-2 0 256 0,1-1 0 0,0 0-256 0,-2 1 256 16,0-3 0-16,-8 5-854 0,-6 2 854 0,-3 2 0 0</inkml:trace>
  <inkml:trace contextRef="#ctx0" brushRef="#br0" timeOffset="195208.152">15067 9890 1024 0,'0'0'0'0,"0"0"0"0,0 0 0 0,0 0 0 0,0 0 256 0,0 0-256 0,0 0 0 15,0 0 256-15,0 0-256 0,0 0 0 0,7-1 256 0,1-2-256 0,3 0 0 0,-3 1 256 32,0-1-256-32,-2-1 0 0,1 0 256 0,0 1-256 0,1-3 0 0,-2 1 101 0,2-1-101 0,0-2 0 15,0 2-256 1,-2-1 256-16,-1 1 0 0,0 0-256 15,-1-1 256-15,-1-2 0 0,-1 3 256 0,-1-2-256 0,-1 0 0 0,1 1 256 0,1 1-256 0,-1 0 0 16,-2 0 256-16,-2 0-256 0,0 0 0 0,0 1 256 16,-1 2-256-16,-1 1 0 0,1-1 256 0,0 3-256 15,0-1 0-15,-2 2 256 0,0 1-256 0,-1 2 0 0,1-2-256 16,-1 3 256-16,-3 0 0 0,2 2-256 0,2 0 256 0,-1 2 0 16,-1-1 256-16,1 0-256 0,0 0 0 0,1 1 256 15,-1 0-256-15,3 2 0 0,0-1 256 0,2 2-256 0,2 1 0 0,-1-1 256 16,1 1-256-16,1 0 0 0,1-2 154 0,1 2-154 15,1 0 0-15,1 0-154 0,0-2 154 0,2 0 0 0,0-1-256 16,1-2 256-16,2-1 0 0,-2 1-256 0,1-2 256 0,2-1 0 0,-2-1-256 16,1-2 256-16,2-1 0 0,-3-3-223 15,2-1 223-15,1-1 0 0,-8 2-1926 0,-5 2 1926 0,-2 2 0 0</inkml:trace>
  <inkml:trace contextRef="#ctx0" brushRef="#br0" timeOffset="195838.588">15303 9757 1024 0,'0'0'0'0,"0"0"0"0,0 0 0 16,0 0 0-16,0 0 256 0,0 0-256 0,0 0 0 0,0 0 256 0,0 0-256 16,0 0 0-16,2 7 256 0,1 4-256 0,2 3 0 0,-2-7 256 15,0-2-256-15,-2-2 0 0,1 3 256 0,1-1-256 0,-3-5 0 0,4 8 0 0,-1 0 256 16,-2 1-256-16,1 2 0 0,0-2 256 0,0 0-256 0,0-1 0 16,0 1-256-16,-2 0 256 0,1 1 0 0,0-2 256 0,-2 0-256 15,1-1 0-15,0 0 256 0,2-1-256 0,-1 0 0 0,0-1 256 16,-2-1-256-16,1-1 0 0,0 0 256 0,0 1-256 15,0-2 0-15,0 0 256 0,0-1-256 0,0-1 0 0,0-1 255 16,0-1-255-16,0-1 0 0,0 0-255 16,0-1 255-16,0-1 0 0,0-2-155 0,3-2 155 0,-2 0 0 0,0 0 256 15,1 0-256-15,1-2 0 0,-1 1 154 0,0 0-154 0,0-1 0 0,0 1 0 16,1-1 0-16,1 0 0 0,-1 1 0 0,2 1 0 16,0-1 0-16,-1 2 0 0,1 1 0 15,1 0 0-15,-1 1 0 0,1 1 0 0,-1 0 0 0,0 3 0 0,1-1 0 16,2 2 0-16,-1 0 0 0,0 1 0 0,1 1 0 0,-1 1 0 15,2 1 0-15,0 2 0 0,-1-1 0 16,-2 1 0-16,2 2 0 0,-1-2 0 0,-2 3 0 0,1 1 0 16,0-2 0-16,0 0 0 0,-1 1 0 0,0-2 0 0,-1 1 0 0,-1-2 0 0,1 1 0 15,-2 1 0-15,1 0 0 0,-1-2 0 16,-1-1 0-16,-1-1 0 0,2 0 0 0,-1 2 0 0,0 0 0 0,0-2 0 0,0-2 0 0,0 1 0 16,0-1 0-16,-2 0 0 0,1 0 0 0,0-1 0 15,0-1 0-15,0-1 0 0,0 0 0 16,0-2 0-16,0 1 0 0,0-3 0 15,0 1 0-15,0-3 0 0,0 1 0 0,2-2 0 0,-1 0 0 0,1 1 0 0,1-1 0 0,1 0 0 16,-1 0 0-16,1-2 0 0,3 0 0 0,-2 1 0 0,-2 2 0 16,1 0 0-16,1-1 0 15,1 1 0-15,2 0 0 0,-2 2 0 0,0 0 0 0,0 2 0 0,1 1 0 16,2 1 0-16,0 1 0 0,-1 1 0 0,2 1 0 0,0 1 0 16,-1 0 0-16,-1 1 0 0,1 2 0 0,-2 0 0 0,-1 1 0 0,-1 2 0 0,1 0 0 31,0 1 0-31,-1 2 0 0,-1-1 0 0,-2 0 0 0,-2 2 0 0,1-2 0 15,-1 1 0-15,-1 2 0 0,1-2 0 0,-2 1 0 16,1 0 0-16,0-2 0 0,-1 0 0 0,-2-2 0 0,2 0 0 0,1-2 0 0,1 0 0 0,-1-2 0 16,2-1 0-16,-1-1 0 15,3-1 0-15,2-1 0 0,0-1 0 0,-3 1-3071 0,-3 0 3071 0,0 0 0 0</inkml:trace>
  <inkml:trace contextRef="#ctx0" brushRef="#br0" timeOffset="196298.287">16078 9722 1024 0,'0'0'0'0,"0"0"0"0,0 0 0 0,0 0 0 0,0 0 0 0,0 0 256 16,0 0-256-16,0 0 0 0,0 0 256 0,0 0-256 0,0 0 0 0,0 0 256 16,0 0-256-16,0 0 0 0,0 0 256 0,0 0-256 0,0 0 0 0,0 0 256 15,0 0-256-15,0 0 0 16,-7-4 256-16,-4-4-256 0,-5-2 0 0,8 9 256 0,2 3-256 0,1 3 0 0,-1 0 256 0,-1 1-256 0,-2 2 0 0,2-1 256 16,-1 0-256-16,0 1 0 0,2 0 256 15,1 0-256-15,0 1 0 0,0 0 256 0,2 0-256 16,-1 2 0-16,0-2 255 0,2-1-255 15,-1 0 0-15,2 0 0 0,2 0 0 0,2-1 0 0,-2 0 0 16,1-1 0-16,1 0 0 0,0-1 0 0,1-1 0 0,1-1 0 16,1-1 0-16,0-1 0 0,2-1 0 0,-2-1 0 15,2-1 0-15,0-1 0 0,-2-1 0 0,2-1 0 0,1-2 0 0,-2 2 0 16,-1-2 0-16,-1 0 0 0,1 0 0 0,-1-2 0 0,0 0 0 16,0 0 0-16,-2 1 0 0,1 0 0 0,-1 0 0 15,-1 2 0-15,-1 0 0 0,1 0 0 0,0 0 0 0,0 0 0 0,1 1 0 16,-3 0 0-16,1 2 0 0,0 1 0 0,0 0 0 15,0 2 0-15,-1 0 0 0,-1 0 0 0,-1 0 0 0,1 3 0 16,2 0 0-16,-1 1 0 0,0 2 0 0,2 1 0 16,-1 2 0-16,0-1 0 0,0 0 0 0,0 1 0 0,0 1 0 15,-2 0 0-15,1 2 0 0,0-2 0 0,2 0 0 0,-1-2 0 16,0 2 0-16,-2 1 0 16,1 0 0-16,0-3 0 0,2-2 0 0,-1-1 0 0,0-1 0 0,-2-1 0 0,1-1 0 15,1-1 0-15,1-1 0 0,1-1 0 0,-1-1 0 16,1-1 0-16,2-1 0 0,-4 3-3071 15,-1 1 3071-15,-1 1 0 0</inkml:trace>
  <inkml:trace contextRef="#ctx0" brushRef="#br0" timeOffset="196495.769">16226 9432 1024 0,'0'0'0'0,"0"0"0"0,0 0 0 0,0 0 0 0,0 0 256 0,0 0-256 15,0 0 0-15,0 0 256 0,0 0-256 0,0 0 0 0,2 7 256 0,1 3-256 0,1 4 0 0,-1-5 256 16,0-2-256-16,1 0 0 0,-1 1 256 0,1 1-256 0,1 2 0 0,-1 2 256 15,-2 2-256-15,1 1 0 0,0 0 256 16,2 0-256-16,0 2 0 0,-1 0 256 0,-2 1-256 0,1 1 0 0,0-1 256 16,-2 0-256-16,1 0 0 0,0 1 256 0,-2 1-256 15,1 1 0-15,0-1 256 0,-2 0-256 0,1 1 0 0,0-4 255 16,-2-1-255-16,1-2 0 0,0-1 0 0,2-1 0 0,-1-2 0 0,0-6-3071 31,0-6 3071-31,0-3 0 0</inkml:trace>
  <inkml:trace contextRef="#ctx0" brushRef="#br0" timeOffset="196871.516">16496 9804 1024 0,'0'0'0'0,"0"0"0"0,0 0 0 0,0 0 0 0,0 0 256 0,0 0-256 0,0 0 0 0,0 0 256 0,0 0-256 16,0 0 0-16,4 0 256 15,2 1-256-15,2 1 0 0,-1-3 256 0,-3-2-256 0,1-2 0 16,0 1 256-16,1-1-256 0,1-2 0 0,0 1 256 0,0 0-256 0,1-1 0 0,-1 1 256 15,1-1-256-15,-1-2 0 0,0 1 256 0,-1 0-256 0,1-2 0 0,-2 3 256 16,-1-1-256-16,-1 2 0 0,1-2 256 0,-2 0-256 16,1-2 0-16,-2 3 256 15,-1-1-256-15,-1 1 0 0,0 1 255 0,-1 1-255 0,-1 0 0 0,0 2 0 16,-1 1 0-16,-1 1 0 0,-1 1 0 0,0 1 0 16,-1 1 0-16,0 2 0 0,-2 1 0 0,-1 2 0 0,1-1 0 0,2 2 0 0,-2 0 0 15,1 1 0-15,0 0 0 0,0 2 0 0,0-2 0 0,2 0 0 16,1 1 0-16,-1 0 0 0,2 2 0 15,-2 1 0-15,3-2 0 0,1-1 0 0,1 1 0 0,1 0 0 0,2 1 0 0,2 2 0 0,1-3 0 16,-1 0 0-16,3-1 0 0,0-1 0 16,2-1 0-1,3 0 0-15,-1-1 0 0,1 0 0 0,2-2 0 0,1-1 0 0,2-2 0 0,2-2 0 0,-3 0 0 0,3-2 0 16,-1-2 0-16,0-2 0 16,1-1 0-16,0-2 0 0,-13 6-3071 0,-6 3 3071 0,-6 3 0 0</inkml:trace>
  <inkml:trace contextRef="#ctx0" brushRef="#br0" timeOffset="197190.558">16932 9375 1024 0,'0'0'0'0,"0"0"0"0,0 0 0 0,0 0 0 0,0 0 256 0,0 0-256 0,0 0 0 0,-1 6 256 0,-1 2-256 15,-1 3 0-15,1-4 256 0,2 1-256 0,-1-1 0 0,-1 1 256 16,-2 2-256-16,0 0 0 0,1 2 256 0,2 2-256 16,-1 2 0-16,0-2 256 0,-1 2-256 0,-1 1 0 15,1 0 256-15,2 1-256 0,-1 1 0 0,0-1 256 0,2 2-256 0,-1 2 0 0,1-3 256 16,1 1-256-16,1 0 0 0,0 1 256 0,1-1-256 16,1 2 0-16,-1-2 256 0,0-1-256 0,0-1 0 0,1 1 255 15,2-1-255-15,0-1 0 0,0 0 0 0,1-1 0 0,1-2 0 0,1 0 0 16,0-3 0-16,1-1 0 0,2-2-253 15,-1-1 253-15,4-3 0 0,-2-1-256 0,1-1 256 0,2-1 0 0,-11 0-2562 16,-5-1 2562-16,-5-1 0 16</inkml:trace>
  <inkml:trace contextRef="#ctx0" brushRef="#br0" timeOffset="197462.3">17261 9545 1024 0,'0'0'0'16,"2"2"0"-16,1 2 0 0,1 0 0 0,-1-1 256 0,0 0-256 0,0 0 0 15,0 1 256-15,-2 1-256 0,1 1 0 0,0 1 256 16,-2 0-256-16,1 2 0 0,1 0 256 0,-4 3-256 0,2 1 0 0,-2 0 256 0,-1 0-256 0,-1 3 0 16,1-2 256-16,-1 0-256 0,-1 2 0 0,0-1 256 0,-2 1-256 15,0 0 0-15,1 1-94 16,-1-1 94-16,-2 2 0 0,2-4 256 0,2-1-256 0,-1-2 0 0,0 0 256 0,1-1-256 0,-1 0 0 15,1-3 256-15,1-2-256 0,1-1 0 0,0-1-70 16,1-3 70-16,1 0 0 0,-1 0-256 16,2-1 256-16,-1-1 0 0,0 1-2140 0,2 1 2140 0,-1 1 0 15</inkml:trace>
  <inkml:trace contextRef="#ctx0" brushRef="#br0" timeOffset="197670.457">17157 9630 1024 0,'0'0'0'0,"0"0"0"15,0 0 0-15,0 0 0 0,0 0 256 0,0 0-256 0,0 0 0 0,1 6 256 0,1 2-256 0,1 4 0 0,1-7 256 0,1-1-256 0,3-1 0 0,-3 2 256 16,1 1-256 0,2 2 0-16,0-1 256 0,0 2-256 0,3 0 0 0,-1 1 256 0,0 0-256 0,1 2 0 0,0-1 256 15,-1 1-256-15,0 0 0 0,1-1-75 0,-1 0 75 0,0 1 0 0,-1-1-256 16,-1 0 256-16,-1-2 0 0,-1 1 256 16,0-2-256-16,-2 0 0 0,1-2 256 15,-2-2-256-15,1-1 0 0,-2 0 256 0,-1-2-256 0,-1 1 0 0,1-1-2229 16,-2-1 2229-16,1-1 0 0</inkml:trace>
  <inkml:trace contextRef="#ctx0" brushRef="#br0" timeOffset="197933.937">17314 9318 1024 0,'0'0'0'0,"0"0"0"0,0 0 0 0,0 0 0 0,0 0 0 0,7 3 256 0,1 0-256 0,3 1 0 0,-2-2 256 0,1 0-256 0,2-1 0 0,1 4 256 16,-1 1-256-16,3 3 0 0,0-1 256 0,1 1-256 0,4 2 0 16,-2 2 256-1,-1 1-256-15,4 3 0 0,-5 0 256 16,0 2-256-16,-1 2 0 0,-1 0 256 0,-3 2-256 0,0 2 0 0,-3-1 256 0,-2 0-256 0,-2 1 0 0,0 0 256 0,-2 0-256 16,-2 1 0-16,-2 0 256 0,-3 1-256 0,-1 2 0 0,-1-1 256 31,-3 1-256-31,-1 2 0 0,-1-1-182 0,-5 0 182 0,-1 1 0 0,1-3-256 0,-1-2 256 0,-1-1 0 0,0-2-256 15,3-1 256-15,-2-3 0 0,12-12-2122 16,6-7 2122-16,6-7 0 0</inkml:trace>
  <inkml:trace contextRef="#ctx0" brushRef="#br0" timeOffset="198570.887">18173 9519 1024 0,'0'0'0'15,"0"0"0"-15,0 0 0 0,0 0 0 0,0 7 256 0,-2 3-256 0,1 2 0 0,0-5 256 16,0-2-256-16,0-1 0 0,0 1 256 0,-1 2-256 0,-1 0 0 0,3-7 0 0,-2 6 256 15,2 0-256 1,-1 1 0-16,-1 2 256 0,-1 1-256 0,-2 2 0 0,2-1 256 16,2-1-256-16,-1 1 0 0,0 0 256 0,-1 2-256 0,-1 1 0 0,1-2 256 0,0 2-256 15,0 1 0-15,0-2 256 0,-1-1-256 0,1 1 0 0,-1-1 256 16,-1 2-256-16,-1 0 0 0,1-1 256 0,2-1-256 0,-2-1 0 0,2 0-117 16,-2-1 117-16,0 0 0 0,0-2-174 0,2-2 174 0,-1-1 0 15,0 0-256-15,2-1 256 0,1 0 0 0,-1-3-247 16,2-1 247-16,-1-1 0 0,0-2 12 0,2 0-12 0,-1-1 0 0,0 3-2034 31,0 1 2034-31,0 1 0 0</inkml:trace>
  <inkml:trace contextRef="#ctx0" brushRef="#br0" timeOffset="198813.284">18152 9510 1024 0,'0'0'0'0,"0"0"0"0,0 0 0 0,0 0 0 0,0 0 256 15,0 0-256-15,0 0 0 0,0 0 256 16,0 0-256-16,0 0 0 0,0 0 256 0,0 0-256 0,0 0 0 0,0 0 256 16,0 0-256-16,0 0 0 0,0 0 256 0,0 0-256 0,0 0 0 0,6 8 256 0,3 3-256 15,3 5 0-15,-5-9 256 0,-3-3-256 0,-1-3 0 16,-3-1 0-16,5 6 256 0,0 1-256 0,3 2 0 16,-1 1 256-16,0 0-256 0,1 2 0 0,-2-1 256 15,3 2-256-15,-1 1 0 0,0-1 256 0,-2 1-256 0,2 0 0 0,-2 1 255 0,-1 1-255 0,-1 0 0 0,1 1 0 16,1 0 0-16,2 0 0 0,-2-1 0 31,-2 0 0-31,1-1 0 0,0 0 0 0,1-1 0 0,-1-2 0 0,-3-7-3071 16,-2-5 3071-16,-2-5 0 0</inkml:trace>
  <inkml:trace contextRef="#ctx0" brushRef="#br0" timeOffset="200168.442">18786 9078 1024 0,'0'0'0'0,"0"0"0"0,0 0 0 0,0 0 0 0,0 0 256 0,0 0-256 16,0 0 0-16,0 0 256 0,0 0-256 0,0 0 0 0,0 0 256 15,0 0-256-15,0 0 0 0,0 0 256 0,0 0-256 0,0 0 0 0,0 0 256 16,0 0-256-16,0 0 0 0,-1 9 256 0,-1 4-256 16,-1 5 0-16,3-10 256 0,1-2-256 0,1-3 0 0,-1 4-213 15,0 1 213-15,0 2 0 0,0-1 55 0,0 1-55 0,0 3 0 0,0-2 256 16,1 1-256-16,1 2 0 0,-1 0 256 15,1 1-256-15,-1 1 0 0,0-1 256 0,0 0-256 16,0 2 0-16,0-1 256 0,1 2-256 0,1 1 0 0,-1-1 256 16,0 0-256-16,0 0 0 0,1 1 157 0,0 1-157 0,1 1 0 0,-1-1 0 15,1 0 0-15,1 0 0 0,-2 0 0 16,0 1 0-16,-2 1 0 0,1-2 0 0,-2-1 0 0,1-1 0 0,0 0 0 16,-2 1 0-16,1 1 0 0,0-3-86 15,0-2 86-15,0 0 0 0,-1 0-256 0,-1-2 256 0,-1 0 0 0,1-3-256 16,0-1 256-16,0-2 0 0,0-2-256 0,0-2 256 0,0-2 0 0,0 0-256 15,0-1 256-15,0-1 0 0,0 1-1961 16,2 0 1961-16,-1 0 0 0</inkml:trace>
  <inkml:trace contextRef="#ctx0" brushRef="#br0" timeOffset="200558.679">18729 9251 1024 0,'0'0'0'0,"0"0"0"0,0 0 0 0,0 0 0 0,0-3 256 0,0-2-256 0,0-3 0 0,0 3 256 0,2 0-256 0,-1 0 0 0,0-1 256 15,1-2-256-15,3-1 0 0,-3 2 256 16,1-1-256-16,1-2 0 0,0 2 256 0,1-2-256 0,1 0 0 16,1 1 52-16,0-1-52 0,1 0 0 0,-1 2-256 0,2 1 256 0,0 1 0 0,-1 0-205 15,0 0 205-15,1 2 0 0,-1 0 45 16,0 1-45-16,1 0 0 0,-2 2 256 0,2 1-256 0,0 1 0 0,0 2 256 15,-2 1-256-15,-1 2 0 0,1-2 256 16,0 1-256-16,-1 2 0 0,0-1 256 0,-1 1-256 0,-1 1 0 0,0-1 256 0,-1 1-256 16,0 0 0-16,-1 1 256 15,-1-1-256-15,-1 3 0 0,0-2 256 0,-1-1-256 0,-1 0 0 0,-2 1 256 16,0 1-256-16,-1 0 0 0,1 0 107 0,-1 0-107 0,-1 1 0 0,-1 0-163 16,-1 1 163-1,-3 0 0-15,0 0-256 0,0 0 256 0,-2 2 0 0,1-2-256 16,0-2 256-16,-2 0 0 0,2 0-256 0,2-1 256 0,-2 0 0 0,3-2-256 15,1 0 256-15,1-2 0 0,3-3-1884 16,4-2 1884-16,4-2 0 0</inkml:trace>
  <inkml:trace contextRef="#ctx0" brushRef="#br0" timeOffset="201099.379">19121 9557 1024 0,'0'0'0'0,"0"0"0"0,0 0 0 0,0 0 0 0,0 0 256 0,0 0-256 16,0 0 0-16,0 0 256 0,0 0-256 0,0 0 0 0,0 0 256 15,0 0-256-15,0 0 0 0,0 0 256 0,0 0-256 0,0 0 0 0,-4-2 256 16,-4-3-256-16,-2 0 0 0,4 4 256 0,1 3-256 0,1 0 0 0,0 0-35 15,-3 2 35-15,1-1 0 0,1 1-6 16,-1 2 6-16,-1 1 0 0,0-1 163 0,1 1-163 0,0 1 0 0,0 0 256 16,2 0-256-16,-1 1 0 0,0 0 256 15,2 0-256-15,1 2 0 0,0-2 256 0,1 0-256 0,1 1 0 0,0-1 154 16,1-1-154-16,1 1 0 0,1-2-148 0,3 1 148 16,1-1 0-16,-2-1-156 0,0-1 156 0,0-1 0 0,2 0-185 15,1 0 185-15,2-2 0 0,-2-1-99 0,2-2 99 0,0-2 0 0,-1 1-58 16,2-1 58-16,1-2 0 0,-2 1-2 15,1-1 2-15,0-1 0 0,-2-1 17 0,0-2-17 0,-2-1 0 0,1 3 190 16,-2-1-190-16,2 1 0 0,-2 0 256 0,-1-2-256 0,-1 0 0 16,0 1 256-16,-1 0-256 15,-1 1 0-15,1 1 256 0,-2 0-256 0,2 0 0 0,-1 1 164 0,-2 1-164 0,1 0 0 16,-1 1 0-16,2 0 0 0,0 0 0 0,-2 0 0 16,-1 1 0-16,-1 0 0 0,2 2 0 0,1 2 0 0,1 0 0 15,-1 1 0-15,-2 1 0 0,1 1 0 0,0 0 0 16,2 2 0-16,-1 0 0 0,0 1 0 15,1 2 0-15,1 1 0 0,-1-1 0 0,0-1 0 0,0 3 0 0,0-1 0 16,0 1 0-16,0 0 0 0,1-1 0 0,-1 0 0 0,0-2 0 0,0 0-118 16,-2-4 118-16,1 1 0 0,0-4-2953 15,-2-2 2953-15,1-2 0 0</inkml:trace>
  <inkml:trace contextRef="#ctx0" brushRef="#br0" timeOffset="201464.449">19337 9529 1024 0,'0'0'0'0,"4"3"0"0,2 2 0 0,3 3 0 0,-4-5 256 0,-1-1-256 16,-1-1 0-16,1 2 256 0,1 1-256 16,4 2 0-16,-4-2 256 0,1 1-256 0,1 1 0 0,-1 1 256 15,2 1-256-15,0 3 0 0,-2-2 256 0,-1 2-256 0,-1 0 0 0,2 0 256 16,-1 1-256-16,0 0 0 0,-2-1 143 0,-2 0-143 0,-2-1 0 0,2 0-94 15,-2 1 94-15,1-1 0 16,0-2 154-16,-2 0-154 0,1-2 0 0,0 0 256 0,0 1-256 0,0-1 0 0,0-2 256 0,0-1-256 0,0 0 0 0,0 0 256 31,0 0-256-31,0 0 0 0,0-2 256 0,0-1-256 0,-1-1 0 0,1 0 256 0,0 1-256 16,0-2 0-16,1-1 52 0,1-1-52 16,1-1 0-16,0-2 0 0,0-1 0 0,1-3 0 0,-1 1 0 0,1-2 0 0,1-1 0 0,-1 2 0 15,0-1 0-15,0 0 0 0,2 0 0 0,1-1 0 16,2-2 0-1,0 2 0-15,0 0 0 0,4 1 0 0,-3 0 0 0,-1-1 0 16,1 0 0-16,-1 0-52 0,1 2 52 0,2 0 0 0,-3 0-256 0,-1 2 256 0,-1 1 0 0,-3 4-2763 0,-4 4 2763 16,-1 4 0-16</inkml:trace>
  <inkml:trace contextRef="#ctx0" brushRef="#br0" timeOffset="201802.87">19682 9620 1024 0,'0'0'0'0,"0"0"0"0,0 0 0 0,0 0 0 0,3 6 256 0,2 3-256 0,1 2 0 0,-1-7 256 16,-2-2-256-16,1-2 0 0,1 1 256 0,1 0-256 16,2 0 0-16,-2-1 256 0,1-1-256 0,1-1 0 0,0 0 256 15,-3-2-256-15,1 1 0 0,0-3 256 16,0 1-256-16,1-3 0 0,-1 1 114 0,-2 0-114 0,1-2 0 0,0 2-248 16,-2 0 248-16,1-1 0 0,-1 1 256 0,-2-1-256 15,-1-2 0-15,1 3 171 0,-2 0-171 0,1 2 0 0,0-1 46 16,-2 1-46-16,0 0 0 0,1 1 24 0,-1 1-24 0,-1 1 0 0,0 0 256 15,-1 1-256-15,-1 1 0 0,-1 0 256 16,-1 1-256-16,-2 1 0 0,2 1 256 0,-1 2-256 0,-2 0 0 16,2 0 256-16,0 1-256 0,0 1 0 0,0 1 148 0,2 1-148 15,1 2 0-15,1-1 0 0,2 1 0 0,2 0 0 0,0 0 0 16,1 2 0-16,1 1 0 0,1-2 0 0,1 1 0 16,1 0 0-16,1-1 0 0,1 1 0 0,2 0 0 0,0-3 0 15,1 0 0-15,2-2 0 0,-1-1 0 0,2-1 0 0,0-2 0 16,0-2 0-16,-2-1 0 0,0-2 0 0,1 0 0 15,-1-3 0-15,1 0 0 0,0-2-148 0,-2-2 148 0,-1-3 0 0,-4 8-2923 16,-5 3 2923-16,-5 3 0 0</inkml:trace>
  <inkml:trace contextRef="#ctx0" brushRef="#br0" timeOffset="202196.62">19967 9497 1024 0,'0'0'0'0,"0"0"0"0,0 0 0 0,0 0 0 0,0 0 256 0,0 0-256 15,0 0 0-15,0 7 256 0,-2 4-256 0,1 3 0 0,2-7 256 16,1-2-256-16,2-2 0 0,-2 4 256 15,-2 2-256-15,1 0 0 0,0-1 256 0,1 1-256 0,1 0 0 0,-2 0 256 16,-1-1-256-16,-1 0 0 0,1 0 256 0,2 0-256 0,-1-1 0 0,0-1 256 16,-2 1-256-16,1-2 0 0,0 1 256 15,0-2-256-15,0-1 0 0,0 2 256 0,0-2-256 0,0 1 0 0,0-1 256 16,0 0-256-16,0-2 0 0,0-1-256 0,2-1 256 0,-1-1 0 0,2-2-256 16,0 0 256-16,1-1 0 0,1-1-256 15,-3-3 256-15,1-1 0 0,0 1 256 0,1-2-256 0,1-1 0 0,-1 0 256 16,1 0-256-16,2-1 0 0,-2 2 256 0,-2 0-256 0,1 1 0 15,-1 0 255-15,2 1-255 0,0 0 0 0,1 0 0 16,-1 1 0-16,3-1 0 0,-2 4 0 16,2 1 0-16,0 1 0 0,-1 0 0 0,1 1 0 0,3 0 0 0,-2 3 0 0,-2 1 0 15,1 2 0-15,1 0 0 16,-3 1 0-16,1 1 0 0,0 1 0 0,-1 1 0 0,0 3 0 0,0-1 0 0,-2 1 0 16,1 2 0-16,0-1 0 0,-2 2 0 0,2 1 0 0,-2-1 0 15,-1 0 0-15,-1 0 0 0,0 0 0 16,-1 0 0-16,-1 1 0 0,-1-1 0 0,-1-2 0 0,-1 1 0 15,0-3 0-15,1-1 0 0,0 0 0 0,1-2 0 0,1-2 0 0,1-1 0 0,-1-2 0 16,2-1 0-16,-1-1 0 0,0 0-3071 0,0 0 3071 0,0 0 0 16</inkml:trace>
  <inkml:trace contextRef="#ctx0" brushRef="#br0" timeOffset="202468.172">20411 9232 1024 0,'0'0'0'15,"0"0"0"-15,0 0 0 0,0 0 0 0,0 0 256 0,0 0-256 0,0 0 0 0,2 6 256 16,1 2-256 0,1 3 0-16,-1-3 256 0,1-1-256 0,2 0 0 0,-2 3 256 0,1 0-256 0,1 2 0 0,-1 1 256 0,0 1-256 15,1 3 0-15,-1-2 256 16,0 1-256-16,0 1 0 0,0 0 256 0,1 2-256 0,2 1 0 0,-2-2 256 0,-1 1-256 15,0 1 0-15,0-2 256 16,0 0-256-16,-2-1 0 0,0 1 256 0,-1-1-256 0,-1-1 0 0,1 0 256 16,0-2-256-16,0 0 0 0,-1-3 255 0,-1-1-255 0,-1-2 0 15,1-1 0-15,0-2 0 0,0-1 0 0,0-2-3071 0,0-2 3071 0,0-2 0 0</inkml:trace>
  <inkml:trace contextRef="#ctx0" brushRef="#br0" timeOffset="202651.653">20342 9564 1024 0,'0'0'0'0,"-5"0"0"0,4 0 0 0,4 0 0 0,0-2 256 0,4 0-256 0,1-1 0 0,3 2 256 16,4 0-256-16,3 0 0 0,0-1 256 0,4-1-256 16,4-2 0-16,-4 1 256 0,2-1-256 0,2-1 0 0,-2 0 256 15,2 0-256-15,-1-1 0 0,-1-2 256 0,-2 0-256 16,-2-2 0-16,-13 8-1536 0,-7 3 1536 0,-7 3 0 0</inkml:trace>
  <inkml:trace contextRef="#ctx0" brushRef="#br0" timeOffset="202973.75">20900 9008 1024 0,'0'0'0'0,"0"0"0"0,0 0 0 0,0 0 0 0,-1 6 256 16,-1 4-256-16,-1 2 0 0,0-4 256 15,3-2-256-15,-1 0 0 0,0 2 256 0,-1 3-256 0,2-11 0 0,-3 12 0 16,1-1 256-16,-1 2-256 0,-1 1 0 0,1 0 256 16,0 2-256-1,0 1 0-15,0 1 256 0,2 1-256 0,-2 1 0 0,1 0 256 0,0-1-256 0,0 2 0 0,0 0 256 0,1-1-256 16,0 2 0-16,2 0 256 0,3 1-256 0,0 1 0 15,0-1 256-15,0 0-256 0,1 0 0 0,2 0 256 0,2 0-256 0,4 1 0 16,-3-1 255-16,0 0-255 0,4 0 0 0,-3-1 0 0,2-1 0 16,1 0 0-16,-2-4 0 0,2-1 0 0,0-2 0 0,1-1 0 15,1-2 0 1,4-3 0-16,-2-2 0 0,-3-2 0 0,2-2 0 0,-11 0-3071 0,-6-3 3071 0,-6 0 0 0</inkml:trace>
  <inkml:trace contextRef="#ctx0" brushRef="#br0" timeOffset="203259.968">21223 9242 1024 0,'0'0'0'0,"0"0"0"0,0 0 0 0,0 0 0 0,0 0 256 0,0 0-256 0,0 0 0 0,0 0 256 16,0 0-256-16,0 0 0 0,-2 9 256 0,-2 4-256 0,-2 5 0 15,4-8 256-15,2-5-256 0,2-1 0 0,-2 3 256 16,-2 2-256-16,1 1 0 0,0 1 256 0,0 1-256 0,0 2 0 0,-2-2 256 16,-3 1-256-16,-1 0 0 0,1 0 256 15,-2 1-256-15,-2 0 0 0,3-1 256 16,-1 0-256-16,-1-1 0 0,0 0 50 0,1-2-50 0,0 0 0 0,-1-2-206 0,1-2 206 16,0-1 0-16,0-2 188 0,1-1-188 0,0-1 0 0,4 0-2336 15,4-1 2336 1,1-1 0-16</inkml:trace>
  <inkml:trace contextRef="#ctx0" brushRef="#br0" timeOffset="203466.493">21069 9264 1024 0,'0'0'0'15,"0"0"0"-15,0 0 0 0,0 0 0 0,0 0 256 0,0 0-256 0,0 0 0 0,0 0 256 0,0 0-256 16,0 0 0-16,0 0 256 16,0 0-256-16,0 0 0 0,4 9 256 0,3 4-256 0,1 5 0 0,-1-8 256 15,1-5-256-15,2 0 0 0,-2 2 256 0,0 1-256 0,0 2 0 0,2 0 256 16,0 1-256-16,3 2 0 0,-3-2 256 0,-1 1-256 0,0 0 0 0,1 1 256 31,-2 0-256-31,-1 2 0 0,2-2 256 0,-3 0-256 0,1-1 0 0,0 0 256 0,-2-2-256 0,2 0 0 0,-5-7-2816 31,-2-3 2816-15,-2-3 0-16</inkml:trace>
  <inkml:trace contextRef="#ctx0" brushRef="#br0" timeOffset="203693.476">21430 9433 1024 0,'0'0'0'0,"1"6"0"0,1 3 0 0,1 2 0 0,-1-5 256 0,1 0-256 0,1-2 0 0,0 2 256 15,-1 0-256-15,0 1 0 0,0 0 256 16,0 2-256-16,0 0 0 0,0 1 256 0,-2 1-256 16,1 3 0-16,-1-2 256 0,-1 2-256 0,-1 1 0 15,1-1 256-15,-2-1-256 0,1 1 0 0,-1-1 256 0,-1-1-256 16,-1 1 0-16,0-3 256 0,-1-1-256 0,-2 0 0 0,2-1 256 15,2-1-256-15,-1 0 0 0,0-3-256 0,-1-2 256 0,-2-1 0 0,3-1-256 0,1-2 256 16,1 0 0-16,1 1-1792 0,1 1 1792 0,1 1 0 0</inkml:trace>
  <inkml:trace contextRef="#ctx0" brushRef="#br0" timeOffset="204332.122">21624 9216 1024 0,'0'0'0'0,"0"0"0"0,0 0 0 0,0 0 0 0,0 0 256 16,0 0-256-16,0 0 0 0,0 6 256 0,2 3-256 0,-1 2 0 16,0-4 256-16,-2-1-256 0,1-1 0 0,1 2 256 15,0 0-256-15,2 1 0 0,-2 0 256 0,-1 1-256 0,-1 0 0 16,1 0 256-16,0-1-256 0,0 0 0 0,0-1 256 0,2-1-256 0,-1-1 0 0,1 1 256 15,1 1-256-15,1 0 0 0,1-2 256 16,2-1-256-16,3-1 0 0,-3 0 256 0,0-1-256 0,0 0 0 0,2-2 256 16,0-1-256-16,1-1 0 0,0-2 255 15,-1-1-255-15,0-2 0 0,-1 1 0 0,3-2 0 0,-1 0 0 16,-1-1 0-16,0 0 0 0,-2-2 0 0,0 1 0 0,-1 0 0 0,-1-1 0 16,1 1 0-16,-2-1 0 0,-1 0 0 0,0 1 0 15,-1 1 0-15,-1 0 0 0,1 1 0 0,-2 0 0 16,1 2 0-16,0-1-255 15,-2 0 255-15,1 2 0 0,0-1-132 0,-2 0 132 0,1 2 0 0,0 0 256 16,2 1-256-16,-1 1 0 0,0-1 131 0,-2 2-131 0,1 1 0 0,0 0 0 0,0 1 0 0,0 2 0 0,0-2 0 16,0 2 0-16,0 2 0 0,0 0 0 15,2 3 0-15,-1 1 0 0,0-1 0 16,2 2 0-16,-1 0 0 0,0 2 0 0,1 2 0 0,1 1 0 0,0 1 0 16,1 0 0-1,1 3 0-15,0-2 0 0,-2 2 0 0,0 2 0 0,0-2 0 16,-1 1 0-16,-1 1 0 0,1-2 0 0,-2 0 0 0,1 0 0 0,-1-1 0 15,-1 0 0-15,-1-1 0 0,1 0 0 0,-1-2 0 0,-1 0 0 16,1 0 0-16,-1-1 0 0,-3-2 0 0,3-1 0 0,-1-1 0 16,-1-2 0-16,1 1 0 0,2-2 0 0,-1 0 0 0,0-2 0 0,0-1 0 0,-1-1 0 0,1 0 0 15,2 1 0-15,-1-2 0 16,1-1 0 0,-2-1 0-16,0-1 0 0,1 0 0 0,1 1 0 0,1-2 0 0,-1 1 0 0,0-1 0 0,0-1 0 0,0-1 0 15,2-2 0-15,-1-1 0 0,0 2 0 0,0-1 0 16,0-1 0-16,1 0 0 0,0 0 0 0,1-1 0 0,-1 0 0 0,1-2 0 15,1-1 0-15,1 1 0 16,0 0 0-16,4-1 0 0,-1 0 0 0,0-2 0 0,3-1 0 16,-1 2 0-16,0-1 0 0,2 0 0 0,0-1 0 15,-3 0 0-15,1-2 0 0,-6 11-3071 0,-3 5 3071 0,-3 5 0 0</inkml:trace>
  <inkml:trace contextRef="#ctx0" brushRef="#br0" timeOffset="204624.91">21945 8926 1024 0,'0'0'0'0,"0"0"256"0,0 0-256 0,0 0 0 0,4 2 256 0,2 1-256 0,2 1 0 0,-2-1 256 15,-1 0-256-15,0 1 0 0,0 0 256 16,1 0-256-16,1 0 0 0,2 3 256 0,-1 3-256 15,3 2 0-15,-1-1 256 0,-2 2-256 0,0 1 0 0,1 1 256 0,2 3-256 16,1 2 0-16,-3 1 256 0,0 2-256 0,-2 2 0 0,-1 0 256 16,-1 1-256-16,-1 2 0 0,-1-1 256 0,-3 0-256 0,-3 2 0 0,-1-1 256 15,-2 1-256-15,-2 2 0 0,-5-1 255 16,-4 0-255-16,-5 2 0 0,2-3 0 0,-3 0 0 0,-2-2 0 0,1-3 0 16,-1-2 0-16,-1-2 0 0,16-13-3071 0,11-7 3071 15,8-7 0-15</inkml:trace>
  <inkml:trace contextRef="#ctx0" brushRef="#br0" timeOffset="206593.247">22298 8736 1024 0,'0'0'0'0,"0"0"0"0,0 0 0 0,0 0 0 0,0 0 256 0,0 0-256 0,0 0 0 0,6 2 256 16,5 0-256-16,2 1 0 0,-5-2-47 0,-2-2 47 0,-1 1 0 0,1 0 256 15,0 1-256-15,0 1 0 16,2 0 256-16,0 1-256 0,1 1 0 0,-1 0 256 0,2 1-256 0,0 2 0 0,-1 0 256 0,2 1-256 0,0 2 0 0,-2 1 256 15,3 1-256 1,-1 3 0-16,-1 0 256 0,2 1-256 0,0 3 0 0,0 1 256 0,-2 2-256 0,0 3 0 0,0-2 256 31,-2 1-256-31,-1 2 0 0,1-2 256 0,-1 1-256 0,0 1 0 0,-1 0 256 16,-1-1-256-16,-1 3 0 0,-1-3 46 16,-1 1-46-16,-1-1 0 0,2 0 0 0,-3 0 0 0,1 0 0 0,-4 2 0 15,-1 0 0-15,-2 1 0 0,2 0 0 0,-1 1 0 16,-1 0 0-16,-1 2 0 0,0 1 0 0,-1 2 0 0,-1 0-18 0,-4 1 18 0,0 1 0 0,-5 1 18 0,-2 2-18 15,-5 1 0-15,3-4 0 16,-1-1 0-16,-1-2 0 0,0-2 0 0,0-2 0 0,-3-3 0 0,19-16-3071 16,8-11 3071-16,8-8 0 0</inkml:trace>
  <inkml:trace contextRef="#ctx0" brushRef="#br1" timeOffset="-179766.256">3987 11878 1024 0,'0'0'0'0,"0"0"0"0,0 0 0 0,0 0 0 0,0 0 256 0,0 0-256 0,0 0 0 0,0 0 256 0,0 0-256 0,0 0 0 0,0 0 256 16,0 0-256-16,0 0 0 0,0 0 256 0,0 0-256 0,0 0 0 0,0 0 256 16,0 0-256-16,0 0 0 0,0 0 256 15,0 0-256-15,0 0 0 0,8 4 256 0,3 4-256 0,5 2 0 0,-8-7 256 16,-4-3-256-16,-1-3 0 0,-3 3 0 0,5 0 256 0,2-2-256 0,0 1 0 16,-1 0 256-16,1 1-256 0,2 1 0 0,-2-1 256 15,0 1-256-15,0 1 0 0,-1-1 72 0,3 1-72 0,-1 1 0 16,-1-1 91-16,-1 1-91 0,0 1 0 0,0 0 35 15,0 0-35-15,0 1 0 0,-1 0-1 0,-1-1 1 0,0 3 0 0,0-1 20 16,-2 0-20-16,1 1 0 0,-2-1 38 0,-1 1-38 0,-1-1 0 16,0 1 0-16,-1 0 0 0,-1 1 0 0,0-2 0 0,-2 2 0 15,0 0 0-15,0-1 0 0,-1 0 0 16,-1 1 0-16,2 0 0 0,-3-1 0 0,1 1 0 0,1-2 0 16,-1-1 0-16,-2-1 0 0,2 1 0 0,2 0 0 0,-1-2 0 0,0 2 0 15,1-2 0-15,0 1 0 0,1-1 0 0,1-1 0 0,1 0 0 0,-1-1 0 16,0 1 0-16,0-2 0 0,0 1 0 0,1 0 0 0,0 0 0 15,2 0 0-15,1-1 0 16,2-1 0-16,-2 2 0 0,0 0 0 0,0 1 0 0,2-1 0 16,2-1 0-16,2 1 0 0,-2 1 0 0,0 0 0 0,1 1 0 0,0-1 0 0,1 1 0 0,1 1 0 15,1 0 0 1,0 0 0-16,1 1 0 0,-1 0 0 0,1-2 0 0,0 1 0 16,-2 1 0-16,0 2 0 0,-2 0 0 0,1 0 0 0,-2 2 0 0,1 1 0 0,0-1 0 0,-2-1 0 15,-1 0 0-15,-1-1 0 0,-1 2 0 0,-1 0 0 16,0 0 0-16,-1 1 0 0,-1 0 0 0,-1-1 0 0,-1 1 0 0,-2-1 0 0,0 1 0 15,-3-1 0-15,-1 1 0 0,-1-1 0 16,0-1 0-16,-1-1 0 0,-2 1 0 16,1-1 0-16,-4 0 0 0,3 0 0 0,-2 0 0 0,-1-1 0 0,-1-2 0 15,-1-1 0-15,-1-1 0 0,1-1 0 0,1-1 0 0,-2-1 0 0,2-1 0 16,3-1 0-16,1-1 0 0,9 2-3071 0,5 2 3071 0,5 2 0 0</inkml:trace>
  <inkml:trace contextRef="#ctx0" brushRef="#br1" timeOffset="-179485.986">4264 11695 1024 0,'0'0'0'0,"4"1"256"0,2 1-256 0,2 1 0 0,-1-1 256 0,2 1-256 0,0 1 0 0,0 2 256 16,3 1-256-16,2 3 0 0,-14-10 0 0,14 10 256 0,0 2-256 0,2 3 0 0,-2 2 256 16,-2 3-256-16,2 3 0 0,-1 1 256 15,2 2-256-15,1 4 0 0,-4 0 256 16,-3 2-256-16,-2 3 0 0,-1 1 256 0,-1 3-256 0,-3 2 0 0,-2 3 256 0,-5 3-256 16,0 2 0-16,-4-1 256 0,-3 2-256 0,-5 1 0 15,-2 1 256-15,-3 1-256 0,-6 2 0 0,20-37-2816 0,9-18 2816 0,6-18 0 16</inkml:trace>
  <inkml:trace contextRef="#ctx0" brushRef="#br1" timeOffset="-174997.759">5249 11644 1024 0,'0'0'0'0,"0"0"0"0,0 0 0 0,0 0 0 0,0 0 256 15,0 0-256-15,0 0 0 0,0 0 39 0,0 0-39 0,0 0 0 0,0 0-19 0,0 0 19 0,0 0 0 0,0 0 118 16,0 0-118-16,0 0 0 0,2 9 161 0,2 5-161 0,2 4 0 16,-3-9 82-1,-1-1-82-15,-1-3 0 0,-1-5 0 0,2 8 14 0,0 2-14 16,0 1 0-16,0 0-65 0,0 2 65 0,1 0 0 0,-1 1 35 0,0 0-35 16,0 2 0-16,0 0 112 0,-2 1-112 0,1 1 0 0,0-1 112 0,0 2-112 0,0 2 0 0,0 0 115 15,1 1-115-15,1 1 0 0,-1-1 2 0,0-1-2 0,0-1 0 16,0 2-1-1,0 0 1-15,1 1 0 0,-1-1 95 0,0 0-95 0,0 0 0 0,0-1 220 16,-2 2-220-16,1 0 0 0,0-4 256 0,0 0-256 16,0-1 0-16,0 0 256 0,-2 1-256 0,1 1 0 0,0-3 136 15,0-1-136-15,0-2 0 0,-1 0 81 0,-1-3-81 0,-1 0 0 0,1-3-13 16,0-1 13-16,0-1 0 0,-1-3-103 16,1-2 103-16,0-2 0 0,0-1-233 0,0-1 233 0,0-1 0 0,2 4 0 0,-1-1-1656 15,1 1 1656-15,1 1 0 0</inkml:trace>
  <inkml:trace contextRef="#ctx0" brushRef="#br1" timeOffset="-174471.998">5242 11910 1024 0,'0'0'0'0,"-2"-5"0"0,-1-1 0 0,3 6 0 0,-4-9 0 0,1 4 256 16,2-1-256-16,-1 1 0 0,0-2 256 0,0-1-256 15,0-2 0-15,0 0 180 0,-2-1-180 0,0-3 0 0,2 2-34 0,1-1 34 0,1-3 0 16,-1 3 120-16,0-2-120 0,0-1 0 15,0 1 166-15,2-1-166 0,-1 0 0 0,2 1 155 0,2-1-155 0,3 2 0 0,-2-1 107 16,1 0-107-16,1-2 0 0,0 3-109 16,2 0 109-16,1 1 0 0,0 1-96 0,2 2 96 0,0 1 0 0,0-1-65 15,2 2 65-15,0 0 0 0,0 2 15 0,0 0-15 16,4 2 0-16,-3 1 39 0,2 3-39 0,0 0 0 0,-1 1 82 16,-2 1-82-16,0 2 0 0,-1 2 6 0,3 1-6 0,-1 1 0 0,0 0 81 15,-2 0-81-15,0 2 0 0,-2 0 48 0,-1 1-48 16,1 2 0-16,-2-1 134 0,-2 2-134 0,-2 2 0 0,1-2 100 15,-3 0-100-15,-2 2 0 0,-1 0-2 0,-2 2 2 16,-3 1 0-16,1-1-57 0,-2 0 57 0,-2 0 0 16,-1 0-75-16,-5 1 75 0,-2 1 0 0,1-2-151 0,1-1 151 0,-4-1 0 0,1 0 197 15,-3 0-197-15,-2 0 0 0,3-3 76 0,0-1-76 16,0 0 0-16,1-1 107 0,0 0-107 0,1-1 0 0,1-2 54 16,1-1-54-16,1 0 0 0,1-1 7 0,1-1-7 15,3-1 0-15,-1-1 5 0,0 1-5 0,2-1 0 0,1-1 110 16,2-1-110-16,2-1 0 0,-1 1 14 0,0 0-14 0,2 0 0 15,1 0-89-15,2 0 89 0,2 0 0 0,1 0-256 0,0 2 256 0,1-1 0 16,1 0-236-16,0 1 236 0,4-1 0 16,-1 2-128-16,2-1 128 0,3 3 0 0,-2-2 19 0,1 2-19 0,2 0 0 0,-2-1 89 15,2 2-89-15,2 0 0 0,-2 1 121 16,0 1-121-16,2 1 0 0,-2 0 152 0,-1 1-152 16,0 0 0-16,1 2 88 0,-1 1-88 0,1 1 0 0,-3-1 139 0,-1-1-139 0,-2 0 0 15,0 1 31-15,-2-1-31 0,-1 1 0 0,0-3 19 16,-1-2-19-16,-1 0 0 0,-2-6-1675 0,-2-3 1675 0,-2-3 0 0</inkml:trace>
  <inkml:trace contextRef="#ctx0" brushRef="#br1" timeOffset="-174201.857">5744 12136 1024 0,'0'0'0'0,"0"0"0"0,0 0 0 0,0 0 0 0,0 0 256 0,0 0-256 0,0 0 0 0,2 8 256 32,1 3-256-32,1 5 0 0,-1-9 256 0,-2-3-256 0,1-2 0 0,1 3 256 0,1 1-256 0,-4-6 0 0,6 8 0 15,-2-1 231-15,-1 1-231 16,0 2 0-16,0-1 77 16,1 0-77-16,1 2 0 0,-1-2-65 0,-2 1 65 0,2 2 0 0,-1-2-144 0,-2 0 144 15,1-2 0-15,-1 1-36 16,-1-2 36-16,-1-1 0 0,1 0 73 0,-2 0-73 0,1-2 0 0,1-1 26 0,-2-3-26 0,0-3 0 0,1 3-1186 0,1 0 1186 0,1 0 0 15</inkml:trace>
  <inkml:trace contextRef="#ctx0" brushRef="#br1" timeOffset="-174060.123">5685 12001 1024 0,'0'0'0'0,"0"0"0"0,0 0 0 0,0 0 0 0,0 0 256 0,0 0-256 16,0 0 0-16,0 0 256 0,0 0-256 0,0 0 0 0,0 0 256 15,0 0-256-15,0 0 0 0,5-1 256 0,3 1-256 0,4-2 0 0,-6 0 151 16,-2 0-151-16,-2-1 0 0,0 2-1175 0,-2 1 1175 0,-2 1 0 0</inkml:trace>
  <inkml:trace contextRef="#ctx0" brushRef="#br1" timeOffset="-173767.69">6099 12076 1024 0,'0'0'0'0,"0"0"0"0,0 0 0 0,0 0 0 16,0 0 256-16,0 0-256 0,0 0 0 0,0 0 256 0,0 0-256 0,0 0 0 15,-4 5 83-15,-4 3-83 0,-2 1 0 0,5-3 86 16,2-2-86-16,2-1 0 0,-3 2 96 16,-1 1-96-16,-1 2 0 0,6-8 0 0,-6 7 82 0,3 2-82 0,-1 0 0 0,1 0 3 0,-2 0-3 0,-1 2 0 0,3-1-2 15,1 1 2-15,1 2 0 0,-1-2 221 16,2 0-221-16,-2-1 0 0,4 1 256 0,1 0-256 0,2 2 0 0,-1-2 256 15,2 0-256-15,3-2 0 0,0 1-118 0,1 0 118 0,3-1 0 16,0-2-256-16,0-1 256 0,2 0 0 0,-1-2-256 16,2-1 256-16,0-1 0 0,0-3-256 0,0-2 256 0,3-2 0 0,-3-1-53 15,1-1 53-15,1-3 0 0,-12 8-654 16,-7 2 654-16,-4 2 0 0</inkml:trace>
  <inkml:trace contextRef="#ctx0" brushRef="#br1" timeOffset="-173259.198">6329 11672 1024 0,'0'0'0'0,"0"0"0"0,0 0 0 0,0 0 0 0,0 0 256 0,0 0-256 0,0 0 0 0,0 0 256 16,0 0-256-16,0 0 0 0,1 6 256 0,1 4-256 15,1 2 0-15,-1-3 256 0,0-1-256 0,0-2 0 0,0 4 213 0,1 3-213 16,1 1 0-16,-1 2-229 0,1 2 229 0,-1 2 0 0,0 1-253 15,1 1 253-15,1 1 0 0,-1 0-64 16,0-1 64-16,0 0 0 16,1 0 224-16,-3 0-224 0,1 3 0 0,0-2 256 0,1-1-256 0,1-1 0 0,-2-1 256 15,-1-1-256-15,-1-1 0 0,1 0 6 0,0-2-6 16,1 1 0-16,-1-2-256 0,-2 1 256 0,1-2 0 0,0-2-256 16,-2-2 256-16,1-1 0 0,0-1-111 0,0 0 111 0,0-3 0 0,0-1 158 0,2-1-158 0,-1-3 0 0,0 0 256 15,1 0-256-15,1-3 0 0,-1-1 256 0,1-1-256 16,1-2 0-16,-1 0 223 0,0-3-223 0,1-1 0 0,-1 1 106 0,1 0-106 15,2-2 0-15,-2 1 7 16,1-2-7-16,1 0 0 0,-1 0-125 0,1 1 125 0,0-2 0 0,-1 3-127 0,1 0 127 0,2 2 0 16,-2-1-12-1,1 2 12-15,1 0 0 0,0 1 1 0,-3 1-1 0,1 1 0 0,1 1-155 16,1 0 155-16,3 2 0 0,-2 1-180 16,-2 2 180-16,2 2 0 0,-1 1-2 0,0 0 2 0,0 1 0 0,1 1 96 0,-3 1-96 15,1 2 0-15,0 0 114 16,1 2-114-16,-1 0 0 0,0 2 87 0,-2 0-87 0,1 3 0 0,1-2 54 0,-3-1-54 0,1 0 0 0,-1 1-75 0,0 1 75 15,-2 1 0-15,1-2-199 16,-1 1 199-16,-1 0 0 0,2-1-136 0,-3-1 136 0,1-2 0 0,0 0 19 0,-2-2-19 0,1 0 0 16,1-2 90-16,1 0-90 0,1-2 0 15,-2-3-1266-15,-1-2 1266 0,-1-2 0 16</inkml:trace>
  <inkml:trace contextRef="#ctx0" brushRef="#br1" timeOffset="-172802.179">7144 12076 1024 0,'0'0'0'0,"0"0"0"0,0 0 0 0,0 0 0 0,0 0 256 0,0 0-256 0,0 0 0 0,0 0 256 0,0 0-256 0,0 0 0 0,-4-3 256 0,-4-2-256 0,-2-3 0 0,3 6 256 16,2 2-256-1,-1 2 0-15,0-1 256 0,-2 2-256 0,-1-1 0 0,0 1 52 16,-2 2-52-16,0 0 0 0,1 1-171 15,1 2 171-15,0 0 0 0,0 2-218 0,-2 0 218 0,0 2 0 0,3-1 13 16,1 0-13-16,-1 2 0 0,2-2 256 0,1 0-256 0,1 1 0 16,0-1 256-16,1 1-256 0,1 0 0 0,1-1 256 15,1 0-256-15,1-1 0 0,1 0-136 0,1-1 136 0,1 0 0 0,0-2-256 16,1 0 256-16,1-2 0 0,1-1-256 16,0-1 256-16,1 0 0 0,-1-2-117 0,2-1 117 0,0-1 0 0,0-2 256 15,3-1-256-15,2-2 0 0,-3-2 256 0,0-1-256 0,-2-2 0 0,1 0 256 16,-1-1-256-16,0 0 0 0,0-1-48 0,0-1 48 15,-1-1 0-15,-1 3-143 0,-1-1 143 0,-1 1 0 0,1-1-82 16,-2 1 82-16,-1-1 0 0,0 2 39 0,2 2-39 0,0 1 0 16,-2 0 195-16,-1 0-195 0,-1 1 0 0,2 1 249 15,-1 1-249-15,0 0 0 0,-1 1 144 0,-1 2-144 0,-1-1 0 16,1 2-94-16,0 1 94 0,0 1 0 0,0 2-118 16,0 1 118-16,0 2 0 0,0 0 81 0,2 1-81 0,-1 1 0 0,0 2 199 15,0 0-199-15,0 2 0 0,0 0 190 0,1 0-190 0,1 2 0 0,-1 0 1 16,1 0-1-16,1 2 0 0,-1-2-168 0,-2-1 168 15,2-1 0-15,-1-1-256 0,-2 1 256 0,1-1 0 0,0-2-256 16,0-2 256-16,0-1 0 0,0-3-1660 0,-2-3 1660 0,1-3 0 16</inkml:trace>
  <inkml:trace contextRef="#ctx0" brushRef="#br1" timeOffset="-172501.351">7317 12044 1024 0,'0'0'0'0,"0"0"0"0,0 0 0 0,0 0 0 0,0 0 0 0,2 3 256 0,1 1-256 16,1 2 0-16,0-3 256 16,1-1-256-16,2-1 0 0,-2 2 256 0,1 2-256 0,1 0 0 0,0 1 256 15,2-1-256-15,1 3 0 0,-2 0 256 0,-1 1-256 0,1 2 0 0,-1-2 253 16,-1 0-253-16,-1 1 0 0,1 0-256 0,-1 1 256 16,0 0 0-16,-2 0-169 0,-1-1 169 0,-1 1 0 0,0-1 103 15,-1 0-103-15,-1-2 0 0,1 0 256 0,-2-1-256 0,1 0 0 0,0 0 171 16,0 0-171-16,0-1 0 0,0-2-6 0,0-1 6 15,0-1 0-15,0 0-154 0,0 0 154 0,0 0 0 0,0-2-35 0,-2-1 35 0,0-1 0 16,1-1 169-16,0 0-169 0,0-1 0 0,0-1 256 16,2-1-256-16,-1-2 0 15,0 1 256-15,2-1-256 0,-1-2 0 0,1 1 8 0,1-2-8 0,1-1 0 0,0 1-242 0,2-2 242 16,0 0 0-16,0 0-256 0,1-2 256 0,1-1 0 0,1 1-256 16,0-1 256-16,1-1 0 0,-6 11-1378 0,-3 6 1378 0,-3 6 0 15</inkml:trace>
  <inkml:trace contextRef="#ctx0" brushRef="#br1" timeOffset="-171994.987">7791 11625 1024 0,'0'0'0'0,"0"0"256"0,0 0-256 0,0 0 0 0,0 0 0 0,4 2 256 15,2 1-256-15,3 1 0 0,-5-1 256 16,-1 0-256-16,-1 0 0 0,2 1 256 0,1 2-256 0,2 0 0 0,-2 3 256 15,1 1-256-15,3 2 0 0,-3 1 256 0,0 1-256 0,-2 1 0 0,1 1 143 32,0 2-143-32,0 1 0 0,0 1-256 0,-2 1 256 0,2 1 0 0,-1 1-7 0,-2 0 7 0,1 1 0 15,0-1 256-15,-2 0-256 0,1 0 0 0,-1 1 256 0,0 0-256 0,-1 1 0 0,1-2 143 32,1-1-143-32,1-1 0 0,-1-1-118 0,-2-1 118 0,1-1 0 0,1 0-256 15,-1-1 256-15,0-1 0 0,0-3-139 16,0-1 139-16,0-3 0 0,0 2 91 0,-2-2-91 0,1 0 0 0,0-2 202 15,2-2-202-15,-1-1 0 0,0-1 97 0,-2-1-97 0,1-1 0 16,0-3-53-16,0-1 53 0,0-1 0 0,0-1-208 16,0 0 208-16,0-1 0 0,-1-2-223 0,-1-1 223 0,-1-3 0 0,1 2-176 15,-1-2 176-15,1-1 0 0,0 2-143 0,-1 1 143 16,-1 0 0-16,1 0-8 0,-1 0 8 0,-1 2 0 0,1-2 195 16,-2 1-195-16,0-1 0 0,1 3 256 0,-1 0-256 0,-1 2 0 15,-1 1 256-15,-1 0-256 0,-3 3 0 0,1-1 198 16,3 1-198-16,-1 1 0 0,0 1-77 0,-1 1 77 0,0 1 0 15,-1 0-191-15,3 1 191 0,-1 1 0 0,1 1-173 0,0 0 173 0,2 1 0 16,-1 0-2-16,2-1 2 0,-1 1 0 0,1 0 172 16,2 1-172-16,1 2 0 0,1-1 225 0,1-1-225 0,1 0 0 0,1-1 133 15,1 2-133-15,2 0 0 0,0-1-13 0,0-1 13 16,3 0 0-16,0 0-130 0,1-2 130 0,2 0 0 0,0-3-234 16,1-1 234-16,2-1 0 0,0-2-252 0,1 0 252 0,4-1 0 15,-13 2-1500-15,-6 2 1500 0,-6-1 0 0</inkml:trace>
  <inkml:trace contextRef="#ctx0" brushRef="#br1" timeOffset="-171398.867">8522 11605 1024 0,'0'0'0'0,"0"0"0"0,0 0 0 0,0 0 0 15,0 0 256-15,0 0-256 0,0 0 0 0,4 6 256 0,1 2-256 0,3 3 0 0,-2-4 256 0,-2-1-256 0,-1 0 0 16,1 3 256-16,1 1-256 0,1 3 0 0,-1-2 256 0,-1 2-256 16,0 1 0-16,0 1-256 0,0 2 256 0,0 1 0 0,-1 0-256 15,-1 1 256-15,-1 1 0 0,1 0-156 16,-2 2 156-16,1 0 0 0,0-1 210 0,0 1-210 15,1 0 0-15,-1 0 256 0,-2-1-256 0,1 0 0 16,0-1 256-16,-2 0-256 0,2 0 0 0,-1-2 256 0,2 0-256 16,-1-1 0-16,0-1-10 0,0-1 10 0,0-1 0 0,0-2-256 0,0 0 256 0,0-2 0 0,0 0-155 15,0-3 155-15,0-1 0 0,0 0-14 0,0-2 14 0,0 1 0 0,0-2 176 32,0-1-176-32,0-1 0 0,0-1 173 0,3-2-173 0,-2-2 0 0,0 0 123 0,0-2-123 15,0-3 0-15,0 2 1 0,1-1-1 0,1-2 0 16,-1 0 8-16,1-2-8 0,1-1 0 15,-2 1 52-15,2 0-52 0,1-2 0 0,-2 1 84 0,1 0-84 0,1-2 0 0,-1 3 174 16,1-2-174-16,1-1 0 0,0 2 159 0,0 1-159 0,1-1 0 0,-1 2 50 16,1-1-50-16,2 1 0 0,-2 1-201 0,1 0 201 0,3 2 0 0,-3 0-256 15,0 2 256-15,1 0 0 0,1 1-169 16,-3 1 169-16,1 1 0 0,0 1 121 0,2 3-121 0,0 0 0 0,-1 2 256 0,1 1-256 16,-1 1 0-16,-1 1 256 0,3 1-256 0,-1 3 0 0,-2-1 256 15,-1 3-256 1,0 1 0-16,0 0 256 0,0 0-256 0,0 2 0 0,1 1 203 0,-3 0-203 0,1 3 0 0,-1-3-256 15,-1 0 256-15,-1-1 0 0,2 2-256 0,-3-1 256 0,1 2 0 16,-1-2-256-16,-1-2 256 0,-1 0 0 0,1-1-256 0,0 0 256 16,0-2 0-16,0 0-167 15,1-2 167-15,1 0 0 0,-2-6-1686 0,-1-3 1686 0,-1-3 0 16</inkml:trace>
  <inkml:trace contextRef="#ctx0" brushRef="#br1" timeOffset="-170861.063">9303 12116 1024 0,'0'0'0'0,"0"0"0"0,0 0 0 0,0 0 0 0,-3-4 256 0,-2-4-256 0,-2-1 0 0,3 4 256 16,0 0-256-16,2 2 0 0,-1-2 256 0,-1 1-256 0,-1 0 0 0,0 1 256 15,-1-2-256-15,-2 1 0 16,2 1 256-16,-1 1-256 0,-1 0 0 0,0 1 256 0,0 2-256 0,-2-1 0 0,1 1-194 15,-1 2 194-15,-2 0 0 0,2 1-61 0,0 1 61 16,1 1 0-16,-1 1 256 0,1 1-256 0,0 3 0 0,1-2 256 16,0 2-256-16,2 0 0 0,0 0 256 0,1 1-256 0,1 0 0 0,0 0-173 15,1 0 173-15,0 1 0 0,2 0-256 0,1-1 256 0,1 2 0 0,2-3-256 16,1 0 256-16,2-1 0 0,-2-1-256 16,1-1 256-16,1 0 0 0,2-1 127 0,1-1-127 0,2-1 0 0,-1-1 256 15,0 0-256-15,1-2 0 0,0-1 96 0,0-2-96 0,1-2 0 16,-1-1-49-16,1-1 49 0,2-2 0 0,-3-2-194 0,-1-1 194 15,0-2 0-15,0 1-19 0,-2-1 19 0,2 0 0 0,-1 0 147 16,-2-2-147-16,1-2 0 0,-1 3 256 0,-2-1-256 16,0 1 0-16,-1-1 256 0,-1 2-256 0,-1-1 0 0,1 2 256 15,-2 0-256-15,1 2 0 0,0-1 256 0,-2 0-256 0,1 2 0 0,0 1-33 16,-2 0 33-16,1 2 0 0,0 0-124 0,-2 1 124 0,1 0 0 16,0 1 1-16,2 1-1 0,-1 1 0 0,0 0 177 15,-2 1-177-15,1 1 0 0,0 0 256 16,2 1-256-16,-1 1 0 0,0 2 202 0,0 1-202 0,0 2 0 0,0-1 6 0,2 0-6 15,-1 1 0-15,0 2-159 0,1 2 159 0,2 1 0 16,-2-1-256-16,0-1 256 0,0 1 0 0,1 0-256 16,1 2 256-16,1 1 0 0,-1-2-256 0,0-1 256 0,1 1 0 0,-1-3-256 15,0-1 256-15,0 0 0 0,0-1-256 0,1-1 256 0,1 0 0 0,0-2 23 16,0-2-23-16,1-1 0 0,-5-1-1565 16,-2-1 1565-16,-2-1 0 0</inkml:trace>
  <inkml:trace contextRef="#ctx0" brushRef="#br1" timeOffset="-170594.377">9691 11949 1280 0,'0'0'0'0,"0"0"256"0,0 0-256 0,0 0 0 0,0 0 256 16,0 0-256-16,0 0 0 0,-4-4 256 0,-4-2-256 0,0-3 0 0,3 6 256 16,2 1-256-16,2 1 0 0,-2-1 256 15,-1 0-256-15,-3 0 0 0,2 0 256 0,2 1-256 0,-1 0 0 0,0 2-32 0,2 1 32 16,-1 2 0-16,0-2-188 0,0 1 188 0,-1 1 0 0,3 1 256 15,1 1-256-15,1 2 0 0,-1-1 256 0,0 2-256 0,0 0 0 16,2 0 256 0,2 2-256-16,0 1 0 0,-1-1 256 15,0 0-256-15,0 2 0 0,0-1 256 0,1 0-256 0,1 2 0 0,0-3-256 0,-2 1 256 0,0-1 0 0,0 0-256 16,-1 1 256-16,-1 0 0 0,-1-1-256 16,-1-1 256-16,-1 0 0 0,-1 0-31 15,-1-2 31-15,-3 0 0 0,1-1 47 0,-2 1-47 0,-2-1 0 0,1-2-49 0,0-1 49 0,-2 0 0 16,7-3-2051-16,4-1 2051 0,4-1 0 0</inkml:trace>
  <inkml:trace contextRef="#ctx0" brushRef="#br1" timeOffset="-169322.225">10572 11905 1024 0,'0'0'0'15,"0"0"256"-15,0 0-256 0,0 0 0 0,0 0 256 0,0 0-256 0,0 0 0 0,0 0 256 0,0 0-256 16,0 0 0-16,0 0 256 0,0 0-256 16,0 0 0-16,-6 1 256 0,-2 1-256 0,-3 1 0 0,2 1 13 0,0 0-13 0,-1 3 0 15,-1 0-256-15,0 0 256 0,-2 2 0 0,1 0-256 16,0 3 256-16,-2 1 0 16,2 0 11-16,0 1-11 0,-1 1 0 0,3-1 256 15,0 0-256-15,1 2 0 0,1-2 256 0,2 1-256 0,2 0 0 0,-1-2 256 0,3 0-256 0,2-1 0 0,0 0 57 31,2 0-57-31,3-1 0 0,-1-3-256 0,0 0 256 0,3-2 0 0,-2-1-109 16,1-1 109-16,2 0 0 0,-1-2 256 0,1-1-256 16,1-1 0-16,1-2 256 0,0-3-256 0,3-1 0 0,-3-1 256 15,1-1-256-15,2-2 0 0,-2-1 256 0,-2-2-256 0,2-1 0 0,-1 1 113 16,-2 0-113-16,2-2 0 0,-2 1 24 16,2-2-24-16,2-1 0 0,-4 2 206 0,-1 2-206 0,-1-1 0 0,0 1 256 15,0 1-256-15,-2-1 0 0,0 2 196 0,-1 1-196 0,-1 0 0 16,1 1 0-16,0 0 0 0,0 1 0 0,-1 3 0 15,-1-1 0-15,-1 2 0 0,1 0 0 16,-2 0 0-16,1-1 0 0,0 3 0 0,2 2 0 0,0 2 0 0,-1-1 0 16,0 1 0-16,0 1 0 0,0 2 0 15,0 1 0-15,0 3 0 0,0-1 0 0,1 1 0 0,1 2 0 0,-1 2 0 16,-2 1 0-16,1 3 0 0,0-2 0 0,1 0 0 0,1 2 0 16,-1 0 0-16,-2 1 0 0,1 1 0 0,0-1 0 15,0 1 0-15,0 1 0 0,0-2 0 0,-2 0 0 0,1 0 0 0,0-1 0 16,0-2 0-16,0 1 0 0,0-3-86 0,0 0 86 0,0-2 0 15,0-2-256-15,3-1 256 0,-2-3 0 0,0-2-2729 16,-2-3 2729-16,1-3 0 0</inkml:trace>
  <inkml:trace contextRef="#ctx0" brushRef="#br1" timeOffset="-169036.279">10939 11671 1024 0,'0'0'0'0,"0"0"0"0,0 0 0 0,0 0 0 0,0 0 256 0,0 0-256 0,0 0 0 15,0 0 256-15,0 0-256 0,0 0 0 16,2 4 256-16,1 4-256 0,2 2 0 0,-2-2 256 0,-2 0-256 0,1 1 0 0,0 3 256 16,0 1-256-16,0 3 0 0,0 0 256 15,0 1-256-15,0 1 0 0,0 3 256 16,0 3-256-16,0 4 0 0,1-3 256 0,0 2-256 0,1 2 0 0,-1-2 256 15,0-1-256-15,0 0 0 0,-2 0 256 16,-1-1-256-16,-1 0 0 0,1-1-25 0,0-2 25 0,0-1 0 0,-2-3-256 0,-1-3 256 16,-2-1 0-16,1-3-256 0,2-2 256 0,-2-4 0 0,3-2-2023 15,1-3 2023-15,1-3 0 0</inkml:trace>
  <inkml:trace contextRef="#ctx0" brushRef="#br1" timeOffset="-168861.345">10816 12053 1024 0,'0'0'0'0,"0"0"0"0,0 0 0 0,0 0 0 0,0 0 256 0,0 0-256 0,0 0 0 16,7 0 256-1,1 0-256-15,3 0 0 0,-2 0 256 0,1-2-256 0,2 1 0 16,2-1 256-16,0-1-256 0,5-2 0 0,-3 2 256 0,3-1-256 0,3-1 0 0,-4-1-256 16,1-2 256-16,0-3 0 0,-11 8-1024 0,-9 3 1024 0,-6 3 0 0</inkml:trace>
  <inkml:trace contextRef="#ctx0" brushRef="#br1" timeOffset="-168632.658">11168 11725 1024 0,'0'0'0'0,"0"0"256"0,0 0-256 0,0 0 0 0,1 3 256 15,1 2-256-15,1 2 0 0,-1 0 256 0,1 1-256 0,1 2 0 0,-1 1 256 16,1 2-256-16,3 2 0 0,-7-15 0 0,4 15 256 0,1 3-256 0,1 2 0 15,-1-1 256-15,1 1-256 16,-1 2 0-16,0-1 256 0,-1 2-256 0,0 2 0 0,0-3 256 0,-1 0-256 0,-1 0 0 0,0 1 5 16,0 1-5-16,-2 2 0 0,-2-5-162 0,1 0 162 0,-1-3 0 0,1-1-172 15,-1-1 172-15,-1-2 0 0,2-8-1719 16,1-6 1719-16,1-6 0 0</inkml:trace>
  <inkml:trace contextRef="#ctx0" brushRef="#br1" timeOffset="-168227.13">11485 12122 1024 0,'0'0'0'0,"2"-2"256"0,2-1-256 0,2-2 0 0,-6 5 0 0,5-3 256 0,-1-1-256 0,0-1 0 0,1 0 256 16,2-1-256-16,4-2 0 0,-4 2 256 15,1-1-256-15,1-2 0 0,0 1 256 0,-1 0-256 0,0-1 0 0,0 0-3 16,1-2 3-16,-1-1 0 0,-2 1-256 0,-2 1 256 0,-2 0 0 16,2 0-256-16,-2 0 256 0,-1 1 0 0,-1 0 256 15,-1 1-256-15,-1 1 0 0,-2 0 256 16,-1 2-256-16,-2 0 0 0,1 2 256 0,-1 1-256 0,-2 1 0 0,0 1 256 16,0 1-256-16,-4 1 0 0,2 1 186 15,-1 1-186-15,-2 2 0 0,3 0-196 0,-1 2 196 0,3 3 0 0,-1-2 256 0,0 1-256 16,1 3 0-16,1-2 256 0,1 0-256 0,0 2 0 15,2-2 256-15,1 1-256 0,1 2 0 0,1 0 256 0,2 1-256 0,2 1 0 0,0-2 256 16,1 1-256-16,1 0 0 0,1-1 12 0,3-1-12 16,1 0 0-16,-1 0-93 0,3-1 93 0,2-1 0 0,-1-1-256 15,3 0 256-15,1-2 0 0,-1-1-256 16,0-2 256-16,3-2 0 0,-1 0-256 0,-1-1 256 16,4-3 0-16,-4-1-256 0,0-2 256 0,-2-3 0 0,-9 5-1954 0,-5 2 1954 15,-5 2 0-15</inkml:trace>
  <inkml:trace contextRef="#ctx0" brushRef="#br1" timeOffset="-167766.73">11987 11930 1280 0,'0'0'0'0,"0"0"256"0,0 0-256 0,0 0 0 0,0 0 256 0,0 0-256 0,0 0 0 0,-1-6 256 15,-1-3-256-15,-1-2 0 0,1 6 256 16,-1 2-256-16,-1 2 0 0,0-1 256 0,-1-1-256 0,-2 2 0 15,1-1 256-15,-1 1-256 0,-1 0 0 16,-1 2 256-16,-1 2-256 0,-1 0 0 0,0 1-256 0,2 1 256 0,1 2 0 0,-2 0-159 16,3 1 159-16,-1 2 0 0,0-1 256 15,-1 2-256-15,1 0 0 0,1 0 256 0,1 2-256 0,1 1 0 0,0-1 256 16,2 1-256-16,1 0 0 16,1-1 164-16,1 0-164 0,0-1 0 0,2 0-256 0,0-2 256 0,1-1 0 15,1 1-256-15,-1-2 256 0,3 0 0 0,0-2-256 0,0 0 256 0,4-2 0 16,-1 0 256-16,0-1-256 15,4 0 0-15,-3-3 256 0,0-1-256 0,1-2 0 0,-1 0 256 0,1-3-256 0,3-1 0 0,-3 2-195 16,-1-1 195-16,1-1 0 0,-1-1-59 0,-1-2 59 0,0-1 0 0,-1 3 224 31,-1 1-224-31,-1 0 0 0,1 0 256 0,-2 0-256 0,-1-1 0 0,0 1 256 0,-1 0-256 0,-1 1 0 0,1 1 24 16,-2 1-24-16,1 1 0 16,0 0 0-16,1 1 0 0,-1 1 0 0,0 0 0 15,-2 1 0-15,1 1 0 0,0 1-24 0,0 1 24 0,0 1 0 0,0 0-256 0,1 1 256 0,1 2 0 0,-1 0-60 16,0 0 60-16,0 1 0 0,-1-1 151 15,2 2-151-15,0 0 0 0,-1 1-142 0,2 0 142 16,0 2 0-16,-1-2-256 0,-2 0 256 0,1-2 0 0,1 0-256 0,1-2 256 0,1-1 0 16,-1 1-256-16,1 0 256 0,-1-1 0 0,1-3-256 0,2-2 256 15,3-2 0-15,-2-1-256 0,0 1 256 16,1-3 0-16,2-2 97 0,-1-1-97 0,3-3 0 0,-8 8-1557 0,-5 3 1557 16,-5 3 0-16</inkml:trace>
  <inkml:trace contextRef="#ctx0" brushRef="#br1" timeOffset="-167466.601">12414 11835 1024 0,'0'0'0'0,"0"0"0"0,0 0 0 0,0 0 0 0,0 0 256 0,0 0-256 0,0 0 0 0,-4 0 256 16,-2 0-256-16,-2 0 0 0,1-2 256 0,3 1-256 0,-1-2 0 0,-1 1 256 15,-1 1-256-15,-3 0 0 0,3 0 256 16,-1 0-256 0,-1 0 0-16,1 2 256 0,-1 2-256 0,0 0 0 15,1 0-256-15,2 1 256 0,1 1 0 0,1 0 114 0,1 2-114 0,1 0 0 0,1 1 256 0,2 2-256 0,2 1 0 16,-1-1 256-1,1 2-256-15,1 0 0 0,1 1 256 0,1 0-256 16,2 2 0-16,-2-2 256 0,0 1-256 0,0 0 0 0,1-1-256 0,-1 0 256 0,0-1 0 16,-2 0-256-16,-1-2 256 0,-1 0 0 15,0 1-74-15,3-1 74 0,0 1 0 0,-4-2 256 16,-1-1-256-16,-2 0 0 0,1-1 256 0,-1-2-256 0,1 1 0 0,-2-2 256 16,1 0-256-16,-3-2 0 0,2-1-256 15,-1-1 256-15,-1-1 0 0,1-2-256 0,2-3 256 0,-1-1 0 0,0 0-256 16,2-2 256-16,1-3 0 0,-1 8-1832 0,2 5 1832 15,-1 2 0-15</inkml:trace>
  <inkml:trace contextRef="#ctx0" brushRef="#br1" timeOffset="-167195.463">12656 11626 1024 0,'0'0'0'0,"0"0"0"0,0 0 0 15,0 0 0-15,0 0 0 0,0 0 256 0,0 0-256 0,0 0 0 0,0 0 256 16,0 0-256-16,0 0 0 0,6 2 256 0,4 0-256 0,2 1 0 0,-6-1 256 15,-2 2-256-15,-2 0 0 0,3 1 256 0,-3 2-256 16,1 2 0-16,0 0 256 0,1 1-256 0,1 3 0 0,-1-2-256 16,-1 2 256-16,0 1 0 0,2 0 31 0,-3 2-31 0,1 1 0 0,0 0 256 15,0 2-256-15,0 1 0 0,0 0 256 0,0-1-256 16,0 3 0-16,-1-3 256 0,0 0-256 0,-1-1 0 0,2 1 256 16,-2-1-256-16,-1-1 0 0,1 1-256 15,-2 0 256-15,1 0 0 16,0-4-256-16,-2-1 256 0,0-2 0 0,1-7-1823 15,2-4 1823-15,-1-4 0 0</inkml:trace>
  <inkml:trace contextRef="#ctx0" brushRef="#br1" timeOffset="-167062.354">12637 11996 1024 0,'0'0'0'0,"0"0"0"0,0 0 0 0,0 0 0 0,3 1 256 15,0-1-256-15,1 2 0 0,1-1 256 0,2-1-256 0,2-1 0 0,2 0 256 16,0 1-256-16,5-2 0 0,-1 2 256 15,2-2-256-15,3 1 0 0,0-1 256 0,3 1-256 0,2-3 0 0,-3 0-256 16,2-1 256-16,1-1 0 0,-17 4-1024 0,-8 2 1024 16,-8 2 0-16</inkml:trace>
  <inkml:trace contextRef="#ctx0" brushRef="#br1" timeOffset="-165960.889">13622 11402 1024 0,'0'0'0'0,"0"0"0"0,0 0 0 0,0 0 0 0,0 0 256 16,0 0-256-16,0 0 0 0,0 0 256 0,0 0-256 0,0 0 0 0,0 0 256 16,0 0-256-16,0 0 0 0,4 2 256 0,1 3-256 15,2 0 0-15,-4 2 256 0,-2 0-256 0,-2 2 0 0,2 0-256 16,0 1 256-16,0 2 0 0,0 0-256 0,-2 2 256 15,1 2 0-15,0-2-256 0,2 2 256 0,-1 1 0 0,0-1 256 0,-2 2-256 16,1 1 0-16,0 0 256 0,2 1-256 0,-1 1 0 0,0-2 256 16,0 2-256-16,0-1 0 0,0 1 256 0,2-1-256 0,0-1 0 15,-1 1 256-15,-2 0-256 0,1 0 0 0,0-1 256 16,1 2-256-16,1 0 0 0,-1-3-256 0,-2 0 256 0,1-1 0 0,0 0-256 16,-2 0 256-16,1-1 0 0,0-2-256 0,-2-3 256 0,1-1 0 15,0-2-256-15,0-1 256 0,0-3 0 0,0-1-1024 16,2-3 1024-16,-1-3 0 0</inkml:trace>
  <inkml:trace contextRef="#ctx0" brushRef="#br1" timeOffset="-165766.399">13440 11911 1024 0,'0'0'0'0,"0"0"0"0,0 0 0 0,0 0 0 0,0 0 256 0,0 0-256 15,0 0 0-15,0 0 256 0,0 0-256 0,0 0 0 0,3-1 256 0,2-2-256 0,2 0 0 0,-2 0 256 0,1 2-256 16,3-1 0-16,0 1 256 0,2-2-256 0,4 0 0 0,-2 1-256 15,3-1 256-15,1-1 0 0,2 1-256 16,2 1 256-16,2 0 0 0,-2-1-256 0,1-1 256 16,0-1 0-16,0 0 256 0,1 0-256 0,3-1 0 0,-4-1 256 0,0 0-256 0,-1-1 0 0,-14 5-1024 15,-7 4 1024-15,-7 1 0 16</inkml:trace>
  <inkml:trace contextRef="#ctx0" brushRef="#br1" timeOffset="-165237.214">13871 11733 1024 0,'0'0'0'0,"0"0"0"0,0 0 0 0,0 0 0 0,0 0 256 0,0 0-256 0,0 0 0 0,-5 9 256 0,0 3-256 15,-2 6 0-15,5-11 256 0,2-3-256 0,2-3 0 0,-2-1 0 0,1 6 256 0,1 1-256 0,1 2 0 32,-1-1 256-32,0 0-256 0,0 2 0 0,0-1 256 0,2 3-256 0,0 1 0 0,-1-1-57 15,0 0 57-15,0 2 0 0,0-2-256 16,1 0 256-16,2-1 0 0,-1 0-256 0,0 0 256 0,1-1 0 0,0-1-22 15,1 1 22-15,2-2 0 0,-3 0 256 0,2-2-256 0,0 0 0 16,0-2 256-16,0-1-256 0,1-1 0 0,-1-1 201 16,1-1-201-16,-1-1 0 0,0-2-256 0,2-1 256 0,0-2 0 0,-1 0-256 15,2-1 256-15,1-2 0 0,-2 0-256 0,0-2 256 16,-2 0 0-16,0 0 256 0,-1-1-256 0,0 0 0 0,0 0 256 16,0 1-256-16,0-1 0 0,-2 1 256 15,0 1-256-15,-2 0 0 0,0 1 256 0,2 0-256 0,0 2 0 0,-2 0 256 16,-1 2-256-16,-1 1 0 0,0-1 256 0,-1 1-256 0,-1 0 0 15,1 1-12-15,0 1 12 0,0 1 0 0,0 1-256 0,-2 1 256 0,1 1 0 16,0 1-256-16,-1 1 256 0,-1 1 0 0,2 1 107 16,-2 0-107-16,0 2 0 0,1-2 256 0,1 3-256 0,1 1 0 0,-1-1 256 15,2-1-256-15,-1 0 0 0,1 1 256 0,1 2-256 16,1 1 0-16,-1-1 248 0,1 0-248 0,1 1 0 0,0-1-256 16,4 0 256-16,1-1 0 0,-3-2-256 15,1 0 256-15,2-2 0 0,-1 0-256 0,1-1 256 0,1 0 0 0,0-3-256 16,-1-2 256-16,0 0 0 0,1-1 256 0,0-3-256 0,1 0 0 0,-1 0 256 15,-2-3-256-15,-1 0 0 0,0 0 256 0,3-2-256 16,-1-1 0-16,-2 1 256 0,-2-2-256 0,-2 0 0 0,3 0 46 16,-3 1-46-16,1-1 0 0,-1 1 0 0,-1 0 0 0,-1 2 0 15,1-2 0-15,-2-1 0 0,1 0 0 0,-1 1 0 0,-1 2 0 16,-1 1 0-16,-1-1 0 0,-1 1 0 0,-1 0 0 0,1 0 0 16,-2 1 0-16,0 0 0 0,1 0 0 15,0 1 0-15,0 0 0 0,0 0 0 0,1-2 0 0,0 0 0 0,2 5-3071 16,2 2 3071-16,2 2 0 0</inkml:trace>
  <inkml:trace contextRef="#ctx0" brushRef="#br1" timeOffset="-164837.537">14554 11765 1024 0,'0'0'0'0,"0"0"0"0,0 0 0 16,0 0 0-16,0 0 256 0,0 0-256 0,0 0 0 0,0 0 256 0,0 0-256 15,0 0 0-15,-2 6 256 0,-1 4-256 0,-2 2 0 0,2-5 256 0,2-2-256 0,-1 0 0 16,-1 1 256-16,-1 3-256 0,-1 1 0 0,1-1 256 0,2 1-256 0,-2 2 0 0,1-2-256 31,2 1 256-31,-1 0 0 0,0-1-256 0,2 2 256 0,-1 0 0 0,2-1 125 0,1 1-125 0,1 0 0 0,2-3 256 16,-1 0-256-16,3-2 0 0,0 1 256 16,0-2-256-16,4-1 0 0,-2-1 256 15,1 0-256-15,2-2 0 0,-2-2 256 0,1-1-256 0,3-1 0 0,-3-2 68 0,1 0-68 0,0-1 0 0,0-1-203 31,-1-2 203-31,0 0 0 0,-2 0 177 0,-1-2-177 0,-3-1 0 0,0 1 256 0,-1-2-256 0,-1-1 0 0,-1 2 256 16,-1-1-256-16,-1 1 0 0,-1-1 256 0,-1 0-256 16,-1-2 0-16,-2 2 41 0,-2 2-41 0,-3 0 0 0,1 0 44 15,0 1-44-15,-4 0 0 0,1 2 3 16,-4 2-3-16,0 1 0 0,1 0-180 16,-1 1 180-16,-1 1 0 0,1 0-256 0,1 0 256 0,0 2 0 15,2 0-256-15,3 0 256 0,2 0 0 0,0 0-256 16,1-1 256-16,3-1 0 0,2 2-2123 0,2 0 2123 0,2 0 0 15</inkml:trace>
  <inkml:trace contextRef="#ctx0" brushRef="#br1" timeOffset="-164541.474">15370 11427 1024 0,'0'0'0'0,"0"0"0"0,0 0 0 0,0 0 0 0,0 0 256 0,0 0-256 0,0 0 0 0,0 0 256 15,0 0-256-15,0 0 0 0,3 3 256 0,2 3-256 0,3 1 0 0,-3 0 256 16,-1 1-256-16,0 2 0 0,1 2 256 16,-2 1-256-16,2 3 0 0,-1 0 196 0,0 2-196 0,0 1 0 0,0 2-256 15,0 1 256-15,0 2 0 0,-1-2 256 16,0 2-256-16,-2-1 0 0,1 1 256 0,0-2-256 0,0 2 0 15,-1-1 256-15,-1 1-256 0,-1 1 0 0,1-1 256 0,-1-2-256 0,1-1 0 0,-1 0 256 16,2-1-256-16,-1-1 0 0,0-1-256 0,2-1 256 16,-1-1 0-16,2-4-256 0,1-3 256 15,1-2 0-15,-3-3-1988 0,-2-5 1988 0,-2-2 0 0</inkml:trace>
  <inkml:trace contextRef="#ctx0" brushRef="#br1" timeOffset="-164192.276">15426 11853 1024 0,'0'0'0'0,"0"0"256"0,0 0-256 0,0 0 0 0,0 0 0 0,0 0 0 0,0 0 0 0,1-3 256 15,1-1-256-15,1-2 0 0,0 3 256 0,1 0-256 16,2 0 0-16,-1-1 256 0,1-1-256 0,2-2 0 16,1 3 256-16,0 1-256 0,1 0 0 0,0 1 256 0,2 0-256 0,0 1 0 15,1-1 2-15,1 2-2 16,4 2 0-16,-4-1-201 0,1 1 201 0,0 0 0 0,0 3 256 0,0 0-256 0,2 2 0 15,-2-1 256-15,-1 1-256 0,0 1 0 0,0 2 256 0,-1 0-256 0,-2 2 0 0,0-1 256 16,-3 2-256-16,-1 1 0 0,-1-2-256 16,-3 0 256-16,1-1 0 0,-2 1-256 0,-2-1 256 0,-2 0 0 15,-2 0-256-15,-1 0 256 0,-2-1 0 0,0-1 256 0,-4 0-256 0,-1-2 0 0,0 1 256 16,-3-2-256-16,-1-1 0 16,0-1 256-16,0 0-256 0,-2-2 0 0,0-1 256 0,-1 0-256 0,-4 0 0 0,3-3-256 15,2-2 256-15,-1 0 0 0,2 1-256 0,1-2 256 16,3-2 0-16,8 5-2105 0,5 2 2105 0,5 2 0 0</inkml:trace>
  <inkml:trace contextRef="#ctx0" brushRef="#br1" timeOffset="-163763.134">15913 11815 1024 0,'0'0'0'0,"0"0"0"0,0 0 0 0,0 0 0 0,0 0 256 0,0 0-256 0,0 0 0 0,5-1 256 0,3 1-256 0,4-2 0 16,-6 0 256-16,-1-2-256 16,-1 1 0-16,2 0 256 0,2 0-256 0,0-1 0 0,-8 4 0 0,7-2 256 0,1-2-256 0,3 0 0 0,-3 2 256 15,2 0-256-15,1 0 0 0,-1 3-256 0,0 1 256 16,4 1 0-16,-3 0-256 0,-2 2 256 0,2 0 0 0,-1 1-256 16,-2 2 256-16,2 0 0 0,-1 0 256 0,-2 2-256 0,1 0 0 0,1 0 256 15,-3 0-256-15,1 2 0 0,-2 0 256 16,-1 1-256-16,1 0 0 0,-2-1-146 0,-2 0 146 0,-2-1 0 15,1 0-256-15,0-1 256 0,-1 0 0 0,0 0-256 0,-1 0 256 0,-2-1 0 0,1-1-256 16,-1-1 256-16,-1 0 0 0,1-1 256 0,-1-1-256 0,-1-1 0 16,0 0 256-16,0-2-256 0,-1-1 0 0,1 1 256 15,0-1-256-15,-1-1 0 0,1-1 256 16,0-1-256-16,0-2 0 0,0 1 256 16,1-1-256-16,0-1 0 0,0-1 256 0,2-2-256 0,-1-3 0 0,2 1 256 0,1 0-256 0,1-2 0 0,0 1 256 31,1-2-256-31,1-1 0 0,0 2 256 0,1-2-256 0,1-1 0 0,1 1 145 15,0 1-145-15,4-1 0 0,-2 1-71 16,1 0 71-16,2-1 0 0,-2 0-256 0,1 2 256 0,1-1 0 0,0 1-256 16,0 1 256-16,2-1 0 0,-1 1-256 0,1 1 256 15,1 0 0-15,-9 7-2232 16,-4 3 2232-16,-4 3 0 0</inkml:trace>
  <inkml:trace contextRef="#ctx0" brushRef="#br1" timeOffset="-163365.993">16392 11755 1024 0,'0'0'0'0,"0"0"0"0,0 0 0 0,0 0 0 0,0 0 256 0,0 0-256 0,0 0 0 0,0 9 256 16,0 5-256-16,0 4 0 0,0-9 256 0,-2-3-256 0,1-2 0 0,0 4 256 15,2 1-256-15,-1 2 0 16,0-1 256-16,-2 0-256 0,1 2 0 0,0-2 256 0,0-1-256 0,0 0 0 0,0 1-256 15,2 0 256-15,-1 2 0 0,0-3-256 0,2 0 256 0,-1-2 0 0,1 1-256 16,1-1 256-16,1 0 0 0,1 0 256 16,0-2-256-16,1-1 0 0,-1 1 256 0,1-1-256 0,2 0 0 0,-2-3 256 15,1 1-256-15,2-2 0 0,-1-2 256 0,0 1-256 16,1-2 0-16,-2-1-107 0,3-2 107 0,-1-1 0 0,-1 2-256 16,-1-3 256-16,0-1 0 0,-2 1-184 0,-1-1 184 0,-1-2 0 0,0 1 256 15,-1-2-256-15,-1 0 0 0,-1 0 256 16,-2 0-256-16,-2-2 0 0,0 2 256 15,0 0-256-15,-3 1 0 0,-1 0 256 0,1 0-256 0,-3 2 0 0,0-1 256 0,0 0-256 0,-1 1 0 0,0 2 256 16,0 0-256-16,-3 2 0 0,2-1-211 16,0 1 211-16,-2 0 0 0,2 2-256 0,0 1 256 0,-1 1 0 0,3-1-256 15,1 0 256-15,0-1 0 0,1 2-256 0,1 0 256 0,1 0 0 16,1 0-256-16,3-1 256 0,2-1 0 0,1 1-256 16,3-1 256-16,1-1 0 0,-4 3-1290 0,-1 1 1290 0,-1 1 0 0</inkml:trace>
  <inkml:trace contextRef="#ctx0" brushRef="#br1" timeOffset="-163096.018">16867 11420 1024 0,'0'0'0'0,"0"0"0"0,0 0 0 0,0 0 0 0,0 0 0 0,0 0 256 0,0 0-256 0,0 0 0 0,0 8 256 0,-2 5-256 0,1 4 0 0,1-8 256 16,1-3-256-16,1-2 0 0,0 5 256 0,1 1-256 15,1 3 0 1,-2 0 256-16,2 1-256 0,0 3 0 0,1-1 256 0,-3 3-256 0,1 3 0 16,0-3 256-16,0 0-256 0,0 2 0 0,0 0 256 0,0 0-256 0,0 1 0 0,0-1 256 0,1 1-256 15,-1 1 0-15,0-1 256 0,-2 0-256 0,1 0 0 0,0-1 256 16,1-1-256-16,1-1 0 0,-1 0 255 0,-2 2-255 0,1 0 0 0,-2-4 0 16,-1-4 0-16,-1 0 0 0,1-2-243 15,-1-1 243-15,-1-2 0 0,1-2-256 0,0-2 256 0,0-1 0 16,1-2-2572-16,1-1 2572 0,1-1 0 0</inkml:trace>
  <inkml:trace contextRef="#ctx0" brushRef="#br1" timeOffset="-162494.676">16739 11774 1024 0,'0'0'0'15,"0"0"0"-15,0 0 0 0,0 0 0 0,0 0 0 0,2 1 256 0,2-1-256 0,2 2 0 0,-2-4 256 16,1-1-256-16,2-2 0 0,1 2 256 0,1-1-256 0,5-1 0 0,-3 0 256 15,1-2-256-15,2 0 0 0,-1-2 256 16,3-1-256-16,2-3 0 0,-2 1 31 0,1-1-31 16,1-2 0-16,0 1-256 0,-3-1 256 0,2-1 0 0,-1 0-256 15,0-2 256-15,-1-2 0 0,0 2 256 0,-3-3-256 0,-2 0 0 0,2 4 256 16,-2 0-256-16,-1 1 0 0,0 1 256 0,-3 1-256 0,-1 2 0 16,-1 2-24-16,-2 3 24 0,-1 2 0 0,0-1-256 15,-1 2 256-15,-1 1 0 0,0 2-256 0,-1 1 256 0,-1 1 0 16,2 0-81-16,-2 1 81 0,0 1 0 0,1 1 256 0,0 1-256 15,-1 2 0-15,-1 1 256 0,3 2-256 0,-1 1 0 0,0 1 256 16,-1 1-256-16,-1 3 0 0,2-1 256 0,1 2-256 16,1 1 0-16,-1 1 256 0,-1 2-256 0,-1 3 0 0,1-4 140 15,2 3-140-15,-1-1 0 0,0 0-256 0,0 0 256 0,0 1 0 0,-1-1 256 16,4-1-256-16,-2-1 0 0,0 0 256 16,0-1-256-16,0-1 0 0,0 0 256 0,2-1-256 15,-1-2 0-15,0-1 189 0,0-1-189 0,0-2 0 0,0-1-145 16,0-2 145-16,0 0 0 0,0-1-256 0,0-1 256 0,0-1 0 0,0-1-256 15,0-2 256-15,0-1 0 0,1-2-115 0,1-1 115 16,1-2 0-16,-1 0 256 0,2-1-256 0,1-1 0 0,0-1 256 16,1-1-256-16,1-2 0 0,0 1 183 0,-1 0-183 0,0-2 0 0,0 1-4 15,2 0 4-15,0-1 0 0,-1 1 81 16,2 0-81-16,1 1 0 0,-2 1 0 0,-1 1 0 0,0 0 0 0,0 2 0 16,0 1 0-16,1 0 0 0,-1 2 0 15,1 1 0-15,1 1 0 0,0 2 0 0,-1 1 0 0,0 2 0 0,1-1 0 16,-2 1 0-16,1 2 0 0,-2-2 0 0,0 3 0 0,-2 1 0 0,1-2 0 15,-2 1 0-15,1 2 0 0,-2-2 0 0,-1 2 0 16,0 0 0-16,-1-1 0 0,-1 1 0 0,-1 0 0 16,1-1 0-16,-3 0 0 0,2 1 0 0,0-3 0 0,-1-1 0 15,-1 0 0-15,1-2 0 0,0-1 0 0,0 0 0 0,2-2 0 16,1-1 0-16,1-1 0 0,-1 1-3071 0,-2 0 3071 0,1 0 0 16</inkml:trace>
  <inkml:trace contextRef="#ctx0" brushRef="#br1" timeOffset="-162192.703">17588 11910 1024 0,'0'0'0'0,"0"0"0"0,0 0 0 0,0 0 0 0,2-3 256 0,2 0-256 0,3-1 0 15,-3 2 256-15,0-2-256 0,0 0 0 0,0 0 256 0,1-1-256 0,3-1 0 0,-3-1 256 16,1-1-256-16,1-2 0 0,-1 0 256 0,-1 0-256 0,0-2 0 16,0 1 256-16,-2 0-256 0,1-2 0 0,0 2-256 0,-2 1 256 15,1 0 0-15,-2 0 191 0,-1-1-191 16,-1 0 0-16,0 2 256 0,-1 1-256 15,-1 0 0-15,0 0 256 0,-1 2-256 0,-1 1 0 0,0 0 256 16,-2 1-256-16,0 1 0 0,1 0 256 0,-1 2-256 0,-2 1 0 0,2 0-245 16,-1 3 245-16,-1 1 0 0,1-1-256 0,-1 0 256 0,0 3 0 0,1 0 134 15,0 2-134-15,1 0 0 0,1 0 256 16,1 0-256-16,1 1 0 0,-1 1 256 0,2 0-256 0,1 2 0 0,1-1 256 16,1 0-256-16,1 2 0 0,1-2 175 0,1 1-175 0,2 0 0 0,0-1 0 15,0-1 0-15,3 0 0 0,-1-1 0 0,2-1 0 0,1 0 0 16,0-2 0-16,2 0 0 15,0-2 0-15,-2-1 0 0,3-1 0 0,-1 0 0 0,-8-1-3071 0,-4-2 3071 0,-4 1 0 0</inkml:trace>
  <inkml:trace contextRef="#ctx0" brushRef="#br1" timeOffset="-161838.333">17842 11647 1024 0,'0'0'0'0,"0"0"0"0,0 0 0 0,0 0 0 0,0 0 256 0,0 0-256 0,0 0 0 0,0 0 256 16,0 0-256-16,0 0 0 15,0 0 256-15,0 0-256 0,0 0 0 0,9 3 256 16,3 1-256-16,5 2 0 0,-9-4 256 0,-1 1-256 0,-3-1 0 16,3 2 256-16,0 2-256 0,1 2 0 0,-1-1 256 0,-2 2-256 0,2 1 0 0,-1-1 256 0,-2 1-256 0,1 2 0 15,-1-1 256-15,-1 0-256 16,-1 1 0-16,1-1 256 0,-2 1-256 0,-1 1 0 0,1-2 256 16,-2 1-256-16,1-1 0 0,0 0 255 0,-3-2-255 0,2 0 0 0,0-1 0 0,0-1 0 15,0 0 0-15,0-1-128 0,-1-1 128 16,-1-1 0-16,1 1-256 15,2-1 256-15,-1 0 0 0,0-1-256 0,0-1 256 0,0 0 0 0,0-1 256 16,0 0-256-16,0 0 0 0,0-1 256 16,2 0-256-16,-1 0 0 0,0-2 128 0,-2 1-128 0,1-2 0 0,1-2 0 15,1-1 0-15,1-2 0 0,-1-1 0 0,1-2 0 0,1-1 0 16,-1 1 0-16,1-1 0 0,1 0 0 0,0 0 0 16,2-1 0-16,0 0 0 0,-1 1 0 0,0 1 0 0,0 0 0 0,2-1 0 15,1-1 0-15,3 0 0 0,-3 1 0 16,1 2 0-16,0 0 0 0,0 1 0 0,1-1 0 0,2 1 0 0,-2 0 0 15,-1-1 0-15,0 0 0 0,-6 7-3071 0,-3 4 3071 0,-3 1 0 16</inkml:trace>
  <inkml:trace contextRef="#ctx0" brushRef="#br1" timeOffset="-161473.055">18457 11515 1024 0,'0'0'0'0,"0"0"0"0,0 0 0 0,0 0 0 0,0 0 256 0,0 0-256 0,0 0 0 16,0 0 256-16,0 0-256 0,0 0 0 0,0 0 256 15,0 0-256-15,0 0 0 0,-8 4 256 0,-3 2-256 0,-5 3 0 16,8-6 256-16,4 0-256 0,1-3 0 0,-3 1 256 16,-2 1-256-16,0 1 0 0,1-1 256 0,0 2-256 15,-1 0 0-15,1 0 256 0,2 0-256 0,-1 0 0 0,2 1-256 0,1 2 256 0,0 0 0 0,1 0 195 16,1-1-195-16,1 0 0 0,0 1 256 16,1 2-256-1,1 1 0-15,1-2 256 0,0 2-256 0,1 0 0 0,0-1 256 0,1 2-256 0,1 1 0 0,-1-1 8 16,1-2-8-16,-1 2 0 0,0-1 61 0,0 1-61 0,0-1 0 0,0 0 247 15,-1-2-247-15,0 0 0 0,-1 1 0 16,-1 0 0-16,-1 1 0 0,-1-2 0 0,-1-1 0 0,-1 0 0 0,1 0 0 16,0 0 0-16,0-1 0 0,-2-1 0 0,-2-1 0 0,0-1 0 0,1 0 0 15,0 1 0-15,0-2 0 0,0 1 0 0,-1-1 0 16,-2 0 0-16,2-2 0 0,2-3 0 0,-1-1 0 0,0 2 0 16,1-1 0-16,0-1 0 0,1-1 0 0,2-3 0 0,2-1 0 15,-2 6-3071 1,0 3 3071-16,0 3 0 0</inkml:trace>
  <inkml:trace contextRef="#ctx0" brushRef="#br1" timeOffset="-161345.9">18598 11767 1024 0,'0'0'0'0,"0"4"0"0,0 3 0 0,0 1 0 0,0-4 256 15,2-1-256-15,-1 0 0 0,0 0 256 0,0 0-256 0,0 0 0 0,0 0 256 16,0 0-256-16,0 0 0 0,2-2 256 16,3-1-256-16,1-1 0 15,-7 1 0-15,2 0-1024 0,-2 0 1024 0,-2 0 0 0</inkml:trace>
  <inkml:trace contextRef="#ctx0" brushRef="#br1" timeOffset="-131192.698">6457 14101 1024 0,'0'0'0'0,"0"0"0"0,0 0 0 0,0 0 0 0,0 0 0 0,0 0 0 0,0 0 0 15,0 0 0-15,0 0 0 0,0 0 0 0,0 0 0 0,0 0 0 0,0 0 0 16,0 0 0-16,0 0 0 0,0 0 0 16,0 0 0-16,0 0 0 0,0 9 0 0,2 4 0 0,-1 5 0 15,0-8 0-15,1-4 0 0,1-2 0 0,-1 2 0 0,0 1 0 0,0 2 0 16,0 1 0-1,0 1 0-15,0 3 0 0,1-2 0 0,0 1 0 0,2 2 0 0,-2-1 0 16,1 1 0-16,1 1 0 0,-1 0 0 0,-2 2 0 0,2 2 0 0,-1-2 0 16,0 1 0-16,0 1 0 0,0-2 0 15,1 1 0-15,1 0 0 0,-2 1 0 0,-1-2 0 0,-1 1 0 0,1-1 0 16,1 1 0-16,-1 1 0 0,0-2 0 0,-2 2 0 0,1-1 0 0,0-1 0 16,-2-2 0-16,1 0 0 0,0-1 0 15,-2-1 0-15,1-2 0 0,0-1 0 0,0-2 0 0,0 0 0 16,-1-2 0-16,0-2 0 0,-2-1 0 0,1-2 0 15,2-2 0-15,-1-2 0 0,0-1 0 0,0-1 0 0,0-2 0 0,1 4 0 16,1 2 0-16,1 2 0 0</inkml:trace>
  <inkml:trace contextRef="#ctx0" brushRef="#br1" timeOffset="-130598.589">6415 14170 1024 0,'0'0'0'0,"0"0"0"0,0 0 0 0,0 0 0 0,0 0 0 0,0 0 0 0,0 0 0 0,1-5 0 16,2-2 0-16,0-3 0 0,-2 3 7 0,2 1-7 0,0 0 0 0,1 0 4 15,1-1-4-15,1-2 0 0,2 3-4 0,-1 1 4 16,3 0 0-16,-1 1-1 0,2-2 1 0,1 0 0 0,1 2-4 16,0 1 4-16,3 1 0 0,-2 1-2 0,1 1 2 0,2 1 0 0,-1 1 0 15,-1 1 0-15,1 1 0 0,-1 1 0 0,2 1 0 16,1 2 0-16,-1 1 0 0,-1 2 0 0,2 1 0 15,-4 0 0-15,-2 0 0 0,-1 2 0 0,-1 0 0 16,0 2 0-16,-2 1 0 0,-1-1 0 0,-2 0 0 0,-2-1 0 16,1 2 0-16,-3-1 0 0,-2 2 0 0,0-2 0 0,-2 0 0 0,0 0 0 0,-1-1 0 15,-2-1 0-15,-2 1 0 0,0-2 0 16,-1-1 0-16,-2 1 0 0,3-3 0 0,-3-1 0 0,1 0 0 16,1 0 0-16,-3-1 0 0,1 1 0 0,1-4 0 15,0-1 0-15,2-1 0 0,-1 0 0 0,1 1 0 0,0-2 0 0,1 0 0 16,1-2 0-16,1 1 0 0,-1 0 0 0,1-1 0 0,2-1 0 15,0 0 0-15,1 1 0 0,1-2 0 0,-1 2 0 16,2-2 0-16,-1 1 0 0,2 1 0 0,2-2 0 0,2 1 0 0,-1 0 0 16,1 0 0-16,3 0 0 0,-1 1 0 0,2 1 0 0,3 1 0 0,-1-2 256 15,0 0-256-15,4 0 0 0,-3 3-256 16,2 2 256-16,1 3 0 0,-1 0 0 16,-1 1 0-16,1 2 0 0,-1 1 0 0,-2 0 0 0,0 2 0 0,-1-1 0 15,-1 0 0-15,-1 2 0 16,-1-2 0-16,-3 1 0 0,-2 0 0 0,1 0 0 0,-1 0 0 0,-1-1 0 0,-2 0 0 0,-2 1 0 15,-2 1 0-15,0-3 0 16,-1-1 0-16,-2 0 0 0,1 0 0 0,-1 0 0 0,-3-2 0 0,2 1 0 16,0-2 0-16,-4 0 0 0,3 0 0 0,-1-1 0 0,-2 0 0 0,2-2 0 15,-2-1 0-15,-1-1 0 0,2 0 0 0,-3 0 0 0,1-2 0 0,0 0 0 16,0-1 0-16,-2-1 0 0,3-1 0 16,0-1 0-16,2-2 0 0,1 1 0 0,0-2 0 0,2-2 0 0,1 0 0 15,1-2 0-15,-1-1 0 0,4 8 0 16,4 3 0-16,1 3 0 0</inkml:trace>
  <inkml:trace contextRef="#ctx0" brushRef="#br1" timeOffset="-130133.48">7050 14533 1024 0,'0'0'0'0,"0"0"0"16,0 0 0-16,0 0 0 0,0 0 0 0,0 0 0 0,0 0 0 0,0 0 0 0,0 0 0 0,0 0 0 0,5-2 0 0,3-1 0 16,4-2 0-16,-4 5 0 15,-2 1 0-15,2 2 0 0,1-1 0 16,0 1 0-16,4 1 0 0,-13-4 0 0,10 5 0 0,0 1 0 0,1 2 0 15,-2 1 0-15,2 0 0 0,2 2 0 0,-4-1 0 0,-1 0 0 0,-1 1 0 16,2 0 0-16,-3 2 0 0,1 1 0 0,-1-2 0 0,0 1 0 0,-2 0 0 16,-1-1 0-16,-1 1 0 0,-1 0 0 0,0-1 0 15,-1 0 0-15,-1-1 0 0,1 0 0 0,-2 0 0 0,1-2 0 0,-1 1 0 16,-1-2 0 0,-2-1 0-16,2 1 0 0,0-2 0 0,0 0 0 0,0-3 0 0,-1-1 0 0,-1-1 0 0,2 0 0 0,-3 0 0 15,1 0 0-15,1-3 0 16,-1-1 0-16,-1-1 0 0,2-3 0 0,1-1 0 0,1-2 0 0,-2 0 0 0,1 0 0 0,0-2 0 0,1 1 0 31,1-2 0-31,1-1 0 0,-1 1 0 0,2-1 0 0,-1 0 0 0,1 0 0 16,1 0 0-16,1 0 0 0,-1 0 0 0,1 1 0 15,3 0 0-15,-3 1 0 0,1 2 0 0,1 0 0 0,-1 0 0 0,1-1 0 16,2 1 0-16,-1 0 0 0,1 0 0 0,1 1 0 0,-1 1 0 16,2-1 0-16,0 1 0 0,-6 5 0 0,-3 3 0 0,-3 3 0 0</inkml:trace>
  <inkml:trace contextRef="#ctx0" brushRef="#br1" timeOffset="-129762.697">7489 14540 1024 0,'0'0'0'0,"0"0"0"0,0 0 0 0,0 0 0 0,0 0 0 16,0 0 0-16,0 0 0 0,0 0 0 0,0 0 0 0,0 7 0 15,-2 4 0-15,1 5 0 0,0-7 0 0,-1-2 0 0,-1-1 0 0,1 2 0 0,0 2 0 0,0 1 0 16,0-1 0-16,-1 2 0 15,-1 0 0-15,1 0 0 0,1 0 0 0,2 2 0 0,-2-2 0 0,2 1 0 0,-1 1 0 0,2-3 0 16,1 1 0-16,1-1 0 0,0-1 0 16,0 0 0-16,1-2 0 0,0 0 0 15,1-2 0-15,2 0 0 0,-2-1 0 0,2 1 0 16,0-2 0-16,0-1 0 0,1-2 0 0,2-2 0 0,-2 0 0 0,0-1 0 16,1-1 0-16,-1-2 0 0,-2-1 0 15,1-2 0-15,0 1 0 0,-1-2 0 0,0 0 0 0,-2-2 0 0,-1 0 0 0,-1-2 0 16,0 1 0-16,0-2 0 0,-2-1 0 0,-1 2 0 0,-3 0 0 0,0 1 0 0,1-1 0 15,-1-1 0-15,-1 0 0 0,-1 1 0 0,-1-1 0 0,-3 0 0 0,2 2 0 16,-1 0 0-16,-2 1 0 0,2 1 0 16,-2 2 0-16,0 1 0 0,1-1 0 0,-1 1 0 0,1 0 0 0,2 0 0 15,1 2 0-15,3 1 0 0,-1-1 0 0,1 0 0 0,1-1 0 0,1 2 0 16,1-1 0-16,1 2 0 0,-1 1 0 16,2 2 0-16,-1 2 0 0</inkml:trace>
  <inkml:trace contextRef="#ctx0" brushRef="#br1" timeOffset="-129503.072">7791 14189 1024 0,'0'0'0'0,"0"0"0"0,0 0 0 0,0 0 0 0,0 0 0 0,0 0 0 0,0 0 0 0,0 0 0 0,0 0 0 0,0 0 0 0,2 8 0 15,1 4 0-15,1 6 0 0,0-8 0 16,-1 0 0-16,0-2 0 0,0 4 0 0,0 2 0 0,0 1 0 15,0 1 0-15,1 2 0 0,1 2 0 0,0-2 0 16,-3 3 0-16,1 0 0 16,-1 0 0-16,2 0 0 0,0 3 0 0,-1-1 0 0,-1 1 0 0,-1 2 0 0,1-3 0 15,0 0 0-15,0 0 0 16,1 0 0-16,-3 0 0 0,1 1 0 0,-1-3 0 0,0-1 0 0,-1-1 0 0,1-2 0 0,-2-1 0 0,0-2 0 0,1-2 0 16,2-4 0-16,-1-3 0 0,0-2 0 0,0-3 0 0,0-3 0 0</inkml:trace>
  <inkml:trace contextRef="#ctx0" brushRef="#br1" timeOffset="-128930.964">7750 14577 1024 0,'0'0'0'0,"0"0"0"0,0 0 0 0,0 0 0 0,0 0 0 0,0 0 0 0,0 0 0 0,1-2 0 16,1-1 0-16,1-1 0 0,1 0 0 0,0-1 0 0,3-2 0 0,1 1 0 15,-1 0 0-15,3-1 0 0,-1-2 0 0,0-1 0 16,1-3 0-16,-1 2 0 0,2-2 0 15,2 0 0-15,-2-1 0 0,-2-1 0 0,-1-1 0 0,1 1 0 16,-1 0 0-16,0-2 0 0,-2 2 0 0,-1 1 0 0,-1-2 0 0,1 3 0 16,-1-1 0-16,-2 1 0 0,0 1 0 0,-1 2 0 0,-1 0 0 0,1 1 0 15,-2 0 0-15,1 2 0 0,0 0 0 0,-2 2 0 0,1 1 0 0,0 0 0 0,0 1 0 0,0 1 0 0,0 1 0 16,0 1 0-16,0 1 0 16,1 1 0-16,1 3 0 0,1 0 0 0,-1 1 0 0,1 1 0 0,1 2 0 0,-1 3 0 31,0 3 0-31,0 3 0 0,0-1 0 0,1 1 0 0,1 3 0 0,2 0 0 15,1 1 0-15,2 2 0 0,-2-1 0 16,-1 2 0-16,0 3 0 0,-1-3 0 0,-1 1 0 0,-1 1 0 0,1-1 0 16,0-1 0-16,1 0 0 0,-2-2 0 0,-1-2 0 15,-1-2 0-15,1 0 0 0,0-3 0 0,0 0 0 0,0-2 0 16,-2-2 0-16,1 0 0 0,0-4 0 0,-2 0 0 0,1-2 0 0,0 0 0 16,0-1 0-16,0 0 0 0,0-3 0 15,0-2 0-15,0-2 0 0,0-2 0 0,2-1 0 0,-1-2 0 0,0 0 0 16,1-2 0-16,1 0 0 0,-1-2 0 0,1 0 0 15,2-2 0-15,-2 1 0 0,0 0 0 0,0-2 0 0,0 2 0 16,1 0 0-16,2 1 0 0,-1 0 0 0,0 1 0 0,1 0 0 0,-1 0 0 16,-2 2 0-16,1 0 0 0,0 2 0 0,1 0 0 15,-1 2 0-15,0 0 0 0,-1-1 0 0,0 2 0 0,1 0 0 16,-2 1 0-16,1 1 0 0,0 1 0 0,2 2 0 0,0 2 0 0,-1-2 0 16,0 3 0-16,0 0 0 0,0 2 0 15,0 1 0-15,1 3 0 0,-2-2 0 0,-1 2 0 0,-1 0 0 0,1 0 0 16,0 2 0-16,0 1 0 0,0-2 0 15,-2 0 0-15,1-1 0 0,0-1 0 0,0 0 0 0,0-1 0 0,0-1 0 16,1-1 0-16,1 0 0 0,-2-4 0 0,-1-3 0 16,-1-3 0-16</inkml:trace>
  <inkml:trace contextRef="#ctx0" brushRef="#br1" timeOffset="-128627.951">8415 14716 1024 0,'0'0'0'0,"0"0"0"0,0 0 0 0,0 0 0 0,0 0 0 0,2 0 0 0,2 0 0 0,0 0 0 0,0-1 0 15,1-1 0-15,1-2 0 0,-1 1 0 16,1-1 0-16,-1-1 0 0,1 0 0 0,1-1 0 0,1-2 0 16,-8 8 0-16,8-7 0 0,-3-2 0 0,1-1 0 0,-1 2 0 15,-1 0 0-15,-1-1 0 0,-1 1 0 0,-1-2 0 0,-1 0 0 16,0 1 0-16,-1-1 0 0,-1 0 0 0,-1 2 0 0,-1 0 0 16,-1-1 0-16,1 2 0 0,-1 1 0 0,-2 0 0 0,2 1 0 0,-1 1 0 15,-1 1 0-15,1 1 0 0,-2 1 0 0,0 1 0 16,1 0 0-16,-1 1 0 0,-2 1 0 0,2 1 0 0,2 1 0 0,-1 1 0 0,0 2 0 15,1 0 0-15,2 2 0 16,-1-1 0-16,1 1 0 0,1 2 0 0,2 1 0 16,2 2 0-16,2 1 0 0,-1-1 0 0,1 1 0 0,1 0 0 0,1 0 0 15,0 1 0-15,4 0 0 0,-2-1 0 0,1-1 0 0,3-1 0 0,-1-2 0 16,1 0 0-16,2-2 0 0,-2-2 0 16,1-3 0-16,2-2 0 0,-10 0 0 0,-4-2 0 15,-4-2 0-15</inkml:trace>
  <inkml:trace contextRef="#ctx0" brushRef="#br1" timeOffset="-128263.005">8631 14568 1024 0,'0'0'0'0,"0"0"0"0,0 0 0 0,0 0 0 0,0 0 0 0,0 0 0 0,0 0 0 0,0 0 0 16,0 0 0-16,0 0 0 0,6-3 0 0,1 0 0 16,3-1 0-16,-3 4 0 0,0 1 0 0,-2 1 0 0,2 1 0 15,1 1 0-15,2 1 0 0,-2 1 0 16,-2 1 0-16,1 2 0 0,0-1 0 0,1 1 0 0,-1 0 0 0,0 0 0 15,-1 2 0-15,1 0 0 0,-2-1 0 0,-2 1 0 0,-2 0 0 0,1-1 0 0,-1 0 0 16,-1-2 0 0,1 0 0-16,-2 0 0 0,1-1 0 0,-1 0 0 0,-1-1 0 0,-1 0 0 0,1-1 0 0,0 0 0 0,0-3 0 15,0 2 0 1,-1-1 0-16,1 0 0 0,0-1 0 0,-1-1 0 0,-2-1 0 0,1-1 0 0,2-1 0 0,-1-1 0 0,0-1 0 31,2-1 0-31,-1-2 0 0,1 0 0 0,1-1 0 0,1-2 0 0,0 0 0 16,1-1 0-16,1-3 0 0,-1 2 0 15,1 0 0-15,1-2 0 0,0 0 0 0,1 0 0 0,3-2 0 0,-2 1 0 16,0 1 0-16,3-2 0 0,-3 2 0 16,3-1 0-16,-1 0 0 0,0 1 0 0,-2-1 0 0,2 0 0 0,-1 0 0 15,1 0 0-15,2-2 0 0,-7 12 0 0,-3 5 0 16,-3 5 0-16</inkml:trace>
  <inkml:trace contextRef="#ctx0" brushRef="#br1" timeOffset="-127925.748">9169 13967 1024 0,'0'0'0'0,"0"0"95"16,0 0-95-16,0 0 0 0,-2 4-51 0,-2 1 51 0,-3 2 0 0,3-1-12 0,0 0 12 0,0 1 0 0,0 1-32 15,-1 1 32-15,-1 2 0 0,6-11 0 0,-7 12 0 16,0 2 0-16,-2 2 0 0,1-1 0 0,1 1 0 16,0 3 0-16,0 0 0 0,2 2 0 0,-2 3 0 0,1-2 0 0,0 0 0 0,0 3 0 0,2-1 0 15,1 1 0-15,1 1 0 0,0 2 0 16,0 0 0-16,2 2 0 0,2-2 0 0,0 1 0 0,0 2 0 0,1 1 0 16,2 1 0-16,2 3 0 0,1-1 0 0,3 2 0 0,2 2 0 15,0-2 0-15,0 0 0 0,1-1 0 0,2-1 0 16,0-1 0-16,2-2 0 0,-2-2 0 0,1-5 0 0,1-1 0 0,-1-3 0 15,-1-2 0-15,0-2 0 0,1-4 0 16,-2-4 0-16,1-3 0 0,-10-2 0 0,-6-5 0 0,-6-2 0 0</inkml:trace>
  <inkml:trace contextRef="#ctx0" brushRef="#br1" timeOffset="-127562.572">9492 14355 1024 0,'0'0'0'0,"0"0"0"0,0 0 0 0,0 0 0 0,0 0 0 15,0 0 0-15,0 0 0 0,0 0 0 0,0 0 0 0,0 0 0 0,-1 6 0 16,-1 3 0-16,-1 2 0 0,1-3 0 15,2-1 0-15,-1 0 0 0,-1 2 0 16,-1 2 0-16,-1 0 0 0,1 1 0 0,0 1 0 0,-1 1 0 0,0 0 0 0,-1 1 0 0,-2 3 0 0,2-3 0 16,1 1 0-16,1 1 0 0,-2-1 0 0,0-1 0 0,-2 1 0 15,2-1 0 1,-1 1 0-16,-2 0 0 0,2-1 0 0,2 0 0 0,-1 0 0 0,0-3 0 16,0-1 0-16,-1 0 0 0,1-2 0 0,1-1 0 0,0-2 0 0,-1-2 0 15,2 0 0-15,-1-3 0 0,0 0 0 16,2-1 0-16,1-1 0 0,-1-2 0 0,-1-1 0 0,-1-2 0 0,3 4 0 0,1 2 0 0,1 2 0 0</inkml:trace>
  <inkml:trace contextRef="#ctx0" brushRef="#br1" timeOffset="-127384.282">9247 14406 1024 0,'0'0'0'0,"0"0"0"0,0 0 0 0,0 0 0 0,0 0 0 0,0 0 0 0,0 0 0 0,5 2 0 15,1 1 0-15,2 2 0 0,-2-1 0 0,1 1 0 0,2 2 0 0,-1-2 0 16,2 3 0-16,4 1 0 0,-14-9 0 0,11 10 0 16,0 1 0-16,4 3 0 0,-3-1 0 0,1 3 0 0,-1 2 0 0,1-1 0 15,0 2 0-15,3 2 0 0,-3-2 0 0,1 3 0 16,2 0 0-16,-2-2 0 0,0 0 0 0,-1 0 0 0,-8-13 0 16,-5-8 0-16,-5-5 0 0</inkml:trace>
  <inkml:trace contextRef="#ctx0" brushRef="#br1" timeOffset="-125329.394">9749 14766 1024 0,'0'0'0'0,"0"0"0"0,0 0 0 0,0 0 0 0,0 0 0 0,0 0 0 0,0 0 0 0,0 0 0 15,0 0 0-15,0 0 0 0,1 7 0 16,1 4 0-16,1 3 0 0,0-7 0 16,1 0 0-16,1-3 0 0,-1 3 0 0,1 2 0 0,-1 1 0 0,0-1 0 0,-2 0 0 0,1 1 0 0,-1 1 0 15,2 1 0-15,0 0 0 0,-1 1 0 16,-1 0 0-16,0 2 0 0,-2-1 0 0,0 1 0 0,-2 1 0 0,2-1 0 16,-1-1 0-16,-1 0 0 0,1 0 0 15,0-1 0-15,0-2 0 0,-1-1 0 0,-1-2 0 0,-1 0 0 16,1-2 0-16,2-1 0 0,-1-1 0 0,1-2 0 15,1-2 0-15,1-2 0 0</inkml:trace>
  <inkml:trace contextRef="#ctx0" brushRef="#br1" timeOffset="-124997.041">10041 14318 1024 0,'0'0'0'0,"0"0"0"0,0 0 0 0,0 0 0 16,0 4 0-16,-2 4 0 0,1 2 0 0,1-4 0 15,1-1 0-15,1-1 0 0,0 2 0 0,1 2 0 16,1 0 0-16,0 2 0 0,-1 2 0 0,0 1 0 15,0 2 0-15,1 2 0 0,1 2 0 0,-1-2 0 0,0 3 0 0,1 0 0 0,-1 1 0 16,0 1 0-16,0 1 0 0,-1-1 0 0,2 0 0 0,0 0 0 16,-1 1 0-16,-2-1 0 0,-1 0 0 0,1-1 0 15,0-2 0-15,0 1 0 0,0-4 0 0,-2-1 0 0,1-2 0 0,0 0 0 16,0-3 0-16,0-1 0 0,0-6 0 0,-2-3 0 16,1-3 0-16</inkml:trace>
  <inkml:trace contextRef="#ctx0" brushRef="#br1" timeOffset="-124461.773">9888 14283 1024 0,'0'0'0'0,"0"0"0"0,0 0 0 0,0 0 0 0,0 0 0 0,0-4 0 0,-2-5 0 0,1 0 0 16,1 1 3-16,1 1-3 0,1 0 0 0,0-2 51 15,1-1-51-15,2 0 0 0,0 0 70 0,0-1-70 0,3-2 0 16,0 2 28-16,4-1-28 0,0 0 0 0,1 1 8 15,1 2-8-15,3 0 0 0,-1 2-62 0,3 0 62 16,1 2 0-16,0 1-66 0,3 1 66 0,2 1 0 0,-4 1-25 16,0 2 25-16,-1 2 0 0,0 1-7 0,2 1 7 0,2 1 0 0,-5 2 0 15,-2 1 0-15,-1 3 0 0,0-1 0 0,-2 2 0 0,1 1 0 16,-3 0 0-16,1 2 0 0,-3 1 0 0,-2-1 0 0,-2 0 0 16,-1 0 0-16,-3 0 0 0,-2 2 0 0,-2 2 0 0,-3-4 0 15,0 0 0-15,-2-1 0 0,0 0 0 0,-2 0 0 0,-3-1 0 0,1-1 0 16,-4-2 0-16,0 0 0 0,1-1 0 0,-1 0 0 0,-1-2 0 15,1-1 0-15,1-2 0 0,0 0 0 16,0-1 0-16,-1-2 0 0,1 1 0 0,-1-1 0 0,2-2 0 0,-1 1 0 0,3-1 0 16,3 0 0-16,-1 0 0 0,0-1 0 0,1 1 0 0,-1-2 0 15,2 1 0-15,2-2 0 0,2 0 0 0,0 2 0 16,1 0 0-16,1 1 0 0,0-1 0 16,1 1 0-16,1 1 0 0,1-1 0 0,1 1 0 0,1 0 0 0,1 1 0 15,2 0 0-15,3 1 0 0,-2 1 0 0,1 1 0 0,3 2 0 16,-2-2 0-16,1 2 0 0,3 2 0 0,-3 1 0 0,2 2 0 0,0 1 0 0,-1 0 0 15,2 1 0-15,0 0 0 16,0 1 0-16,-3 0 0 0,2 3 0 0,-1-2 0 0,-2-1 0 0,2 1 0 0,-2 0 0 16,0 1 0-16,0 1 0 0,-1-2 0 0,-1 0 0 0,-1-1 0 0,1 0 0 15,-2 0 0-15,-1-1 0 0,0-2 0 16,-1-2 0-16,-1-1 0 0,2 0 0 0,-3-2 0 0,1 0 0 0,0-2 0 31,0-2 0-31,0-2 0 0,0-2 0 0,0-2 0 0,0-2 0 0,-2 4 0 16,-1 1 0-16,-1 1 0 0</inkml:trace>
  <inkml:trace contextRef="#ctx0" brushRef="#br1" timeOffset="-124298.969">10530 14643 1024 0,'0'0'0'16,"0"0"0"-16,0 0 0 0,0 0 0 0,0 0 0 0,0 0 0 0,0 0 0 0,0 0 0 0,0 0 0 0,0 0 0 16,-1 7 0-16,-1 5 0 15,-1 3 0-15,3-7 0 0,1-3 0 0,1-2 0 0,-1 4 0 0,0 0 0 0,0 2 0 0,0-2 0 16,1 2 0-16,1-1 0 0,-1 2 0 0,0 1 0 0,0 1 0 0,1-1 0 15,-3-1 0-15,1 0 0 0,0 0 0 0,0 0 0 16,0-1 0-16,0-3 0 0,-2-1 0 0,1-1 0 0,0-1 0 16,0-1 0-16,0-1 0 0,0 0 0 15,0-1 0-15,0-1 0 0</inkml:trace>
  <inkml:trace contextRef="#ctx0" brushRef="#br1" timeOffset="-124140.168">10508 14529 1024 0,'0'0'0'0,"0"0"0"0,0 0 0 0,0 0 0 0,0 0 0 0,0 0 0 16,0 0 0-16,0 0 0 15,0 0 0-15,0 0 0 0,7 0 0 0,2-2 0 0,3 1 0 0,-2 0 0 0,-2-1 0 0,1-1 0 0,-6 2 0 16,-3 1 0-16,-3 1 0 0</inkml:trace>
  <inkml:trace contextRef="#ctx0" brushRef="#br1" timeOffset="-123858.664">10855 14567 1024 0,'0'0'0'0,"0"0"0"0,0 0 0 0,0 0 0 0,0 0 0 0,0 0 0 0,0 0 0 0,0 0 0 16,0 0 0-16,0 0 0 0,-9 1 0 0,-4-1 0 0,-4 2 0 0,10-2 0 16,3 0 0-16,3 0 0 0,-3 0 0 15,-1 1 0-15,-2 1 0 0,2 0 0 0,-1-1 0 16,-2 3 0-16,2-1 0 0,0 1 0 0,2 1 0 0,-1 0 0 0,0 0 0 15,0 1 0-15,0 1 0 0,-1 1 0 0,1 2 0 0,2-1 0 16,1 0 0-16,1 2 0 0,0-1 0 0,0 2 0 0,2 1 0 16,1-2 0-16,0 0 0 0,1 1 0 0,1-1 0 0,3-1 0 0,1 1 0 15,0 0 0-15,0-1 0 0,4 0 0 0,-2 0 0 16,1-2 0-16,3-1 0 0,-3-2 0 0,2-2 0 0,0-1 0 0,1-3 0 16,0-1 0-16,3-1 0 0,-3-4 0 15,-1-1 0-15,0-3 0 0,-8 8 0 0,-6 3 0 16,-3 3 0-16</inkml:trace>
  <inkml:trace contextRef="#ctx0" brushRef="#br1" timeOffset="-123404.296">10964 14279 1024 0,'0'0'0'0,"0"0"0"0,0 0 0 0,0 0 0 0,0 0 0 0,0 0 0 0,0 0 0 0,0 0 0 0,0 0 0 15,0 0 0-15,0 0 0 0,2 7 0 0,2 2 0 0,3 4 0 0,-3-3 0 16,-2-1 0-16,1 3 0 0,0 1 0 0,1 3 0 0,1 3 0 0,-2-1 0 15,3 2 0-15,-1 2 0 0,0-2 0 16,-2 1 0-16,1 1 0 0,0 0 0 0,-2 1 0 16,1 2 0-16,0-3 0 0,1 1 0 0,-1-2 0 0,0 0 0 0,1-1 0 15,1-1 0-15,-2-1 0 0,-1-1 0 0,-1-1 0 0,1-2 0 16,-2 0 0-16,1-2 0 0,0 0 0 16,0-2 0-16,0 0 0 0,1-3 0 0,-4-2 0 0,2-1 0 0,0-1 0 15,0-1 0-15,0-1 0 0,0-3 0 0,3-2 0 0,-2-3 0 16,0 2 0-16,0-3 0 0,0-1 0 15,0 0 0-15,1-3 0 0,1-1 0 0,-1 1 0 0,1 0 0 0,1-2 0 0,-1 1 0 16,0-1 0-16,0-1 0 0,1 3 0 0,-1 1 0 0,0 0 0 16,0 0 0-16,1-1 0 15,2 0 0-15,-2 2 0 0,-1 2 0 0,0 1 0 0,0 0 0 0,0 1 0 0,0 0 0 0,0 2 0 16,1 1 0 0,1 0 0-16,-1 1 0 0,1 1 0 0,-1 1 0 0,0 2 0 0,1 2 0 0,1 0 0 0,-1 0 0 15,-2 1 0-15,2 1 0 0,-1 2 0 0,0 1 0 0,0 3 0 16,0-2 0-16,0 2 0 0,0 1 0 0,-1-2 0 15,0 1 0-15,-2 0 0 0,1 0 0 0,-2 1 0 0,1 2 0 0,0-2 0 16,0-1 0-16,0-2 0 0,0 2 0 16,1-1 0-16,2 1 0 0,-2-3 0 0,1-2 0 0,1-1 0 0,1-1 0 0,1-2 0 15,2-1 0-15,-6-1 0 0,-2-1 0 0,-2-1 0 0</inkml:trace>
  <inkml:trace contextRef="#ctx0" brushRef="#br1" timeOffset="-122927.57">11507 14573 1024 0,'0'0'0'0,"0"0"0"0,0 0 0 0,0 0 0 0,0 0 0 0,0 0 0 0,0 0 0 0,0 0 0 15,0 0 0-15,0 0 0 0,0 0 0 0,0 0 0 0,0 0 0 0,-4 1 0 16,-3 1 0-16,-1 1 0 0,2-1 0 0,0 0 0 16,0 1 0-16,-2 0 0 0,0-1 0 0,-2 2 0 0,1 1 0 15,0 2 0-15,-1 0 0 0,2 1 0 0,-3 2 0 16,1 1 0-16,0-2 0 0,1 2 0 0,0 1 0 0,1-2 0 15,0 2 0-15,2 0 0 0,1-1 0 0,1 1 0 0,1 0 0 0,1-1 0 16,1 0 0-16,1 1 0 0,0-1 0 0,1 0 0 0,1-2 0 16,1 0 0-16,1-1 0 0,1-2 0 15,0 0 0-15,2 0 0 0,0-2 0 0,-1-1 0 0,1-3 0 0,2 0 0 0,-2-1 0 16,1-1 0-16,1-1 0 0,-1-2 0 16,1-1 0-16,0-2 0 0,1 0 0 0,-3-2 0 0,1-1 0 0,0 1 0 15,0-1 0-15,-1-2 0 0,0 2 0 0,-1 0 0 16,-1 1 0-16,2 0 0 0,-3 1 0 0,1-1 0 0,-1 2 0 15,-1 0 0-15,-1-1 0 0,1 2 0 0,-2 1 0 0,1 0 0 16,0 1 0-16,-2 1 0 0,1 1 0 0,-1 0 0 0,3-1 0 16,-1 1 0-16,-2 1 0 0,-1 1 0 0,-2 1 0 0,2 0 0 15,1 1 0-15,0 1 0 0,0 2 0 0,-1 0 0 0,-1 1 0 0,1 1 0 16,2 1 0-16,-1 2 0 0,0 0 0 0,2 2 0 16,-1 0 0-16,0 2 0 0,1 0 0 0,-1 3 0 0,0-2 0 15,0-1 0-15,0 0 0 0,1 1 0 16,1 1 0-16,1 1 0 0,-1-4 0 0,-2-2 0 0,1 0 0 0,1-2 0 0,1-1 0 15,2 0 0-15,-2-4 0 0,-1-2 0 0,0-2 0 0,-1 1 0 16,-2 0 0-16,-2 0 0 0</inkml:trace>
  <inkml:trace contextRef="#ctx0" brushRef="#br1" timeOffset="-122561.276">11667 14548 1024 0,'0'0'0'0,"0"0"0"0,0 0 0 0,0 0 0 0,0 0 0 0,0 0 0 0,0 0 0 15,0 0 0-15,0 0 0 0,0 0 0 0,0 0 0 0,0 0 0 0,0 0 0 0,4 6 0 16,3 2 0-16,2 3 0 0,-2-5 0 0,-2-2 0 0,1-1 0 0,0 1 0 16,1 3 0-16,-1 0 0 0,0 0 0 0,-2 2 0 15,1 1 0-15,0-1 0 0,1 2 0 0,-1 0 0 16,-1 0 0-16,-1 2 0 0,-1 1 0 0,-1-2 0 0,-1 1 0 0,-1 0 0 0,1 0 0 31,-2-1 0-31,1 1 0 0,-1-1 0 0,-1-2 0 0,-1 0 0 0,1-1 0 0,-2 0 0 16,0-2 0-16,1-1 0 0,2 0 0 0,-1-2 0 0,0 0 0 15,2 1 0-15,-1-1 0 0,0-1 0 16,0 0 0-16,0 0 0 0,0-1 0 0,-1-1 0 0,1-1 0 16,1-1 0-16,1-1 0 0,1-2 0 0,1 0 0 0,2-2 0 0,0-2 0 15,-1 1 0-15,0-2 0 0,0 0 0 16,0-2 0-16,0 0 0 0,0-3 0 0,0 2 0 16,2-2 0-16,0 0 0 0,-1-1 0 0,-2-1 0 0,1-1 0 0,0 0 0 0,1 0 0 0,1-2 0 0,0 0 0 15,-1-1 0-15,0-1 0 16,0 1 0-16,1-1 0 0,2 1 0 0,-1 0 0 0,0-1 0 0,1-1 0 0,0 1 0 15,1 0 0-15,2 1 0 0,-7 13 0 16,-3 7 0-16,-3 7 0 0</inkml:trace>
  <inkml:trace contextRef="#ctx0" brushRef="#br1" timeOffset="-122070.224">12032 14061 1024 0,'0'0'0'0,"0"0"0"0,0 0 0 0,0 0 0 0,0 0 17 0,0 0-17 0,0 0 0 0,2 7 21 16,1 2-21-16,1 4 0 0,-1-7-3 0,0-2 3 0,0-2 0 15,2 4-35-15,0 2 35 0,1 3 0 0,-1-1 0 16,0 0 0-16,0 2 0 0,1 1 0 0,0 3 0 0,1 3 0 0,-1-2 0 16,0 2 0-16,1 2 0 0,-2-1 0 0,-1 1 0 0,-1 3 0 0,0 0 0 15,2 2 0-15,0 0 0 0,1-1 0 16,-3 1 0-16,1 0 0 0,0-2 0 0,-2 0 0 0,1 0 0 0,0-1 0 16,-2 1 0-16,1-2 0 0,0-1 0 0,-2 0 0 0,1-2 0 15,1-2 0-15,-4-2 0 0,2-1 0 0,0 0 0 16,0-1 0-16,0-1 0 0,0-2 0 0,-2-2 0 0,1-1 0 15,0-1 0-15,2-2 0 0,-1-1 0 16,0-2 0-16,0-1 0 0,0-1 0 0,0-3 0 0,0-1 0 0,0-3 0 0,0 1 0 16,-2-1 0-16,1-1 0 0,0-1 0 0,-1-2 0 0,-1-2 0 0,1 3 0 15,-1-1 0-15,-1 1 0 0,1-1 0 16,-1 0 0-16,-2-2 0 0,1 2 0 16,-1 0 0-16,-2 1 0 0,2 1 0 0,-2 1 0 0,0 0 0 0,1 1 0 15,2 1 0-15,-2 0 0 0,0 2 0 0,-1 1 0 0,-2 0 0 16,1 2 0-16,2 2 0 0,1 2 0 0,-1-1 0 0,-1-1 0 15,1 2 0-15,1 2 0 0,1 1 0 0,1 2 0 0,-2-1 0 16,3 0 0-16,-1 1 0 0,0 0 0 0,2 2 0 16,-1 0 0-16,1 1 0 0,1 0 0 15,1 2 0-15,-1-2 0 0,2 0 0 0,-1-1 0 0,2 1 0 0,1 0 0 16,1 1 0-16,1 0 0 0,0-1 0 0,4 1 0 0,-3-1 0 0,1-1 0 0,1 0 0 16,1 1 0-16,0 0 0 0,1 2 0 15,0-3 0-15,0 0 0 0,1-2 0 0,0 1 0 0,-1-3 0 0,0 1 0 0,0 0 0 16,-1-2 0-16,-1-2 0 0,2 1 0 0,-2 0 0 15,-1-2 0-15,0-1 0 0,0-1 0 0,-2-2 0 0,0 0 0 16,-1-3 0-16,-1 0 0 0,-1 4 0 0,-2 2 0 0,-2 2 0 0</inkml:trace>
  <inkml:trace contextRef="#ctx0" brushRef="#br1" timeOffset="-121696.346">12245 13995 1024 0,'0'0'0'0,"0"0"0"0,0 0 0 0,0 0 0 0,0 0 0 0,0 0 0 0,0 0 0 0,0 0 3 16,0 0-3-16,0 0 0 0,4-4 52 0,1-3-52 0,2-1 0 0,-2 6 62 15,0 4-62-15,-2 1 0 0,2-2 9 0,1 1-9 0,1 1 0 16,0 2-42-1,2 1 42-15,0 2 0 0,0 0-43 0,2 2 43 0,0 1 0 0,-1 0-41 0,2 3 41 0,1 1 0 0,-1 3 0 16,1 2 0-16,0 2 0 0,0 1 0 16,-2 1 0-1,0 3 0-15,0-1 0 0,0 3 0 0,1 1 0 0,-3 1 0 0,-1 1 0 0,-1 3 0 0,0-1 0 16,-2 1 0 0,-1 3 0-16,-1 0 0 0,-1 2 0 0,-1 2 0 0,-1-2 0 0,-2 1 0 0,-2 1 0 0,-2 0 0 15,-4 1 0-15,0 2 0 0,-2-3 0 0,-4-2 0 0,-2 1 0 0,0-3 0 16,-3-1 0-16,0-2 0 0,13-22 0 15,8-13 0-15,8-13 0 0</inkml:trace>
  <inkml:trace contextRef="#ctx0" brushRef="#br1" timeOffset="-67099.78">14730 14149 1024 0,'0'0'0'16,"0"0"256"-16,0 0-256 0,0 0 0 0,0 0 256 0,0 0-256 0,0 0 0 0,0 0 256 0,0 0-256 0,0 0 0 0,0 0 256 16,0 0-256-16,0 0 0 0,0 0 256 0,0 0-256 0,0 0 0 0,0 0 256 15,0 0-256 1,0 0 0-16,0 0 256 0,0 0-256 0,0 0 0 0,0 0 256 16,0 0-256-16,0 0 0 0,2 10 256 0,2 4-256 15,0 6 0-15,-1-11 256 0,-2-2-256 0,1-4 0 16,0 4 256-16,0 1-256 0,0 2 0 0,0 0 255 0,1 0-255 0,1 2 0 0,0-1 0 0,-3 2 0 0,1 1 0 0,0-2 0 31,0 2 0-31,0 1 0 0,0-1 0 0,-2 2 0 0,1 1 0 16,0 0 0-16,0 1 0 0,0 1 0 0,0-1 0 15,1-1 0-15,1 1 0 0,-1 0 0 0,-2 2 0 0,1-1 0 0,0 1 0 16,-2-1 0-16,1 2 0 0,0-1 0 16,2-1 0-16,-1-1 0 0,0 1 0 0,1 0 0 15,-1 0 0-15,0-2 0 0,0-3 0 0,0-1 0 0,0-2 0 16,0-2 0-16,0-3 0 0,0-3-3071 0,-2-3 3071 0,1-3 0 15</inkml:trace>
  <inkml:trace contextRef="#ctx0" brushRef="#br1" timeOffset="-66556.298">14787 14082 1024 0,'0'0'0'0,"0"0"256"0,0 0-256 15,0 0 0-15,4 0 256 0,5-1-256 0,0-1 0 0,-1 2 256 0,2 0-256 0,0 0 0 16,-1 3 256-16,2-1-256 0,1 3 0 0,0-1 256 0,2 0-256 0,0 0 0 16,-1 3 256-16,1 1-256 0,1 3 0 15,-2-1 256-15,-1 1-256 0,0 2 0 0,-2-1 256 0,-2 1-256 0,-1 0 0 0,-2 0 256 16,-2 2-256-16,-2 2 0 0,0-2 256 15,-2 1-256-15,-2 0 0 0,-1 0 256 0,-3-2-256 0,-1 0 0 16,-1 0 255-16,-2 0-255 0,-4-1 0 0,2-1 0 0,-2-2 0 0,0 0 0 16,0-2 0-16,3-1 0 0,-2 0 0 0,1 0 0 15,0-1 0-15,1 0 0 0,2-1 0 0,-1-1 0 0,3 0 0 0,0-1 0 16,2 0 0-16,2 0 0 0,-1-1 0 0,2 1 0 16,1-2 0-16,1 1 0 0,2-1 0 0,2-1 0 0,1 2 0 15,3 0 0-15,1 1 0 0,0-1 0 0,3 0 0 0,1 0 0 16,0 1 0-16,4 1 0 0,1 1 0 0,0 1 0 15,0 0 0-15,2 2 0 0,-1-1 0 0,-1 1 0 0,1 2 0 0,-2-1 0 16,1 2 0-16,-3 1 0 0,0-1 0 0,-1 0 0 16,-1 1 0-16,-1 0 0 0,-2 0 0 0,-1 2 0 0,-2-1 0 15,-2-1 0-15,-2 0 0 0,0 1 0 16,-2-1 0-16,-2 2 0 0,0-2 0 0,-2 0 0 0,-2-1 0 0,-1 0 0 16,-1-1 0-16,-2 0 0 0,-1 0 0 15,-2 0 0-15,-2-1 0 0,1-1 0 0,-1-1 0 0,-3 0 0 0,1-2 0 16,1-1 0-16,-4-1 0 0,3 1 0 0,0-1 0 0,1 0 0 0,-1-2 0 15,2-1 0-15,-1-1 0 0,2-2 0 0,1-1 0 16,3-2 0-16,2 0 0 0,1-1 0 0,3-2 0 0,2 7-3071 0,2 2 3071 0,2 2 0 16</inkml:trace>
  <inkml:trace contextRef="#ctx0" brushRef="#br1" timeOffset="-66137.586">15241 14616 1024 0,'0'0'0'0,"0"0"256"0,0 0-256 0,0 0 0 0,0 0 256 0,0 0-256 0,0 0 0 0,0 0 256 0,0 0-256 0,0 0 0 0,4 0 256 16,2-1-256 0,3-1 0-16,-3 1 256 0,-2 0-256 0,1 0 0 0,1 1 256 0,4 1-256 15,1 1 0-15,-2 0 256 0,0 2-256 0,-2-1 0 0,1 3 256 0,1 1-256 0,2 3 0 0,-2-3 256 16,0 2-256-16,1 0 0 0,-3 0 256 15,-1 2-256-15,-1 0 0 0,1-1 256 0,-1 1-256 16,0 0 0-16,-2 0 255 0,-1 2-255 0,-1 1 0 0,1-2 0 16,-2-1 0-16,1 0 0 0,-2 0 0 0,-1 0 0 0,-1-1 0 0,1-2 0 0,-1 0 0 15,-1-2 0-15,0 1 0 0,1-2 0 16,0-1 0-16,0 0 0 0,-1-1 0 0,-1-1 0 0,1 1 0 16,-1-1 0-16,-2 0 0 0,2-3 0 0,2-1 0 0,-1-2 0 0,0 2 0 15,2-3 0 1,-1 0 0-16,-1-2 0 0,3-2 0 0,-1-3 0 0,2 1 0 0,1 0 0 15,1-3 0-15,2 1 0 0,0 0 0 0,1-1 0 0,0 1 0 16,1 0 0-16,2 1 0 0,-2-1 0 16,1-1 0-16,1 0 0 0,0 1 0 0,2 0 0 0,1 1 0 0,-1 0 0 15,-1 0 0-15,0 1 0 0,0 1 0 0,1 1 0 16,-1 0 0-16,-1 0 0 0,-1-1 0 0,0 0 0 0,-4 7-3071 16,-4 4 3071-16,-1 1 0 0</inkml:trace>
  <inkml:trace contextRef="#ctx0" brushRef="#br1" timeOffset="-65772.272">15612 14572 1024 0,'0'0'0'0,"0"0"0"0,0 0 0 0,0 0 0 0,0 0 0 0,0 0 0 0,0 0 0 0,0 4 256 0,-2 4-256 0,1 2 0 0,1-4 256 16,1-1-256-16,1-1 0 0,-1 3 256 0,-2 2-256 15,1 1 0-15,0-1 256 0,2 2-256 0,-1 0 0 0,0 0 256 16,1 1-256-16,1 0 0 0,0 0 256 0,2 0-256 0,0-1 0 0,0 0 256 15,1 0-256-15,1-1 0 0,0-2 256 0,0-1-256 0,1 0 0 16,-1-1 256-16,2 0-256 0,0 0 0 0,-1-2 256 16,1-2-256-16,2-1 0 0,-3 0 256 0,2-2-256 0,2 1 0 0,-3-3 255 15,-1 0-255-15,0-1 0 0,0 1 0 16,-2-1 0-16,1-1 0 0,-2-1 0 0,0-1 0 0,-2-2 0 0,0 0 0 16,-1-2 0-16,-1-1 0 0,-1 1 0 15,-2 1 0-15,-2 0 0 0,0-1 0 0,-1 0 0 0,-2-2 0 0,0 2 0 16,0 0 0-16,-4-2 0 0,3 2 0 0,-1 2 0 15,-3 0 0-15,2 1 0 0,0 0 0 0,-4-1 0 0,3 3 0 0,1 1 0 16,-1 1 0-16,2 0 0 0,1 1 0 0,0 0 0 16,1 1 0-16,1-1 0 0,1-1 0 0,0 0 0 0,1 0 0 0,0-1 0 0,2 4-3071 15,2 1 3071-15,2 1 0 0</inkml:trace>
  <inkml:trace contextRef="#ctx0" brushRef="#br1" timeOffset="-65497.712">15973 14234 1024 0,'0'0'0'0,"0"0"256"0,0 0-256 0,0 0 0 0,3 2 256 0,2 1-256 0,0 1 0 0,0 1 256 15,-2 3-256-15,2 1 0 0,-1 1 256 16,0 2-256-16,0 1 0 0,-4-13 0 0,4 14 256 0,-2 2-256 15,1 1 0-15,0 2 256 0,1 2-256 0,-1 3 0 0,0-2 256 0,1 1-256 16,1 1 0-16,-1 0 256 0,-2-1-256 0,1 2 0 0,0-1 256 16,-2 0-256-16,2-2 0 0,-1 0 256 0,-2-1-256 0,1 0 0 0,-1-1 256 15,-1 0-256-15,-1-1 0 0,0-3 255 0,1-2-255 0,0-3 0 16,0-2 0-16,0-1 0 0,0-3 0 0,0-2-3071 0,2-3 3071 0,-1-3 0 0</inkml:trace>
  <inkml:trace contextRef="#ctx0" brushRef="#br1" timeOffset="-64962.17">15956 14518 1024 0,'0'0'0'0,"0"0"0"0,0 0 0 0,0 0 0 0,0-1 256 15,2-1-256-15,-1-1 0 0,3 0 256 16,3-2-256-16,-1 0 0 0,-1 0 256 16,2 1-256-16,1-3 0 0,0 0 256 0,2-3-256 0,3-1 0 0,-3 1 256 15,1-2-256-15,2-1 0 0,-1 0 256 0,2-2-256 0,4-1 0 0,-4 1 256 0,-2 0-256 0,-1 1 0 16,2-2 256-16,-3 1-256 0,1-2 0 0,-1 3 256 0,-2 0-256 15,-1 1 0 1,-1 2 256-16,1 0-256 0,-2 2 0 16,0 0 256-16,-1 1-256 0,-1 2 0 0,0 0 255 0,-1 2-255 0,-1-1 0 0,1 2 0 0,-2 2 0 0,1 1 0 0,0 2 0 15,-2-1 0 1,1 3 0-16,0 2-255 0,0 1 255 0,0 2 0 0,0 1 255 0,0 3-255 16,0 2 0-16,0 0 0 15,0 2 0-15,0 1 0 0,0 2 0 16,3 0 0-16,-2 4 0 0,0-3 0 0,0 2 0 0,0 2 0 0,-1 0 0 15,2 1 0-15,1 2 0 0,-1-3 0 0,1-1 0 0,1 0 0 0,-1-1 0 16,-2-2 0-16,1 1 0 0,0-3 0 0,0-3 0 0,1 0 0 0,-1-3 0 16,0 0 0-16,0-2 0 0,0-1 0 15,-2-2 0-15,1 0 0 0,0-2 0 0,0-2 0 0,0-2 0 0,2-1 0 16,0-2 0-16,1-2 0 0,0-1 0 16,-2-2 0-16,2-2 0 0,-1-1 0 0,1 0 0 0,1-2 0 0,-1 1 0 15,1-2 0-15,1-1 0 0,0 1 0 0,-1 0 0 0,0 1 0 16,0 0 0-16,1 0 0 0,2-2 0 0,-2 3 0 15,1 1 0-15,1 0 0 0,0 1 0 0,-2 1 0 16,0 0 0-16,1 0 0 0,-2 3 0 0,2-1 0 0,-2 1 0 0,2 1 0 16,0 0 0-16,-1 3 0 0,0 1 0 0,-2 2 0 0,1-1 0 15,0 1 0-15,0 2 0 0,0-1 0 0,-2 0 0 16,2 3 0-16,-3 0 0 0,-1 1 0 0,-1 2 0 0,1 0 0 16,-2 0 0-16,1 2 0 0,0-1 0 15,-2 0 0-15,1 2 0 0,0-2 0 0,0-3 0 0,-1 1 0 0,1 0 0 16,2 0 0-16,-1-2 0 0,2 0 0 0,0-2 0 0,1-1 0 0,-2-1-3071 15,-1-3 3071-15,-1-3 0 0</inkml:trace>
  <inkml:trace contextRef="#ctx0" brushRef="#br1" timeOffset="-64662.315">16625 14689 1024 0,'0'0'0'0,"0"0"256"0,0 0-256 0,0 0 0 0,3 2 256 0,2 1-256 0,2 1 0 0,-2-4 256 16,1-1-256-16,0-1 0 0,-1 1 256 15,1-2-256-15,2 1 0 0,-1-1 256 16,1-2-256-16,1 0 0 0,-1 0 256 0,1 0-256 0,0-1 0 0,1-1 256 0,-3-1-256 0,1-2 0 0,-1 2 256 15,-1 0-256-15,0-2 0 0,-2 2 256 16,-1 0-256-16,-1-1 0 0,0 2 256 0,-1-2-256 0,-1 0 0 16,-1 1 256-16,-1-1-256 0,-1 0 0 0,1 2 255 0,-1 1-255 0,-1 1 0 15,-2-1 0-15,1 2 0 0,-3 1 0 0,2 0 0 16,-2 1 0-16,0 1 0 0,1 1 0 0,0 1 0 0,0 1 0 0,-1 1 0 16,0 1 0-16,-2 1 0 0,1 1 0 15,1 1 0-15,-1 2 0 0,2-1 0 0,1 2 0 0,3 1 0 0,0 0 0 16,1 2 0-16,1 1 0 0,1-1 0 0,1 0 0 0,1 2 0 0,1-2 0 15,3-1 0-15,1 1 0 0,-1-2 0 0,1-1 0 16,2 0 0-16,-5-6-3071 0,-4-4 3071 0,-4-4 0 0</inkml:trace>
  <inkml:trace contextRef="#ctx0" brushRef="#br1" timeOffset="-64296.648">16854 14527 1024 0,'0'0'0'0,"0"0"0"0,0 0 0 0,0 0 0 0,0 0 256 0,0 0-256 0,0 0 0 0,2-2 256 0,3-1-256 0,1-1 0 0,-2 1 256 16,0 1-256-16,0 0 0 0,0 0 256 16,2 0-256-16,1 0 0 0,-1 1 256 15,-2 1-256-15,1 1 0 0,0 2 256 0,1 1-256 0,-1 2 0 0,0-2 256 16,0 1-256-16,0 1 0 0,0 1 256 0,-1 0-256 0,0 2 0 0,-1-1 256 16,-1 1-256-16,-1 2 0 0,0-1 256 0,-1 0-256 0,-1 2 0 15,-1-2 256-15,-1 1-256 0,-1-1 0 0,-1 1 255 16,0-1-255-16,-1 1 0 0,1-2 0 15,0 0 0-15,0-2 0 0,-1 1 0 0,3-2 0 0,-1-1 0 0,0 1-255 0,0-2 255 0,0-1 0 16,0 0-256-16,2 1 256 0,-2-2 0 0,1-1 256 16,1-1-256-16,0-1 0 0,0-1 255 0,1-1-255 0,1-1 0 0,-1-2 0 15,2-3 0-15,-1-2 0 0,2 1 0 0,0-1 0 0,1-2 0 16,-1 1 0 0,2-2 0-16,0-1 0 0,-1 0 0 0,1 0 0 0,1-3 0 0,-1 3 0 15,1-1 0-15,2 0 0 0,-2 1 0 0,0 2 0 16,0 0 0-16,0 0 0 0,1 2 0 0,2 0 0 15,-2 0 0-15,-1 1 0 0,0 0 0 0,1 0 0 0,-1 2 0 0,0 1 0 16,0-1 0-16,-2 0 0 0,1 1 0 0,0 0 0 0,-2 1 0 0,1 0 0 0,-2 4-3071 16,-1 2 3071-1,-1 2 0-15</inkml:trace>
  <inkml:trace contextRef="#ctx0" brushRef="#br1" timeOffset="-63705.177">17367 13937 1024 0,'0'0'0'0,"0"0"0"0,0 0 0 0,0 0 0 0,0 0 256 0,0 0-256 0,0 0 0 0,-5 6 256 16,-3 3-256-16,-4 4 0 0,6-6 256 0,2-2-256 15,1-1 0-15,-2 3 256 0,5-7-256 0,-7 9 0 0,-1 1 0 16,1 0 256-16,0 2-256 0,-4 3 0 0,3 0 256 0,0 2-256 15,0 2 0-15,-2 0 256 0,0 2-256 0,-1 2 0 0,3-2 256 16,3 1-256-16,1 1 0 0,-2 1 256 16,0 1-256-16,-4 2 0 0,5 0 256 0,1 1-256 0,1 2 0 0,0-1 256 15,1 0-256-15,1 1 0 0,2 0 255 0,2 1-255 0,2 0 0 0,0-1 0 16,2 0 0-16,3-1 0 0,0 1 0 0,1 1 0 0,5 2 0 16,-3-4 0-16,2 0 0 0,0-2 0 0,2-2 0 15,2-3 0-15,3-2 0 0,-3-4 0 16,-2-3 0-16,0-4 0 0,0-3 0 0,1-3 0 0,0-3 0 0,-12 1-3071 0,-6-1 3071 0,-6-1 0 15</inkml:trace>
  <inkml:trace contextRef="#ctx0" brushRef="#br1" timeOffset="-63164.164">17454 14255 1024 0,'0'0'0'0,"0"0"0"0,0 0 0 0,0 0 0 0,0 0 256 16,0 0-256-16,0 0 0 0,0 0 256 0,0 0-256 0,0 0 0 0,0 0 256 0,0 0-256 16,0 0 0-16,-1 7 256 0,-1 4-256 0,-1 3 0 0,2-6 256 15,1 0-256-15,1-2 0 0,0 2 256 16,1 0-256-16,1 1 0 0,0 0 256 0,1 0-256 0,1 2 0 16,-1-1 256-16,2 0-256 0,0 1 0 0,1-1 256 0,2 0-256 15,3-1 0-15,-3-1 256 16,1-1-256-16,3 0 0 0,-3-2 256 0,2-1-256 15,1 0 0-15,-2-1 255 0,2-2-255 0,0 1 0 0,-1-3 0 16,-1-1 0-16,0-1 0 0,1-1 0 0,-2-1 0 0,0-2 0 0,1 1 0 0,-2 0 0 0,-1-1 0 0,-1 0 0 31,0 0 0-31,-2-1 0 0,0 1 0 0,-1-1 0 0,-1 1 0 0,1 0 0 16,-2 1 0-16,1 0 0 0,-1 0 0 0,0 0 0 16,-2-1 0-16,1 2 0 0,0 1 0 0,0 0 0 0,0 1 0 15,-2-1 0-15,1 1 0 0,0 0 0 0,-2 0 0 0,1 0 0 16,-1 2 0-16,0 0 0 0,-1 0 0 0,1 0 0 15,2 1 0-15,-1 1 0 0,0 0 0 0,-1 1 0 0,-1 1 0 0,1 1 0 16,2 2 0-16,-1 0 0 0,1 1 0 0,1 1 0 0,1 2 0 16,-1-1 0-16,1 2 0 0,1 1 0 0,-1 1 0 15,1 2 0-15,2 1 0 0,-2 0 0 0,1 1 0 0,1 1 0 16,-1-1 0-16,1 0 0 0,1 2 0 0,0-1 0 16,-2 0 0-16,0 0 0 0,1 0 0 0,-2 0 0 15,1-1 0-15,-1 1 0 0,-1 1 0 0,-1 1 0 16,-1-2 0-16,-1-1 0 0,-1-1 0 0,-1 0 0 0,-1-1 0 15,-1-1 0-15,0 0 0 0,-2-1 0 0,-4 0 0 0,3-2 0 0,0-1 0 16,-4-2 0-16,3-1 0 0,-1-2 0 0,-3-2 0 0,3 0 0 16,1-2 0-16,0-1 0 0,6 1-3071 15,3-1 3071-15,3-1 0 0</inkml:trace>
  <inkml:trace contextRef="#ctx0" brushRef="#br1" timeOffset="-62929.784">18029 14659 1024 0,'0'0'0'0,"0"0"256"0,0 0-256 0,0 0 0 0,0 0 256 0,0 0-256 0,0 0 0 0,0 5 256 16,-3 3-256-16,2 2 0 0,-1-2 256 15,-1-1-256-15,-1 0 0 0,2 1 256 0,-2 2-256 0,0 0 0 16,1-1 256-16,0 0-256 0,-2-2 0 0,1 1 256 16,2-1-256-16,-1 0 0 0,2-4-1792 0,1-3 1792 0,1-3 0 0</inkml:trace>
  <inkml:trace contextRef="#ctx0" brushRef="#br1" timeOffset="-62432.007">18286 14000 1024 0,'0'0'0'0,"0"0"256"0,0 0-256 0,0 0 0 0,0 0 256 0,0 0-256 0,0 0 0 0,0 6 256 16,0 4-256-16,0 2 0 0,0-4 256 15,2-2-256-15,-1-1 0 0,0 3 256 0,1-1-256 0,1 3 0 0,-1 0 256 16,-2 2-256-16,1 1 0 0,1 0 256 0,1 0-256 0,2 2 0 0,-2-1 256 16,-2 2-256-16,1 1 0 0,0 1 256 15,1 1-256-15,1 1 0 0,-1 0 256 0,-2-1-256 0,1 2 0 0,0 0 256 16,-2-1-256-16,1 2 0 0,0 0 255 0,1 0-255 0,2 0 0 0,-2 0 0 16,0-1 0-16,0-1 0 0,-1 1 0 0,-1-1 0 15,-1 0 0-15,1-1 0 0,0 0 0 0,0-1 0 0,0-2 0 16,-2-1 0-1,1-1 0-15,0-4 0 0,0-2 0 0,0-1 0 0,0-4-3071 16,2-3 3071-16,-1-3 0 0</inkml:trace>
  <inkml:trace contextRef="#ctx0" brushRef="#br1" timeOffset="-61931.102">18185 14151 1024 0,'0'0'0'0,"0"0"0"0,0 0 0 0,0 0 0 0,2-6 256 0,1-2-256 0,1-3 0 0,0 4 256 0,1 1-256 15,2 0 0-15,1-1 256 0,0-2-256 0,-8 9 0 0,9-9 0 0,1 0 256 0,0 0-256 0,2-2 0 0,1 1 256 0,0 1-256 0,2 0 0 16,0 2 256 0,4 0-256-16,0 2 0 0,-1 1 256 0,1 0-256 15,0 3 0-15,0 1 256 0,0 2-256 0,4 1 0 0,-2 2 125 16,-2 2-125-16,0 1 0 0,-1 0 256 15,-2 3-256-15,0 1 0 0,-2 1 256 0,0 1-256 0,-2 3 0 0,-2 0 256 16,-1 1-256-16,-2 1 0 0,-2-1 130 0,-2 1-130 0,-2 1 0 16,-2-2-130-16,-3 0 130 0,-1 0 0 0,-1-1-256 15,-3 0 256-15,-1-1 0 0,0-1-225 0,-3-1 225 0,-1-2 0 0,-1 0 256 16,1-2-256-16,-4-1 0 0,2 0 256 0,-2-1-256 16,-2-2 0-16,3 1 99 0,-3-2-99 0,1-1 0 0,1-1 0 15,2-1 0-15,-1-1 0 0,0 0 0 0,2-1 0 0,0-1 0 16,2 2 0-16,1-1 0 0,0 2 0 0,2-2 0 15,2-1 0-15,1-1 0 0,0 2 0 0,1-2 0 0,1 1 0 0,2 0 0 16,2 1 0-16,2 1 0 0,0-1 0 0,1 1 0 16,1 1 0-16,1 1 0 0,2 1 0 0,3 1 0 0,-1 0 0 15,0 0 0-15,3 2 0 0,1-1 0 0,-1 1 0 16,4 2 0-16,-2-1 0 0,2 2 0 0,0 0 0 0,-1 0 0 16,1 2 0-16,1 1 0 0,-2 0 0 0,3 1 0 0,-1 3 0 0,-1-3 0 15,-2 0 0-15,-1-1 0 0,1 1 0 16,-2 1 0-16,0 0 0 0,-2-1 0 0,-1-2 0 0,0-1 0 0,2-1 0 15,-3-1 0-15,1-2 0 0,-2-1 0 0,0 0 0 0,-2-2 0 16,-2-1-3071-16,-2-3 3071 0,-2-3 0 0</inkml:trace>
  <inkml:trace contextRef="#ctx0" brushRef="#br1" timeOffset="-61722.647">18707 14473 1024 0,'0'0'0'16,"0"0"256"-16,0 0-256 0,0 0 0 0,2 3 256 0,2 1-256 0,2 2 0 15,-2-1 256-15,0-1-256 0,0-1 0 0,0 3 256 16,1 0-256-16,-1 2 0 0,0 0 256 0,1 3-256 0,1 1 0 16,-2-1 256-16,-1 2-256 0,0 1 0 0,0-2 256 0,-2 1-256 0,1 0 0 0,0-1 256 15,0 1-256-15,0 0 0 0,0-1 256 0,-2-2-256 0,1-1 0 0,0-2 256 16,0-1-256-16,0-4 0 0,0 0-2560 15,-2-2 2560-15,1-2 0 0</inkml:trace>
  <inkml:trace contextRef="#ctx0" brushRef="#br1" timeOffset="-61525.79">18713 14315 1024 0,'0'0'0'0,"0"0"256"0,0 0-256 0,0 0 0 15,0 0 256-15,0 0-256 0,0 0 0 0,0 0 256 16,0 0-256-16,0 0 0 0,3 0 256 0,2 0-256 0,2 0 0 16,-2 0 256-16,1 0-256 0,-1 0 0 0,-3 0-1280 15,-2 0 1280-15,-2 0 0 0</inkml:trace>
  <inkml:trace contextRef="#ctx0" brushRef="#br1" timeOffset="-61272.364">19060 14394 1024 0,'0'0'0'0,"0"0"0"0,0 0 0 0,0 0 0 0,0 0 256 0,0 0-256 16,0 0 0-16,0 0 256 0,0 0-256 0,0 0 0 0,0 0 256 16,0 0-256-16,0 0 0 0,-5 2 256 0,-3 1-256 15,-4 2 0-15,6-2 256 0,1 0-256 0,1 0 0 16,-4 2 256-16,1 1-256 0,-3 2 0 16,10-8 0-16,-8 8 256 0,1 2-256 0,0 1 0 0,0-2 256 15,1 1-256-15,0 2 0 0,0-1 256 0,3 2-256 16,2 1 0-16,1-1 256 0,2 2-256 0,2 2 0 0,1-2 256 15,-1-1-256-15,3 0 0 0,1 0 255 0,3 1-255 0,2 1 0 0,-1-3 0 16,2 0 0-16,0-2 0 0,2-2 0 16,-1-1 0-16,4-2 0 0,-3-3 0 0,2-2 0 0,2-2 0 0,-3-3 0 15,1-1 0-15,0-3 0 0,-11 6-3071 0,-7 2 3071 0,-7 2 0 16</inkml:trace>
  <inkml:trace contextRef="#ctx0" brushRef="#br1" timeOffset="-60795.445">19249 14094 1024 0,'0'0'0'15,"0"0"0"-15,0 0 0 0,0 0 0 0,0 0 256 0,0 0-256 0,0 0 0 0,1 3 256 16,1 1-256-16,1 2 0 0,-1-1 256 0,-2 2-256 0,1 3 0 16,2 1 256-1,0 4-256-15,1 3 0 0,-1-1 256 0,0 4-256 0,0 1 0 16,0 2 256-16,0 1-256 0,0 2 0 0,0-2 256 0,-2 2-256 0,2 0 0 0,-1-2 256 15,-2-1-256-15,1-1 0 0,0-1 256 16,0-3-256-16,0 0 0 0,0-1 256 0,-2-1-256 0,1-2 0 0,0-1 256 16,0-3-256-16,0-1 0 0,0 0-256 0,0-2 256 0,0-1 0 0,0 0-256 15,0-1 256-15,0-2 0 16,0-1-256-16,0-1 256 0,0-1 0 0,0-3 256 0,2-1-256 0,-1-1 0 0,0 0 256 16,1-2-256-16,1-1 0 0,-1-1 256 0,1-3-256 15,1-1 0-15,1 2 255 0,0-1-255 0,1 1 0 0,-1-1 0 16,1-1 0-1,1 0 0-15,-1 1 0 0,1 0 0 0,0 1 0 0,-1 0 0 0,2-1 0 0,0 1 0 0,-1 1 0 16,-1 2 0 0,0 0 0-16,2 0 0 0,-3 1 0 0,1 0 0 0,0 2 0 0,0 1 0 0,1 1 0 0,-1 1 0 15,0 1 0-15,0 1 0 16,0 1 0-16,1 1 0 0,-1 1 0 0,-1 1 0 0,-1 1 0 0,-1 2 0 0,1 0 0 0,-2 2 0 0,2 1 0 16,-2-1 0-16,-1 2 0 0,-1 1 0 15,1-1 0 1,-2 1 0-16,1 2 0 0,0-1 0 0,-2-1 0 0,1-1 0 0,0-1 0 15,2 1 0-15,-1-1 0 0,1-2 0 0,1 0 0 0,1-1 0 16,-2-5-3071-16,-1-3 3071 0,-1-3 0 0</inkml:trace>
  <inkml:trace contextRef="#ctx0" brushRef="#br1" timeOffset="-60366.617">19772 14416 1024 0,'0'0'0'0,"0"0"0"0,0 0 0 0,0 0 0 0,0 0 256 16,0 0-256-16,0 0 0 0,0 0 256 0,0 0-256 0,0 0 0 0,0 0 256 16,0 0-256-16,0 0 0 0,-6 0 256 15,-4 0-256-15,-5 0 0 0,6 2 256 16,1 1-256-16,0 1 0 0,-1 1 256 0,-1 1-256 0,-3 2 0 16,3 0 256-16,-1 2-256 0,-2 1 0 0,4-1 256 0,1 0-256 15,0 1 0-15,1 0 256 0,1 1-256 0,1 0 0 0,0 0 256 16,0-1-256-16,2 1 0 0,1 0 256 15,1-1-256-15,0 0 0 0,3 0 255 0,1-2-255 0,3 0 0 0,-3-1 0 16,1-1 0-16,1 0 0 0,1-2 0 0,0-3 0 16,4 0 0-16,-3-1 0 0,1-2 0 0,1-2 0 0,0 1 0 15,0-2 0-15,1 1 0 0,-1-2 0 0,1-1 0 0,0-2 0 16,0 1 0-16,-2 0 0 0,-1-1 0 0,0 1 0 16,0 0 0-16,-2-1 0 0,1 0-133 0,-2 1 133 15,1-1 0-15,-1 2 37 0,-1 1-37 0,0 1 0 0,0-1 96 0,-2-1-96 16,1 1 0-16,0 1 0 0,0 1 0 0,0 1 0 0,-1-1 0 15,-1 1 0-15,-1 0 0 0,1 1 0 0,2 1 0 0,-1 1 0 0,0 1 0 16,1 1 0-16,1 2 0 0,-1-1 0 16,0 2 0-16,0 2 0 0,-1-1 0 0,3 2 0 0,-1 1 0 15,0-1 0-15,-2 0 0 0,1 1 0 0,0 0 0 0,0-1 0 0,0 1 0 16,0-1 0-16,0-1 0 0,0 0 0 0,0-2 0 16,-2 0 0-16,1-2 0 0,0-2-3071 15,-2-2 3071-15,1-2 0 0</inkml:trace>
  <inkml:trace contextRef="#ctx0" brushRef="#br1" timeOffset="-59967.658">19901 14261 1024 0,'0'0'0'0,"0"0"0"0,0 0 0 0,0 0 0 0,0 0 256 0,0 0-256 15,0 0 0-15,2 7 256 16,1 2-256-16,2 4 0 0,-1-8 256 0,1 0-256 0,1-3 0 0,0 4 256 15,2 1-256-15,0 2 0 0,-8-9 0 0,6 9 256 0,2 1-256 0,1 2 0 16,-1 0 256-16,-2 1-256 0,1 1 0 0,-2-1 256 0,0 0-256 0,-2 1 0 0,1 0 244 16,-2 0-244-16,1 0 0 0,-2 0 256 15,-1 0-256-15,-1-1 0 0,1-1 256 0,-2-1-256 0,1 0 0 0,-2-1 249 16,-1-2-249-16,-2 0 0 0,3-1-256 16,-2 1 256-16,0-1 0 0,0-2-256 0,2-1 256 15,-1-1 0-15,0 0-256 0,-1-1 256 0,1 0 0 0,0-1-256 16,2 0 256-16,-1 0 0 0,0 0-256 0,2-1 256 0,-1-1 0 0,0 0 256 0,0-1-256 0,0-1 0 15,2-1 256-15,1-2-256 16,1 0 0-16,0 0 256 0,1 0-256 0,1-1 0 0,0-1 256 16,1-2-256-16,1-1 0 0,1 1 256 0,0 1-256 0,2-3 0 15,-2 1 256-15,2 1-256 0,0 0 0 0,-1-2 18 16,2 1-18-16,0-1 0 0,-2 0 0 0,2 1 0 0,1-1 0 0,-2 0 0 16,-1-2 0-16,0-1 0 0,-1 1 0 0,2 0 0 0,0-2 0 0,0 0 0 15,0-1 0-15,1-1 0 16,-7 12-3071-16,-3 6 3071 15,-3 6 0-15</inkml:trace>
  <inkml:trace contextRef="#ctx0" brushRef="#br1" timeOffset="-59493.122">20410 14002 1024 0,'0'0'0'0,"0"0"0"0,0 0 0 0,0 0 0 0,4 5 256 0,4 3-256 0,2 2 0 0,-5-5 256 16,-2 0-256-16,-2 0 0 0,2 3 256 15,1 2-256-15,1 3 0 0,0 0 256 16,2 3-256-16,0 3 0 0,-2-1 256 0,-1 2-256 0,-1 2 0 16,0-1 256-16,3 2-256 0,-1 2 0 0,0-3-178 15,-2 2 178-15,1 0 0 0,-1-2-256 0,-1-1 256 0,-1-1 0 0,1 0 256 0,0 0-256 0,0 0 0 16,0-3 256-16,-2-1-256 0,-2-1 0 0,2-2 256 16,0 0-256-16,0-2 0 0,0-1 256 0,0-2-256 0,0-1 0 0,0 0 256 15,0-1-256-15,0-2 0 0,0-2 256 0,0-1-256 0,0-2 0 16,0 0 256-16,-2-1-256 0,1-1 0 0,0-3 177 15,-1-1-177-15,-1-2 0 0,1 1 0 0,-1 0 0 0,-1-1 0 16,1 0 0-16,-1-2 0 0,-3 0 0 0,2 1 0 16,0-1 0-16,-3 0 0 0,2 1 0 0,-1 0 0 0,1 1 0 15,-1 0-177-15,-1 1 177 0,-2 0 0 0,1 2-256 16,-1 0 256-16,-3 2 0 0,2 0 256 16,0 1-256-16,-4 1 0 0,3 1 13 0,1 2-13 0,0 2 0 0,0 1-256 15,1 0 256-15,0 1 0 0,1-1-256 0,-1 0 256 0,3 0 0 0,1 1-256 16,0 2 256-16,2 0 0 0,-1-1-256 15,0-1 256-15,2 0 0 0,1 1 125 0,1 1-125 0,1 2 0 16,1-2 256-16,2 1-256 0,3-1 0 0,-1 1 256 16,2-1-256-16,2 0 0 0,-1 0 256 0,3 0-256 0,0 1 0 0,0-2 256 15,0-2-256-15,1-1 0 0,0-1 39 0,0-1-39 16,1-1 0-16,0 0 0 0,-1-1 0 0,1-1 0 0,-2-2 0 16,3-1 0-16,-1-2 0 0,-8 4-3071 0,-6 3 3071 0,-3 3 0 15</inkml:trace>
  <inkml:trace contextRef="#ctx0" brushRef="#br1" timeOffset="-59198.991">20520 13803 1024 0,'0'0'0'0,"0"0"256"0,0 0-256 0,0 0 0 0,4-1-256 0,1-1 256 16,2-1 0-16,-1 2 256 0,1 1-256 0,2 1 0 0,-2 1 256 15,1 1-256-15,1 1 0 0,2 2 256 16,1 3-256-16,3 2 0 0,-1 3 256 0,4 4-256 16,0 3 0-16,1 4 256 0,1 5-256 0,1 3 0 15,0 5 256-15,-2 4-256 0,0 5 0 0,-1-4 256 0,-3 1-256 0,0 2 0 0,-3-2 256 16,-2 0-256-16,-1 0 0 0,-4-1-124 16,-3 1 124-16,-3 2 0 0,-2-3-256 0,-2-1 256 0,-4-1 0 0,0-1 256 15,-3-3-256-15,-4-1 0 16,1 0 256-16,-2-1-256 0,-4-1 0 0,2-3 256 15,-4-3-256-15,-2-2 0 0,17-16-2436 0,9-10 2436 0,6-10 0 0</inkml:trace>
  <inkml:trace contextRef="#ctx0" brushRef="#br1" timeOffset="-57326.156">13516 14405 1024 0,'0'0'0'0,"0"0"256"15,0 0-256-15,0 0 0 0,0 0 256 0,0 0-256 0,0 0 0 0,0 3 256 16,0 3-256-16,0 1 0 0,0-2 256 0,0 2-256 0,0 0 0 0,0-1 256 0,-2 2-256 0,1 0 0 0,0 2 256 15,0 1-256-15,0 3 0 0,0-3 256 0,-1 1-256 0,-1 2 0 16,1-1 256-16,-1 1-256 0,1 1 0 0,1-1 256 0,-2 0-256 16,0 2 0-16,1-1 256 15,-1 0-256-15,-1 2 0 0,1-2 256 0,1 1-256 0,0 1 0 0,-1-2 255 0,1-1-255 0,0 1 0 16,0-2 0-16,0-1 0 0,0 1 0 0,0-1 0 16,0-1 0-1,0 1 0-15,0-4 0 0,2 0 0 0,-1-2 0 0,0-2 0 16,2-1 0-16,-1-1 0 0,0-2-255 0,2-1 255 0,-1-1 0 0,0 1-2816 15,-2 1 2816-15,1 1 0 0</inkml:trace>
  <inkml:trace contextRef="#ctx0" brushRef="#br1" timeOffset="-57027.395">13569 14443 1024 0,'0'0'0'0,"0"0"0"0,0 0 0 0,0 0 0 0,0 0 256 0,0 0-256 15,0 0 0-15,0 0 256 0,0 0-256 0,0 0 0 0,0 0 256 16,0 0-256-16,0 0 0 0,0 0 256 0,0 0-256 0,0 0 0 0,6-8 256 16,2-5-256-16,4-4 0 0,-7 12 256 15,-4 5-256-15,-1 5 0 0,0-5 0 0,3 0 256 0,1 0-256 0,1 0 0 16,-1 2 256-16,0 1-256 0,1 2 0 0,-1-1 142 0,1 1-142 0,1 1 0 0,-1 0 256 16,1 2-256-16,2 0 0 0,-2 1 256 0,1 0-256 0,1 2 0 0,0-1 256 15,-1 1-256-15,0 2 0 16,0-1 113-16,2 2-113 0,1 2 0 0,-2-3 0 0,0 2 0 0,2 1 0 15,-1-1 0-15,0 1 0 0,4 0 0 0,-3 1 0 0,1 1 0 16,2 0 0-16,-2 0 0 0,-1 1 0 0,0 1 0 0,0-1 0 16,1-1 0-16,-1-1 0 0,0-1 0 0,1-1 0 0,-1-1 0 15,-6-9-3071-15,-4-5 3071 0,-4-5 0 0</inkml:trace>
  <inkml:trace contextRef="#ctx0" brushRef="#br1" timeOffset="-52860.365">3814 14047 1024 0,'0'0'0'0,"0"0"0"0,0 0 0 0,0 0 0 0,0 0 256 0,0 0-256 16,0 0 0-16,0 0 256 0,0 0-256 16,0 0 0-16,0 0-197 0,0 0 197 0,0 0 0 0,0 0-256 15,0 0 256-15,0 0 0 0,0 0-59 0,0 0 59 0,0 0 0 0,0 0 102 0,0 0-102 0,0 0 0 16,0 0 256-16,0 0-256 0,0 0 0 15,0 0 256 1,0 0-256-16,0 0 0 0,0 0 256 0,0 0-256 0,0 0 0 0,0 0 256 0,0 0-256 16,0 0 0-16,-2 7 256 0,-1 4-256 0,-1 3 0 0,9-9 256 0,4-3-256 0,5-2 0 0,-5 1 256 15,1-2-256-15,2 1 0 0,-1 0-256 0,1 1 256 0,3 1 0 0,-2-1-256 16,-1-1 256-16,0-1 0 0,0 1-256 16,1-2 256-16,-1 1 0 0,1-1-256 15,-2 1 256-15,0 0 0 0,1 0-238 0,-2 0 238 0,0 0 0 0,0 0 256 0,-2-1-256 0,-1-1 0 16,-1 2 256-16,0-1-256 0,-2 2 0 0,1-1 193 15,-2 0-193-15,1-1 0 0,0 1-207 0,-2 1 207 16,1-1 0-16,-1 0-64 0,0 0 64 0,-2 0 0 16,1 0 114-16,-2 0-114 0,1-1 0 0,0 1 18 15,0 1-18-15,0 1 0 0,0-1 89 16,-3 0-89-16,2 0 0 0,0 0-157 0,0 0 157 0,0 0 0 0,0 0-68 16,0 0 68-16,0 0 0 0,0 1 26 0,0 1-26 0,0 2 0 15,0-2-160-15,-1 1 160 0,-1 1 0 0,1-1-188 0,0 1 188 16,0 1 0-16,0 0-256 0,0 2 256 0,0 0 0 0,-1 0-186 15,1 2 186-15,0 1 0 0,0 0-83 0,2 1 83 0,-1 2 0 16,0 0-71-16,0 3 71 0,0 0 0 0,0-1-144 16,0 1 144-16,0 0 0 0,0 0 0 0,1 2 0 0,0 1 0 15,-1-1 74-15,2 2-74 0,-1-1 0 0,0 1 256 0,0 0-256 0,0 1 0 16,0 0 256-16,0 1-256 0,0 1 0 0,0-1 256 16,0-1-256-16,0-1 0 0,0 0 256 0,-2 2-256 0,1-1 0 0,1 0 256 15,1 0-256-15,1 1 0 0,-1-2 256 0,0 0-256 16,0 0 0-16,0-1 8 0,1-1-8 0,1-1 0 0,-1 0-23 15,0-1 23-15,0 1 0 0,1-3-102 0,-3 0 102 0,1-1 0 16,0 0-53-16,0-2 53 0,0 0 0 0,0 0 256 0,0-1-256 16,0 0 0-16,0-2 256 0,-2 0-256 0,1-2 0 0,0 1 256 15,0-3-256-15,0 1 0 0,-1-1 256 0,-1 0-256 0,-1-2 0 0,2 0 256 16,-3-1-256-16,1-1 0 0,1 0 256 16,-1-1-256-16,-1-1 0 0,1-2 95 0,0 0-95 0,0-2 0 0,2 5-3071 15,1 1 3071-15,1 1 0 0</inkml:trace>
  <inkml:trace contextRef="#ctx0" brushRef="#br1" timeOffset="-52232.805">4072 15017 1024 0,'0'0'0'0,"0"0"0"0,0 0 0 0,0 0 0 15,0 0 0-15,0 0 0 16,0 0 0-16,0 0 0 0,0 0 0 0,0 0 0 0,0 0 0 0,0 0 0 0,0 0 0 0,0 0 0 16,0 0 0-16,0 0 0 0,-10 3 0 0,-5 3 0 0,-6 1 0 15,12-4 0-15,2-3 0 0,4-3 0 0,-4 3 0 0,-2-1 0 0,-4-1 0 16,4 1 0-1,-1-1 0-15,-2-1 0 0,1 2 0 0,-1 0 0 0,-3 0 0 0,3 0 0 16,-2 0 0-16,0-1 0 0,0 1 0 0,0 0 0 16,-2 0 0-16,3 0 0 0,-3 0 0 0,1 0 0 0,0 1 256 0,2-2-256 0,0 1 0 0,-1 0 256 0,2 0-256 15,0 0 0-15,2 0 132 16,1 0-132-16,-1 0 0 0,2-3-256 0,2 0 256 0,2-1 0 16,0 1-256-16,1 0 256 0,0-1 0 0,2 4-132 15,1 1 132-15,1 1 0 0</inkml:trace>
  <inkml:trace contextRef="#ctx0" brushRef="#br1" timeOffset="-51899.415">4067 14525 1024 0,'0'0'0'0,"0"0"0"0,0 0 0 16,0 0 0-16,0 0 0 0,0 0 0 0,0 0 0 0,0 0 0 0,0 0 0 0,0 0 0 0,0 0 0 15,0 0 0-15,0 0 0 0,0 0 0 0,0 0 0 0,0 0 0 16,0 0 0-16,0 0 0 0,0 0 0 0,0 0 0 16,0 0 0-16,0 0 0 0,0 0 0 0,0 0 0 0,0 0 0 0,-2 4 0 15,-2 4 0-15,-2 2 0 0,0-7 0 0,-3-2 0 0,-1-2 0 16,1 2 115-16,-3 0-115 0,-2 0 0 0,0 0 256 15,0 0-256-15,-3 0 0 0,1 0 256 0,-2 1-256 0,0 1 0 0,1-1 256 16,-1 0-256-16,-1 1 0 0,0-2-256 16,3 1 256-16,-2-2 0 0,2 0-256 0,-1-1 256 0,3-1 0 0,7 2-371 15,7 0 371-15,7 0 0 0</inkml:trace>
  <inkml:trace contextRef="#ctx0" brushRef="#br1" timeOffset="-51368.723">4529 14588 1024 0,'0'0'0'0,"0"0"256"0,0 0-256 0,0 0 0 0,0 0 256 0,0 0-256 0,0 0 0 16,0 0-256-16,0 0 256 0,0 0 0 0,0 0-256 0,0 0 256 0,0 0 0 0,0 0 0 15,0 0 0-15,0 0 0 0,0 0 0 16,0 0 0-16,0 0 0 0,0 0 0 0,0 0 0 0,0 0 0 0,-4 7 235 0,-3 3-235 16,-1 4 0-16,1-7 256 0,2-3-256 0,1-2 0 0,-1 3-136 15,-1-2 136-15,-2 1 0 0,2 2-256 16,-1 0 256-16,-1 2 0 0,-1-2-99 0,0 1 99 0,-2 2 0 0,1-2 0 15,1 1 0-15,-1 2 0 0,0-2 0 0,1 2 0 0,0 0 0 0,0-1 0 16,-1 1 0-16,1 0 0 0,0-1 0 16,-1 0 0-16,1 1 0 0,0 0 256 0,1 0-256 0,-1 2 0 0,1-2 256 0,1-1-256 0,1 1 0 0,-1-2 256 15,2-1-256-15,1-1 0 0,0-1 256 16,1-2-256-16,1-1 0 0,-1-1 256 0,2-1-256 0,-1-1 0 0,1-1 256 31,1-1-256-31,1-2 0 0,-1 4-1536 0,0 1 1536 0,0 1 0 0</inkml:trace>
  <inkml:trace contextRef="#ctx0" brushRef="#br1" timeOffset="-51137.554">4287 14610 1024 0,'0'0'0'0,"0"0"0"0,0 0 0 0,0 0 0 0,0 0 0 0,0 0 0 0,0 0 0 0,0 0 0 16,0 0 0-16,0 0 0 0,0 0 0 15,0 0 0-15,0 0 0 0,0 0 0 0,0 0 0 0,0 0 0 0,6 6 0 16,2 2 0-16,3 3 0 0,-6-5 0 0,-2-2 0 0,-2-1 0 0,4 1 0 15,0 1 0-15,1 2 0 0,-1-1 0 0,-2 3 0 0,1 1 0 16,3-1 0-16,-1 2 0 0,3 0 0 16,-2 1 0-16,-2 0 0 0,2 2 0 0,-1 0 205 15,1 1-205-15,1 0 0 0,0 1 256 0,-3-1-256 0,1 2 0 16,0-2 256-16,1 1-256 0,4 0 0 0,-4-1-256 0,1-2 256 0,2 0 0 16,-7-8-461-16,-3-5 461 0,-3-5 0 0</inkml:trace>
  <inkml:trace contextRef="#ctx0" brushRef="#br1" timeOffset="-50234.212">4796 14142 1024 0,'0'0'0'0,"0"0"0"0,0 0 0 0,0 0 0 0,0 0 0 0,0 0 0 0,0 0 0 0,0 0 0 16,0 0 0-16,0 0 0 0,3 3 0 0,2 3 0 15,2 1 0-15,-1-4 0 0,0-3 0 0,2-3 0 0,-1 3 0 16,0 0 0-16,4 0 0 0,-1 0 256 0,3-1-256 0,1-1 0 0,-1 1 256 16,2 1-256-16,1 0 0 0,-1 0 256 0,-1 0-256 0,2 0 0 15,-2 0-87-15,0-1 87 0,-2-1 0 0,2 2-256 16,-3-1 256-16,1-1 0 0,0 2-256 0,-1-1 256 0,-2-1 0 15,1 1-169-15,-2 1 169 0,-1 1 0 0,0-2 0 16,1 1 0-16,-3-2 0 0,0 1 0 0,-2 0 0 0,-2 0 0 0,2 1 0 16,0 0 0-16,0 0 0 0,0 0 0 0,-2-2 0 0,-1 1 0 15,1 0 256 1,-2 1-256-16,1 1 0 0,0-1 256 0,0 0-256 0,0 0 0 0,0 0 256 16,-2 0-256-16,0 0 0 0,1 0 256 0,0 1-256 0,0 1 0 0,0-1 49 15,0 1-49-15,0 1 0 0,0 0-256 0,-1 1 256 0,-1 2 0 0,1-2-256 16,2 2 256-16,-1-1 0 0,0 2-256 0,-1 2 256 0,-1 1 0 0,2-1 112 15,1 2-112-15,1 0 0 0,-2 0 186 16,0 1-186-16,-1 0 0 0,3 2 221 0,0 0-221 0,1 2 0 0,-1 0 256 16,1-1-256-16,1 2 0 0,-1-1 256 15,0 2-256-15,0 2 0 0,-1-3 256 0,0 1-256 0,-1 0 0 0,2 1 256 16,1 1-256-16,2 1 0 0,-2-2-256 0,0 2 256 0,0-1 0 16,0 1-256-16,0-1 256 0,0-1 0 0,0 1-256 0,-2 0 256 15,1 0 0-15,0-1-256 0,1 1 256 0,-1-2 0 0,0 0-256 16,0-2 256-16,0 1 0 0,0-1-256 15,-2 0 256-15,1-1 0 0,0-1 256 0,0 0-256 0,0-1 0 0,0 0 256 16,0-2-256-16,0 0 0 0,0-2 256 0,-2 0-256 0,1-1 0 16,0-1 256-16,2 1-256 0,-1-1 0 0,0-1 256 0,-2 0-256 0,1 0 0 15,0-2 256-15,2 0-256 0,-1-2 0 0,-1 2 37 0,-1-1-37 0,-1-1 0 16,1 0-256-16,0-1 256 0,0-1 0 0,0 1-256 16,-1 0 256-16,-1 0 0 0,1 0-138 15,-1-1 138-15,-1-1 0 0,0 1 256 0,3 0-256 0,-1 0 0 0,-1 0 256 0,-1 0-256 0,-1 0 0 0,-1 0 256 31,0-1-256-31,-4-1 0 0,4 1-256 0,-2-1 256 0,-2-1 0 0,2 2-256 16,-1 0 256-16,-1 0 0 0,-1 0-226 0,0 0 226 16,-2 0 0-16,2-1 256 0,0 1-256 0,-1-3 0 0,1 3 256 0,-1 0-256 0,-3 0 0 0,3 0 256 15,0-1-256-15,2-1 0 0,-1 1 256 16,1-1-256-16,0-1 0 0,1 0 256 16,-1-2-256-16,3-1 0 0,4 5-2545 0,3 2 2545 0,3 2 0 0</inkml:trace>
  <inkml:trace contextRef="#ctx0" brushRef="#br1" timeOffset="-49930.545">5186 14543 1024 0,'0'0'0'0,"0"0"0"0,0 0 0 0,0 0 0 0,0 0 0 0,0 0 0 0,0 0 0 0,0 0 0 16,0 0 0-16,0 0 0 0,0 0 0 0,0 0 0 0,0 0 0 0,0 0 0 15,0 0 0-15,0 0 0 0,0 0 0 16,0 0 0-16,0 0 0 0,0 0 0 0,0 0 0 0,0 0 0 0,-9 3 0 16,-2 1 0-16,-5 2 0 0,8-4 0 15,2-1 0-15,2-1 0 0,-2 2 0 0,-2 1 0 0,-1 2 0 0,1-2 0 16,-1 0 0-16,-2 0 0 0,2 1 256 0,0 0-256 0,-1 1 0 0,2-2 256 15,-2 0-256-15,-1 0 0 0,3-1 256 0,1 2-256 0,1 0 0 0,2-3-768 16,5-1 768-16,2-1 0 0</inkml:trace>
  <inkml:trace contextRef="#ctx0" brushRef="#br1" timeOffset="-48805.569">5430 14502 1024 0,'0'0'0'0,"0"0"0"0,0 0 0 0,0 0 0 0,0 0 0 0,0 0 0 0,0 0 0 0,0 0 0 0,0 0 0 15,0 0 0-15,0 0 0 0,0 0 0 0,0 0 0 16,0 0 0-16,0 0 0 15,0 0 0-15,0 0 0 0,0 0 0 0,0 0 0 0,-1 9 0 0,0 3 0 0,-1 5 0 0,1-10 0 16,1-3 0-16,1-3 0 0,-1 4 0 16,0 0 0-16,0 2 0 0,0-2 0 0,0 0 0 0,0 0 0 0,0 1 0 15,0-1 0-15,0 3 0 0,0-2 0 0,2 0 0 16,-1-2 0-16,0 2 0 0,0-1 0 16,1-1 0-16,-1 2 0 0,1 0 0 0,1 2 0 0,-1-3 0 0,1 1 0 15,1-2 0-15,-1 1 0 0,0 0 0 0,0-2 0 0,-1 1 0 0,3-1 0 0,-1-1 0 16,0 1 0-16,0 0 0 0,3 1 0 0,-2-2 0 0,1-1 0 15,-1-1 0-15,0 0 0 0,1-2 0 0,1 1 0 0,-1 0 0 16,2-1 0-16,0-2 0 0,-2 2 0 16,-1-1 0-16,-1 0 0 0,2-1 0 0,-1-2 0 0,0-1 0 0,0 2 0 0,-1-1 0 15,0-1 0-15,1 1 0 16,-2 0 0-16,0-1 0 0,1 0 0 0,-2 1 0 16,1-1 0-16,-1 1 0 0,-1 0 0 0,-1 0 0 0,1 0 0 0,0 0 0 0,0-1 0 0,0 0 0 15,0 1 0-15,0-1 0 0,0 2 0 0,0 0 0 0,0 0 0 16,0 1 0-16,-2-2 0 0,1 0 0 0,0 1 0 15,3 1 0-15,-2 1 0 0,0-1 0 0,-2 1 0 0,1 0 0 0,0-1 0 16,0 1 0-16,0 1 0 0,0 0 0 16,0 1 0-16,0 1 0 0,0-1 0 0,0-2 0 15,0 0 0-15,0 2 0 0,-3 0 0 0,2 0 0 0,0 1 0 0,2 0 0 16,-1 0 0-16,0 0 0 0,0 0 0 16,0 0 0-16,0 1 0 0,0 0 0 0,0 0 0 0,0 0 0 0,0 2 0 0,0 0 0 15,0-1 0-15,-2 1 0 0,1 1 0 0,0 0 0 16,2 1 0-16,-1 2 0 0,0-2 0 0,0 0 0 0,0 0 0 0,0 1 0 15,0 2 0-15,0 0 0 0,0 1 0 0,0 0 0 16,0 2 0-16,0-1 0 0,2 1 0 16,-1 2 0-16,0-1 0 0,-2 1 0 0,1 1 0 0,1-2 0 0,2 1 0 0,0-1 0 0,-1 1 0 15,-2 1 0-15,1 1 0 0,0-1 0 0,0 0 0 16,0 2 0-16,0-2 0 16,1 1 0-16,1 0 0 0,-1 1 0 0,-2 1 0 0,1 1 0 0,0-2 0 0,1 1 0 0,1 0 0 0,-1-1 0 15,1 0 0 1,-1-1 0-16,0 2 0 0,-1-1 0 0,1 2 0 0,-1-2 0 0,1 0 0 0,1-1 0 0,-1 0 0 0,-2 1 0 15,1 1 0 1,0-2 0-16,1 0 0 0,1-1 0 0,-1 2 0 16,-2-2 0-16,1 0 0 0,0 0 0 0,0 0 0 0,0-1 0 15,0 0 0-15,-2 0 0 0,1-1 0 0,0 0 0 0,-2 0 0 16,1-1 0-16,0-1 0 0,0 0 0 0,0-2 0 0,-1 1 0 16,-1-1 0-16,-1 0 0 0,0-1 0 0,-1-1 0 0,-2-2 0 15,2 0 0-15,0 0 0 0,0 0 0 0,0-1 0 16,-1-1 0-16,-2-1 0 0,3 1 0 0,-2-1 0 0,0-1 0 0,0 0 0 15,-1-1 0-15,0-1 0 0,0 1 0 0,1-1 0 0,0-1 0 16,0-1 0-16,2 0 0 0,-1-3 0 0,0 1 0 16,2 0 0-16,1-1 0 0,-1-1 0 0,2-2 0 0,-1-1 0 15,1 1 0-15,1 0 0 0,1-1 0 0,-1-1 0 0,2-1 0 0,-1-1 0 16,1 2 0-16,1-2 0 0,1 0 0 0,-1 1 0 16,1-1 0-16,1-1 0 0,2 1 0 0,-1-2 0 0,3-1 0 15,-3 2 0-15,2 0 0 0,1 1 0 0,-1-2 0 16,1 1 0-16,2-2 0 0,-1 2 0 0,-2-1 0 0,-1 0 0 0,1 0 0 15,2 0 0-15,0 1 0 0,-1 0 0 0,-1-1 0 0,1 3 0 0,-5 7 0 16,-3 6 0-16,-3 6 0 0</inkml:trace>
  <inkml:trace contextRef="#ctx0" brushRef="#br1" timeOffset="-25894.998">20127 11496 1024 0,'0'0'0'15,"0"0"0"-15,0 0 0 0,0 0 0 0,0 0 256 0,0 0-256 0,0 0 0 0,4 0 256 16,2 0-256-16,2 0 0 0,-2-2 256 0,-1 0-256 0,0-1 0 0,1 1 165 16,1 0-165-16,1-1 0 0,0 1 256 0,0 0-256 0,1 0 0 0,0 1 256 15,0-1-256-15,2-1 0 0,0 2 256 16,-3 1-256-16,1 1 0 0,-1 0 256 0,3 1-256 0,-1 1 0 0,0 1 256 15,-1 2-256-15,0 0 0 0,0 0 256 0,-2 1-256 16,2 2 0-16,-3-1 256 0,-2 0-256 0,-2 1 0 0,2 2 162 16,-2 0-162-16,1 2 0 0,-2-1-175 0,-2-1 175 0,-2 1 0 0,1 0-256 15,-1 2 256-15,-1 1 0 0,0-3-256 16,-1 1 256-16,-1-1 0 0,0 1-256 0,1-1 256 16,0 2 0-16,0-3-13 0,-1 0 13 0,-2-2 0 0,2 1 256 15,0 1-256-15,0 0 0 0,0-1 256 0,0-1-256 16,1 1 0-16,0-3 256 0,1-2-256 0,1 1 0 0,-1-2 256 0,1 1-256 0,0-1 0 0,1-2 116 15,0-2-116-15,2-2 0 0,2 1 0 16,0-1 0-16,1-1 0 0,0-1 0 0,2-2 0 0,3 0 0 16,-3-1 0-16,3-1 0 0,-1-3 0 0,1 2 0 15,1-1 0-15,2-2 0 0,-2 1 0 0,1-2 0 0,2-1 0 0,-2 1 0 16,1-1 0-16,2 0 0 0,-3 0-117 0,3-1 117 16,-1 0 0-16,-1 0 117 0,0-1-117 0,-2-1 0 0,1 1 0 15,1 1 0-15,-1-1 0 0,0 1 0 0,0 0 0 0,-1 1 0 16,-1 0 0-16,-1 2 0 0,1 0 0 0,-2 0 0 15,-2 2 0-15,-2 1 0 0,2-1 0 16,-2 0 0-16,1 1 0 0,-2 2 0 0,-1 0 0 0,-1 2 0 0,1 1 0 0,-2 0 0 16,1 3 0-16,-1-1 0 0,-1 1 0 0,-1 1 0 0,1 0 0 15,-1 1 0-15,-1 1 0 0,0 1 0 0,1 2 0 0,0 2 0 16,1 0 0-16,-2 1 0 0,0 2 0 0,1 0 0 0,-1 0 0 16,0 2 0-16,1-1 0 0,1 2 0 0,1 1 0 15,-1 1 0-15,-1 0 0 0,-1 2 0 0,0-2 0 0,3 2 0 0,-1-1 0 0,0 0 0 16,2 0 0-16,-1 2 0 15,1-1 0-15,1 0 0 0,1-1 0 0,-1 1 0 0,0 0 0 0,0 0 0 0,1-1 0 16,1 1 0-16,1-2 0 16,0 0 0-16,2-1 0 0,0 1 0 0,0-3 0 0,1-1 0 0,1-3 0 15,1 0 0-15,1 0 0 0,3-2 0 0,-1-2 0 0,-1-2 0 16,3-1 0-16,-8 0-3071 16,-5-2 3071-16,-5 1 0 0</inkml:trace>
  <inkml:trace contextRef="#ctx0" brushRef="#br1" timeOffset="-25530.402">20851 11631 1024 0,'0'0'0'0,"0"0"0"15,0 0 0-15,0 0 0 0,0 0 0 0,0 0 256 0,0 0-256 0,0 0 0 0,0 0 256 0,0 0-256 16,0 0 0-16,0 0 256 0,0 0-256 0,0 0 0 0,0 0 256 0,0 0-256 0,0 0 0 0,6 0 256 15,4 0-256-15,2 0 0 0,-5-3 256 0,0-1-256 16,-2-2 0 0,3 2 256-16,0 0-256 0,4-1 0 0,-2 1 256 0,1-3-256 0,3 0 0 0,-3 1 256 15,3 0-256-15,-1-1 0 0,0 0 256 0,1 1-256 0,2-1 0 0,-1 1 256 0,-3 0-256 0,2 0 0 16,-1 0 255-16,0 1-255 0,-1 0 0 0,1 1 0 31,-1-1 0-31,0 1 0 0,-2 0 0 0,0 0 0 0,-1 0 0 0,0 0 0 16,0 1 0-16,-2 0 0 0,-1 1 0 0,-1 0 0 0,-1 0 0 15,1 1 0-15,-2 0 0 0,-1 0 0 0,0 0 0 16,-1 0 0-16,-1 0 0 0,-1-1 0 0,-1 1 0 0,-1 0 0 16,-1 0 0-16,0 1 0 0,-1 1 0 0,3-1-3071 15,2 0 3071-15,2 0 0 0</inkml:trace>
  <inkml:trace contextRef="#ctx0" brushRef="#br1" timeOffset="-25253.95">20794 11751 1024 0,'0'0'0'0,"0"4"0"0,-2 2 0 0,1 3 0 0,0-4 256 0,0-1-256 0,0-1 0 0,0 1 98 15,2-1-98-15,-1 0 0 0,0 1-214 16,2-2 214-16,-1 1 0 16,0 0 256-16,1-1-256 0,-2-2 0 0,3 2 0 0,2-1 256 0,-1 0-256 0,3 0 0 0,-1-1 256 15,1 0-256-15,2 0 0 0,0-3 256 0,3 0-256 0,2-1 0 0,-3 1 256 16,2 1-256-16,0-2 0 0,0 2 256 0,2-2-256 0,1 0 0 0,-1 1 256 15,1-1-256-15,1-1 0 16,0 2 256-16,-3-2-256 0,1 0 0 0,1 1-124 0,-1-2 124 0,1 1 0 16,-2 0 181-16,3 1-181 0,0 0 0 15,-3 0 256-15,-1 0-256 0,1-1 0 0,-2 0 256 0,0 2-256 0,-2-1 0 0,-1-1 256 16,-1 0-256-16,-3-2 0 0,1 2 58 0,-1-3-58 0,-1-1 0 16,-2 6-3071-16,-2 3 3071 0,-2 3 0 0</inkml:trace>
  <inkml:trace contextRef="#ctx0" brushRef="#br1" timeOffset="-24927.931">21109 11328 1024 0,'0'0'0'0,"0"0"0"0,0 0 0 0,0 0 0 0,0 0 256 0,0 0-256 15,0 0 0-15,-2 8-140 0,0 3 140 0,-1 4 0 0,1-8-116 0,2-3 116 16,-1-2 0-16,0 4 256 0,0 2-256 0,0 3 0 0,0-2 256 0,-1 0-256 16,-2 2 0-16,2 0 256 0,-1 2-256 0,-1 1 0 0,0 0 256 15,1 0-256-15,0 2 0 0,0-1 256 0,0 2-256 16,0 1 0-16,0 0 256 0,2 1-256 0,-1 1 0 16,0-1 256-16,0 0-256 0,0 0 0 0,0 0 256 0,-1 1-256 0,1 1 0 0,0-1 256 15,0 1-256-15,0 1 0 16,0-2 256-16,0-1-256 0,0-1 0 0,0 0 256 0,0 0-256 0,0 0 0 0,0-4 255 15,2-1-255-15,-1-2 0 0,0-1 0 0,0-2 0 0,0-1 0 16,0-4-3071 0,2-3 3071-16,-1-3 0 0</inkml:trace>
  <inkml:trace contextRef="#ctx0" brushRef="#br1" timeOffset="-24230.722">21488 11378 1024 0,'0'0'0'0,"0"0"0"0,0 0 0 0,0 0 0 0,0 0 256 15,0 0-256-15,0 0 0 0,-2 7 256 16,-1 4-256-16,-1 3 0 0,3-6 256 0,2-3-256 0,2 1 0 15,-2 2 256-15,-2 1-256 0,1 2 0 0,0-1 256 16,2 0-256-16,-1 2 0 0,0-1 256 0,0 0-256 0,0 1 0 16,0 0 256-16,1 0-256 0,1-1 0 0,-1 1 256 0,1 0-256 15,1-1 0-15,0 0 256 0,2-2-256 0,0 0 0 0,0-1 256 0,1-1-256 0,2-1 0 0,-2 1 256 16,1-2-256-16,1-1 0 0,1-1 255 0,1-1-255 0,4-1 0 16,-4-1 0-16,0-3 0 0,2 0 0 0,-2-1 0 0,1-1 0 0,2-2 0 0,-3 1 0 31,0-1 0-31,-2-1 0 0,1-2 0 0,-1 0 0 0,1-2 0 0,-2 1 0 0,-1 1 0 0,0-1 0 0,0 0 0 31,-2-2 0-31,1-1 0 0,-2 2 0 16,-1 1 0-16,-1 0 0 0,2 0 0 0,-3 2 0 0,1 0 0 0,0 0 0 0,-2 1 0 0,1 0 0 0,0 0 0 15,-2 1 0-15,1 0 0 0,0 1 0 0,0 2 0 0,0 1 0 0,0 0 0 16,0-2 0-16,0 0 0 0,0 3 0 0,-2 1 0 0,1 1 0 0,0 1 0 16,0 2 0-16,0 0 0 0,1 1 0 15,1-1 0-15,1 2 0 16,-1 2 0-16,-2 3 0 0,1 2 0 0,0-1 0 0,-2 2 0 0,1 1 0 0,1 1 0 15,1 1 0-15,1 3 0 0,-1 0 0 0,-2 0 0 0,1 3 0 0,0-1 0 16,2 1 0-16,-1 1 0 0,0 0 0 0,-2 0 0 0,1 1 0 16,0-2 0-16,-2-1 0 0,1-1 0 0,0 0 0 15,-1 0 0 1,-2 0 0-16,2-2 0 0,-1-1 0 0,-1-1 0 0,0 0 0 0,-1-3 0 0,-1 1 0 0,-1-1 0 16,-1-1 0-1,-3-2 0-15,1-1 0 0,3-1 0 0,-1-3 0 0,0 0 0 0,1-2 0 0,0-1 0 0,0-1 0 31,-1-1 0-31,-2-1 0 0,3-2 0 0,1 0 0 0,1-1 0 0,-1 0 0 16,0-1 0-16,1-1 0 0,1-1 0 0,2-1 0 0,2-2 0 16,2 0 0-16,3 0 0 0,2-2 0 0,0 1 0 15,2-2 0-15,2-1 0 0,1 1 0 0,1 0 0 0,3-2 0 16,0-1 0-16,3-1 0 0,3-1 0 0,-4 1 0 16,2-2 0-16,1-1 0 0,-14 13-3071 0,-8 7 3071 15,-5 7 0-15</inkml:trace>
  <inkml:trace contextRef="#ctx0" brushRef="#br1" timeOffset="-23950.583">21996 10987 1024 0,'0'0'0'16,"3"0"0"-16,3 1 0 0,1 1 0 0,-1-2 256 0,1 2-256 0,2-1 0 0,1 0 256 0,1 0-256 0,5 0 0 0,-2 3 256 15,4 0-256-15,1 1 0 0,-1 1 256 16,1 3-256-16,0 1 0 0,0 1 256 0,1 3-256 16,0 2 0-16,-1 1 256 0,-1 2-256 0,-1 2 0 15,-1 2 256-15,0 4-256 0,-1 2 0 0,-1 2 256 16,-4 4-256-16,1 3 0 0,-4 2 256 0,-4 3-256 0,-1 3 0 16,-2-2-256-16,-4 0 256 0,-1 1 0 0,-4-3 256 15,-2-1-256-15,-3-1 0 0,-3 0 256 0,-5-1-256 0,-4-1 0 0,2-3 256 16,-4-2-256-16,-4-3 0 0,0-1 255 0,-1-2-255 0,-5-1 0 15,27-17-3071-15,11-9 3071 0,11-9 0 0</inkml:trace>
  <inkml:trace contextRef="#ctx0" brushRef="#br1" timeOffset="-23527.526">20093 11136 1024 0,'0'0'0'0,"-6"4"0"0,-1 2 0 16,-2 2 0-16,1 2 0 0,-3 1 0 0,-2 3 0 0,0 1 0 0,-1 3 0 0,-4 3 0 15,3 0 0-15,-1 2 0 0,-2 2 0 0,1 0 0 0,0 3 0 0,-3 1 0 0,2 2 0 0,2 3 0 0,0 3 0 0,2-4 256 16,2 2-256-16,0 1 0 0,2-1 256 16,2 0-256-16,0 2 0 0,1-3 256 15,2 0-256-15,2-1 0 0,0 0 256 16,1 0-256-16,1-1 0 0,2-1-19 0,2 0 19 0,2-2 0 0,2 1-57 0,2-2 57 0,3 0 0 15,0 0 143 1,3-1-143-16,2 0 0 0,2-2 256 0,2-1-256 16,2-1 0-16,-1-3 256 0,0-1-256 0,3-1 0 0,-2-5 256 15,2-2-256-15,2-4 0 0,-18-3-1859 16,-10-4 1859-16,-7-4 0 0</inkml:trace>
  <inkml:trace contextRef="#ctx0" brushRef="#br1" timeOffset="-22773.394">22282 10696 1024 0,'0'0'0'0,"0"0"0"0,0 0 0 0,0 0 0 0,0 0 0 16,0 0 0-16,0 0 0 0,0 0 0 0,0 0 0 0,0 0 0 16,0 0 0-16,0 0 0 0,0 0 0 0,0 0 0 0,0 0 0 0,0 0 0 0,0 10 0 15,-2 5 0-15,1 4 0 0,1-11 256 16,1-4-256-16,1-3 0 0,-1 4 256 0,0-2-256 0,0 1 0 16,0 0 256-16,-2 1-256 0,1 0 0 0,0-1-43 0,2 0 43 0,-1 0 0 15,0-1-256 1,-2 1 256-16,1-2 0 0,0 1-256 0,2 0 256 0,-1 1 0 0,0-2-213 0,0-1 213 0,0-1 0 0,1 0 0 15,1-1 0-15,1-1 0 0,-1 0 0 16,2-2 0-16,1 0 0 16,-2 1 256-16,1-1-256 0,1-1 0 0,0 0 256 0,2-2-256 0,0 0 0 0,-1 0 256 0,1 0-256 0,3-1 0 15,-3 1 256-15,1-1-256 0,2 1 0 0,-2 0 256 16,-2-1-256-16,2 1 0 0,-1 0 256 16,0-1-256-16,0 0 0 0,1 2 256 15,-1 0-256-15,0 0 0 0,0 0 256 0,-1 1-256 0,0 0 0 0,0 0 256 16,-1 1-256-16,0 0 0 0,1 1 256 0,-2-2-256 15,0 1 0-15,0 0 256 0,-1 1-256 0,-1 0 0 0,1 1 255 16,-2 1-255-16,-1 1 0 0,1-1 0 0,-2 0 0 0,1 0 0 0,0 0 0 16,0 1 0-16,0 1 0 0,0-1 0 0,0 0 0 0,0 0 0 0,0 0-3071 15,-2 0 3071-15,1 0 0 0</inkml:trace>
  <inkml:trace contextRef="#ctx0" brushRef="#br1" timeOffset="-13496.804">21473 14027 1024 0,'0'0'0'16,"0"0"256"-16,0 0-256 0,0 0 0 0,0 0 256 0,0 0-256 0,0 0 0 0,0 0-71 0,0 0 71 15,0 0 0-15,0 0-256 0,0 0 256 16,0 0 0-16,-3 9-69 0,-2 5 69 0,-2 4 0 0,4-11 256 0,1-4-256 0,1-4 0 16,-1 7 256-1,-1 0-256-15,-2 2 0 0,2-2 256 0,2 1-256 0,-1 2 0 0,0-2 256 0,0 1-256 0,0 2 0 0,0-1 256 16,-1 2-256 0,-1 1 0-16,1-1 256 0,-1 0-256 0,1 2 0 0,0-2 256 0,-1 1-256 0,-3 2 0 0,3-2 256 0,1 0-256 15,1-1 0 1,-3 1 256-16,0 2-256 0,-1 1 0 0,1-2 256 15,2 0-256-15,-1-1 0 0,0 0 256 0,-2 0-256 0,0-1 0 0,1 0 139 16,2-1-139-16,-1 0 0 0,0-2 0 16,0 0 0-16,-1-2 0 0,2 1 0 0,1-2 0 0,1-1 0 0,-1-1 0 15,0-2 0-15,0-2 0 0,1 1 0 0,1-1 0 0,1-1 0 0,0-2 0 16,1-1 0-16,1-2 0 16,-2 5-3071-16,-1 2 3071 0,-1 2 0 0</inkml:trace>
  <inkml:trace contextRef="#ctx0" brushRef="#br1" timeOffset="-13067.536">21436 14080 1024 0,'0'0'0'0,"0"0"256"0,0 0-256 0,0 0 0 0,0 0 256 0,0 0-256 0,0 0 0 16,0 0 256-16,0 0-256 0,0 0 0 0,0 0 256 0,0 0-256 15,0 0 0-15,0 0-256 0,0 0 256 0,0 0 0 0,0 0-256 16,0 0 256-16,0 0 0 0,0 0-256 0,0 0 256 0,0 0 0 15,0 0 256-15,0 0-256 0,0 0 0 0,0 0 256 16,0 0-256-16,0 0 0 0,0 0 256 0,0 0-256 16,0 0 0-16,0 0 256 0,0 0-256 0,0 0 0 0,0 0 256 0,0 0-256 15,0 0 0-15,5-4 256 0,4-2-256 0,2-2 0 0,-4 9 256 16,-1 4-256-16,0 4 0 0,0-3 256 0,1 2-256 0,1 1 0 16,-8-9 0-16,8 7 256 0,0 2-256 0,1 0 0 0,-1 0 256 15,2 0-256-15,1 2 0 0,-2-1 255 0,0-1-255 0,-2 3 0 16,1-2 0-16,0 1 0 0,1-1 0 0,-2 1 0 0,2 1 0 15,0 0 0-15,1 0 0 16,-3-1 0-16,1 1 0 0,0-1 0 0,-2 0 0 0,-1 1 0 0,1-1 0 0,1-2 0 16,2 0 0-16,-2 0 0 0,-2 1 0 0,1-1 0 0,0 0 0 15,0-1 0-15,-1 0 0 0,1 0 0 0,-2 0 0 0,1-1 0 0,-1 0 0 16,-1-1 0-16,0 0 0 0,0-1 0 16,0-1 0-16,0 0 0 0,-1 0 0 0,-1 0 0 0,-1 0 0 15,1-1 0-15,-2-1 0 0,1 0 0 0,0-1 0 16,0-2 0-16,0 1 0 0,0-1 0 0,0-2 0 0,0 0 0 0,0 2-3071 15,0 2 3071-15,0-1 0 0</inkml:trace>
  <inkml:trace contextRef="#ctx0" brushRef="#br1" timeOffset="-11623.437">15602 15684 1024 0,'0'0'0'0,"0"0"0"0,0 0 0 0,0 0 0 0,0 0 256 0,0 0-256 0,0 0 0 0,0 0 256 15,0 0-256-15,0 0 0 0,0 0 256 16,0 0-256-16,0 0 0 0,0 0 256 0,0 0-256 0,0 0 0 0,0 0 256 16,0 0-256-1,0 0 0-15,0 0 256 0,0 0-256 0,0 0 0 0,0 0 256 0,0 0-256 0,0 0 0 0,0 0 256 0,0 0-256 16,0 0 0-16,0 9 256 15,2 4-256-15,-1 6 0 0,3-15 256 0,2-4-256 0,2-4 0 0,0 4 256 16,0 0-256-16,1 0 0 16,-1-1 255-16,2 0-255 0,0-1 0 0,-1 1 0 0,1 0 0 0,-1 0 0 15,0 1 0-15,2-2 0 0,1 1 0 0,-2 0 0 0,1-1 0 0,0-1 0 0,-1 2 0 16,0-1 0-16,-2 2 0 16,0-2 0-16,0 0 0 0,-2-1 0 0,1 2 0 0,0 0 0 15,0 0 0-15,-1 0 0 0,-2-1 0 0,-1-1 0 0,1 1 0 16,-1 3 0-16,0 0 0 0,-1-2 0 0,-1 0 0 0,-1 0 0 15,1 0 0-15,0 0 0 0,0 0 0 0,0 0 0 16,0 1 0-16,0 1 0 0,1-1 0 0,-4 0 0 0,2 0 0 0,0 0 0 16,-2 0 0-16,1 0 0 0,0 0 0 0,2 0 0 0,-1 0 0 15,0 0 0-15,-2 0 0 0,1 0 0 0,0 1 0 16,0 1 0-16,0 1 0 0,0-2 0 0,-1 1 0 0,-2 1 0 16,2 0 0-16,1 2 0 0,1 0 0 0,-1-1 0 0,0 3 0 15,0 0 0-15,0 0 0 0,0 2 0 0,0 1 0 0,0 0 0 16,0 1 0-16,0 2 0 0,0 0 0 0,-1-1 0 0,1 2 0 15,0-2 0-15,0 2 0 0,0 0 0 0,0 0 0 0,2 1 0 16,-1 1 0-16,0-1 0 0,0 0 0 0,0-1 0 0,0 1 0 16,0 1 0-16,0 0 0 0,0 1 0 0,-2-1 0 15,1 2 0-15,0-2 0 0,2 0 0 0,-1-1 0 0,0-1 0 16,-2-1 0-16,1-2 0 0,0 0 0 0,2-1 0 0,-1-2 0 16,0-2 0-16,0 0 0 0,0-3 0 0,0-1-3071 0,0-2 3071 15,0-2 0-15</inkml:trace>
  <inkml:trace contextRef="#ctx0" brushRef="#br1" timeOffset="-11032.357">16496 15333 1024 0,'0'0'0'0,"0"0"0"0,0 0 0 0,0 0 0 0,0 0 0 0,0 0 0 0,0 0 0 0,0 0 0 15,0 0 0-15,0 0 0 0,0 0 256 0,0 0-256 16,0 0 0-16,0 0 256 0,0 0-256 0,0 0 0 0,0 0 256 15,0 0-256-15,0 0 0 0,0 0 256 0,0 0-256 0,0 0 0 0,-9 0 256 16,-3 1-256-16,-4 1 0 0,7-1 256 16,5 1-256-16,1 2 0 0,-3-1-256 0,-1 1 256 0,-3 1 0 0,3 0-10 0,-1 1 10 15,-2 2 0-15,3-1 256 16,-2 2-256-16,0 1 0 0,-1-2 256 0,3 2-256 16,-1-1 0-16,0 2 256 0,-1 1-256 0,1 0 0 0,0 0 256 15,0 0-256-15,-1 2 0 0,1-1 0 0,0 3 0 16,-1-1 0-16,1 0-256 0,1 1 256 0,0 0 0 0,0-1 244 15,2 2-244-15,1-1 0 0,-1 1 256 0,0 1-256 0,0 1 0 16,1-1 256-16,0 0-256 0,2 0 0 0,0-1 256 0,1 1-256 0,1 0 0 0,-1 0 21 16,2 1-21-16,-1 1 0 0,1-1 0 0,1-1 0 0,1-1 0 0,0 1 0 15,-1 0 0-15,0-1 0 0,0 0 0 16,1 0 0-16,1 0 0 0,-1-1 0 16,1 0 0-16,1-1 0 0,0 0 0 0,0-2 0 0,1 0 0 0,-1 0 0 15,1 1 0-15,2 1 0 0,-2-2 0 0,1-1 0 0,1 0 0 0,-1 0 0 16,1 0 0-16,-1 2 0 0,0-3 0 15,0 0 0-15,1-1 0 0,-1 0 0 0,0-2 0 0,0-1 0 16,1 0 0-16,0 2 0 0,2 0 0 16,-2-1 0-16,0-2 0 0,-2 0 0 0,1-2 0 0,-2-1 0 0,1-1 0 0,0-1 0 15,1-1 0-15,0-1 0 0,-4 1-3071 0,-4 0 3071 0,-1 0 0 0</inkml:trace>
  <inkml:trace contextRef="#ctx0" brushRef="#br1" timeOffset="-10621.241">16892 15677 1024 0,'0'0'0'0,"0"0"0"0,0 0 0 0,0 0 0 0,0 0 0 0,0 0 0 0,0 0 0 0,0 0 0 16,0 0 0-16,0 0 0 0,0 0 0 0,0 0 0 0,0 0 0 0,-7 9 256 15,-1 5-256-15,-3 4 0 0,6-11 256 16,1-3-256-16,3-3 0 0,-1 4 256 0,-2 0-256 0,0 1 0 0,1 0 256 16,-1 1-256-16,-1 2 0 0,1-1 256 0,-2 0-256 0,0 2 0 15,1-2 256-15,0 2-256 0,0 0 0 0,0 0 256 16,-2 0-256-16,0 2 0 0,1-1 256 0,0 0-256 0,0 1 0 15,-1 0 256-15,1 0-256 0,0-1 0 16,0 1 256-16,-2 0-256 0,-1 2 0 0,2-2 256 0,1-1-256 16,1 0 0-16,-2 0-256 0,1 0 256 0,0-1 0 0,0 0-256 0,0 0 256 15,-1-1 0-15,1-2-256 0,1-1 256 0,0 0 0 0,0-3-256 16,1-1 256-16,0-1 0 0,0-1-256 0,2-1 256 0,-1-1 0 16,0-1 256-16,0-1-256 0,0-1 0 0,0-2 176 15,2-2-176-15,-1-4 0 0,1 10-1968 0,1 3 1968 0,1 3 0 16</inkml:trace>
  <inkml:trace contextRef="#ctx0" brushRef="#br1" timeOffset="-10334.151">16633 15655 1024 0,'0'0'0'0,"0"0"256"0,0 0-256 0,0 0 0 0,0 0 256 0,0 0-256 0,0 0 0 0,0 0 256 15,0 0-256-15,0 0 0 0,0 0 256 0,0 0-256 0,0 0 0 16,3 4 256-16,2 2-256 0,3 3 0 0,-3-5 256 15,-1-1-256-15,0-1 0 0,0 2-79 0,1 2 79 0,2 0 0 0,-2 0-256 16,1 0 256-16,1 1 0 0,-1 0-256 16,2 1 256-16,1 2 0 0,-1-1 256 0,-2 0-256 0,2 2 0 0,-1-1 256 15,1 2-256-15,2 0 0 0,-2 0 256 0,0 0-256 0,0 2 0 16,1-1 256-16,-1 0-256 0,0 2 0 0,0-2 256 0,1 1-256 0,-1 0 0 16,0 0-256-16,-2 0 256 0,2 0 0 0,-1-2-256 15,-1 1 256-15,0-1 0 0,0 1-256 0,0-2 256 0,-1 0 0 0,1-2 256 16,-2-2-256-16,1-1 0 0,0-1 256 15,1-2-256-15,-1-1 0 0,-3-1-1969 0,-2-1 1969 0,-2-1 0 0</inkml:trace>
  <inkml:trace contextRef="#ctx0" brushRef="#br1" timeOffset="-10015.476">17192 15737 1024 0,'0'0'0'0,"0"0"0"0,0 0 0 0,0 0 0 0,0 0 0 0,0 0 0 0,0 0 0 0,0 0 0 0,0 0 0 16,0 0 0-16,0 0 0 0,0 0 0 16,0 0 0-16,6 2 256 0,2 1-256 0,3 1 0 0,-4-3 256 0,0-1-256 15,-2-1 0-15,1 0 256 0,0 1-256 16,0-2 0-16,-6 2 0 0,7 0 256 0,0-2-256 15,2 1 0-15,-1-1 256 0,-1 2-256 0,0-1 0 0,0 0 256 0,0 1-256 16,1 1 0-16,-1-1-178 0,-1 0 178 0,0 0 0 0,-1-1 256 0,-1 1-256 0,0-2 0 16,0 1 256-16,-2 1-256 0,1 1 0 0,-1-2 256 0,-1 0-256 0,-1-1 0 0,1 1 256 15,-2 1-256-15,1-2 0 0,0 2-2382 16,0 0 2382-16,0 0 0 16</inkml:trace>
  <inkml:trace contextRef="#ctx0" brushRef="#br1" timeOffset="-9796.74">17168 15920 1024 0,'0'0'0'0,"0"0"0"0,0 0 0 0,0 0 0 0,0 0 0 0,0 0 0 0,0 0 0 0,0 6 256 0,-3 2-256 0,2 3 0 0,0-5 256 0,2-2-256 0,-1-1 0 0,0 1 256 16,0-1-256 0,0 0 0-16,1 0 256 0,2-1-256 0,0 1 0 0,1 0 256 15,0-1-256-15,3 0 0 0,-1-1 256 0,2-1-256 0,0-1 0 0,-1 1 256 0,1-2-256 16,2 1 0-16,0 0 256 0,0-1-256 0,4 1 0 0,-3 0-256 15,-2-1 256-15,2-1 0 0,-1 1-256 0,1-1 256 0,4-1 0 16,-4 0-256-16,0-1 256 16,-2-2 0-16,-5 5-1280 0,-4 2 1280 0,-4 2 0 0</inkml:trace>
  <inkml:trace contextRef="#ctx0" brushRef="#br1" timeOffset="-9029.285">17601 15620 1024 0,'0'0'0'16,"0"0"0"-16,0 0 0 0,0 0 0 0,0 0 0 0,0 0 0 0,0 0 0 0,0 0 0 15,0 0 0-15,0 0 0 0,0 0 0 0,0 0 0 0,0 0 0 0,-3 8 0 16,-3 5 0-16,-1 4 0 0,5-9 0 15,2-3 0-15,2-2 0 0,-2-3 0 0,0 5 0 0,0 0 0 0,0 0 0 0,0 1 0 16,0 1 0-16,0 2 0 0,0-1 0 0,2 0 0 0,-1 2 0 16,0-3 0-16,1 1 0 0,1-1 0 0,-1 0 0 0,2 2 0 0,0 0 0 15,-1-2 256-15,0 1-256 0,0-1 0 0,1 0 256 16,1-1-256-16,2 0 0 0,-2-1 256 0,1-1-256 16,1-1 0-16,-1 0 256 0,1 0-256 0,-1-2 0 0,1 0 137 0,1-2-137 0,2 1 0 15,-3-3 256-15,2 0-256 0,0-1 0 0,0 1-164 16,-2-1 164-16,-1-1 0 0,1-1-256 0,1-2 256 0,-1 0 0 15,-1 0-256-15,-1 0 256 0,-1-1 0 0,0 1-256 16,3-1 256-16,-1 0 0 0,-2 0-105 0,-1 1 105 0,-1 0 0 0,1 0 256 16,0 0-256-16,0 1 0 0,1 1 256 0,-3 0-256 0,1 0 0 15,0 0 256-15,-2 1-256 0,1 0 0 0,0 0 256 16,0 1-256-16,0 1 0 0,0 0 256 0,-2 1-256 0,1 0 0 16,0 1 256-16,0-2-256 0,0 0 0 0,0 2 256 15,0 1-256-15,0 1 0 0,0 0 256 16,0 0-256-16,0 1 0 0,0 0 256 0,0 1-256 0,0 2 0 0,0-1 256 15,0 2-256-15,0 2 0 0,0-1 131 0,2 2-131 0,-1 0 0 0,0 2 0 16,0 0 0-16,0 3 0 0,0-1 0 0,1 2 0 0,1 0 0 16,-1 1 0-16,0 1 0 0,0 1 0 0,1 1 0 0,0 0 0 15,1 3 0-15,-1-3 0 0,0 0 0 0,0 0 0 0,0 0 0 16,-2 1 0-16,1 1 0 0,0-2 0 0,1 1 0 0,2 1 0 16,-2-2 0-16,-2-1 0 0,1-1 0 0,0 0 0 0,0 0 0 0,0-1 0 15,0 0 0 1,-2-1 0-16,1-2 0 0,-1 1 0 0,-1-1 0 0,-1-1 0 0,1-1 0 15,-1 0 0-15,-1-2 0 0,0 1 0 0,-1-2 0 0,-2-1 0 0,2 0 0 16,0-2 0-16,0-1 0 0,-1 0 0 0,-1-1 0 0,-2 0 0 0,2-1 0 16,2-1 0-16,-1-1 0 0,0 0 0 0,0 0 0 15,-1 0 0-15,1-1 0 16,2-2 0-16,-1 0 0 0,1 2 0 0,-2-2 0 0,0 1 0 0,0 0 0 16,2-1 0-16,0-1 0 0,-1 0 0 0,2-2 0 0,-1-1 0 0,2 2 0 15,1-1 0-15,1-1 0 0,-1 0 0 16,0-2 0-16,0 0 0 0,2-1 0 0,0 0 0 0,1-2 0 0,1 1 0 0,1-2 0 0,3-1 0 15,-2 1 0 1,-2 1 0-16,1-1 0 0,1 0 0 0,2 0 0 0,0-2 0 0,-1 3 0 0,0-2 0 0,1-1 0 0,-1 2 0 16,0-1 0-16,0 0 0 0,-1 0 0 0,3-1 0 15,-1 0 0-15,-5 10-3071 16,-3 5 3071-16,-3 5 0 0</inkml:trace>
  <inkml:trace contextRef="#ctx0" brushRef="#br1" timeOffset="-8460.708">17946 15345 1024 0,'0'0'0'0,"0"0"0"16,0 0 0-16,0 0 0 0,0 0 0 0,0 0 0 0,0 0 0 0,0 0 0 0,0 0 0 0,0 0 0 15,0 0 0-15,0 0 0 0,0 0 0 0,4-1 0 16,4-2 0-16,2 0 0 0,-5 2 0 0,-1 2 0 0,-1-1 0 0,3 0 0 16,0 0 0-16,4 0 0 0,-4 2 0 15,2 0 0-15,0 1 0 0,0-1 0 0,0 1 0 0,1 1 0 0,0 1 0 16,2 1 0-16,1 2 0 0,0 1 0 0,-3 0 0 0,1 2 0 0,1-1 0 16,-1 0 0-16,0 1 0 0,1 1 84 0,-3 2-84 0,1 1 0 15,0-1-84-15,1 0 84 0,-1 3 0 0,0-2 0 16,-1 2 0-16,0 1 0 0,-1 0 0 0,0 1 0 0,-1 1 0 0,0-1 0 15,0 1 0-15,1 1 0 0,-1-1 0 16,0 0 0-16,-2 0 0 0,0 0 0 0,-1 1 0 0,-1 1 0 0,1-2 0 16,0 2 0-16,0-1 0 0,-1 1 256 15,-1-2-256-15,-1 1 0 0,-1-1 218 0,0 1-218 0,-1-2 0 0,1 1-256 16,-1 0 256-16,-1 1 0 0,0-1-218 0,-1 0 218 16,-1 0 0-16,0-2 0 0,0 0 0 0,-1-1 0 0,1 0 0 15,-1-2 0-15,-1 0 0 0,0 0 0 0,0 1 0 0,-2-2 0 0,2-1 0 16,-3-1 0-16,1 0 0 0,0 1 0 0,1-1 0 0,0 1 0 0,0-1 0 15,0-2 0-15,-1 0 0 0,1 0 0 16,0-1 0-16,0 1 0 0,-1-2 256 0,1-1-256 16,0 0 0-16,0-1 256 0,-1 0-256 0,0 0 0 0,1 0 256 15,0 0-256-15,2 1 0 0,-1-1 185 0,-1 0-185 0,-2-2 0 0,2 1-256 16,1-1 256-16,0 0 0 0,-2-1 101 16,3-1-101-16,-1-1 0 0,0 1 21 0,-1-1-21 0,1-1 0 0,0 0-256 15,2-1 256-15,-1-1 0 0,4 2-563 0,2 0 563 0,2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5:26:10.10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8487 6099 1024 0,'0'0'0'0,"0"4"0"0,0 3 0 0,0 1 0 0,0-2 246 16,0 0-246-16,0-1 0 0,0-1 106 0,0 0-106 16,0 0 0-16,0 0 160 0,0 0-160 0,0 0 0 0,0 0 161 15,0 0-161-15,0 1 0 0,0-1 68 0,0-1-68 0,0 0 0 16,0-1-12-16,-1 0 12 0,1 0 0 0,1-1-64 0,0-1 64 0,1-1 0 15,0 1-63-15,-2 0 63 0,1 0 0 0,0-2-10 16,1 1 10-16,1-2 0 0,-1 2 76 0,1-2-76 16,1 0 0-16,-1 0 110 0,1-1-110 0,-1-1 0 0,1 1 91 15,1-2-91-15,2 0 0 0,-2 1 68 16,2-1-68-16,0 1 0 0,-1-1 63 0,0 0-63 0,0 0 0 0,1 0 20 16,-3-1-20-16,1 0 0 0,0 1-20 0,1 0 20 0,2 0 0 0,-2 0-25 15,-1 0 25-15,0-1 0 0,0 1-26 16,-1 0 26-16,-1 1 0 0,2 1-57 0,-3 0 57 0,1 0 0 0,-1 1-88 0,-1-1 88 15,-1 2 0-15,1 0-53 0,0-2 53 0,0 0 0 0,0 0 16 16,-2 2-16-16,1-1 0 0,0 1-767 0,0 2 767 0,0 2 0 0</inkml:trace>
  <inkml:trace contextRef="#ctx0" brushRef="#br0" timeOffset="2139.754">10198 5046 1024 0,'0'0'0'0,"0"0"0"0,0 0 0 0,0 0 0 0,0 0 256 0,0 0-256 0,0 0 0 0,0 0 97 16,0 0-97-16,0 0 0 0,0 0 104 0,0 0-104 0,0 0 0 0,0 0 112 0,0 0-112 15,0 0 0-15,0 0 86 16,0 0-86-16,0 0 0 0,0 0 25 15,0 0-25-15,0 0 0 0,0 0-7 0,0 0 7 0,0 0 0 0,0 0-32 0,0 0 32 0,0 0 0 0,-1-14 2 16,-1-8-2-16,-1-6 0 0,1 20 1 0,0 6-1 0,0 6 0 16,-1-6 47-16,-1 0-47 0,-2 0 0 15,2 0 59-15,-1 1-59 0,-1 1 0 0,1-1 66 0,-1-2-66 0,-2 0 0 0,1 2 39 16,-2 2-39 0,-2-1 0-16,3-1 23 0,-1-1-23 0,-1-1 0 0,-1 1 41 15,0 1-41-15,-2 0 0 0,2 1 66 16,-1 0-66-16,-2 0 0 0,3 0 93 0,-3-1-93 0,1 0 0 0,1 0 256 0,-2 1-256 0,0 1 0 0,0-1-64 31,1 1 64-31,-1 1 0 0,2 0 49 16,-2 1-49-16,-1 1 0 0,2 0-10 0,-3 2 10 0,1 0 0 0,1 0-50 15,2 0 50-15,0 1 0 0,0-1-8 0,0-1 8 0,-1 0 0 0,1 1 30 16,0 1-30-16,1 1 0 0,0 0 74 16,0 0-74-16,2 2 0 0,0-2 65 0,-1 1-65 15,3 0 0-15,-2-1 64 0,2 0-64 0,-2 1 0 0,2-2 42 0,1 1-42 16,1-1 0-16,-1 0 24 0,0 0-24 0,1 1 0 0,0-1 13 15,1 1-13-15,1 2 0 0,-1-3 31 0,2 1-31 0,-1-1 0 16,-1 0 28-16,1 2-28 0,0 0 0 0,0 1 19 16,2 0-19-16,-1 2 0 0,0-2 14 0,0 1-14 0,0 0 0 0,0 0 48 15,0-1-48-15,0 0 0 0,0 1 61 0,0-1-61 16,-1 1 0-16,1-2 68 0,0 1-68 0,0-1 0 0,0 0 63 16,2 1-63-16,-1 0 0 0,0-2 65 0,-1-1-65 0,-1 0 0 15,2 1 34-15,1 2-34 0,1 0 0 0,-1-1 3 16,-2 1-3-16,1 0 0 0,0-1-34 0,2 0 34 0,-1 1 0 0,0 0-25 15,1 0 25-15,0 2 0 0,-1-2 5 0,1 0-5 16,1 1 0-16,-1-2 9 0,1 0-9 0,1-2 0 0,-1 2 23 16,1-1-23-16,3 0 0 0,-3 1 14 0,-1 0-14 0,-1 1 0 0,1 0-3 15,1-1 3-15,1 1 0 0,-1-1 256 16,1-1-256-16,1 0 0 0,0 1-256 16,-1-1 256-16,0 0 0 0,2 2-28 0,0 0 28 0,4 2 0 15,-3-2 20-15,0 0-20 0,0-2 0 0,1 2 60 16,-1-1-60-16,0 1 0 0,0-2 43 0,0-1-43 0,1 0 0 0,-1 0 26 15,1 0-26-15,3 1 0 0,-2-2-17 16,-2-1 17-16,1 0 0 0,0-1-48 16,1 1 48-16,0-2 0 0,0 1-33 0,-1-1 33 0,0 0 0 0,0-1 4 15,1-1-4-15,-1-1 0 0,1 1 56 0,1-1-56 0,2-1 0 0,-2 1 88 16,0-1-88-16,1-1 0 0,-1 1 57 0,1-1-57 0,3-2 0 0,-3 2 16 16,0 0-16-16,-1 0 0 0,0 0-34 0,0-1 34 0,-2-1 0 15,1 1-45-15,0 0 45 0,1-1 0 0,-1 1-13 16,0-1 13-16,1-1 0 0,-2 0-1 0,2 1 1 0,1 0 0 0,-1 0 38 15,-2-1-38-15,2-2 0 0,-1 2-4 16,1 0 4-16,2 0 0 0,-2-1-25 16,1 0 25-16,3-1 0 0,-4 0-20 0,-1 1 20 0,1 0 0 0,0-1-12 0,-2 0 12 15,2-1 0-15,-1 1 34 0,0-1-34 0,0 0 0 0,-1 1 91 16,-2 0-91-16,-1-1 0 0,1 0 122 0,0-2-122 0,1 0 0 16,-1 1 69-16,-1-1-69 0,0 0 0 0,1 1 20 15,-1-1-20-15,0-2 0 0,0 2-21 16,-2-1 21-16,1 1 0 0,0-1-50 0,0 1 50 0,0-1 0 0,1 1-62 15,-3-1 62-15,1 0 0 0,0 1-60 0,0-2 60 0,0 0 0 0,0 1-15 16,-2-1 15-16,1 0 0 0,0 0 256 16,-2 1-256-16,1-1 0 0,0 1-187 0,0 0 187 0,0 1 0 0,1 0 88 15,-4-2-88-15,2 0 0 0,-1 1 83 16,-1-1-83-16,-1 0 0 0,1 0 32 0,0 0-32 0,0-1 0 0,0 1-29 16,0 0 29-16,0 1 0 0,-2 0-63 15,0-1 63-15,-4-1 0 0,3 2-65 16,-1-1 65-16,-1 1 0 0,1 0-99 0,-2-1 99 0,0 0 0 0,-1 1-91 0,-1-2 91 0,-2-1 0 15,2 3-112 1,-2 1 112-16,0 0 0 0,-1 0-114 0,-1 0 114 0,-2 2 0 0,0 1-123 0,-2 1 123 0,0 3 0 0,0-2-77 16,2-1 77-16,0 1 0 0,0 1-47 0,-2-1 47 0,0 1 0 0,11 3-1694 31,7 1 1694-31,7 1 0 0</inkml:trace>
  <inkml:trace contextRef="#ctx0" brushRef="#br0" timeOffset="19078.375">11651 6295 1024 0,'0'0'0'0,"3"2"0"0,0 3 0 0,1 0 0 0,-1-1 19 16,0-1-19-16,0 0 0 0,0-1 145 0,1 0-145 0,2 0 0 0,-1 0 161 16,-1-1-161-16,1 0 0 0,0 0 116 15,0 0-116-15,4 0 0 0,-3 0-19 0,0 0 19 16,0 0 0-16,0 0-109 0,2-1 109 0,0-1 0 0,0 1-170 0,1 0 170 0,2 0 0 0,-2-1-110 16,1 1 110-16,2-2 0 0,-3 1 11 15,2 0-11-15,1 0 0 0,-1-1 102 0,1 1-102 0,2 0 0 0,-3 0 122 16,3 0-122-16,-1 0 0 0,0 1 114 0,-2-2-114 15,-1 1 0-15,2 0 95 0,0-1-95 0,3-1 0 16,-2 1 48-16,-2 1-48 0,2 0 0 0,0 0-47 0,2-1 47 0,0 0 0 0,0 0-61 16,0-1 61-16,3 1 0 0,-3-1 0 15,3 2 0-15,-1-1 0 0,0 1 93 0,-2-2-93 0,0 0 0 0,-1 2 92 16,3 0-92-16,-1 0 0 0,1 1 67 0,-3 0-67 16,2 0 0-16,1 1 62 0,0 0-62 0,2 0 0 0,-2 0-37 15,2 0 37-15,3 0 0 0,-4 0-78 0,0 0 78 0,-2 1 0 0,2-1-105 16,0 0 105-16,2 0 0 0,-2-1 18 15,1 0-18-15,1 0 0 0,-1 0 110 0,-1 0-110 0,2 0 0 0,-2-1 142 16,1 1-142-16,1-2 0 0,-1 1 90 16,-1 1-90-16,0 1 0 0,1-1 28 0,0 1-28 15,-1 1 0-15,0-2-39 0,1 1 39 0,2 1 0 0,-2-2-92 16,0 1 92-16,2 1 0 0,-1-1-94 0,0-1 94 0,3-1 0 0,-2 1 25 0,-1 0-25 16,2 0 0-16,-1-1 100 0,-2 0-100 0,0 0 0 15,1 0 116-15,0 1-116 0,3 1 0 0,-1-1 42 16,-3 0-42-16,2 0 0 0,-1 0 20 0,1 0-20 0,2 0 0 15,-2-1-17-15,-2 0 17 0,0 0 0 0,2 0-34 0,0 1 34 0,3 1 0 0,-3-1-40 16,-1 0 40-16,-2 0 0 16,2-1 55-16,0 1-55 0,3-2 0 0,-2 1 71 0,0 0-71 0,0-1 0 0,1 1 54 15,-2 1-54-15,0-2 0 0,0 2-11 0,2-1 11 0,0-1 0 0,-1 2 17 32,1 0-17-32,0 0 0 0,0-1 13 0,-1 0-13 0,0-1 0 0,0 1 6 15,1 0-6-15,3 0 0 0,-4 1-11 0,1-1 11 0,-2 0 0 0,1 0 31 0,2 1-31 16,2 1 0-16,-3-1 63 15,-2 1-63-15,0 0 0 0,2 0 26 0,2-1-26 0,0-1 0 0,0 1 16 0,-1 0-16 0,-1 0 0 16,0 0 34-16,0-1-34 0,0 0 0 0,-1 0 60 16,3 0-60-16,0-1 0 0,-1 2 31 0,-1 0-31 0,2 0 0 0,0 0 57 15,-2-1-57 1,0-1 0-16,0 2 73 0,2 0-73 0,0 0 0 0,-2 0 95 0,0 0-95 16,0 0 0-16,-1 0 44 0,3 0-44 0,0 0 0 0,0 0 15 15,-2-1-15-15,0-1 0 0,1 2 3 0,1-1-3 0,2-1 0 0,-3 1 28 16,0 1-28-16,0 1 0 0,1-1 76 0,-3 0-76 0,2 0 0 0,0 0 87 15,-1 0-87-15,0 0 0 0,1 0 92 16,-1 0-92-16,-2 0 0 0,2 0 19 0,-1 0-19 16,-1 0 0-16,1 0-77 0,1 0 77 0,1 0 0 15,-2 0-95-15,0 2 95 0,1-1 0 0,-1 0 0 0,2 0 0 0,1 0 0 0,-1 0 102 16,-1-1-102-16,1-1 0 0,-1 2 131 0,2-1-131 0,0 2 0 0,-1-1 126 16,-1-1-126-16,-2-1 0 15,2 1 81-15,1 0-81 0,2 0 0 0,-4 0-4 16,0 0 4-16,-1 0 0 0,0 0-67 0,2 0 67 0,3 0 0 0,-3 0-59 15,-2-1 59-15,0-1 0 0,2 2 2 16,0 0-2-16,3 0 0 0,-2 0 67 0,0 0-67 0,0 0 0 0,0 0 34 16,0 0-34-16,1 0 0 0,-2 0-4 0,2 0 4 15,1 0 0-15,-2 0-59 0,-1 0 59 0,-1 0 0 0,1 0-34 16,2 0 34-16,-1 0 0 0,1 0-46 0,-2 0 46 16,1 0 0-16,-1 0-14 0,0-1 14 0,0-1 0 0,-1 2 31 15,1-1-31-15,1-2 0 0,-2 2 89 0,-2 0-89 0,1 0 0 0,0 1 106 16,1-1-106-16,3-1 0 0,-2 2 54 0,-2 0-54 0,2 0 0 15,0 0-31-15,-2-1 31 0,0-1 0 0,1 1-98 16,-1 0 98-16,1 0 0 0,-1 0-119 0,1 1 119 0,1 1 0 0,-1-1-75 16,-2 0 75-16,1 0 0 0,0-1 30 15,-1 1-30-15,2-2 0 0,0 2 129 0,-3 0-129 0,2 0 0 16,0 0 144-16,0 0-144 0,3 0 0 0,-3 0 102 0,-2 0-102 16,1 0 0-16,0 1 51 0,-1-1-51 0,1 2 0 0,-1-1 17 15,-1-1-17-15,0-1 0 0,2 1-58 0,2 0 58 16,0 0 0-16,0 0-50 0,-1 0 50 0,-2 0 0 0,2 0 19 15,-2 0-19-15,1 0 0 0,0 0 65 0,0 0-65 0,2 0 0 0,-1 0 84 16,-2 0-84-16,1 0 0 0,-1 0 22 0,3 0-22 16,0 0 0-16,-1 0-1 0,-1 0 1 0,1 0 0 0,-2 0-62 15,3 0 62-15,0 0 0 0,-2-1-20 16,1 1 20-16,1-2 0 0,-2 2-7 0,0 0 7 0,-2 0 0 0,2 0 41 16,-1 0-41-16,-1 0 0 0,1 0 73 0,-2 0-73 0,0 0 0 0,-1 1 2 15,3-1-2-15,-1 2 0 0,0-2-40 16,-2-1 40-16,1-1 0 0,0 2-71 0,-1 0 71 0,0 0 0 0,1 0 18 15,-1 0-18-15,1 0 0 0,-1 0 102 0,0 0-102 16,-1 0 0-16,1 1 111 0,-2-1-111 0,1 2 0 0,0-1 115 16,-1-1-115-16,0-1 0 0,0 2 91 0,1-1-91 0,-1 2 0 0,1-2 63 15,0 0-63-15,3 0 0 0,-3 0 0 16,0 0 0-16,-2 0 0 0,2 0-39 0,0 0 39 16,1 0 0-16,-1 0-11 0,1 0 11 0,2 0 0 0,-2-1 36 0,0 1-36 0,-2-2 0 0,2 1 58 15,-1 0-58-15,1 0 0 0,-1 1 81 0,1-2-81 16,-1 0 0-16,0 1 5 0,1 0-5 0,1 0 0 0,-2 1 0 15,0 0 0-15,-1 0 0 0,0-1 0 16,0-1 0-16,-2-1 0 0,2 2 0 0,-1-1 0 0,0 2 0 0,1-1 0 16,-2 1 0-16,1 1 0 0,0-2 0 15,-2 1 0-15,2-2 0 0,-1 1 0 16,-2 1 0-16,2 1 0 0,-2-2 0 0,2 0 0 0,1-1 0 0,-2 2 0 16,-1 0 0-16,1 0 0 15,-1 0 0-15,1-1 0 0,2 0 0 16,-2 0 0-16,0 1 0 0,1 1 0 0,-1-1 0 0,1 0 0 0,2 0 0 0,-2 0 0 15,0 0 0-15,1 0 0 0,-1 0 0 0,0 0 0 16,-1 0 0-16,0 0 0 0,1 0 0 0,0 0 0 0,-1 0 0 16,0 0 0-16,-2 0 0 0,1 0 0 0,-2 0 0 0,2 0 0 0,-1 0 0 0,-2 0 0 0,1 0 0 0,1 0 0 15,-3 0 0-15,1 0 0 0,0 0 0 16,-1 0 0 0,0 0 0-16,0-1 0 0,-2 0 0 0,-1-1 0 0,1 1-58 0,0 1 58 0,0 1 0 15,0-2-159-15,-2-1 159 0,1-1 0 0,0 0-83 0,0 0 83 0,0-1 0 0,0 3-2771 16,-2 1 2771-16,-2 1 0 0</inkml:trace>
  <inkml:trace contextRef="#ctx0" brushRef="#br0" timeOffset="50097.418">14972 4953 1024 0,'0'0'0'0,"0"0"256"0,0 0-256 0,0 0 0 0,0 0 256 16,0 0-256-16,0 0 0 0,0 0 256 0,0 0-256 0,0 0 0 0,0 0 256 0,0 0-256 0,0 0 0 0,-5 10 256 31,-3 3-256-31,-4 6 0 0,8-12 164 0,2-3-164 16,2-3 0-16,-2 5-15 0,2 2 15 0,-1 0 0 15,0 1-20-15,2 1 20 0,-1 0 0 0,0 0 75 0,0-1-75 0,0 0 0 0,1 3 71 0,1 0-71 0,1 2 0 16,-1-1 24-16,1 0-24 16,-1 2 0-16,0-2-42 0,0 1 42 0,0 0 0 0,0 0-27 15,0 0 27-15,0 2 0 0,0-2-48 0,0 0 48 0,0-1 0 16,0 0-110-16,1 0 110 0,1-1 0 0,-1 0-166 0,-2-1 166 0,-1-2 0 15,1-2-61-15,-2-2 61 0,1-1 0 0,0-2 67 16,0-1-67-16,0-2 0 0,0 2-1192 0,0-1 1192 0,0-1 0 16</inkml:trace>
  <inkml:trace contextRef="#ctx0" brushRef="#br0" timeOffset="50430.65">15007 4944 1024 0,'0'0'0'0,"6"0"256"0,2 0-256 0,3 0 0 0,-3 0 256 0,2 0-256 0,0 0 0 15,0 0 256-15,2 0-256 0,1 0 0 0,0 1 256 0,-3 0-256 16,1 1 0-16,1-1 256 0,0 0-256 0,3 2 0 0,-4 0 256 16,-1 1-256-16,0 2 0 0,-2-1 111 0,-2-1-111 15,-2 3 0-15,0-2-37 0,-1 0 37 0,0 1 0 0,-2-1 141 0,-2 2-141 0,-3 0 0 16,0-1 256-16,-2 1-256 0,-2 2 0 0,0-3 256 15,-3 1-256-15,-1-2 0 0,0 1 256 0,0 1-256 0,-2 0 0 0,1-1 75 16,0 0-75-16,-2 1 0 0,2-2-225 0,-2 0 225 16,-1 0 0-16,1 0-256 0,2 0 256 15,-1 1 0-15,2-2-256 0,2-1 256 0,1-1 0 0,-1 1-256 16,2-1 256-16,-1 0 0 0,1-1-256 0,3-2 256 0,2 1 0 0,1 0-1345 16,2 0 1345-16,2 0 0 0</inkml:trace>
  <inkml:trace contextRef="#ctx0" brushRef="#br0" timeOffset="50670.089">15311 5206 1024 0,'0'0'0'0,"0"0"256"0,0 0-256 0,0 0 0 0,0 0 256 0,0 0-256 0,0 0 0 0,0 0 256 16,0 0-256-16,0 0 0 15,6 1 256-15,4 1-256 0,3 2 0 0,-3-3 256 0,-2-1-256 0,-1-1 0 0,3 0 256 16,3 0-256-16,1-1 0 0,-1 2-256 0,0 0 256 16,2 0 0-16,-2 0-13 0,1-2 13 15,3 1 0-15,-4-1 199 0,0 2-199 0,-2-1 0 0,2 0 209 16,-2 0-209-16,0-1 0 0,0 1 194 0,-3 1-194 0,-2-2 0 0,0 1 240 16,0-1-240-16,-2 0 0 0,-2 0-2109 0,-2 2 2109 0,-2 2 0 0</inkml:trace>
  <inkml:trace contextRef="#ctx0" brushRef="#br0" timeOffset="51002.634">15556 5105 1024 0,'0'0'0'0,"0"0"256"0,0 0-256 0,0 0 0 0,0 0 256 0,0 0-256 0,0 0 0 15,0 0 256-15,0 0-256 0,0 0 0 0,6-1 256 16,4-1-256-16,2-1 0 0,-5 2 256 0,-1-1-256 0,-3 2 0 15,2-1-108-15,1 1 108 0,2 1 0 0,-8-1 0 0,8 0-256 0,-1 1 256 0,3 1 0 0,-2-2-103 0,1 1 103 16,-1 1 0 0,0-1 256-16,0 1-256 0,1 1 0 0,-1-2 256 0,-2 0-256 0,1 0 0 0,1 0 256 0,-3 1-256 0,1 1 0 15,-1-1 256 1,-1-1-256-16,-1 0 0 0,1 1 256 0,-2 0-256 0,-1 3 0 0,1-1 256 16,-2 0-256-16,1 1 0 0,-2 0 256 15,-1 1-256-15,-1 2 0 0,0-2 221 0,0 1-221 0,-1-1 0 16,0 2-21-16,-1-1 21 0,-1 3 0 0,1-1-141 0,-2 1 141 15,0 2 0-15,1-1-256 0,0 1 256 0,0 1 0 16,-1-2-256-16,3-1 256 0,-1 0 0 0,1-2-256 0,1 0 256 0,1-3 0 0,1-2-1896 16,1-3 1896-16,1-3 0 0</inkml:trace>
  <inkml:trace contextRef="#ctx0" brushRef="#br0" timeOffset="51622.99">16244 5045 1024 0,'0'0'0'0,"0"0"256"0,0 0-256 0,0 0 0 0,0 0 0 0,0 0 0 0,0 0 256 0,0 0-256 0,0 0 0 15,0 0 256-15,0 0-256 0,0 0 0 0,0 0 256 16,0 0-256-16,0 0 0 0,0 7 256 0,2 4-256 0,-1 3 0 0,0-5 256 0,1 0-256 15,1-2 0-15,-1 2 256 0,0 2-256 0,0 1 0 0,1-2 256 16,1 1-256-16,1 2 0 0,1-1 256 16,0 2-256-16,1 1 0 0,-1-2 256 0,2 0-256 0,0-1 0 0,1 0 256 15,0-2-256-15,4 0 0 0,-3-1 255 0,1-1-255 0,2 0 0 0,-1-2 0 16,3 0 0-16,2-2 0 0,-2-2 0 0,1-1 0 16,1-1 0-16,-1-2 0 0,1-2 0 0,3 0 0 0,-3-1 0 15,2-3 0-15,1-1 0 0,-1-1 0 16,-1-1 0-16,-2-3 0 0,1 2 0 0,-1-1 0 0,-1-2 0 15,-2 0 0-15,-2-1 0 0,0-1 0 0,-3 1 0 0,-4 0 0 0,-1 0 0 16,-1 0 0-16,-2 1 0 0,-2 0 0 0,-2 0 0 16,-4 0 0-16,-1 0 0 0,-1 1 0 15,-1 0 0-15,-2 1 0 0,-2 2 0 0,-1 0 0 0,-5 2 0 0,2 0 0 0,1 2 0 0,-4 0 0 16,2 3 0-16,1 0 0 0,-1 3 0 0,1-1 0 16,-1 2 0-16,-1-1 0 0,3 1 0 15,1 1 0-15,1 1 0 0,1 0 0 0,1 2 0 0,3-1 0 0,0-1 0 16,0 2 0-16,1 0 0 0,1 1 0 0,2 0 0 15,1 4 0-15,0-2 0 0,1 0 0 0,1 1 0 0,2-1 0 0,2 0 0 0,2-2 0 0,1 3 0 16,2 0 0-16,2 1 0 0,1-2 0 16,1 2 0-16,2 0 0 0,0-1 0 0,0 0 0 0,1-1 0 0,1 0 0 15,0 0 0-15,3 1 0 0,-3-1 0 16,3 2 0-16,-1 0 0 0,0 0 0 0,-2-1 0 0,-1 0 0 0,1-1 0 16,1 2 0-16,1 0 0 0,-2 1 0 0,0 0 0 0,-2 2 0 0,1-2 0 31,1-1 0-31,-1 0 0 0,1 2 0 0,-3 0 0 0,1 2 0 0,0-1 0 0,1 2 0 0,0 1 0 15,-1-1 0-15,-2 1 0 16,-1 0 0-16,2 0 0 0,-2 1 0 16,0 1 0-16,-1-4 0 0,0-1 0 0,-2-3 0 0,-3-4-3071 0,-2-5 3071 0,-2-5 0 0</inkml:trace>
  <inkml:trace contextRef="#ctx0" brushRef="#br0" timeOffset="52560.359">21650 4890 1024 0,'0'0'0'0,"0"0"256"0,0 0-256 0,0 0 0 0,0 0 256 0,0 0-256 0,0 0 0 15,0 0 256-15,0 0-256 0,0 0 0 0,0 0 256 16,0 0-256-16,0 0 0 0,8-6 256 0,7-3-256 0,2-2 0 0,-10 7 256 15,-5 3-256-15,-4 1 0 0,2 0 0 0,2-2 256 0,-2 0-256 0,1-1 0 0,0 1 256 16,0 0-256-16,0 0 0 0,0 1 256 0,0 1-256 0,0 1 0 16,-1 0 229-16,-1 1-229 0,-1 1 0 0,1 0 57 15,0-1-57-15,0 2 0 0,0 0-17 16,-1 0 17-16,-1 1 0 0,0 1 49 0,1 2-49 0,0 0 0 0,0 1 50 16,0 0-50-16,0 1 0 0,0 1 132 15,2 1-132-15,-1 1 0 0,0-2 256 0,-1 2-256 0,-1 1 0 16,1-1 11-16,2 1-11 0,-1 2 0 0,0-1 0 15,2-2 0-15,-1 1 0 0,0 1 0 0,-2 0 0 0,1 1 0 0,1 0 0 0,1-2 0 0,1 1 0 16,-1-1 0-16,-2 0 0 0,1-1 0 0,0 1 0 16,2 0 0-16,-1 2 0 0,0-2 0 15,1 0 0-15,1-1 0 0,-1 0 0 0,-2 0 0 16,1-1 0-16,0 0 0 0,0-1 0 0,0 1 0 0,0-3 0 0,0 0 0 16,0-2 0-16,0-1 0 0,-2 0 0 0,1-2 0 0,0-2 0 0,2-2 0 15,-1-2 0-15,0 2-3071 0,-2 0 3071 0,1 0 0 0</inkml:trace>
  <inkml:trace contextRef="#ctx0" brushRef="#br0" timeOffset="52997.86">21599 4921 1024 0,'0'0'0'0,"0"0"256"0,0 0-256 15,0 0 0-15,0 0 79 0,0 0-79 0,0 0 0 0,0 0-256 0,0 0 256 0,0 0 0 16,0-7-79-16,3-3 79 0,-2-4 0 0,1 8 0 0,1 2 0 16,1 2 0-16,-1-3 0 15,1 0 0-15,1-2 0 0,0 3 0 0,2 2 0 0,1-1 0 0,-2 0 0 0,1 0 0 16,2 0 0-16,-2 1 0 0,0-2 0 0,0 0 0 0,2 2 0 15,0 1 0-15,1 1 0 0,0 0 0 0,-2-2 0 0,0 1 0 0,0 2 0 16,2 1 0-16,0 1 0 0,-1 0 0 16,2 1 0-16,0 2 0 0,-1 0 0 0,-1 1 0 0,0 2 0 0,0-2 230 15,0 0-230-15,1 1 0 0,-2 0 235 0,0 2-235 16,-1 0 0-16,-1 0 213 0,-1-1-213 0,0 1 0 0,-1-2 114 16,-1-1-114-16,-1 0 0 0,-1 0-34 0,-1 1 34 0,-1-1 0 0,0 0-37 15,-1-3 37-15,-1 1 0 0,0-1-70 16,-1 1 70-16,-2-2 0 0,0 1 90 0,-2-1-90 0,0 0 0 15,0-1 96-15,-2-1-96 0,-1-1 0 0,0 0 256 16,-3 0-256-16,-1 0 0 0,0-1 256 0,0 1-256 0,-2-2 0 0,1 0 256 16,-2-2-256-16,-1 0 0 0,12 3-1605 0,7 1 1605 0,7 1 0 15</inkml:trace>
  <inkml:trace contextRef="#ctx0" brushRef="#br0" timeOffset="55243.621">12844 7043 1024 0,'0'0'0'16,"0"0"0"-16,0 0 0 0,0 0 0 0,0 0 157 0,0 0-157 0,0 0 0 0,0 0 212 0,0 0-212 0,0 0 0 15,0 0 207-15,0 0-207 0,0 0 0 0,0 0 256 16,0 0-256-16,0 0 0 0,-6-4 122 0,-2-3-122 0,-4-1 0 0,6 4-9 16,2 1 9-16,1 1 0 0,-2-1-156 15,2 1 156-15,-1 0 0 0,4 2 0 0,-5-2-226 0,1 0 226 0,0 0 0 0,0 0-71 16,-1 3 71-16,-1 0 0 0,0-1 89 0,3 1-89 16,-1 1 0-16,-1 2 215 0,-1 0-215 0,-1 1 0 0,0-1 176 0,3 1-176 15,-1 2 0-15,0-1 140 0,0 3-140 0,0 1 0 0,-1-3 63 16,0 2-63-16,-1 0 0 0,2 0-12 0,-2 2 12 15,-1 0 0-15,2 0-112 0,1-1 112 0,1 1 0 0,-1 0-67 16,-2 1 67-16,0 0 0 0,2 0 37 16,1 2-37-16,1 1 0 0,-1-2 90 0,2 0-90 0,-1-1 0 0,-1 1 52 15,3 0-52-15,-1 2 0 0,0-3 20 0,2-1-20 0,-1 0 0 0,0 0 20 16,2 0-20-16,-1 2 0 0,0-1-23 0,2 0 23 16,-1-1 0-16,1 0-32 0,1 0 32 0,2-1 0 0,-2-1 30 15,0-1-30-15,0 0 0 0,1-1 193 0,1 2-193 16,1 0 0-16,0-3 131 15,-1-1-131-15,0-1 0 0,0 1 127 0,1-1-127 0,2 1 0 0,-2-2 55 16,1-2-55-16,1 0 0 0,-1-1 33 0,2 0-33 0,0-2 0 0,-1 0-23 0,2 0 23 0,0-1 0 16,-1 0-42-16,2 0 42 0,1-1 0 0,-1 1 3 15,-1-2-3-15,0-2 0 0,0 1 127 0,0-1-127 0,-1-2 0 0,1 2 134 16,-1 0-134-16,0-2 0 0,-1 1 96 0,0-1-96 0,-1-2 0 0,0 1 65 16,1 0-65-16,1-2 0 15,-1 2 44-15,-2-1-44 0,-1-2 0 0,1 2-24 0,-2-2 24 0,2-1 0 0,-1 2-94 16,-2-1 94-16,1 0 0 0,0 1-58 15,-2 0 58-15,1 1 0 0,-1 0 29 16,-1-2-29-16,-1 0 0 0,1 1 103 0,-2 0-103 0,1 1 0 16,0-1 85-16,-2 1-85 0,1-1 0 0,0 2 256 0,-1 0-256 0,-1 2 0 15,0 0-86-15,-1-2 86 0,-1 0 0 0,0 1-20 16,0 2 20-16,-1 0 0 0,-1 1-142 16,-2-1 142-16,-3 2 0 0,3-1-109 0,-1 2 109 0,-2 1 0 15,1-1-11-15,-2 1 11 0,0 0 0 0,2 1 64 0,-3-1-64 0,0 2 0 16,0 0 96-16,2 1-96 0,0 1 0 0,0 1 106 0,-1 1-106 15,-2 2 0-15,2-1 32 0,1 1-32 0,0 1 0 0,0 0-76 16,0 1 76-16,1 2 0 0,-1-1-151 0,2 0 151 0,1 2 0 0,1-2-113 16,0 1 113-16,1-1 0 15,0 1 9-15,1-1-9 0,0 0 0 0,2-1 65 0,1 2-65 0,1 0 0 16,0-1 94-16,1-1-94 0,1 0 0 0,-1 0 48 16,2 0-48-16,-1-1 0 0,2 0 18 0,1 0-18 15,1 0 0-15,2 1-37 0,-1 0 37 0,3 1 0 0,-1-1-168 16,1 0 168-16,3-2 0 0,-3 2-36 0,1-1 36 0,2 0 0 15,-2 0 64-15,1-1-64 0,2 0 0 0,-2 1 136 16,1-1-136-16,2-1 0 0,-2 1 139 0,2 0-139 0,1 2 0 0,-2-2 115 0,0 0-115 0,-2 0 0 0,2-1 96 0,-3 2-96 16,1 0 0-1,0 0 70-15,1 0-70 0,0 1 0 0,0-1 88 0,-2-1-88 16,0 0 0-16,-1 0 106 0,0 0-106 0,-2 1 0 16,1-1 205-16,0 1-205 0,1 1 0 0,-1-1 51 15,-2 0-51-15,1 1 0 0,-1 0 0 0,0 0 0 0,-2 2 0 0,1-3 0 16,-2 0 0-16,1 0 0 0,0 1 0 15,-2 2 0-15,1 1 0 0,0-2-57 0,-2 1 57 16,1-1 0-16,0-1-256 0,-2 2 256 0,1 0 0 0,-1-1-256 16,-1-2 256-16,-1 0 0 0,2-4-2502 0,1-2 2502 0,1-2 0 0</inkml:trace>
  <inkml:trace contextRef="#ctx0" brushRef="#br0" timeOffset="71913.421">8588 9938 1024 0,'0'0'0'15,"0"0"0"-15,0 0 0 0,0 0 0 0,0 0 256 0,0 0-256 0,0 0 0 0,0 0 35 0,0 0-35 0,0 0 0 16,0 0 4-16,0 0-4 0,0 0 0 0,0 0-295 16,0 0 295-16,0 0 0 0</inkml:trace>
  <inkml:trace contextRef="#ctx0" brushRef="#br0" timeOffset="72660.218">7642 8871 1024 0,'0'0'0'0,"0"0"0"0,0 0 0 0,0 0 0 0,0 0 139 0,0 0-139 0,0 0 0 16,0 0 2-16,0 0-2 0,0 0 0 0,0 0 3 16,0 0-3-16,0 0 0 0,0 0-14 15,0 0 14-15,0 0 0 0,0 0-6 0,0 0 6 0,0 0 0 0,-3 0 2 16,-2 0-2-16,-2 0 0 0,5 0-126 0,2 0 126 0,2 0 0 16</inkml:trace>
  <inkml:trace contextRef="#ctx0" brushRef="#br0" timeOffset="79537.941">9143 10216 1024 0,'0'0'0'0,"0"0"0"0,0 0 0 0,0 0 0 0,0 0 256 0,0 0-256 0,0 0 0 0,0 0 256 0,0 0-256 0,0 0 0 0,0 0 256 15,0 0-256-15,0 0 0 16,0 0 256-16,0 0-256 0,0 0 0 0,0 0 256 16,0 0-256-16,0 0 0 0,0 0 256 0,0 0-256 0,0 0 0 0,0 0-151 15,0 0 151-15,0 0 0 0,0 0-208 0,0 0 208 16,0 0 0-16,-6-6-174 0,-4-4 174 0,-2-3 0 0,6 8 53 16,2 0-53-16,2 3 0 0,-3-2 221 15,-2 1-221-15,-1 0 0 0,1 0 256 0,2 1-256 0,-2-2 0 0,1 1 166 16,-1-1-166-16,-1-2 0 0,1 3 0 0,-2 0 0 0,0 0 0 15,1 0-108-15,-2-2 108 0,0 0 0 0,2 1-94 16,-3 1 94-16,1 0 0 0,1 0 5 0,-3 1-5 0,1-2 0 0,0 1 147 16,1 0-147-16,0 0 0 0,0 0 179 0,-1 1-179 15,1 0 0-15,0 1 117 0,-1-2-117 0,1 1 0 0,0 0 20 16,-1 0-20-16,1 0 0 0,1 0-46 0,-3 1 46 0,1 1 0 0,1-2-54 16,-1 2 54-16,0-1 0 0,1 0-31 15,-2 0 31-15,0 0 0 0,0 0 45 0,3 0-45 0,-1-1 0 0,-1 1 120 16,0 1-120-16,-2 1 0 0,1-1 136 0,2 0-136 0,1 0 0 0,-2 1 41 15,0-2-41-15,-1 1 0 0,0 0-33 16,3 0 33-16,-1 0 0 0,-1 1-54 0,2 0 54 0,0 1 0 0,-1-1-71 16,-1 1 71-16,0 1 0 0,1-2-68 15,2 1 68-15,1 1 0 0,-1-1-25 0,-2 1 25 0,0 1 0 0,1 0 67 16,1 0-67-16,0 1 0 0,0-1 107 0,-1-1-107 0,-3-1 0 0,4 2 65 16,1 0-65-16,0 1 0 0,0-1 4 15,0 0-4-15,0 1 0 0,-1-1-33 0,1 0 33 16,0 1 0-16,0-1-52 0,1 0 52 0,-1 0 0 0,1 1-61 0,-1 0 61 15,-1 1 0-15,1-1-45 0,-1-1 45 0,0-1 0 0,1 3 2 16,1 0-2-16,0 2 0 0,0-3 14 0,0 1-14 0,0-2 0 16,0 2 9-16,-1 1-9 0,1 0 0 0,0-1-30 0,0 1 30 15,0 2 0-15,-1-3-32 0,3 0 32 0,-1 0 0 0,0 1-32 16,2 0 32-16,-1 1 0 0,1-1-15 16,-3 0 15-16,1-1 0 0,0 0-2 0,2 0 2 0,-1 0 0 0,0 1 2 15,2 0-2-15,-2 1 0 0,1-1-6 0,0 0 6 0,0-2 0 16,0 2-37-16,0-1 37 0,0 0 0 0,0 0-32 15,2 2 32-15,-1 0 0 0,0-2-6 0,0 0 6 16,-1-2 0-16,2 2 17 0,-2 0-17 0,0 1 0 0,1-1 21 0,1 0-21 0,1 1 0 16,-1 0-12-16,0-1 12 0,0 0 0 0,0 1-33 15,2-1 33-15,-1 0 0 0,0 0-29 0,0 0 29 0,0 1 0 0,0 0-18 16,2-2 18-16,-1 2 0 0,0 0-3 16,1 1 3-16,2 2 0 0,-1-2 15 0,-1-1-15 0,0 0 0 0,0 0 17 15,1 0-17-15,1 2 0 0,-1-3 14 0,0 0-14 0,0 0 0 16,0 1-39-16,-2 0 39 15,1 1 0-15,1-1-50 0,2 0 50 0,0-2 0 0,-1 2-61 0,0-1 61 0,0 1 0 0,0-1-45 16,1 0 45-16,2 0 0 0,-2 0-32 16,0 0 32-16,0 1 0 0,0-1 2 0,2 0-2 0,0 1 0 0,-1-1 14 15,0 0-14-15,0 1 0 0,1-2 7 16,0 2-7-16,1 0 0 0,-1-1-28 0,2 1 28 0,1-1 0 16,-1 0-22-16,-2-1 22 0,2 0 0 0,-1-1-4 15,0 1 4-15,1-2 0 0,-1 2 8 0,1-1-8 0,2 0 0 0,-1-1 16 0,-2 1-16 16,-1-2 0-16,3 0 39 0,0 2-39 0,1 0 0 0,0-2 46 15,-2 0-46-15,0 0 0 0,1 0 37 0,0 0-37 0,1 1 0 0,0-1 8 16,-3 0-8-16,1-1 0 16,0 1-21-16,1-1 21 0,-1 0 0 0,-1 0-45 0,3 0 45 0,-1 0 0 0,-1 1-25 15,3-1 25-15,-1 3 0 0,-1-3 26 16,0 0-26-16,-2 0 0 0,1-1 60 0,2 0-60 0,0 0 0 0,-1 0 53 0,-1 1-53 16,0 1 0-1,0-2 24-15,1 0-24 0,3 0 0 0,-3 0 8 16,0 0-8-16,-2 0 0 0,2 0-19 0,2 0 19 0,0 0 0 0,-1-1-18 0,0 0 18 0,-1 0 0 0,0 0-23 15,0 0 23 1,-2 0 0-16,0 0 36 0,2 0-36 0,1-1 0 0,-1 1 76 16,-2-1-76-16,2-1 0 0,-1 1 96 0,0 0-96 0,1 0 0 15,-1-1 66-15,0 0-66 0,1-1 0 0,-2 1 24 0,2-1-24 0,0-2 0 0,0 3-26 0,-2 0 26 16,-1 0 0-16,2 0-48 16,0-1 48-16,2-2 0 0,-1 1-46 0,-2 1 46 15,-1 1 0-15,1-2 30 0,1 0-30 0,-1-2 0 0,-1 2 80 16,2 0-80-16,1 0 0 0,-2-1 105 0,-1 1-105 0,-1-3 0 0,2 2 76 15,-1 0-76-15,0-1 0 0,0 2 29 16,-2-2-29-16,2 0 0 0,-1 1-33 0,0-1 33 0,0 1 0 0,0 0-39 16,-1 0 39-16,0-1 0 0,0 1-35 0,1-2 35 0,2 0 0 15,-2 1 29-15,-2 0-29 0,-1-1 0 0,0 1 66 16,2-2-66-16,0 0 0 0,0 1 78 0,-1 1-78 0,0 0 0 16,0-1 60-16,-2 1-60 0,1 0 0 0,0-1 44 15,-2 0-44-15,1-2 0 0,0 3 41 0,1-1-41 0,1 1 0 0,0 0 34 16,-3 0-34-16,1-1 0 0,0 1 38 0,0-2-38 0,0 0 0 15,0 0 35-15,0 1-35 0,0 0 0 0,0 0 65 16,-2 1-65-16,1 0 0 0,0-1 44 0,-2 0-44 0,1-1 0 0,0 1 30 16,0-1-30-16,0 0 0 0,0 1 8 0,1 1-8 15,-1 0 0-15,0-1 30 0,-1 0-30 0,-1-2 0 0,1 3 124 16,0-1-124-16,0 2 0 0,0-1 170 0,0 0-170 16,0-1 0-16,0 1 67 0,0-1-67 0,0 0 0 0,0 1 0 15,0 1 0-15,0 0 0 0,0-1 0 0,-1 2 0 0,-2-1 0 0,2 0 0 16,0 0 0-16,0-1 0 0,-1 0-54 15,-1-1 54-15,-2 0 0 0,1 0-250 0,0 0 250 0,-4 0 0 0,1 0-256 16,-3 0 256-16,-2 1 0 0,1 1-256 0,-2-1 256 0,0 1 0 16,0 0-233-16,0 1 233 0,-2 1 0 0,1-1-114 15,-2-1 114-15,-1 0 0 0,12 4-1908 16,7 2 1908-16,4 2 0 0</inkml:trace>
  <inkml:trace contextRef="#ctx0" brushRef="#br0" timeOffset="94548.556">8444 11321 1024 0,'0'0'0'0,"0"0"0"0,0 0 0 0,0 0 0 15,0 0 128-15,0 0-128 0,0 0 0 16,0 0 1-16,0 0-1 0,0 0 0 0,-1 9-2 0,-1 5 2 15,-1 4 0-15,1-11 35 0,2-4-35 0,-1-3 0 0,1 0 0 0,-1 2 74 16,2 0-74-16,-1 0 0 0,0-1 100 0,0 1-100 16,0 1 0-16,0-2 122 0,0 0-122 15,0 0 0-15,0-1 95 0,0 2-95 0,0-1 0 0,0 1 61 0,0-1-61 0,0 0 0 16,0-1-56-16,0 0 56 0,0 0 0 0,0 0-123 16,0 0 123-16,0 0 0 0,0 0-124 0,0 0 124 0,0 0 0 15,0 0-11-15,0 0 11 0,0 0 0 0,0 0 118 16,0 0-118-16,0 0 0 0,0 0 176 0,2 0-176 0,-1 0 0 0,0 0 120 15,-2 1-120-15,1 1 0 0,0-2 21 0,2 1-21 16,-1 1 0-16,0-1-94 0,-2 0 94 0,1 0 0 0,0 0-95 16,2 0 95-16,-1 0 0 0,0 0-42 0,0 2 42 15,0-1 0-15,0 0 76 0,2 1-76 0,0-1 0 0,-1 0 111 16,-2 0-111-16,1 0 0 0,0 0 79 0,0 0-79 0,0 1 0 0,0-2 13 16,0 2-13-16,0-1 0 0,0 0-29 15,0 0 29-15,0 0 0 0,0 0-17 0,0 0 17 0,0 1 0 0,0-2-12 16,0 0 12-16,0 0 0 0,0-1 46 0,0 1-46 0,0 1 0 0,0-1 88 15,0 0-88-15,0 0 0 0,0 0 97 0,0 0-97 0,1 0 0 16,-1 0 37-16,1-1-37 0,1-1 0 0,-1 0-6 16,0 1 6-16,0-2 0 0,-1 2-35 0,2 0 35 15,0 0 0-15,0 0-40 0,-2-1 40 0,1-1 0 0,0 1-30 16,2-1 30-16,0-1 0 0,-2 1 33 0,2 0-33 0,0-1 0 0,-1 1 91 16,1-1-91-16,1-1 0 0,0 0 256 15,-1 1-256-15,0-3 0 0,0 3-123 16,1-2 123-16,1 1 0 0,-1-1 15 0,1 0-15 0,-1-1 0 0,0 1 29 15,0-1-29-15,0 1 0 0,0 0 79 16,1 1-79-16,-1 0 0 0,-1 0 107 0,2-2-107 0,0 1 0 0,0 0 81 0,-2-1-81 0,-1 0 0 16,1 2 62-16,1 0-62 0,1 0 0 0,-1 1 45 15,-1-2-45-15,0 0 0 0,0 2 75 16,-2-1-75-16,1 1 0 0,0 0 101 0,0 0-101 0,0 0 0 0,0 1 117 0,0 0-117 16,1 0 0-16,-1 1 103 15,0-2-103-15,0 0 0 0,0 2 94 0,-2 0-94 0,1 0 0 0,0 1 105 16,0-1-105-16,0 0 0 0,0 0 127 0,-2 0-127 0,1-1 0 0,0 2 146 15,1 0-146-15,2 0 0 0,-3 0 137 0,-1-1-137 16,-1-1 0-16,1 2 78 0,2 0-78 0,-1 0 0 0,0 0-36 16,-2 0 36-16,1 0 0 0,0 0-199 0,0 0 199 0,0 0 0 0,0 0-256 15,0 0 256-15,0 0 0 0,0 0-256 0,0 0 256 16,0 0 0-16,0 1-173 0,0-1 173 0,0 2 0 0,0-1-90 16,0-1 90-16,0-1 0 0,0 1-1630 0,0 0 1630 0,0 0 0 0</inkml:trace>
  <inkml:trace contextRef="#ctx0" brushRef="#br0" timeOffset="101829.073">8928 11346 1024 0,'0'0'0'0,"0"0"0"0,0 0 0 0,0 0 0 0,0 0 83 0,0 0-83 0,0 0 0 0,0 0 35 15,0 0-35-15,0 0 0 0,0 0 44 0,0 0-44 0,0 0 0 0,0 0 56 16,0 0-56-16,0 0 0 0,-5-4 62 16,-3-4-62-16,-4-2 0 0,7 5 60 0,2 1-60 0,2 1 0 0,-2-1 33 15,2 0-33-15,-1-2 0 0,-1 2-6 0,-2 0 6 0,-1 0 0 16,1 0-11-16,2-2 11 0,-1 1 0 0,0-1 35 16,0 1-35-16,-1 0 0 0,1 0 108 0,-1 1-108 0,-1 0 0 0,1-1 162 15,0 1-162-15,-1-3 0 0,1 3 143 0,0-2-143 0,0 0 0 16,0 1 65-16,-1 1-65 0,-2 1 0 0,2-1-7 15,-1 0 7-15,-1-1 0 0,1 0 2 0,-1 2-2 0,0-1 0 0,0 0 40 16,-2 1-40-16,-1 1 0 0,1-1 88 0,1 0-88 16,0-1 0-16,-1 1 78 0,-2 1-78 0,0 0 0 0,1 1 41 15,-1 0-41-15,1 0 0 0,-1 1-18 0,1 0 18 16,0 0 0-16,-1 1-38 0,0 0 38 16,-2 0 0-16,1 2-28 0,1 0 28 0,-2 1 0 0,2-2 26 0,-2 1-26 15,0 2 0-15,1-2 64 0,0 1-64 0,1 1 0 0,-2-1 79 16,3 2-79-16,-1 0 0 0,-1-1 52 0,3 2-52 0,-2 0 0 0,1-1 20 15,2 2-20-15,-2 0 0 0,2-1-20 16,-2 2 20-16,-2 0 0 0,4 0-6 0,1-1 6 16,1 0 0-16,-2 1 5 0,1 0-5 0,0 2 0 15,0-1 13-15,2 0-13 0,1 1 0 0,-1 0 6 0,1 1-6 16,0 0 0-16,-2 0 6 0,3-1-6 0,-1 0 0 0,0 2 28 0,2-1-28 0,-1 2 0 16,0-1 9-16,-1-1-9 0,1 1 0 0,1-1 6 0,1 1-6 0,1-1 0 0,-1 1-15 15,-1 1 15-15,-1 1 0 0,2-3-18 16,1 1 18-16,1-1 0 0,-1 1-5 0,0-1 5 0,0 1 0 0,0-1-3 15,2 1 3-15,-1 1 0 0,0-2 10 0,0 1-10 16,0-1 0-16,0 1 1 0,2-1-1 0,-1 1 0 0,0-1-8 16,0-1 8-16,0 1 0 0,1 1-21 0,1 0 21 0,1 2 0 15,-1-3-24-15,0 1 24 0,0-1 0 0,0 1-20 0,1-1 20 16,-1 2 0-16,0-1-1 0,1-1 1 0,1 1 0 0,-1-2 4 16,0 1-4-16,0-1 0 0,1 0 2 15,-1 1-2-15,0 0 0 0,0-1-12 0,1 1 12 0,1 0 0 0,0-1-39 0,-1 1 39 16,0 0 0-16,0-1-35 15,1-1 35-15,1 0 0 0,0 0-35 0,-1 0 35 0,0-2 0 0,0 2-17 16,2-1 17-16,1 1 0 0,-1-1-15 0,-2 1 15 0,2-1 0 0,-1 0 1 16,0-1-1-16,0 0 0 0,0 0-9 0,2 1 9 0,1 0 0 0,-1-2-28 15,-1-1 28-15,0 0 0 16,0-1-36-16,-2 1 36 0,2-1 0 0,-1 0-16 0,1 0 16 0,1 0 0 0,0-1-11 16,-1-1 11-16,0 0 0 0,0 0 35 15,1 0-35-15,-1 0 0 0,0 0 35 0,2-1-35 0,2 0 0 0,-2-1 45 16,0 0-45-16,-2 0 0 0,1-1-13 0,-2-2 13 0,2 1 0 15,-1 0-36-15,1 0 36 0,2-1 0 0,-2 1-40 0,1-1 40 16,2-1 0-16,-2 2-9 0,-1-1 9 0,1-1 0 0,-1 0 20 16,1-2-20-16,2 0 0 0,-3 0 26 0,-1 1-26 15,-1-3 0-15,2 2 18 0,0-2-18 0,2 0 0 0,-1 1 30 16,-2-1-30-16,-1-2 0 0,0 2 42 0,3 0-42 0,-1-1 0 0,-1 0 62 16,-1-2-62-16,0 0 0 15,0 0 65-15,0 1-65 0,0-1 0 0,1 0 51 0,-3 0-51 0,1-1 0 0,0 0 39 16,0 1-39-16,1-1 0 0,-2 0 18 0,2 0-18 0,0-2 0 0,-1 2-16 31,0-1 16-31,-2 1 0 0,1-1 12 0,-2 0-12 0,1 1 0 0,0-1 72 0,0 0-72 0,0-2 0 0,0 2 135 16,-2-1-135-16,-1 0 0 15,1 1 99-15,1-1-99 0,1 0 0 0,-1 0 45 0,0 1-45 0,0-1 0 0,-1 0-32 16,-1 0 32-16,-1-2 0 0,0 2-67 16,2-1 67-16,1 0 0 0,-2 0-38 0,0 1 38 0,1-1 0 0,-1 1 51 15,-1 1-51-15,-1-1 0 0,1 1 148 16,0-1-148-16,0 0 0 0,0 0 180 0,0 1-180 0,0-1 0 0,0 1 129 15,0-1-129-15,0 0 0 0,-1 1 32 0,0-1-32 0,-1 1 0 0,0-1-46 16,0 1 46-16,-1-1 0 0,1 1-37 0,0 0 37 0,0 1 0 0,-1-1 49 16,-1 1-49-1,-1 0 0-15,1 0 121 0,-1 2-121 0,1 0 0 0,-1 0 157 0,-1 0-157 0,-1-1 0 0,1 1 98 16,-1 0-98-16,1 1 0 0,-1 1-44 0,-2-1 44 16,-4 1 0-16,3 1-191 15,2 0 191-15,-2 2 0 0,0-1-256 0,-1 1 256 0,-2 1 0 0,2-1-256 0,1-1 256 0,0 1 0 0,0 1-256 16,1-1 256-16,-1 1 0 15,6 2-1442-15,4 1 1442 0,4 1 0 16</inkml:trace>
  <inkml:trace contextRef="#ctx0" brushRef="#br0" timeOffset="103394.318">10711 11214 1024 0,'0'0'0'0,"0"0"0"0,0 0 0 0,0 0 0 0,0 0 256 0,0 0-256 0,0 0 0 0,0 0 243 15,0 0-243-15,0 0 0 0,0 0 256 0,0 0-256 0,0 0 0 0,0 0 256 16,0 0-256-16,0 0 0 0,0 0 256 0,0 0-256 0,0 0 0 0,0 0 210 15,0 0-210-15,0 0 0 0,0 0-193 0,0 0 193 0,0 0 0 16,0-9-256-16,0-3 256 0,0-6 0 16,-1 12-256-16,-1 3 256 0,-1 3 0 0,0-3-195 0,-2 0 195 0,0 0 0 15,1-1 234-15,0 0-234 0,0-1 0 0,0 2 256 16,0 1-256-16,0 0 0 0,-2 1 256 0,0-2-256 0,-2 1 0 0,2 1 221 16,-2 0-221-16,0 0 0 0,1 1-151 15,0-2 151-15,-1 1 0 0,0 1-207 0,-1 0 207 0,-1 0 0 0,1 1-146 16,-1-1 146-16,0 2 0 0,0-1 45 0,-1 0-45 0,0 0 0 0,-1 1 160 15,3 2-160-15,-1-1 0 0,-1 0 152 0,0 0-152 0,-2 1 0 16,2-1 37-16,0 1-37 0,-1 2 0 16,2-2-72-16,-2 1 72 0,-1 1 0 0,1-1-79 15,1-1 79-15,0 0 0 0,1 1-45 0,-3-1 45 0,1 3 0 0,1-3 60 16,0 2-60-16,2 0 0 0,0 0 145 0,-3 0-145 0,1 1 0 0,2-1 171 16,0 0-171-16,2 1 0 0,-1-1 87 15,0 0-87-15,-1 0 0 0,1 0 1 0,0 1-1 0,-1-1 0 16,1 1-6-16,2 0 6 0,-1 2 0 0,0-2-7 0,0 0 7 0,1 1 0 0,-1-1 15 15,2 0-15 1,-1 1 0-16,-1-1 39 0,2 2-39 0,0 0 0 16,-1 0 62-16,2-1-62 0,-1 0 0 0,-1 0 43 0,1 1-43 0,0 0 0 0,0 0 18 0,2 0-18 0,-1 1 0 0,-1 0-27 15,1 0 27-15,0 2 0 0,1-2-36 32,-2 1 36-32,0-1 0 0,0 1-33 0,1-1 33 0,0 1 0 0,0-2 7 15,0 3-7-15,0-1 0 0,1 0 23 0,1-1-23 0,1 0 0 16,-1 0 54-16,0 1-54 0,0 2 0 0,-1-2 39 15,1 0-39-15,0-1 0 0,0 1 28 0,2-1-28 0,-1 1 0 0,0 0 4 16,0-1-4-16,0 1 0 0,0-1-8 0,2-1 8 16,-1 0 0-16,0 1 15 0,0 0-15 0,0 1 0 0,0 0 37 15,0-1-37-15,0 1 0 0,0 0 27 0,2 1-27 16,-1 0 0-16,0-1 3 0,0-1-3 0,0 0 0 0,0 1-35 0,0-1 35 0,0 1 0 16,0-2-54-16,2 2 54 15,0 1 0-15,-1-3-40 0,1 1 40 0,1-1 0 0,-1 1 8 16,0-1-8-16,0 0 0 0,0 0 56 0,1-1-56 0,2 1 0 0,-2-1 71 0,0 2-71 15,0 0 0-15,0-1 48 0,0-1-48 0,0 0 0 0,1 0-10 16,0 0 10-16,1 2 0 0,0-2-50 16,1 0 50-16,2 1 0 0,-2-1-81 0,-1-1 81 0,0 0 0 0,1-1-63 15,0 2 63-15,1 0 0 0,-1-1-4 0,0-1 4 0,1 0 0 16,-1 0 12-16,-1 1-12 0,0 2 0 0,2-3 17 16,-1 1-17-16,3-1 0 0,-2-1-22 0,2 2 22 0,0 0 0 0,-1-1 8 15,1-1-8-15,-1 0 0 0,1 0 23 0,2 0-23 0,0 0 0 16,-1 0 51-16,0 1-51 0,-1 0 0 0,1-2 54 15,2 0-54-15,1 0 0 0,-1-1 20 0,-2 1-20 0,-1-2 0 0,2 0-23 16,-3 2 23-16,1 0 0 0,1-2-66 0,-3 1 66 0,1-2 0 16,0 0-96-16,1 1 96 0,0-2 0 0,0 1-74 15,-2-1 74-15,-1-1 0 0,1 1-89 16,1 0 89-16,-1 0 0 0,0 0-69 0,0-1 69 0,1-1 0 0,-2 1-26 0,2-1 26 16,1-2 0-16,-2 2 30 0,-1-1-30 0,0-1 0 0,2 1 83 15,-3-3-83-15,1 0 0 0,0 1 80 0,0 1-80 16,1 0 0-16,-1-2 56 0,-2 0-56 0,1-2 0 0,1 3 35 15,0 0-35-15,1 0 0 0,-1-1 13 16,-2 1-13-16,2-3 0 0,-1 2 52 0,1-1-52 0,2-1 0 0,-1 0 67 16,-2 0-67-16,-1-2 0 0,1 2 65 0,1-1-65 0,2 0 0 0,-2 1 66 15,-1-2-66-15,0 0 0 0,2 2 12 0,-3-2-12 0,1 0 0 0,0 0-8 16,0 0 8-16,1-2 0 16,-1 1 3-16,-1 1-3 0,0 0 0 0,1-1 21 15,-2-1-21-15,2 0 0 0,-1 0 104 0,0 0-104 0,0 1 0 0,0 0 132 0,0 0-132 16,1 1 0-16,-1-1 91 0,0 0-91 0,0-1 0 15,0 0 74-15,-2 1-74 0,1-1 0 0,1 1 17 16,-1 1-17-16,0 0 0 0,0 0-33 0,-1-1 33 0,0-1 0 0,0 2-6 0,-1-2 6 16,-1 0 0-16,1 1 14 0,-2 1-14 0,2 0 0 0,-1-1 68 15,-2-1-68-15,1 0 0 0,0 0 80 0,-3 1-80 0,2-1 0 16,-1 1 92-16,-1 1-92 0,-1-1 0 0,1 0 77 31,0 0-77-31,0-1 0 0,0 1 52 0,0 2-52 0,0 0 0 0,-2 0 6 16,0-1-6-16,-1 1 0 0,1-1-53 0,0 1 53 0,0-1 0 0,-1 0-70 0,0 2 70 0,-2-2 0 0,1 1-132 15,-1 1 132 1,-2 0 0-16,2 1-173 0,0-2 173 0,-1 0 0 0,0 0-256 0,-2 1 256 0,-4 0 0 0,3 0-256 16,-1-1 256-16,-2 0 0 0,1 1-256 0,2-1 256 0,0 0 0 15,-1 1-208-15,0 0 208 0,-2-1 0 0,10 7-1504 16,6 2 1504-16,3 2 0 0</inkml:trace>
  <inkml:trace contextRef="#ctx0" brushRef="#br0" timeOffset="111604.524">9100 12372 1024 0,'0'0'0'0,"0"0"0"0,0 0 0 0,0 0 0 0,0 0 256 0,0 0-256 0,0 0 0 0,0 0 207 15,0 0-207-15,0 0 0 0,0 0 150 0,0 0-150 0,0 0 0 0,0 0 118 16,0 0-118-16,0 0 0 0,0 0 39 15,0 0-39-15,0 0 0 0,0 0-59 0,0 0 59 0,0 0 0 0,-8-3-149 16,-3-2 149-16,-2-2 0 0,6 4-166 16,4 2 166-16,3 2 0 0,-5-2-71 0,0 0 71 0,-3 0 0 0,1 0 93 15,1 0-93-15,0-1 0 0,0 1 238 0,-1 1-238 0,-2 1 0 0,2 0 190 16,0 0-190-16,0 1 0 0,-1-1 10 0,0 0-10 0,-2 0 0 16,2 1-176-16,0 2 176 0,1-1 0 0,0 0-199 15,-1 2 199-15,-2 0 0 0,2-1-77 16,0 3 77-16,-1 0 0 0,1-1 66 0,2 1-66 0,-1 0 0 0,0 0 149 15,-2 1-149-15,0 2 0 0,2-1 133 0,-3-1-133 0,1 0 0 16,1 1 32-16,1 0-32 0,0 2 0 0,0-2-80 0,0 0 80 0,0 1 0 16,-1 0-109-16,2 0 109 0,0 2 0 15,-1-2-77-15,2 0 77 0,-2 1 0 0,1-1-13 0,2 1 13 16,-1 0 0-16,0 0 41 0,1-1-41 0,0 0 0 0,-1 1 53 0,2 0-53 0,1 2 0 16,-1-2 13-16,2-1-13 0,-1 1 0 0,0 0 256 15,2-2-256-15,-1 2 0 16,0 1-256-16,2 0 256 0,-1 2 0 0,0-1-32 0,2-1 32 0,-1 1 0 0,0 0-9 15,1-1 9-15,1 0 0 0,-1 1-19 16,0-1 19-16,0 2 0 0,0-2-40 0,2 0 40 0,0-1 0 0,-1 0-17 16,0 0 17-16,0 1 0 15,1-1 15-15,1-1-15 0,2 1 0 0,-2-2 18 0,1-1-18 0,1 0 0 0,0-1 15 16,2 2-15-16,1 0 0 0,-2-1-3 0,0 0 3 16,2-1 0-16,-1-1 16 0,-2-1-16 0,2-1 0 0,-1 1-3 15,1 0 3-15,2-2 0 0,-2 1-14 0,1-2 14 0,2 1 0 0,-2 0-11 16,0-1 11-1,1 0 0-15,-2-1 18 0,2-2-18 0,1 1 0 0,-2 0 11 0,-1 0-11 0,-1 0 0 0,2-1 2 0,0-2-2 16,3 0 0-16,-2 1 3 16,-2-1-3-16,2-1 0 0,-2 1 50 0,2-2-50 0,1 0 0 15,-1 1 61-15,-2-1-61 0,2-1 0 0,-1 0 58 0,-2-2-58 0,1-1 0 16,1 2 28-16,-1 0-28 0,0-1 0 0,1 0 1 0,-3-2-1 0,1 0 0 0,-1 1-1 16,1-1 1-16,-3 0 0 15,1 0-3-15,0-2 3 0,1-1 0 0,0 2 44 16,-2 1-44-16,-1 0 0 0,1-2 88 0,-2 0-88 15,1-2 0-15,0 1 108 0,-1 1-108 0,0-1 0 0,0 0 88 16,-2 0-88-16,1-2 0 0,0 2 30 0,-2-1-30 0,1 0 0 0,0 0-1 16,-2 1 1-16,1-1 0 0,-1 1 7 0,-1-1-7 0,-1-1 0 15,1 1 32-15,-1 1-32 0,-2 0 0 0,2-1 85 16,0 1-85-16,0-1 0 0,-1 1 103 0,-1 0-103 0,-1 1 0 0,0-1 72 16,0 1-72-16,-1-1 0 0,0 1 256 15,-2 2-256-15,-4 0 0 0,3 0-256 16,-1 0 256-16,-2-1 0 0,-1 2-237 0,-2 0 237 0,-4 1 0 0,4 1-133 15,-2-1 133-15,-1 1 0 0,0 0-29 16,3 1 29-16,-2 0 0 0,12 4-1013 0,6 2 1013 0,6 2 0 0</inkml:trace>
  <inkml:trace contextRef="#ctx0" brushRef="#br0" timeOffset="118804.73">13259 11149 1024 0,'0'0'0'15,"0"0"0"-15,0 0 0 0,0 0 0 0,0 0 256 0,0 0-256 0,0 0 0 0,0 0 256 0,0 0-256 0,0 0 0 16,0 0 256-16,0 0-256 0,0 0 0 0,0 0 256 15,0 0-256-15,0 0 0 0,0 0 256 0,0 0-256 16,0 0 0-16,0 0 256 0,0 0-256 0,0 0 0 0,2 5 256 0,1 3-256 0,1 2 0 16,-1-5-256-16,-1 0 256 0,0-2 0 0,0 1 137 15,-1 1-137-15,-1 1 0 0,1 0 256 0,1 2-256 0,1 0 0 0,0 0 256 16,-3 0-256-16,1 1 0 0,0 0 256 16,-2 0-256-16,1 2 0 0,0-2 256 0,2 0-256 0,-1 1 0 0,0 0 256 15,0 0-256-15,0 2 0 0,0-1 89 16,0 2-89-16,0 0 0 0,0 0-256 0,0-1 256 0,0 1 0 0,0-1 17 15,0 1-17-15,0 1 0 0,0-3 256 0,-2 0-256 16,1-2 0-16,0 2 12 0,2-1-12 0,-1 0 0 0,0 0-144 0,-2-2 144 16,1 0 0-16,0-1-256 0,0-1 256 0,0 0 0 0,0-3-256 15,0-1 256-15,0-1 0 0,0-1-256 0,0-1 256 0,0-1 0 16,0-1-172-16,2-1 172 0,-1-2 0 0,0 5-1987 16,-2 1 1987-16,1 1 0 0</inkml:trace>
  <inkml:trace contextRef="#ctx0" brushRef="#br0" timeOffset="119136.583">13252 11194 1024 0,'0'0'0'0,"0"0"0"0,0 0 0 0,0 0 0 0,0 0 256 0,0 0-256 16,0 0 0-16,-3-4 256 0,-2-3-256 0,-2-1 0 16,5 2 256-16,2 1-256 0,2 0 0 0,-2-1 256 0,0 0-256 0,0-1 0 0,0 0 256 15,2 0-256-15,-1-1 0 0,0 0 256 0,1 1-256 16,1 0 0-16,0 0 256 0,1 1-256 0,2 0 0 0,-1 0-107 15,1 0 107 1,2 2 0-16,0-1-256 0,-3 1 256 0,1 0 0 0,1 2 66 0,1-1-66 0,2 2 0 0,-2 0 256 0,1 2-256 0,3-1 0 16,-3 1 256-16,1 0-256 0,2 1 0 0,-2 0 256 15,0 3-256-15,1 0 0 0,-1 0 256 16,0 1-256-16,1 2 0 0,-1-2 56 0,-2 1-56 0,2-1 0 0,-2 2-256 16,0 2 256-16,-2 1 0 0,2-3-256 15,-2 1 256-15,0-2 0 0,-1 2 236 0,-1 0-236 0,-1 2 0 0,0-3 256 0,-1 1-256 0,0-1 0 0,-1 1 256 16,-1-1-256-16,-1 0 0 0,-2 0 256 15,0 0-256-15,-1-1 0 0,0 0 4 0,-1 2-4 0,-1 0 0 16,-2-2 0-16,-2 0 0 0,-2 0 0 0,2 0-138 16,0 0 138-16,-1-1 0 0,0-1-256 0,0-1 256 15,-1 0 0-15,8-2-2677 0,4-2 2677 0,4-2 0 0</inkml:trace>
  <inkml:trace contextRef="#ctx0" brushRef="#br0" timeOffset="124502.619">17454 11086 1024 0,'0'0'0'0,"0"0"0"0,0 0 0 0,0 0 0 0,0 0 256 16,0 0-256-16,0 0 0 0,0 0 186 0,0 0-186 15,0 0 0-15,0 0 220 0,0 0-220 0,0 0 0 0,0 0 197 16,0 0-197-16,0 0 0 0,0 0 230 0,0 0-230 0,0 0 0 0,0 0 155 16,0 0-155-16,0 0 0 0,0 0 226 0,0 0-226 0,0 0 0 0,0 0 173 15,0 0-173-15,0 0 0 0,0 0-35 16,0 0 35-16,0 0 0 0,-7-3-230 0,-5 0 230 0,-3-1 0 0,9 3-256 16,2 1 256-16,4 1 0 0,-3-1-171 15,-1 0 171-15,-1 0 0 0,1 0 180 0,-1 2-180 16,-1-1 0-16,0 0 256 0,0 1-256 0,-2 2 0 0,1-2 256 15,2 0-256-15,-2 0 0 0,2-1 252 0,-2 1-252 0,0 1 0 0,0 0-147 16,2 1 147-16,1 2 0 0,-1-3-167 0,0 0 167 0,0 0 0 16,-1 1-67-16,3 1 67 0,-1 2 0 0,0-1 180 15,-1-1-180-15,-1 0 0 0,1 1 256 0,1 0-256 0,0 1 0 0,0 0 256 16,0 0-256-16,0 1 0 0,0 0 256 16,1-1-256-16,0 0 0 0,0 0-25 0,0 1 25 0,2 2 0 0,-1-1-98 15,-1 0 98-15,-1 2 0 0,2-2 62 0,1-1-62 0,1 0 0 0,-1 1 226 16,0 0-226-1,0 1 0-15,1-10 0 0,0 0 0 0,0 0 0 0,0 0 0 0,0 9 254 0,0-9-254 0,0 0 0 0,0 0 0 0,1 9 0 0,-1-9 0 0,0 0 0 0,2 8 0 0,-2-8 0 0,1 9 154 16,1 2-154-16,1 0 0 0,-1-1-30 0,1-2 30 0,2-1 0 0,-2 2-104 16,1 0 104-16,1 2 0 0,-1-2-54 15,1-1 54-15,1 0 0 0,0-1-71 0,0 0 71 0,2-2 0 0,-1 1-11 0,-2 0 11 0,2 1 0 0,-1-2 41 16,1 1-41 0,1-2 0-16,-1 0 163 0,1-1-163 0,0 0 0 0,0 1 102 15,1-1-102-15,2-1 0 0,-2 1 0 0,1-1 0 0,-1 0 0 0,0-1 0 16,1-2 0-16,-1 1 0 0,0-1 0 0,1 1 0 0,3-2 0 0,-2 0 0 0,-1-2 0 15,0 1 0 1,0 0 0-16,1 0 0 0,-1-1 0 0,-1 0 0 16,-1-2 0-16,0 0 0 0,0 0 0 0,1 0 0 0,4-1 0 15,-5 0 0-15,-1 2 0 0,-1-2 0 0,2 1 0 0,0-2 0 0,1 0 0 16,-2 1 0-16,0-2 0 0,-2 0 0 0,1 0 0 16,0 1 0-16,0 0 0 0,1-1 0 0,-3 0 0 15,1-2 0-15,0 1 0 0,0 0 0 0,0-1 0 0,0 1 0 16,-1 0 0-16,-2 1 0 0,1-1 0 0,-1 0 0 0,-1-1 0 0,1 1 0 15,-2 0 0-15,1 1 0 0,-1 0 0 16,-1 0 0-16,-1-1 0 0,1 0 0 0,-1 0 0 0,-1-2 0 0,1 3 0 16,-1-1 0-16,-2 1 0 0,1 0 0 0,-1 1 0 0,-1-1 0 0,1 1 0 15,-1 0 0-15,-3-1 0 0,3 3 0 16,-1 1 0-16,-1 1 0 0,0-1 0 0,0 0 0 0,-1-2 0 0,0 2 0 16,0 0 0-16,-1 0 0 0,1 2 0 15,-2-1 0-15,-1 1 0 0,1 0 0 0,2 0 0 16,1 0 0-16,-2 1 0 0,-2-1 0 0,-1 2 0 0,2 0 0 15,2-1 0-15,1 2 0 0,-1-1 0 0,-2 1 0 16,0 1 0-16,2 0 0 0,0 1 0 0,2 1 0 0,-1-1 0 0,0 1 0 16,-1 1 0-16,1-2 0 0,1 2 0 0,0 0 0 0,0 0 0 15,2 1 0-15,0 2 0 0,0-3 0 0,-1 2 0 0,-2 0 0 0,3-1 0 16,1 1 0-16,1 1 0 0,0-1 0 0,1 0 0 0,1 1 0 16,-1-1 0-16,0 1 0 0,0-1 0 0,1 1 0 15,1-2 0-15,1 2 0 0,-1-1 0 0,2-1 0 0,-1 0 0 0,0 1 0 16,1 1 0-16,1 2 0 0,0-2 0 0,1-3 0 0,1 1 0 15,-1 1 0-15,1 0 0 0,-1 1 0 0,1-2 0 16,1 1 0-16,2-2 0 0,0 1 0 0,-1 0 0 0,3 1 0 0,-2 0 0 16,-1-1 0-16,0 0 0 0,1-1 0 0,1 0 0 15,3 1 0-15,-2-2 0 0,-2 1 0 16,2-2 0-16,-1 2 0 0,0 0 0 0,1 1 0 0,-1 0 0 16,1-2 0-16,2 1 0 0,-2 0 0 0,-2-1 0 0,1 0 0 0,1-1 0 15,-2 1 0-15,0 1 0 0,1 0 0 16,-1-1 0-16,1 0 0 0,-2 0 0 0,0 0 0 0,-2 0 0 0,1-1 0 15,0 2 0-15,0 0 0 0,1-1 0 0,-3 1 0 16,1 1 0-16,0-1 0 0,-2-1 0 0,1-1 0 0,0 2 0 16,-2 0 0-16,2 2 0 0,-2-3 0 0,-1 1 0 0,-1-2 0 0,1 1 0 15,1 0 0-15,1 0 0 0,-1 1 0 0,-2 0 0 16,1 1 0-16,0 0 0 0,0-2 0 0,0 1 0 16,0 0 0-16,0-1 0 0,0 0 0 0,0 1 0 15,0 0 0-15,0 0 0 0,0 0 0 0,-2-1 0 0,1 0 0 0,0 0 0 0,2 1 0 0,-1 2 0 0,0-2 0 16,-2-1 0-16,1-1 0 0,0 1 0 15,2 0 0-15,-1 1 0 0,1-1 0 0,-1 1 0 0,0 2 0 16,0-2 0-16,0 1 0 0,0 1 0 0,0-1 0 16,1 0 0-16,1-2 0 0,-2-1-3071 0,-1-2 3071 0,-1-2 0 0</inkml:trace>
  <inkml:trace contextRef="#ctx0" brushRef="#br0" timeOffset="134232.487">17487 12377 1024 0,'0'0'0'16,"0"0"256"-16,0 0-256 0,0 0 0 0,0 0 256 0,0 0-256 0,0 0 0 0,0 0 144 0,0 0-144 0,0 0 0 0,-1 7 74 0,-1 3-74 0,-1 4 0 0,2-7 54 16,1-3-54-1,1-2 0-15,-1 2 183 0,0-1-183 0,0-1 0 0,0 1 218 16,2 0-218-16,-1 1 0 0,0-2 192 0,0 2-192 0,0 0 0 0,0-1 75 0,0 0-75 0,0 0 0 0,0-1-79 31,0 1 79-31,0-2 0 0,0 2-198 0,0-2 198 16,0 1 0-16,0 0-96 0,1 0 96 0,1 1 0 0,0-2 201 15,-3 0-201-15,1 0 0 0,0 0 256 16,1-1-256-16,1-1 0 0,-1 2 256 0,-2-1-256 0,1 2 0 0,0-2 256 16,1-1-256-16,1-1 0 0,-1 1 138 0,1 0-138 0,1 0 0 0,-1 1-180 15,1-2 180-15,-1 0 0 0,0 0-42 16,1-1 42-16,1-1 0 0,-1 2 189 0,1-1-189 0,4-1 0 0,-3 1 256 16,-1-2-256-16,-1 0 0 0,1 1 256 0,1-2-256 15,2 1 0-15,-2 0 256 0,0 0-256 0,0-2 0 0,1 2 150 16,-1-1-150-16,0-1 0 0,0 1 0 0,0 1 0 0,1 0 0 15,-1-1 0-15,-2 0 0 0,1-1 0 0,-1 1 0 16,2 1 0-16,1 0 0 0,-2 0 0 0,-1 1 0 0,-1 0 0 0,1 0 0 16,0 0 0-16,0-1 0 0,1 2 0 0,-3 0 0 15,1 0 0-15,0 1 0 0,0 0 0 0,0 0 0 0,-1 0 0 16,-1 0 0-16,-1-1 0 0,1 1 0 0,1 0 0 0,1 1 0 0,-1-1 0 16,-2 2 0-16,1 2 0 0,0-3 0 15,-2 0 0-15,1-1 0 0,0 2 0 0,0 0 0 0,0 0 0 0,0 0 0 16,0 0 0-16,0 0 0 0,0 0 0 0,2-1 0 0,-1-1 0 0,1 2-3071 31,-4 0 3071-31,2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5:31:20.89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14660 7245 1024 0,'0'0'0'0,"0"0"0"16,0 0 0-16,0 0 0 0,0 0 93 0,0 0-93 0,0 0 0 0,0 0-4 0,0 0 4 0,0 0 0 0,0 0-1 15,0 0 1-15,0 0 0 0,0 0 12 0,0 0-12 0,0 0 0 16,0 0-3-1,0 0 3-15,0 0 0 0,0 0-16 0,0 0 16 0,0 0 0 16,0 0-41-16,0 0 41 0,0 0 0 0,0 0 4 0,0 0-4 0,0 0 0 16,0 0 138-16,0 0-138 0,0 0 0 0,0 0 201 0,0 0-201 0,0 0 0 0,0 0 212 15,0 0-212-15,0 0 0 0,0 0 76 16,0 0-76-16,0 0 0 0,0 0-75 16,0 0 75-16,0 0 0 0,0 0-218 0,0 0 218 0,0 0 0 0,0 0-234 0,0 0 234 0,0 0 0 0,0 0-45 15,0 0 45-15,0 0 0 0,0 0 178 0,0 0-178 16,0 0 0-16,0 0 256 15,0 0-256-15,0 0 0 0,0 0 256 0,0 0-256 0,0 0 0 0,0 0 256 0,0 0-256 0,0 0 0 16,0 0 44-16,0 0-44 0,0 0 0 16,0 0-71-16,0 0 71 0,0 0 0 0,0 0-96 15,0 0 96-15,0 0 0 0,0 0 101 0,0 0-101 0,0 0 0 0,0 10 256 16,0 6-256-16,0 5 0 0,2-15 256 16,2-6-256-16,3-6 0 0,-7 6 0 0,4 1 249 0,0-1-249 0,0 2 0 0,1-1 50 15,1 0-50 1,2 1 0-16,-2-1-83 0,0-1 83 0,0 2 0 0,0-2-106 0,2 1 106 0,0 0 0 0,-2 0-30 15,2 0 30 1,1 1 0-16,-1-1 135 0,0 0-135 0,4 0 0 0,-2-1 194 16,1 2-194-16,2-1 0 0,-2-1 138 0,-1 1-138 0,1 1 0 15,0-2 1-15,0 0-1 0,4 0 0 0,-2 0-84 16,2 0 84-16,1 0 0 0,-1 0-97 0,-2 1 97 0,0 1 0 16,1-1-40-16,2 0 40 0,0 1 0 0,0-2 99 0,-2 0-99 0,1 0 0 15,-1 0 250-15,3 0-250 0,-1 0 0 0,0-1 242 16,0 0-242-16,2-1 0 0,-3 2 105 0,3 0-105 0,-1 0 0 15,0 0-89-15,0 0 89 0,2 0 0 0,-2 0-191 16,1 0 191-16,1 0 0 0,-2 0-192 0,1 0 192 0,1 0 0 0,-1 0-107 16,-1 0 107-16,0 0 0 0,1 1 45 0,0-1-45 15,2 2 0-15,0-2 197 0,2-1-197 0,3-1 0 0,-3 2 184 16,-1-2-184-16,-2 1 0 0,2 1 80 0,-1 1-80 16,-1 1 0-16,1-1-75 0,-2-1 75 0,0-1 0 0,0 2-118 15,1-1 118-15,1 2 0 0,-2-1-128 0,3 0 128 0,0 0 0 16,-3 0-101-16,0 0 101 0,-1 1 0 0,0-1-41 15,2 0 41-15,1 0 0 0,-1-1 67 0,0 0-67 0,0 0 0 0,1 1 111 16,-3 1-111-16,2 1 0 0,-1-2 61 0,1-1-61 16,1-1 0-16,-3 2 56 0,0-1-56 15,-1 2 0-15,0-1 43 0,2 0-43 0,1 0 0 16,0 0 87-16,1 0-87 0,1 1 0 0,0-1 78 0,-3-1-78 16,2 2 0-16,-2-2 130 0,-2 1-130 0,1 0 0 0,-1 0 111 15,0 0-111-15,-1 1 0 0,0-1 74 0,-2 0-74 0,0 0 0 16,-2 1 25-16,-1-2-25 0,0 1 0 0,-1 0 88 15,0-1-88-15,-2-1 0 0,3 2 118 0,-3 0-118 0,1 1 0 0,-1-2 0 16,0 0 0-16,-2 0 0 0,1 0 0 0,-2 0 0 16,1 0 0-16,1 0 0 0,-3 1 0 0,1 1 0 0,0-2 0 15,-2 0 0-15,1 0 0 0,0 0 0 0,-2 0 0 16,1 0 0-16,0 0 0 0,-2 0 0 0,1 0 0 0,0 0 0 16,-2 0 0-16,1 0 0 0,0 0 0 0,0 1 0 0,0 1 0 0,0-2 0 15,-2 0 0-15,1 0 0 0,0 0 0 16,2 0 0-16,-1 0 0 0,0 0 0 0,0 0 0 0,0 0 0 0,0 0 0 15,-2 0 0-15,1 0 0 0,0 0 0 0,2 0 0 0,-1 0 0 0,0 0 0 16,-2 0 0-16,1 0 0 0,0 0 0 0,2 0 0 0,-1 0 0 16,0 0 0-16,-2 0 0 15,1 0 0-15,0 0 0 0,2 0 0 0,-1 0 0 0,-1-1 0 16,-1 0 0-16,-1 0 0 0,2 0-3071 16,1 1 3071-16,1 1 0 0</inkml:trace>
  <inkml:trace contextRef="#ctx0" brushRef="#br0" timeOffset="11274.755">15104 6332 1126 0,'0'0'0'0,"0"0"12"16,0 0-12-16,0 0 0 0,0 0 89 0,0 0-89 0,0 0 0 0,0 0 211 0,0 0-211 0,0 0 0 0,3-6 208 15,2-4-208-15,2-2 0 0,-3 5 159 16,-1 3-159-16,-1 3 0 0,1-4 25 0,-2 0-25 16,2-2 0-16,-1 3-33 0,1 0 33 0,1 0 0 0,-1 0-65 0,-2-2 65 15,1 0 0-15,0 1 29 0,1 1-29 0,1 1 0 0,-2-1 256 0,-1 1-256 16,-1 0 0-16,1 0 256 0,2-1-256 0,0-1 0 16,-1 2 219-16,-2 1-219 0,1 0 0 0,0 0 9 0,-2-1-9 15,1-1 0-15,0 2-135 0,-2-1 135 0,1 2 0 16,0-1-235-1,-1-1 235-15,-2 1 0 0,2 0-232 0,-1 0 232 0,-1 0 0 0,0 1-76 0,-1-1 76 0,-1 2 0 0,0-1 168 16,1-2-168 0,0 0 0-16,-1 2 218 0,-1 2-218 0,-2-1 0 0,2 0 176 0,-1-1-176 15,-2 0 0-15,0 1 48 0,3 1-48 0,-1 0 0 0,1 0-45 0,-3-1 45 0,1-1 0 0,0 4-141 16,-1 0 141-16,-2 1 0 0,2-1-193 0,-2 0 193 0,0 0 0 16,0 1-112-16,1 0 112 0,0 1 0 0,-1 1 49 0,0-1-49 0,-3 2 0 0,3-1 151 15,0-1-151-15,-2 1 0 16,3 0 119-16,1-1-119 0,0 3 0 0,0-2 31 0,-1 0-31 0,-2 0 0 0,3 0-39 15,1 1 39-15,0 0 0 0,0 0-93 0,-1 1 93 0,-3 2 0 0,4-3-89 16,1 1 89-16,0-1 0 0,1 0 4 16,1 0-4-16,1 1 0 0,-1-1 115 0,-2 0-115 15,0 1 0-15,2 0 159 0,1 0-159 0,1 2 0 0,-2-2 65 16,2 0-65-16,0 1 0 0,0-2-14 0,1 2 14 16,0 0 0-16,0 0-27 0,1-1 27 0,1 0 0 0,-1 1-2 0,-2 0 2 0,0 1 0 15,1-1 49 1,2-1-49-16,-1 1 0 0,0-1 109 0,2 0-109 0,-1 1 0 0,0 0 165 0,-1 0-165 0,-1 1 0 15,1-1 127 1,0 1-127-16,0 0 0 0,0-1 27 0,2 0-27 0,-2 1 0 16,1-1 17-16,0 1-17 0,0 0 0 0,0-1 46 0,2 1-46 0,-1 2 0 0,0-2 23 0,0 0-23 15,0-2 0-15,0 2-56 16,0 0 56-16,0 2 0 0,0-2-116 0,0 1 116 0,0 0 0 0,0 0-73 0,2-1 73 16,-1 0 0-16,1 1-2 0,-1-1 2 0,0 1 0 0,0 0 70 15,0 0-70-15,0 1 0 0,0-1 130 0,0-2-130 0,0 0 0 16,0 1 112-16,0 0-112 15,0 1 0-15,0 0 22 0,1-1-22 0,1 1 0 0,-1 0-109 0,-2 0 109 16,1 2 0-16,0-2-103 0,1 0 103 0,1-1 0 0,-1 0-16 16,1 1 16-16,-1-1 0 0,0 0 82 15,1 1-82-15,1-1 0 0,-1 0 129 16,-2 0-129-16,1-1 0 0,0 0 157 0,1 0-157 0,2 1 0 0,0-1 155 16,-3-1-155-16,1 0 0 0,0 1 80 0,-2-1-80 0,1 0 0 15,0 0-20-15,0 1 20 0,0 0 0 0,0 0-82 16,1-1 82-16,1 0 0 0,0-1-100 0,0 2 100 0,1 1 0 0,-1-2-115 15,-2 0 115-15,1 1 0 0,1-2-86 0,1 2 86 16,2 0 0-16,-2-1-16 0,-2-1 16 0,1 0 0 0,0 0 23 16,1-1-23-16,2 0 0 0,-2 0 17 0,1 1-17 0,1-1 0 0,-1 0-70 15,1-1 70-15,-1 0 0 0,0 0-113 0,1 0 113 16,3 0 0-16,-2-1-78 0,-2-1 78 0,1 0 0 16,0 0-43-16,1-1 43 0,-1 2 0 0,-1-2 42 0,2 1-42 0,1-2 0 15,-2 1 90-15,-1-1-90 0,-1 0 0 0,1 0 118 16,2 0-118-16,0 0 0 0,-1 0 14 0,1-1-14 15,2-1 0-15,-2 1-96 0,-1 0 96 0,1 0 0 0,0 0-151 16,-2-1 151-16,1-1 0 0,1 1-104 0,2 0 104 0,0-1 0 0,-1 1-55 16,-1-1 55-16,0-1 0 0,0 2 25 0,1 0-25 0,2 0 0 15,-3-1 97-15,-1-2-97 0,0 1 0 0,0 0 129 16,1 0-129-16,3-1 0 0,-2 0 61 0,-2 1-61 0,-1 1 0 0,1-1-14 16,-1 0 14-16,0-1 0 0,0 1-67 15,0-1 67-15,0-2 0 0,1 2-56 0,-1 0 56 0,0 0 0 0,0 1-47 16,0-2 47-16,1 0 0 0,-2 1 27 15,2-1-27-15,0-1 0 0,0 1 119 0,-1-1-119 0,0 1 0 0,0-1 165 16,0 1-165-16,0 0 0 0,1-1 128 0,-1 0-128 0,0-1 0 0,0 1 54 16,0 1-54-16,1 1 0 0,-1-2-8 0,-2 0 8 0,1-2 0 15,0 2-28-15,1 0 28 16,3-1 0-16,-4 1-34 0,-1 0 34 0,-1 0 0 0,1-1 27 0,1 0-27 16,3-2 0-16,-3 2 118 0,-1 0-118 0,-1-1 0 0,1 1 157 15,0 0-157-15,0-1 0 0,1 1 170 0,-1 0-170 0,0-1 0 16,0 1 130-16,-2 0-130 0,1-1 0 0,0 1 101 0,1-2-101 0,2 0 0 15,-2 1 9 1,0 0-9-16,0 1 0 0,0 0-80 0,-2-1 80 0,1-2 0 0,0 2-121 0,0 0 121 0,1-1 0 0,-1 2-18 16,0-2 18-16,0 0 0 0,0 0 60 0,-1 1-60 15,0 0 0-15,1 0 164 0,-2 0-164 0,1-2 0 16,0 2 191-16,0-2-191 0,1 0 0 0,-1 0 65 0,-2 1-65 0,1-1 0 16,0 1 0-16,0 0 0 0,0-1 0 0,0 0 0 15,0 1 0-15,0 0 0 0,0 0-135 0,-2-1 135 0,1 0 0 16,0 1-125-16,2 0 125 0,-1-1 0 0,0 2 27 0,-2-2-27 15,1 0 0-15,0 0 143 0,2 0-143 0,-1-2 0 0,0 2 90 16,-2 1-90-16,1 0 0 0,0 0 0 0,0 0 0 0,0-1 0 16,0 0 0-16,0 1 0 0,0-1 0 0,0 1 0 15,-2 1 0-15,1 0 0 0,0-1 0 0,2 0 0 0,-1-2 0 0,0 2 0 16,-2 1 0-16,1 0 0 0,0-1 0 0,-1 0 0 0,-1-1 0 16,2 1 0-1,1 0 0-15,1 1 0 0,-1-1 0 0,-2 0 0 0,1-1 0 0,-1 1 0 16,0 1 0-16,-1 0 0 0,1-1 0 0,0 1 0 0,0 0 0 0,-1-1 0 0,-1 1 0 15,-1 0 0-15,1 0 0 16,-1 0 0-16,1 1 0 0,0 0 0 0,0 0 0 0,0-1 0 0,0 0 0 0,-1 1 0 16,-2 0 0-16,2-1 0 0,0 1 0 0,0 0 0 15,0 0 0-15,-1 1 0 0,-2 0 0 0,2 0 0 0,0-1 0 0,0-2 0 0,1 2 0 16,-3 3 0-16,1-1 0 0,0 1 0 16,2-2 0-1,-2 0 0-15,2 1 0 0,-2-1 0 0,0 2 0 0,1-1 0 0,-2 1 0 0,0-1 0 0,1 1-93 16,0 0 93-16,-1 0 0 15,1 0-40-15,-1 0 40 0,-1 0 0 0,0 1 16 0,0-1-16 0,-1 1 0 0,0 0 64 0,0 0-64 16,-2 0 0-16,1 0-17 0,0 1 17 16,-1 0 0-16,0 1-189 0,1 2 189 15,-1-1 0-15,1 0-256 0,-1 0 256 0,-3 0 0 0,3 1-256 16,-3 0 256-16,1 1 0 0,0-1-256 0,0 0 256 0,-2 0 0 16,2-1-256-16,0 2 256 0,-1-1 0 0,1-1-256 15,1 1 256-15,0 1 0 0,8-1-1532 0,6-1 1532 0,3-1 0 0</inkml:trace>
  <inkml:trace contextRef="#ctx0" brushRef="#br0" timeOffset="40355.588">19485 6342 1024 0,'0'0'0'0,"0"0"256"0,0 0-256 0,0 0 0 0,0 0 256 15,0 0-256-15,0 0 0 0,0 0 256 0,0 0-256 0,0 0 0 0,0 0 256 16,0 0-256-16,0 0 0 0,0 0 256 16,0 0-256-16,0 0 0 0,0 0 180 0,0 0-180 0,0 0 0 0,0 0-4 15,0 0 4-15,0 0 0 0,0 0-6 0,0 0 6 0,0 0 0 0,0 0 27 16,0 0-27-16,0 0 0 0,0 0 25 15,0 0-25-15,0 0 0 0,0 0 66 16,0 0-66-16,0 0 0 0,0 0 23 16,0 0-23-16,0 0 0 0,0 0 71 0,0 0-71 0,0 0 0 0,0 0 42 0,0 0-42 0,0 0 0 0,0 0 47 15,0 0-47-15,0 0 0 0,0 0 33 0,0 0-33 0,0 0 0 0,0 0 40 16,0 0-40-16,0 0 0 0,0 0 24 16,0 0-24-16,0 0 0 0,0 0 63 15,0 0-63-15,0 0 0 0,0 0 40 0,0 0-40 0,0 0 0 0,-8 10 62 16,-5 4-62-16,-3 6 0 0,9-15 67 15,5-7-67-15,4-5 0 0,-4 7 35 0,-1 0-35 16,-1 0 0-16,1 0 36 0,1 0-36 0,0 0 0 0,-1 0-17 16,0 0 17-16,-4 0 0 0,3 0 34 0,0 0-34 0,0 0 0 15,0 1 69-15,0 0-69 0,0 1 0 0,0-2 55 16,-1 0-55-16,1 0 0 0,1 0 28 0,-2 1-28 16,0 1 0-16,1-1 12 0,1 1-12 0,1 1 0 0,-2-1 21 0,1-1-21 15,0 0 0-15,0 0 12 16,0-1-12-16,0 2 0 0,0-1-39 0,0 1 39 0,0 1 0 0,0-1-19 15,-2 0 19-15,0 0 0 0,1 0 25 0,-1 1-25 0,-1 2 0 0,1-2 55 0,1 0-55 0,0 0 0 0,0-1 19 16,1 1-19-16,0-2 0 0,-1 2-22 16,2 0 22-16,-1 1 0 0,0-2-11 15,-1 1 11-15,1 2 0 0,0-2 47 0,0 1-47 0,0 1 0 0,0-2 35 0,0 2-35 16,0 0 0-16,0 0 43 16,0-1-43-16,-1-1 0 0,1 2 2 0,0 0-2 0,0 1 0 0,0-1 33 15,0-1-33-15,0 0 0 0,0 0 22 16,2 0-22-16,-1 0 0 0,0 1 15 0,-2 0-15 0,0 1 0 0,1 0 48 0,2-1-48 0,-1-1 0 0,0 2 20 15,-1 0-20-15,-1 2 0 0,1-3 5 16,2 1-5-16,-1-1 0 0,0 0 6 0,-2 1-6 0,0 1 0 0,1-1 13 0,1 0-13 16,0-2 0-16,0 1 22 0,1 1-22 0,1 2 0 0,-1-2 18 15,-1-1-18-15,-2 0 0 0,2 1-29 16,1 1 29-16,1 2 0 0,-1-2-16 0,-1-1 16 0,-2 0 0 0,2 0-8 16,2 0 8-16,-1 1 0 0,0-1-1 0,2-1 1 0,-1 0 0 15,0 0 17 1,-2 1-17-16,1 1 0 0,0 0 13 0,0 0-13 0,0 2 0 0,0-2 63 15,0 0-63-15,0 1 0 0,0-2 50 0,2 1-50 0,-1-1 0 16,0 0 32-16,-2 2-32 0,1 0 0 0,0-1-33 16,0 0 33-16,0 1 0 0,0-1 31 0,0 2-31 0,0 0 0 0,0 0 14 0,0 0-14 0,0 1 0 0,0-1 17 31,2 0-17-31,-1-2 0 0,0 1-2 0,0 0 2 16,0-1 0-16,0 1-6 0,0 0 6 0,0 1 0 0,0-1 7 0,2 0-7 15,-1 2 0-15,0-3 0 0,-2 1 0 0,1-2 0 0,0 1 22 0,0-1-22 0,0 0 0 16,0 1 41-1,0 0-41-15,0 1 0 0,0-1 40 0,-2 0-40 0,1-1 0 0,0 0 8 16,2 0-8-16,-1 0 0 0,0 0-13 0,2 0 13 16,-1 1 0-16,0 0-34 0,0 0 34 0,0 1 0 0,0-1-20 15,0-1 20-15,0 0 0 0,0 1 8 0,0 2-8 0,0 1 0 0,0-2-6 16,1 0 6-16,1 1 0 0,-1-1 20 16,-2-1-20-16,1 0 0 0,1-1 27 0,2-1-27 0,0-1 0 0,-2 2 53 15,2 0-53-15,0 2 0 0,-1-3 60 0,1 1-60 0,1-2 0 16,0 1 14-16,-1 1-14 0,0-1 0 0,0 0 0 15,1-1 0-15,1 0 0 0,-1 0 0 0,2 0 0 0,0 1 0 16,-1-2 0-16,0 0 0 0,1 0 0 0,-1-1 0 16,-2 0 0-16,1 0 0 0,1 1-43 0,1-1 43 0,3 3 0 0,-2-3-47 15,-2 0 47-15,1 0 0 0,1 0-33 0,-1-1 33 16,0-1 0-16,0 2-5 0,1-2 5 0,-1 1 0 0,0 0-4 16,1-1 4-16,2-1 0 0,-2 1-44 0,-1 0 44 0,0 0 0 0,1 0-54 15,0-1 54-15,1-1 0 0,-2 1-52 0,3-1 52 16,-1-1 0-16,0 1-45 0,-1 1 45 0,0 1 0 0,0-2-42 15,0 1 42-15,1-3 0 0,-1 2 2 0,-2-1-2 0,1-1 0 16,1 0 0-16,-1 0 0 0,0-1 0 0,0 0 9 16,-2 1-9-16,2-3 0 0,-1 3 3 0,-1-2-3 0,0 0 0 0,0 1 4 15,2-2-4-15,0 1 0 0,-1 0 2 0,-2 0-2 0,1-1 0 16,0 0 14-16,0 2-14 0,-1-2 0 0,0 1 35 16,1 0-35-16,1-1 0 0,-1 0 40 0,-1-2-40 15,0-1 0-15,0 2-21 0,-2 0 21 0,1-1 0 0,0 2 31 16,1-2-31-16,1 0 0 0,0 1 2 15,-3-1-2-15,1 0 0 0,0 1 64 0,-2-1-64 0,1-1 0 0,0 1 20 16,1 0-20-16,2-1 0 0,-3 1 60 0,-1 0-60 0,-1 1 0 0,1-1 65 16,0 0-65-16,0-2 0 0,0 2 39 0,0 0-39 15,1-1 0-15,-1 1 0 0,0-1 0 0,0 0 0 16,0 1 0-16,0 0 0 0,0 0 0 0,0 0 0 0,0-1 0 16,0 0 0-16,0 1 0 0,-2-1 0 0,1 1 0 0,0-1 0 15,0 1 0-15,0-1 0 0,0 1 0 0,0-1 0 0,0 1 0 0,0-1 0 16,0 0 0-16,0-2 0 0,0 2 0 0,-2 0 0 0,1 2 0 0,0-1 0 15,2 0 0-15,-1 1 0 0,0-1 0 16,-2 0 0-16,1-1 0 0,0 1 0 16,0 1 0-16,0 0 0 0,-1-1 0 0,1 0 0 0,0-1 0 15,0 1 0-15,0-1 0 0,0 0 0 0,-1 2 0 0,-1-1 0 0,-1 1 0 0,1-1 0 16,0 1 0-16,0 0 0 0,0 0 0 0,0 1 0 0,-1 0 0 16,1 0 0-16,-1-1 0 0,-1 0 0 15,1 0 0-15,0 1 0 0,0 0 0 0,-1 1 0 16,0-2 0-16,-1 0 0 0,1 1 0 0,0 0 0 0,0-1 0 0,-1 1 0 15,0 0 0-15,-3-1 0 0,2 1 0 0,0 1 0 0,2 0 0 0,-1 0 0 16,2 1 0-16,-1 0 0 0,0 1 0 16,-1-1 0-16,1 1 0 0,0 1 0 0,-1 0 0 15,-1 0 0-15,1 1 0 0,-1 0 0 0,1 0 0 0,0 0 0 0,0 0 0 0,0-1 0 0,0 2 0 16,2 0 0-16,1 0 0 0,-1 1 0 16,2-1 0-16,-1 0 0 0,0 0 0 15,2 0 0-15,-1-1 0 0,0 1 0 0,2 1 0 0,-2 1 0 0,1-1 0 0,0 0 0 16,0 0 0-16,0 0 0 0,0 0 0 0,0 0 0 0,0 0 0 15,2 0 0 1,-1 0 0-16,0 1 0 0,0 0 0 0,0 1 0 0,0-2 0 0,0 0 0 0,0 0 0 0,0 0 0 16,0 1 0-16,0 0 0 0,0 0 0 15,-2-1 0-15,1-1 0 0,0 2 0 0,2 0 0 0,-1 0 0 16,0 0-3071-16,0-1 3071 0,0-1 0 0</inkml:trace>
  <inkml:trace contextRef="#ctx0" brushRef="#br0" timeOffset="162240.588">3442 11104 1024 0,'0'0'0'0,"0"0"0"0,0 0 0 0,0 0 0 0,0 0 256 0,0 0-256 0,0 0 0 0,0 0 256 16,0 0-256-16,0 0 0 0,0 0 256 0,0 0-256 16,0 0 0-16,0 0 144 0,0 0-144 0,0 0 0 0,0 0-148 15,0 0 148-15,0 0 0 0,0 0-256 0,0 0 256 0,0 0 0 0,0 0-256 16,0 0 256-16,0 0 0 0,0 0 63 0,0 0-63 0,0 0 0 15,0 0 256-15,0 0-256 0,0 0 0 0,0 0 256 0,0 0-256 16,0 0 0-16,0 0 256 0,0 0-256 16,0 0 0-16,-2-3 256 0,-2 0-256 0,-3-1 0 0,3 2 105 0,-1 0-105 0,-1 1 0 15,1-1-256-15,0 0 256 0,-1-1 0 16,1 1-218-16,-1 0 218 0,-2 0 0 0,2 0 2 0,-2 0-2 16,0-1 0-16,1 2 26 0,-1 0-26 0,-2 1 0 0,2-1 64 15,-1 0-64-15,-3-1 0 0,3 1 143 0,-1 0-143 0,-2 0 0 0,2 1 234 16,-1 0-234-16,-3 0 0 0,2 0 221 0,2 0-221 0,-2 0 0 0,1 1 33 15,-1 2-33-15,1 0 0 0,0-2 25 16,-2 0-25-16,0-1 0 0,0 3-31 0,2 0 31 0,-1 1 0 16,-1 0-256-16,0-1 256 0,-2 0 0 0,2 0-256 15,2 1 256-15,-2 1 0 0,1-1-256 0,-2 2 256 0,-1 0 0 0,1 0-256 16,0 1 256-16,-2 2 0 0,2-1-256 0,2-1 256 0,-2 0 0 0,1 0-243 16,0 1 243-16,0 2 0 0,0-1-14 15,2 0 14-15,1 2 0 0,-2-1 256 16,1 0-256-16,0 1 0 0,-1-1 256 0,2 1-256 0,0 0 0 0,0 0 256 0,2 2-256 0,1 1 0 15,-2-2 256-15,3 0-256 0,-1-1 0 0,0 0 256 16,2 0-256-16,-2 1 0 0,1 0 256 16,2 1-256-16,-1 0 0 0,1 0-10 0,0-1 10 0,2 1 0 0,-2-1-141 15,2 1 141-15,1 0 0 0,-1 0 256 0,2 3-256 0,-1-1 0 0,0-1-139 16,0-2 139-16,0 0 0 0,0 0-256 16,2 1 256-16,-1 0 0 0,0-1-256 0,2 0 256 0,-1-1 0 15,1 0-256-15,1 2 256 0,2 1 0 0,-2-2-251 16,0-1 251-16,0 0 0 0,1 1-185 0,1-1 185 0,1 1 0 0,1-1-244 0,0 0 244 0,1 2 0 15,-1-1-50-15,2-1 50 0,0 1 0 16,-1-1 12-16,1 0-12 0,3-2 0 0,-3 1 82 0,-1 0-82 0,0-1 0 16,0-1-21-16,0-1 21 0,0 0 0 0,1 1 256 0,-1 0-256 0,0 1 0 15,1-2 256-15,0-1-256 0,1 0 0 0,-1-1 256 16,2 2-256-16,1 0 0 0,-1-2 256 0,-1-1-256 0,1 0 0 0,0 0 256 31,0 0-256-31,1 0 0 0,0 0 256 0,-1-1-256 0,0 0 0 0,1-1-229 16,-3 0 229-16,1-1 0 0,1 1-241 0,0-1 241 15,3 0 0-15,-3 0-73 0,2 0 73 0,1 0 0 0,-3-1 111 0,0-1-111 0,-2-1 0 0,1 1 256 16,2 0-256-16,0-1 0 16,-1 1-256-16,0 0 256 0,-1-2 0 0,0 0-256 0,2-1 256 0,0-2 0 0,-1 2-256 15,1-1 256-15,-1-2 0 16,1 2-256-16,-1 0 256 0,0-1 0 0,0 1-218 0,-1-2 218 0,-1 0 0 0,2 1-73 16,-2-2 73-1,-1 0 0-15,2 1-256 0,-1-1 256 0,0-2 0 0,0 3-16 0,-1-2 16 16,0 0 0-16,0 0 143 0,-1 0-143 0,1-2 0 0,-1 2 256 15,-1 0-256 1,-1-1 0-16,1 0 256 0,-1 1-256 0,0-1 0 0,0 0 256 0,0 0-256 16,0-1 0-16,0 0 256 15,-1 1-256-15,0-1 0 0,0 0 256 0,0 0-256 0,0-1 0 0,0 0 194 16,-1 2-194-16,0 0 0 0,2-1-58 0,-3-1 58 0,1 0 0 0,0 1-22 0,0 0 22 0,0 1 0 0,0 0-5 16,-2-2 5-16,1 0 0 0,0 1 96 0,1-1-96 15,3 0 0-15,-3 0 160 0,-1 1-160 0,-1 0 0 16,1 0 227-16,1 0-227 0,1 1 0 0,-1 0 189 15,-2 1-189-15,1 0 0 0,0 0 102 0,-2-1-102 0,1 0 0 0,0 1-62 16,-2-1 62-16,1-2 0 0,0 3-60 0,-2 0 60 0,1 1 0 0,0 0-79 16,0-2 79-16,0 0 0 0,0 2-17 0,0 1 17 15,0 0 0-15,0 0 21 0,0-1-21 0,0 1 0 0,0 0 131 16,-1 0-131-16,-1 2 0 0,1-2 219 0,0 1-219 0,0 0 0 16,1 0 203-16,-3 1-203 0,1 0 0 0,1-1 168 0,-1 0-168 15,-1-1 0-15,1 1 241 0,0 1-241 0,0 0 0 0,0 1-167 16,-2-2 167-16,0 0 0 0,0 1-83 15,-1 1 83-15,-1 1 0 0,-1-2-91 0,0 0 91 0,-1-1 0 16,1 2 89-16,-1 1-89 0,1 0 0 0,-1 0 106 16,-2 0-106-16,0 0 0 0,1 1 101 0,0-1-101 0,1 2 0 0,-1-1 22 15,2 1-22-15,-2 1 0 0,1-1 23 16,0 1-23-16,-1 1 0 0,1-1 0 0,1 1 0 0,-1 1 0 0,0-2 0 16,2 0 0-16,-1 0 0 0,-1 0-97 0,2 1 97 0,0 1 0 0,0-1-88 15,-2 1 88-15,0 1 0 0,3-1-76 0,1-1 76 16,1-1 0-16,-2 2-50 0,3-1 50 0,-1 2 0 0,0-1-97 15,2-1 97-15,-1 0 0 0,0 0-34 0,2 1 34 0,-1-2 0 16,0 1 0-16,2-1 0 0,-1-1 0 0,0 2 33 16,0-1-33-16,0 2 0 0,-1-1 174 0,1 0-174 0,0 1 0 0,0-1 235 15,-1-1-235-15,-1 1 0 0,1 0 0 0,-1 0 0 16,-1 0 0-16,1 0 0 0,0 0 0 0,0 1 0 0,2-2-3071 16,1 0 3071-16,1 0 0 0</inkml:trace>
  <inkml:trace contextRef="#ctx0" brushRef="#br0" timeOffset="175746.197">15885 11493 1024 0,'0'0'0'0,"0"0"0"0,0 0 0 0,0 0 0 0,0 0 256 0,0 0-256 0,0 0 0 0,0 0 256 0,0 0-256 0,0 0 0 0,0 0 256 16,0 0-256-16,0 0 0 0,0 0 256 0,0 0-256 0,0 0 0 0,0 0 120 16,0 0-120-1,0 0 0-15,0 0 165 0,0 0-165 0,0 0 0 0,0 0 212 16,0 0-212-16,0 0 0 0,0 0 196 0,0 0-196 0,0 0 0 0,0 0 149 0,0 0-149 0,0 0 0 0,0 0 42 16,0 0-42-16,0 0 0 0,0 0-22 15,0 0 22-15,0 0 0 0,0 0-31 16,0 0 31-16,0 0 0 0,0 0 147 0,0 0-147 0,0 0 0 0,0 0 234 15,0 0-234-15,0 0 0 0,0 0 221 0,0 0-221 0,0 0 0 0,0 0 82 16,0 0-82-16,0 0 0 16,0 0 1-16,0 0-1 0,0 0 0 0,0 0 37 0,0 0-37 0,0 0 0 0,0 0 87 15,0 0-87-15,0 0 0 0,0 0 186 16,0 0-186-16,0 0 0 0,0 0 221 0,0 0-221 0,0 0 0 0,0 0 0 0,0 0 0 16,0 0 0-16,0 0 0 0,0 0 0 0,0 0 0 0,0 0 0 31,0 0 0-31,0 0 0 0,0 0 0 0,0 0 0 0,0 0 0 0,0 0 0 0,0 0 0 15,0 0 0-15,0 0 0 16,0 0 0-16,0 0 0 0,0 0 0 0,0 0 0 0,0 0 0 0,-1 4 0 0,-1 4 0 0,-1 2 0 0,5-7 0 0,2-3 0 16,2-3 0-1,-1 3 0-15,1 0 0 0,2 0 0 0,-2 0 0 0,1 0 0 0,1 0 0 16,2 0 0-16,-1-1 0 0,3-1 0 0,0 1 0 16,1 1 0-16,2 1 0 0,-2-1 0 15,2 0 0-15,0 0 0 0,0-1 0 0,-3 1 0 0,1-2 0 0,2 1 0 16,0 1 0-16,3 1 0 0,-1-2 0 0,-3 1 0 15,1-2 0-15,2 1 0 0,1 0 0 0,1 0 0 0,-1-1 0 16,-1 1 0-16,2 0 0 0,-1 0 0 0,0 0 0 0,2 0 0 16,-2 1 0-16,-1-2 0 0,0 1 0 0,0 0 0 15,2-1 0-15,0-1 0 0,-1 1 0 0,-2 1 0 0,0 0 0 0,0 0 0 16,-1 1 0-16,0-2 0 0,0 2 0 0,-1-1 0 16,-1 0 0-16,0 0 0 0,0 0 0 0,-2-2 0 0,1 2 0 15,0 0 0-15,-1 1 0 0,-1-1 0 0,0 0 0 0,-2 0 0 16,0 0 0-16,1 0 0 0,-3-1 0 0,1 1 0 15,-1 0 0-15,-1 0 0 0,0 1 0 0,0 0 0 0,-2 0 0 0,1 0 0 16,0-1 0-16,0-1 0 0,0 2 0 16,-2 0 0-16,1 0 0 0,0 0 0 0,-2-1 0 0,-1-1 0 0,1 2 0 15,0 0 0-15,0 0 0 0,0 0 0 0,0 0 0 16,0 0 0-16,0 0 0 0,-2-1 0 0,1-1 0 0,0 1 0 0,0 1 0 16,0 1 0-16,0-2 0 0,-2 0 0 0,1-1 0 0,0 2 0 15,0 0 0-15,0 0 0 0,0 0 0 0,2 0 0 0,-1 0 0 0,0 0 0 16,-3 0 0-16,2 0 0 0,0 0 0 15,0 0 0-15,0 0 0 0,0 0 0 0,2 0 0 0,-1 0 0 16,0 0 0-16,-2 0 0 0,1 0 0 0,0 1 0 16,2 0 0-16,-1 1 0 0,0-1 0 0,-2-1 0 0,1-1 0 0,0 2 0 15,0 0 0-15,0 0 0 0,0 0 0 0,0-1 0 16,0-1 0-16,0 1 0 0,0-1 0 0,0-1 0 0,0 1-3071 16,2 1 3071-16,-1 1 0 0</inkml:trace>
  <inkml:trace contextRef="#ctx0" brushRef="#br0" timeOffset="181647.049">18351 10947 1024 0,'0'0'0'0,"0"0"0"0,0 0 0 0,0 0 0 0,0 0 256 0,0 0-256 0,0 0 0 0,0 0 256 16,0 0-256-16,0 0 0 0,0 0 256 15,0 0-256-15,0 0 0 0,0 0 256 0,0 0-256 0,0 0 0 0,0 0 256 16,0 0-256-16,0 0 0 0,1-7 256 0,1-4-256 0,1-3 0 15,-4 6-158-15,-2 3 158 0,-2 2 0 0,1-3-149 16,-1 0 149-16,-2-1 0 0,1 1 37 16,-1-1-37-16,-1-2 0 0,0 2 208 0,0 0-208 15,-1-1 0-15,0 0 114 0,-2 1-114 0,0 0 0 0,0 0-30 16,-2-1 30-16,-1 1 0 0,1-1-166 0,-1 1 166 0,-1 0 0 0,2 0-123 0,-2-1 123 0,0 0 0 16,-1 1-55-16,0 0 55 0,-2-1 0 15,1 1 81-15,-2-1-81 16,-2-2 0-16,1 2 141 0,-2 0-141 0,-2-1 0 0,4 2 86 0,0 0-86 0,1 2 0 15,0-1-64-15,-2-1 64 0,-2 1 0 0,3-1-83 16,-1 2 83-16,-1-2 0 0,2 1-50 0,0 1 50 0,0 1 0 0,0-2 115 16,1 1-115-16,-1 0 0 0,1 1 121 15,-1 0-121-15,0 2 0 0,2-1 166 0,-1 0-166 0,2 0 0 0,-1 0 52 16,0 1-52-16,-2 0 0 0,1 0 2 0,2 0-2 0,-1 0 0 0,2 1-42 16,0 0 42-16,2 0 0 0,-2 0 49 0,0 1-49 0,-3 1 0 15,3 0 41 1,2 0-41-16,0 0 0 0,-2 1 23 15,3-1-23-15,-2 2 0 0,1-2-63 0,1 2 63 0,0 0 0 0,-1-1-31 16,0 2 31-16,-2 0 0 0,3-1-25 0,0 0 25 0,1 0 0 0,0 0 16 0,-1 1-16 0,0 1 0 0,1-1 4 16,0 0-4-16,2 1 0 0,-2 0 3 15,1 0-3-15,0 1 0 0,-1-1-39 0,2 1 39 0,0 2 0 0,-1-2-41 16,2 1 41-16,1 2 0 0,-2-2 4 16,3 0-4-16,-1 1 0 0,0-1 68 15,-1 0-68-15,1 1 0 0,0 0 82 0,2 0-82 0,-2 1 0 16,1-1 66-16,1 0-66 0,-1 2 0 0,1-2-39 15,0 0 39-15,2 1 0 0,-1 0-46 0,0-1 46 0,0 0 0 16,0 0-74-16,-1-1 74 0,1 0 0 0,1 1-18 16,1 1 18-16,1 2 0 0,-1-1-44 0,0-1 44 0,0 1 0 0,0-1-8 15,2 0 8-15,-2 1 0 0,1-1-23 16,0 1 23-16,0 0 0 0,0-1-39 0,2 0 39 0,-1 1 0 0,0 0-41 16,2 0 41-16,-1 2 0 0,0-3-23 15,2 1 23-15,-1-1 0 0,0 1 26 0,0 0-26 0,0 1 0 0,0-1 36 16,1 0-36-16,2-1 0 0,-2 1 52 0,1 0-52 0,1 2 0 15,-1-2 44-15,0 1-44 0,0 0 0 0,0-1 34 16,1-1-34-16,2 0 0 0,-2 1 26 16,0 0-26-16,0 2 0 0,0-1-12 0,0-1 12 15,0 0 0-15,2 0-21 0,0 0 21 0,1-1 0 0,-2 1-7 16,2-1 7-16,1 3 0 0,-2-2 22 0,1 0-22 16,1-1 0-16,0 0 13 0,-1 0-13 0,0 1 0 0,1-1-13 15,2 1 13-15,0-1 0 0,-1 0 5 16,2-1-5-16,1 0 0 0,-1 0-32 0,-1 0 32 0,0-1 0 0,0 0-16 0,2 1 16 0,0 2 0 15,-1-3-56-15,2 1 56 0,0-1 0 0,0 0 27 16,0-1-27-16,4 0 0 0,-3 0 23 0,0 0-23 0,-2 0 0 0,1-1 39 16,2 0-39-16,0-1 0 0,0 0 0 0,0 1 0 15,2 1 0-15,-2-2 7 0,2-1-7 0,2-1 0 0,-3 1 33 0,3 0-33 0,-1 1 0 16,1-2 95-16,-3-1-95 16,2-1 0-16,0 1 69 0,-2 0-69 0,1 1 0 0,-1-2 33 0,2 0-33 0,0 0 0 0,0-1-15 15,1 0 15-15,2-1 0 0,-1 1-9 16,-2-1 9-16,0-1 0 0,1 1-32 15,-1-1 32-15,1-2 0 0,-1 2-6 0,2-1 6 0,2-1 0 0,-3 0 125 16,0 0-125-16,0-1 0 0,-1 0 256 16,3 0-256-16,0-1 0 0,-2 0 123 0,0 0-123 0,-2-1 0 0,2 0 64 15,0-1-64-15,-1-2 0 0,1 1-10 0,-2 1 10 0,2-1 0 16,0 0-1-16,-2-2 1 0,0-1 0 0,-2 2 87 0,0 0-87 16,-1 1 0-16,0 0 228 0,-2-1-228 0,-1-2 0 0,2 2 256 15,-3-1-256-15,1 0 0 0,-1 1 37 0,-2 1-37 16,-1 0 0-16,2-1 0 0,-2-1 0 0,0 0 0 0,-1 0 0 15,-1 1 0-15,1 0 0 0,-2 0 0 0,-1-1 0 0,-1-1 0 16,1 3 0-16,0 0 0 16,0 2 0-16,-2-2 0 0,-1 0 0 0,-1-2 0 0,1 2 0 0,0-1 0 0,0 1 0 0,0-1 0 15,-2 1 0-15,1-1 0 0,-2 0 0 16,-1 0 0-16,-1-1 0 0,1 0 0 0,-2 1 0 0,0-1 0 0,0 0 0 16,-1 0 0-16,-2-2 0 0,3 1 0 15,-2 1 0-15,-1-1 0 0,6 8-3071 0,3 6 3071 0,3 3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5T05:00:37.425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3191 5711 0,'0'0'0,"0"0"0,0 0 0,0 0 16,-2 73 0,1-32-1,-8 25-15,5-33 16,4-33-16,0 0 0,0 0 0,0 0 0,-7 18 15,1 0-15,0-2 0,6-16 0,-5 10 0,3-1 0,-2-1 16,4-8-16,-5 13 0,1-1 0,0 1 0,2-7 16,1 1-16,-1-1 0,2-6 0,4 12 15,-1 1-15,0-1 0,-3-12 16,3 8-16,-1-2 0,0 0 0,-2-6 0,15 3 0,-2 0 16,-2 1-16,-1-3 0,-4 0 0,1 0 0,-7-1 15,25 2-15,1 0 0,-2 0 0,-24-2 16,15 2-16,-1-1 0,-2 0 0,-12-1 15,31-1-15,-3 1 0,0 0 0,-28 0 0,17-1 0,-3 1 0,0 0 0,11-2 0,-2 1 16,0 0-16,-23 1 0,13-2 0,-2 2 0,1-1 0,-12 1 16,5-11-16,-1 1 0,0 0 0</inkml:trace>
  <inkml:trace contextRef="#ctx0" brushRef="#br0" timeOffset="209.483">3152 5986 0,'0'0'0,"0"0"0,0 0 16,78-21-16,2 2 15,-1 1 1,-5 6-16,-1-8 16,-73 20-16,0 0 0,0 0 15,21-7-15,-3 2 0,2-2 0,-9 1 16,0 2-16,-1 0 0</inkml:trace>
  <inkml:trace contextRef="#ctx0" brushRef="#br0" timeOffset="400.232">3021 5747 0,'0'0'0,"0"0"0,0 0 15,0 0-15,0 0 16,81-61-16,19 20 15,-2 7 1,-98 34-16,0 0 0,0 0 0,0 0 16,32-7-16,-2-1 15,-1 0-15</inkml:trace>
  <inkml:trace contextRef="#ctx0" brushRef="#br0" timeOffset="1078.442">3906 5867 0,'0'0'0,"0"0"0,0 0 0,0 0 0,0 0 16,0 0 0,0 0-16,0 0 15,0 0-15,0 0 0,0 0 0,0 0 0,0 0 16,0 0-16,0 0 0,0 0 0,0 0 0,0 0 15,0 0-15,-27 10 0,-1-3 0,2 1 0,8 3 16,-1-1-16,1 1 0,11 1 0,7-12 0,-5 12 16,-2 0-16,7-12 0,1 7 15,-1 1-15,0-1 16,6-3-16,-1 1 0,2-1 0,0-1 16,-1 2-16,1-4 0,5 2 0,-1-1 15,0 0-15,-11-2 0,12-4 0,0 0 16,0 1-16,1-4 0,-2 2 15,1-1-15,-12 6 0,10-7 0,-1 2 0,1-2 0,0-2 0,-2 1 0,1-2 16,-9 10-16,6-7 0,0 1 0,-2 0 0,-1 2 0,0 0 0,0-1 0,-3 5 0,2-2 16,-1 0-16,0 0 0,0 1 0,-1 1 0,0 0 0,0 0 15,0 1-15,0 0 0,0 0 0,3 6 0,-3-1 0,0 1 0,0-7 16,-3 11-16,2-1 0,0 2 0,2 6 0,0 0 0,2 0 0,-3-18 16,3 22-16,0 0 0,0-1 0,0 1 0,0 0 0,0 0 15,0 0-15,0 0 0,0-1 0,-3-21 16,5 25-16,-3 0 0,1 0 0,-1-3 15,0 0-15,-2 0 0,0-22 0,-3 22 0,2 0 0,0-1 16,-3-5-16,-1 1 0,1 1 0,-3 0 0,2-2 16,-2 0-16,7-16 0,-9 12 15,2 0-15,-2-4 0,-3 3 16,1-1-16,0-1 0,-2-5 16,2 1-16,0-2 0,11-3 15,-14-2-15,2-1 0,-1 2 0,13 1 16,-11-10-16,0 3 15,-1-1-15,3-1 0,0 1 16,-1 0-16,3-3 0,2 3 16,0-3-16,9-6 0,-3 2 15,1-1-15,6-4 0,2 0 16,-3 1-16,-7 19 0,15-24 0,-2 1 16,0 0-16,6-1 0,0-1 0,-1 1 0,-18 24 15,20-31-15,-3 3 0,2-1 16,-19 29-16</inkml:trace>
  <inkml:trace contextRef="#ctx0" brushRef="#br0" timeOffset="1123.204">4275 5874 0,'0'0'0,"0"0"0,0 0 0,0 0 0</inkml:trace>
  <inkml:trace contextRef="#ctx0" brushRef="#br0" timeOffset="3684.535">5077 5628 0,'0'0'0,"0"0"16,0 0-16,31 53 16,-3 31-1,-18 20-15,-27 5 16,17-109-16,0 0 0,0 0 15,-9 36-15,2 0 0,0-1 0,7-35 0,-9 37 0,-1-2 16,1 0-16,9-35 16,-12 33-16,1-1 0,0 0 15,11-32-15,-8 16 0,1 0 16,1-1-16,-4 2 16,1-3-16,-1 1 15</inkml:trace>
  <inkml:trace contextRef="#ctx0" brushRef="#br0" timeOffset="4007.561">5047 5700 0,'0'0'0,"0"0"0,0 0 16,14-59-16,10 4 15,-1 25 1,7 22-16,-4 12 15,-26-4-15,0 0 0,0 0 0,0 0 16,13 7-16,-1-5 0,-1 4 0,4 6 16,-1 1-16,0-1 0,-14-12 0,13 21 0,-1-1 0,1-1 15,-2 5-15,-1-1 16,1 0-16,-11-23 16,6 25-16,-2 0 0,0 0 0,-5-4 15,1 1-15,0-1 0,-6-2 0,0-2 0,-1 2 16,7-19-16,-12 15 0,1 2 0,-1-2 0,-1-4 0,2 1 15,-3 1-15,0-4 0,0-1 0,1 0 0,13-8 0,-18 8 0,2 1 16,-1-1-16,4-6 0,1-1 0,0 0 0,6-3 0,-1 0 0,2 1 16</inkml:trace>
  <inkml:trace contextRef="#ctx0" brushRef="#br0" timeOffset="4404.087">5360 6130 0,'0'0'0,"0"0"16,0 0-16,0 0 16,34-44-16,3 12 15,1 19 1,-38 13-16,0 0 0,0 0 16,12 6-16,1-1 0,-1-1 15,-1 6-15,1-1 16,-1 1-16,-11-10 0,10 13 15,-1 0-15,-1 0 0,-2 5 0,-2-1 16,-1 1-16,-3-18 0,7 17 0,-4 0 0,0 1 16,-3-18-16,1 13 0,0 1 15,0-2-15,-5 1 0,0-1 0,-1 0 16,5-12-16,-4 9 0,-2-1 0,1 1 0,-3-4 16,1-1-16,1-1 0,6-3 0,-6-1 0,0 1 0,0 0 15,0-4-15,1 2 0,0 0 0,5 2 0,-5-8 16,2 1-16,0-1 0,0 0 0,0-3 0,-1 1 0,4 10 0,5-15 0,-3-1 15,0 0-15,7-2 0,-1 0 0,1 0 0,-9 18 0,13-17 0,-2 0 0,1 0 0,4 1 0,1 0 0,-1 0 0,-16 16 16,15-10-16,-1 1 0,1-1 0,-15 10 0,17-11 0,-1 3 16,-1-3-16,0 3 0,-3 0 15,2-1-15</inkml:trace>
  <inkml:trace contextRef="#ctx0" brushRef="#br0" timeOffset="4723.893">5873 6210 0,'0'0'0,"0"0"0,0 0 0,0 0 0,0 0 16,68 13-1,-8-33 1,-15-9-16,-45 29 0,0 0 16,0 0-16,0 0 0,10-10 0,-1 0 15,0 0-15,0 2 0,-5 1 16,1 0-16,-5 7 0,2-7 0,-2 1 0,0 1 0,-5-1 0,2 0 0,0 2 15,3 4-15,-11 0 0,3 0 0,0 0 0,-6 2 0,3 0 0,0 0 0,11-2 16,-15 8-16,1-1 0,-1 0 0,-1 5 0,1-2 16,1 1-1,14-11-15,-15 14 0,3 0 16,-1-2-16,13-12 0,-8 14 0,2 0 16,0 0-16,5-1 0,0 0 15,0-1-15,1-12 0,5 15 0,-2-3 0,0-1 0,6 1 16,0-2-16,-1 1 0,-8-11 15,18 7-15,-1-1 0,0 1 0,6-8 0,1-1 0,0 1 0,-8-2 16,0 1-16,-1-1 0,-15 3 0</inkml:trace>
  <inkml:trace contextRef="#ctx0" brushRef="#br0" timeOffset="5234.656">6302 6097 0,'0'0'0,"0"0"0,16 56 15,-10 5 16,-8-7-31,2-12 0,1-18 16,-1-24-16,0 0 16,0 0-16,1 2 0,-1 3 15,0-2-15,0-1 0,0-1 16,0 0-16,0-1 0,0-1 0,0 1 16,0 0-16,4-7 0,-3 2 15,0-2-15,-1 7 0,5-14 0,0 1 0,0-2 0,-5 15 16,9-19-16,-1 0 0,-1 0 15,-1 1-15,1 1 0,-1 1 0,-6 16 16,7-15-16,-1 1 0,0 0 0,1 6 0,-2-2 0,0 2 16,-5 8-16,4-4 0,-2 1 0,0-2 0,-2 5 0,6 3 0,-1 1 0,1-2 0,1 7 0,0-2 15,0 1-15,-7-8 0,5 15 0,0-1 0,-1-1 16,0 1-16,-1 3 0,0-3 0,-1-2 16,-1 1-16,0-1 0,-1-12 0,2 7 0,-2 1 0,0 1 0,1-6 15,-1 1-15,0-1 0,0-3 0,1 2 0,-1 0 16,0-1-16,0-1 0,0 1 0,0-1 0,0 0 0,3-6 15,-2 0-15,0 0 0,-1 6 0,6-13 0,-3 2 0,0 0 0,5-6 16,0 2-16,1 0 0,-9 15 0,9-19 0,-1 3 0,3-3 0,-1 6 0,0 0 0,1 2 16,-11 11-16,11-9 0,-2 0 15,0 0-15,0 5 0,-1 2 0,0-1 0,-8 3 16,9 5-16,-1 0 0,0-1 0,-8-4 16,9 11-16,1 1 0,-1-2 0,-2 7 15,0-1-15,1-2 0,-4 3 0,0-1 16,0 1-16,-4-17 0,2 17 0,0-2 15,-1 2-15,-4-1 0,3-1 0,0 0 0,0-15 16,-3 13-16,0 0 0,0-1 0,-1-3 0,0-2 0,-1 1 0,5-8 0,-4 2 0,1 0 0,0-2 0,1-6 0,0-1 0,0 1 0,1-3 0,0 3 16,0-1-16</inkml:trace>
  <inkml:trace contextRef="#ctx0" brushRef="#br0" timeOffset="5379.942">6921 6079 0,'0'0'0,"0"0"0,0 0 16,10 82-16,-4-1 15,-13-17 1,-10-24-16,2-21 16,15-19-16,0 0 0</inkml:trace>
  <inkml:trace contextRef="#ctx0" brushRef="#br0" timeOffset="5513.525">6930 5961 0,'0'0'0,"0"0"0,0 0 0,0 0 16,0 0-16</inkml:trace>
  <inkml:trace contextRef="#ctx0" brushRef="#br0" timeOffset="5844.468">7207 5957 0,'0'0'0,"0"0"0,0 0 16,0 0-16,-42 36 16,0-4-16,28-3 15,14-29 1,0 0-16,0 0 0,-2 5 0,2 1 0,0-1 0,0-5 16,4 9-16,-2-2 0,0 2 0,5 1 0,0-1 0,-1 0 0,5 3 15,3 0-15,-2-2 0,-12-10 0,13 13 0,0 1 16,-1-3-16,-12-11 0,10 14 0,-2-1 0,0 0 15,-4-2-15,-1-1 0,0-2 0,-4 1 16,0-1-16,0 0 0,1-8 0,-6 9 0,0 0 16,0 0-16,-4 0 0,3-2 0,0 2 0,7-9 15,-13 3 1,1 1-16,1 1 16,-2-5-16,2 1 0,0 1 15,11-2-15,-7-9 0,1 3 16,0-1-16,2-1 0,2 1 15,0 1-15,2 6 0</inkml:trace>
  <inkml:trace contextRef="#ctx0" brushRef="#br0" timeOffset="6202.972">7490 6242 0,'0'0'0,"0"0"15,0 0-15,0 0 0,0 0 16,0 0 0,63 1-16,-4-8 15,-59 7-15,0 0 16,0 0-16,16-7 0,-2 2 0,1 0 0,-15 5 15,11-8-15,0 1 16,1 1-16,0-4 0,0 1 0,-1 1 0,-11 8 16,10-12-16,0 1 0,-1 1 0,-9 10 15,7-10-15,0 2 16,1-1-16,-5 3 0,-2-1 0,0 1 0,-1 6 16,-5-2-16,2 0 0,-1-1 0,-7 3 0,1 1 0,-1-1 15,11 0-15,-14 4 0,2-2 16,-1 3-16,-3 0 0,1-1 0,1 1 15,14-5-15,-16 9 0,1-1 16,-1-1-16,5 0 0,0 1 0,1 1 0,10-9 16,-10 8-16,1 2 0,1-1 0,4-1 0,1 1 15,0-1-15,3-8 0,1 11 0,0-2 0,0-1 0,-1-8 0,4 9 0,0 0 0,0-2 16,6 1-16,-2-2 0,0 1 0,-8-7 0,15 6 0,-1 0 0,1 0 16,3 1-16,1-2 0,-1 1 0,-18-6 0,24 4 0,0-1 15,0-2-15,0 1 0,-1 1 0,1-2 0,-24-1 0,23-1 16,-3-1-16,1 1 0,-21 1 0,18-5 0,-3 1 0,1 0 0,-8 0 0,2 1 0,0-1 0</inkml:trace>
  <inkml:trace contextRef="#ctx0" brushRef="#br0" timeOffset="9379.543">8509 6119 0,'0'0'0,"0"0"0,0 0 16,0 0-1,0 0-15,0 0 16,0 0-1,0 0-15,0 0 0,0 0 0,25-5 0,0 0 0,0 1 16,-25 4-16,15-3 0,0-1 0,-1 3 16,-14 1-16,6-3 0,1 3 0,-2-2 0</inkml:trace>
  <inkml:trace contextRef="#ctx0" brushRef="#br0" timeOffset="11546.135">9768 5486 0,'0'0'0,"0"0"16,0 0-16,0 0 16,7 77-1,-3-30 1,5 52-16,-9-99 0,0 0 0,0 0 16,0 0-16,6 45 0,-2-1 0,0 2 0,-4-46 15,6 40-15,-2-2 0,0 1 0,-1-21 16,-1 1-16,0 0 0,-2-19 0,6 30 0,-2-1 0,1 1 15,-5-30-15,3 16 0,-1 0 0,0-1 0,-2-15 16,0 0-16,1 7 0,0-1 0,0 0 0,-1-6 0,5 16 16,0 0-16,0 1 0,-5-17 0,5 10 15,-3-2-15,0 1 0,-2-9 0,9 8 0,0-3 0,1 2 16,-10-7-16,5 3 0,0-1 0,0 1 0,-2-1 16,-1-2-16,0 1 0,-2-1 0,5-8 0,1-2 0,-1 3 15,-5 7-15,4-6 0,-2 0 0,0 0 16,-1 5-16,0 0 0,0-1 0,-1 2 0,12-32 0,-2 2 15,0 0-15,-10 30 0,12-34 0,-2 0 0,0 1 16,-10 33-16,9-32 0,-2 1 0,0 0 16,-7 31-16,0 0 0,5-34 0,0 4 0,1-3 0,-6 33 0,8-31 15,-2 2-15,0-2 0,-6 31 0,11-30 16,-2 0-16,0-1 0,5 1 0,-3 0 0,0 0 0,-11 30 16,6-15-16,0 1 0,1-1 0,-7 15 0,13-25 0,0 0 15,-1 0-15,-12 25 16,8-15-16,-1 3 0,-1-2 0,-6 14 15,11-15-15,1-1 0,-2 0 16,-10 16-16,0 0 16,6-8-16,-1 0 0,0 0 0,-5 8 0,2-4 0,1 2 0,-1-1 15,-1 3-15,0-1 0,0 0 0,-1 1 16,1-2-16,0 2 0,0 0 16,-1 0-16</inkml:trace>
  <inkml:trace contextRef="#ctx0" brushRef="#br0" timeOffset="11848.974">9542 6011 0,'0'0'0,"0"0"0,0 0 15,68-13-15,16 0 16,-7 4 0,3-6-16,-80 15 15,0 0-15,0 0 0,0 0 0,26-7 0,0 1 16,0 0-16,-26 6 0,23-4 0,1 0 16,0-2-16,2 4 0,-3 0 0,1 1 0,-24 1 15,22-2-15,0 2 0,-1-1 0,-21 1 0,19-3 0,-3 2 0,1-1 0,-3 4 16,0-1-16,-1 0 0,-13-1 0,11 0 0,-1 0 15,0 0-15,-10 0 0</inkml:trace>
  <inkml:trace contextRef="#ctx0" brushRef="#br0" timeOffset="12705.917">10436 5932 0,'0'0'16,"0"0"-16,0 0 0,45-25 15,6 15 1,-5 13 0,-6 18-16,-40-21 15,0 0-15,0 0 0,0 0 16,11 10-16,0-2 0,-1 1 0,-10-9 0,9 13 15,-2 2-15,1-2 0,-4 5 0,0-2 16,0 2-16,-4-18 0,-1 19 0,0-1 16,0 1-16,1-19 0,-6 19 0,1-1 15,-1 1-15,-2-2 0,2-1 16,0 1-16,6-17 16,-10 18-16,2-3 0,0 1 0,8-16 0,-9 12 15,1 0-15,1 0 0,0-4 16,2-1-16,0 1 15,5-8-15,-3 3 0,-1 0 0,1 1 16,3-4-16,-1-2 0,0 1 16,0 1-1,1-8-15,0 1 0,0-3 16,0 10-16,3-14 16,0 1-16,1 0 15,-4 13-15,8-19 16,0 1-1,0 0-15,-8 18 16,12-23-16,-3 2 0,0-1 0,2-1 16,-2-2-16,0 1 0,-9 24 0,10-25 0,-1-1 0,0-1 15,-9 27-15,13-22 0,-3-2 0,0 2 16,-10 22-16,14-20 0,-2 0 16,0 0-16,1 2 0,-1 2 15,1-1-15,-13 17 0,9-13 16,0 1-16,1 0 15,-5 3-15,-1 2 0,0 0 0,-2 5 16,0-1-16,0 0 0,0 2 0,-2-1 16,0 1-16,0 1 0,-3 4 0,2 1 0,0 0 0,1-5 15,-6 9-15,0 1 0,0-2 0,-5 8 0,3-4 16,-1 2-16,9-14 16,-13 16-16,3-1 0,-2 0 15,12-15-15,-9 18 0,1 0 16,0-1-16,-3-1 15,3 2-15,0-2 0,8-16 16,-6 19-16,1-1 16,1-1-16,4-17 0,-2 18 0,0-2 0,0 0 0,2-16 15,2 14-15,-1 2 0,0-3 0,9 2 0,-3-1 16,0 1-16,-7-15 0,17 12 0,-2-1 16,1-2-16,-16-9 0,27 9 0,1-1 15,0-1-15,6-8 0,-1-1 0,-1-1 0,-32 3 16,0 0-16</inkml:trace>
  <inkml:trace contextRef="#ctx0" brushRef="#br0" timeOffset="15723.855">12537 4976 0,'0'0'0,"0"0"0,0 0 16,0 0-16,0 0 15,0 0-15,0 0 16,-86 33-1,86-33-15,0 0 0,0 0 0,0 0 0,-18 6 16,1 1-16,1-1 0,16-6 0,-24 25 0,2 0 0,1-1 16,21-24-16,-23 29 0,0 0 0,0 0 15,23-29-15,-20 29 0,-1 1 0,0 0 16,21-30-16,-25 35 16,-1 0-16,0-1 0,6 1 15,3 1-15,-1-3 0,18-33 0,-12 37 0,-1-1 16,1-3-16,12-33 0,-12 36 0,1-3 0,0 4 15,11-37-15,-9 38 0,3 0 0,0 1 0,6-39 16,-7 40-16,2 1 0,-1 0 0,6-41 0,-6 41 0,1-1 16,0 1-16,5-41 0,1 41 0,0 0 15,0-1-15,-1-40 0,8 37 0,0-1 16,-1 0-16,-7-36 16,15 31-16,-1 0 15,-1-1-15,-13-30 16,21 27-16,2 0 0,-2 0 0,9-6 0,-1 0 15,0-1-15,-29-20 0,35 16 0,-1-1 0,0 0 0,-34-15 0,35 10 0,-1 0 0,0-1 0,-34-9 0,17 5 0,-1-2 0,-1 1 0,-15-4 16,26 6-16,0 0 0,0 0 0,-26-6 0,15 3 0,-1 0 0,-1-1 0</inkml:trace>
  <inkml:trace contextRef="#ctx0" brushRef="#br0" timeOffset="18641.785">13250 5543 0,'0'0'0,"0"0"0,0 0 15,0 0 1,-11-51-16,5 19 15,-36 7 1,42 25-16,0 0 16,0 0-16,-9-5 0,1 2 0,0-1 0,8 4 0,-18 0 15,0 0-15,1 0 0,17 0 0,-11 2 16,1-2-16,1 0 0,9 0 0,-22 11 0,1 1 0,-1 1 16,22-13-16,-23 19 0,2-1 0,1 1 0,20-19 15,-20 24-15,0 1 0,1-2 0,19-23 0,-20 29 0,3-1 16,-1-1-16,18-27 15,0 0-15,-15 32 0,-1-1 0,1 0 16,15-31 0,-8 31-16,1 0 15,0 0-15,7-31 0,-2 32 0,1-2 16,0 1-16,1-31 0,0 14 0,0 0 0,0 1 16,0-15-16,19 27 0,-1 1 0,-1-1 15,-17-27-15,13 14 0,-3 3 0,1-3 16,-11-14-16,28 19 0,1-2 0,0-1 15,-29-16-15,17 9 0,-2-1 16,1 0-16,-16-8 16,31 3-16,0 0 0,0 0 15,-31-3-15,0 0 0,19 0 16,-3 0-16,1 0 0,9-9 16,0 1-1,0 0-15,-26 8 0,16-6 16,-3 0-16,0 1 15,-13 5-15,21-13 0,-1 3 0,-1-2 16,-19 12-16,12-5 0,-3-2 16,3 1-16</inkml:trace>
  <inkml:trace contextRef="#ctx0" brushRef="#br0" timeOffset="18997.818">13688 5775 0,'0'0'0,"0"0"0,0 0 0,0 0 0,-57 52 16,-1 5-1,19-6-15,39-51 0,0 0 16,0 0-16,-13 16 0,3-1 0,-1 0 15,11-15-15,-10 16 0,1-2 0,0 3 16,3-7-16,1-1 0,0 0 16,4 0-16,1-1 0,0 1 0,0-9 0,3 10 0,0 0 0,0-2 15,6-3-15,-3 0 0,0 0 0,-6-5 0,13-3 0,0-3 0,-1 1 16,-12 5-16,16-9 0,-1-1 0,1 0 0,-16 10 16,15-15-16,0 1 0,-1 0 0,0-4 0,-2 0 0,0 1 0,-12 17 15,12-16-15,-1-1 0,1 0 0,-12 17 16,7-12-16,-1-2 0,0 1 0,-3 4 0,0 0 0,0 1 15,-3 8-15,2-5 0,-1 0 0,0 3 0,-1 2 0,1-3 16,-1 1-16,0 1 0,1 0 0,-1 1 0,0 0 16,0 0-16,-2 4 0,2-1 0,0 1 0,-2 6 15,-1-1-15,1 0 0,2-9 16,-2 13-16,1 0 0,0 1 0,1-14 0,-4 17 0,2-2 0,0 1 16,5 2-16,-2-2 0,0 0 0,-1-16 15,4 14-15,-2-1 16,0 1-16,-2-14 15,5 12-15,-1 0 0,0 0 0,2-4 0,1-2 16,-1 1-16,-6-7 0,11-4 0,-3 3 16,0-2-16,-8 3 0,13-14 0,-3 0 0,0 1 0</inkml:trace>
  <inkml:trace contextRef="#ctx0" brushRef="#br0" timeOffset="19200.349">14022 5528 0,'0'0'0,"0"0"0,0 0 15,0 0-15,-7 68 16,5 0 0,2 4-16,0-72 0,0 0 15,0 0-15,0 0 0,-1 24 0,0-2 0,0 1 16,-3 1-16,2 0 0,0 1 0,2-25 0,-4 23 16,1 0-16,-1 1 0,4-24 0,-5 24 0,1-1 0,0-1 15,4-22-15,-9 18 0,1 0 0,1-1 0,0-6 16,2-1-16,-1-1 0,6-9 0</inkml:trace>
  <inkml:trace contextRef="#ctx0" brushRef="#br0" timeOffset="19343.735">13827 5928 0,'0'0'0,"0"0"0,0 0 15,0 0-15,0 0 0,82-25 16,3 1-1</inkml:trace>
  <inkml:trace contextRef="#ctx0" brushRef="#br0" timeOffset="19711.807">14471 5426 0,'0'0'0,"0"0"0,0 0 16,0 0-16,-41 37 15,-4 7 1,6 8-16,39-52 0,0 0 16,0 0-16,0 0 0,-13 18 0,1 0 0,1 0 0,3 3 15,0-2-15,1 1 16,7-20-16,-5 25 0,2-3 0,0 1 0,3-23 16,2 24-16,-2 0 0,0-1 0,7 5 0,-2-1 15,0 0-15,-5-27 0,10 26 0,-2-1 0,0 0 0,4-4 0,-2 1 0,0-2 16,-10-20-16,13 16 0,-3 0 0,0-1 0,-10-15 15,16 7-15,-1-4 0,1 2 0</inkml:trace>
  <inkml:trace contextRef="#ctx0" brushRef="#br0" timeOffset="19968.552">14938 5654 0,'0'0'0,"0"0"0,-24 63 15,-10 6-15,0-11 16,-7-2 0,-9 8-16,50-64 0,0 0 15,0 0-15,0 0 0,-18 15 0,1 1 0,1-2 0,0-5 16,3 1-16,-1-2 0,6-1 15,0-2-15,-2 1 0</inkml:trace>
  <inkml:trace contextRef="#ctx0" brushRef="#br0" timeOffset="20156.82">14679 5726 0,'0'0'0,"0"0"0,0 0 16,46 51-16,1 6 15,-7-5 1,-9 0 0,-31-52-16,0 0 0,0 0 0,0 0 0,10 18 0,0-2 15,-1 0-15,-1-3 16,1-1-16,-1 1 0</inkml:trace>
  <inkml:trace contextRef="#ctx0" brushRef="#br0" timeOffset="20400.451">15048 5398 0,'0'0'0,"77"65"0,-77-65 0,74 82 16,-9 8-1,-30 9-15,-42 26 16,-49 4-16,56-129 0,0 0 0,0 0 16,-35 48-16,1 1 0,-1-2 0,-3-7 0,2-1 15,0 0-15,36-39 0,-24 34 0,1-2 0,1 0 0</inkml:trace>
  <inkml:trace contextRef="#ctx0" brushRef="#br0" timeOffset="22175.281">10816 5784 0,'0'0'0,"0"0"15,0 0-15,0 0 16,0 0-16,0 0 16,0 0-16,0 0 15,0 0-15,0 0 0,0 0 0,-15 19 16,1-2-16,1 1 0,13-18 0,-9 12 0,1-1 0,1 0 16,7-11-16,-6 20 15,0 1-15,0-2 0,6-19 0,-5 13 16,2-4-16,0 2 0,-2 10 0,2 3 15,0-3-15,3-21 0,0 0 0,-3 12 16,2 1-16,0-2 0,1-11 0,-8 27 0,1-1 16,0-1-16,7-25 0,-5 15 0,2-2 15,-1 0-15,-5 11 0,1 0 0,0-2 0,8-22 0,-5 13 0,0-1 16,1 0-16,4-12 0,-7 16 0,0-2 0,0 2 0,7-16 0,-6 8 16,3-1-16,0 0 0,3-7 0,-2 4 0,1-2 0,0 1 0,1-3 0,-6-2 0,0 0 15,0 1-15</inkml:trace>
  <inkml:trace contextRef="#ctx0" brushRef="#br0" timeOffset="22537.762">10491 6017 0,'0'0'0,"0"0"0,0 0 15,0 0-15,0 0 16,0 0-1,0 0-15,0 0 0,0 0 0,0 0 16,0 0-16,0 0 0,0 0 0,0 0 0,0 0 16,0 0-16,0 0 0,0 0 0,-3-8 0,2-1 0,0 0 15,4 6-15,-1 1 0,0 2 0,-2 0 16,4 5-16,0 0 0,0-1 0,-4-4 0,7 9 0,0-2 16,1 0-16,1 5 0,0-3 0,1 2 0,-10-11 0,12 17 15,0-3-15,-1 2 0,-11-16 16,9 17-16,1 0 0,-1 0 0,-1-1 15,0-1-15,1 0 0,-9-15 0,12 17 0,-2-1 0,1-1 0,-11-15 16,10 14-16,0-1 0,1 1 0,-1-1 16,-1-1-16,1 1 0,-10-13 0,11 14 0,0-1 15,1-2-15,-12-11 0,12 12 0,0 1 0,-1-2 16,0-8-16,1-2 0,-1 1 16</inkml:trace>
  <inkml:trace contextRef="#ctx0" brushRef="#br0" timeOffset="24531.801">15556 5954 0,'0'0'0,"0"0"16,0 0-16,0 0 15,0 0-15,0 0 16,69 16 0,-69-16-16,0 0 0,0 0 0,0 0 0,15 3 0,-2 0 15,1 0-15,-14-3 0,29 3 16,0 0-16,0-2 0,-29-1 0,32 0 0,-1 0 0,0-1 16,-31 1-16,34 0 0,-1-1 0,0 1 0,3-2 15,0 2-15,0 0 0,-36 0 0,40 3 0,-3-2 0,0 1 0,-37-2 16,37 4-16,-1-1 0,-1-1 0,-35-2 0,35 4 15,-2-1-15,0 0 0,-33-3 0,31 3 0,-1 0 16,0 0-16,-30-3 0,15 1 0,0 0 0,-1 1 0,-14-2 16,22 2-16,-2-1 0,-1 2 0,-19-3 0,12 2 15,-1-2-15,0 1 0,-6 0 16,-1-1-16,0 0 0</inkml:trace>
  <inkml:trace contextRef="#ctx0" brushRef="#br0" timeOffset="24945.418">16349 5797 0,'0'0'0,"0"0"0,0 0 16,0 0-16,0 0 15,0 0-15,0 0 16,0 0-16,0 0 16,0 0-16,0 0 0,0 0 0,0 0 0,0 0 0,0 0 15,0 0-15,0 0 0,2-2 0,-2 1 0,0-1 16,18 12-16,-3-3 0,1 1 0,-16-8 0,22 10 15,-2-3-15,2 1 0,-22-8 0,25 8 0,-3-1 16,1 0-16,-1 0 0,-3 0 0,1-1 0,-20-6 16,19 4-16,-1 0 0,1 0 0,-3-2 0,-1 0 15,-1 0-15,-14-2 0,13 4 0,-2-1 0,0-1 16,-11-2-16,11 5 0,-3-3 0,0 2 0,-3-1 0,1 1 16,-1 1-16,-5-5 0,4 4 0,-2 0 0,0 1 15,0 1-15,-1-2 0,0 0 0,0 1 0,-1-1 16,0-2-16,-9 12 0,1-3 0,-2 1 0,10-12 15,-11 14-15,-1 1 0,-1 0 0,-2-1 0,1 0 16,0 0-16,14-14 0,-24 12 0,2 0 0,1-1 0,21-11 16,-29 17-16,1-1 0,0-1 15,-4 6-15,1-1 16,0 0-16,-1 1 0,1-2 16,0 0-16,7-6 15,2 2-15,1-2 0</inkml:trace>
  <inkml:trace contextRef="#ctx0" brushRef="#br0" timeOffset="27165.787">17652 5209 0,'0'0'0,"0"0"16,0 0-16,0 0 15,0 0-15,-12 79 16,6-31 0,-21 51-16,27-99 15,0 0-15,0 0 0,0 0 0,-5 19 0,-1-1 16,1-2-16,5-16 15,-10 32-15,1-2 0,-1 2 0,10-32 16,-9 29-16,0 2 0,-1 0 0,10-31 16,-10 33-16,1 0 0,-1 0 0,10-33 0,-10 32 0,1-2 15,0 2-15,3-17 0,2 0 16,0-1-16,4-14 0,-12 13 0,1 0 0,1-1 0</inkml:trace>
  <inkml:trace contextRef="#ctx0" brushRef="#br0" timeOffset="27456.675">17433 5177 0,'0'0'0,"49"-48"0,7 5 0,-6 18 16,-3 15-16,1 6 15,3 7 1,1 13-16,-52-16 0,0 0 0,0 0 15,20 10-15,-1 0 0,0 1 16,-2 5-16,1 0 0,-1 0 16,-17-16-16,17 22 0,-3-3 0,1 4 0,-6 2 15,-1 0-15,1 0 0,-9-25 0,8 27 0,-2 1 0,2 0 16,-4 2-16,1-2 0,-1 2 0,-4-30 0,4 33 0,0-1 16,0 0-16,-4-32 0,-3 30 0,1-1 0,0 1 0,-7-4 15,-1 0-15,1 1 0,-6-6 0,2 1 0,0-1 16,13-21-16,-16 15 0,2 0 0,-1 0 0,15-15 0,-15 6 0,1 1 0,1-2 15</inkml:trace>
  <inkml:trace contextRef="#ctx0" brushRef="#br0" timeOffset="27659.912">17561 5626 0,'0'0'16,"0"0"-16,0 0 0,61-15 15,12 0 1,3-14-16,2 10 16,-78 19-16,0 0 15,0 0-15,24-7 0,1 0 16,0-2-16</inkml:trace>
  <inkml:trace contextRef="#ctx0" brushRef="#br0" timeOffset="27816.537">18115 5509 0,'0'0'0,"0"0"0,0 0 15,0 0 1,8 70 0,-7 4-1,4-18-15,-5-56 0,0 0 0,0 0 16,-2 13-16,1 1 0,0 0 0,1-14 16,-4 11-16,1 0 15,0-1-15,2 0 0,-1 2 0,0-2 0,2-10 0,-3 3 0,0 2 0,0-2 16</inkml:trace>
  <inkml:trace contextRef="#ctx0" brushRef="#br0" timeOffset="28017.217">18185 5584 0,'0'0'0,"0"0"0,0 0 15,27-48-15,8 25 16,0 24 0,-6 9-1,-29-10-15,0 0 16,0 0-16,0 0 0,8 10 0,-2-2 0,-1 2 0,0-1 0,-1 1 15,-1 0-15,2 1 0,-2 1 0,0 1 0,-3-13 0,-3 17 0,0-1 0,0 0 16,3-16-16,-7 19 0,0-3 0,3 0 0,-6 2 0,2-2 0,-1 0 0,9-16 0,-10 14 16,2-1-16,-1 0 0,2-9 0,2 1 0,0-1 15,2-8-15,2 1 0,-1 0 0</inkml:trace>
  <inkml:trace contextRef="#ctx0" brushRef="#br0" timeOffset="28197.788">18499 5538 0,'0'0'0,"0"0"0,0 0 16,27 60-16,-15-10 15,-10 8 1,-11-8-16,-8-9 16,17-41-16,0 0 0,0 0 0,-8 12 15,2-4-15,0 4 0,6-12 0,-7 0 0,1 0 16,0 0-16</inkml:trace>
  <inkml:trace contextRef="#ctx0" brushRef="#br0" timeOffset="28316.821">18604 5416 0,'0'0'0,"0"0"0,0 0 0</inkml:trace>
  <inkml:trace contextRef="#ctx0" brushRef="#br0" timeOffset="28885.118">18756 5550 0,'0'0'0,"0"0"0,0 0 0,31 60 16,-7 3-16,-20-8 15,-13-11-15,-4-13 16,4-12-1,9-19-15,0 0 0,0 0 0,-3 2 16,2 1-16,0-1 0,1-2 0,1 0 16,-1-1-16,0 0 0,1-4 0,0 0 15,-1 1-15,0 4 0,7-11 0,-3-2 0,0 2 16,2-7-16,-2 2 16,0 0-16,-4 16 0,5-18 0,0 1 15,0 0-15,3 0 0,-1 0 16,0 1-16,-7 16 0,7-11 0,0 0 15,-1 2-15,1 0 0,-1 2 0,0 0 0,-6 7 16,7-5-16,-2 4 0,0-2 0,3 9 0,-2-1 16,1-1-16,-7-4 0,7 10 0,-1-1 15,0 1-15,3 1 0,-3 0 0,0 0 0,-6-11 16,2 13-16,0-2 0,0 1 0,1-2 0,-2 0 16,0 0-16,-1-10 0,1 7 0,-1 0 15,0 0-15,0-7 0,0 4 0,0 0 0,0 0 0,0-3 16,0 1-16,0-1 0,0-1 0,-2-3 15,0-1-15,0 2 0,-2-3 16,3-1-16,-1 0 0,2 6 0,-2-8 16,2-3-16,0 1 15,2-6-15,0 0 0,-1 1 16,-1 15-16,9-19 0,-1 0 0,-1 2 0,2 1 16,0 2-16,1-1 0,0 5 0,0 1 0,1-2 15,-1 9-15,-1-4 0,1 1 0,-10 5 0,14-1 0,1 0 0,-1 0 0,-14 1 16,13 4-16,0 0 0,-1 0 0,1 8 15,-2 0-15,0-1 0,-1 4 0,-1-1 0,0 1 16,-9-15-16,4 17 0,-1-2 0,-1 2 0,-2-1 0,0-2 0,0 0 16,0-14-16,-5 18 0,3-4 0,0 3 0,-7-3 0,2 0 0,0 0 0,7-14 15,-10 10-15,1-1 0,0 0 0,3-7 0,3-2 0,0 0 0</inkml:trace>
  <inkml:trace contextRef="#ctx0" brushRef="#br0" timeOffset="29284.654">19554 5473 0,'0'0'0,"0"0"15,0 0-15,0 0 0,0 0 16,0 0-16,-56 11 16,-5 14-1,9 11-15,52-36 16,0 0-16,0 0 0,0 0 16,-11 16-16,1-1 0,0 0 0,0 3 0,2-3 15,0 2-15,8-17 0,-4 15 0,-1 0 16,1-1-16,6-1 0,-1-1 0,0 0 15,-1-12-15,6 6 0,-2 1 0,0 0 0,4-5 0,-1 1 16,1-2-16,-8-1 0,14-3 0,0-1 0,-1 1 0,-13 3 0,16-11 16,-1 1-16,-1 0 0,1-5 15,-2 1-15,3-1 16,-16 15-16,15-20 0,1 2 0,-1 0 0,-2 0 16,-1 2-16,1-1 15,-13 17-15,10-14 0,-1 3 16,0-1-16,-3 4 0,0 1 15,-1 1-15,-5 6 0,3-3 0,-1 0 16,0 2-16,-1 2 0,-1 1 0,0-1 0,0-1 0,-5 9 16,1-2-16,0 1 0,-2 4 0,0-2 0,1 1 0,5-11 15,-5 12-15,1 1 0,0-1 0,-1 3 0,2-1 0,0 0 0,3-14 0,3 15 0,-2-1 0,0 0 0,2-4 16,0 0-16,0 1 0,-3-11 0,5 8 0,-1 0 0,0-2 0,6-7 0,-2 1 0,0 0 0,-8 0 0,12-11 0,-2 1 0,0-1 16,-2 2-16,-2 1 0,0 0 0</inkml:trace>
  <inkml:trace contextRef="#ctx0" brushRef="#br0" timeOffset="29513.814">19824 5224 0,'0'0'0,"0"0"16,0 0-16,0 0 16,0 0-1,-1 76-15,-1 2 16,-8-4-16,10-74 16,0 0-16,0 0 0,-3 25 0,1-2 0,0 2 15,2-25-15,-5 25 16,2 0-16,0 0 0,3-25 0,-1 28 0,0-2 15,-1 1-15,0 1 0,1-3 16,0 0-16,1-25 0,-4 18 0,3-1 0,0 0 16,-1-8-16,2 0 15,0-2-15</inkml:trace>
  <inkml:trace contextRef="#ctx0" brushRef="#br0" timeOffset="29835.777">20253 5023 0,'0'0'0,"0"0"0,0 0 16,0 0-16,-17 72 15,0 17 1,-7-10-16,24-79 0,0 0 15,0 0-15,0 0 0,-10 27 0,-1-1 16,0-1-16,7 6 0,0-1 16,-1 0-16,5-30 15,-5 32-15,2-2 0,0 1 0,-1-2 16,0 1-16,0-3 0,6 5 0,-2 0 16,0-2-16,8-1 0,-2 0 0,0-2 15,1-10-15,-2 0 0,0 0 0,-1-9 16,-1 0-16,0-1 0</inkml:trace>
  <inkml:trace contextRef="#ctx0" brushRef="#br0" timeOffset="30075.708">20658 5222 0,'0'0'0,"0"0"0,0 0 0,-27 60 16,-11 3 0,-1-8-1,-2 0-15,-2-3 0,43-52 16,0 0-16,0 0 0,0 0 0,-16 18 0,1 1 0,-1 0 16,1-4-16,1-1 0,1 3 0,13-17 0,-10 9 15,-1 1-15,1-2 0,2-6 16,1-2-16,1 1 0</inkml:trace>
  <inkml:trace contextRef="#ctx0" brushRef="#br0" timeOffset="30253.413">20490 5353 0,'0'0'0,"0"0"0,0 0 0,46 50 15,-10 6 1,-2 1-16,2-3 15,-5-1-15,-31-53 0,0 0 16,0 0-16,11 18 0,-1 0 0,0-1 0,-10-17 16,10 13-16,-3-1 0,0 1 0,-2-8 0,-1 1 15,1-1-15</inkml:trace>
  <inkml:trace contextRef="#ctx0" brushRef="#br0" timeOffset="30532.667">20842 4957 0,'0'0'0,"82"58"15,-5 27 1,-6 14-16,-8 31 15,-10-4-15,-43-14 0,-44 11 16,34-123-16,0 0 0,-23 40 16,0-3-16,0 2 0,23-39 15,-34 41-15,1-2 0,0 3 0,-12-10 16,2 0-16,2-1 0</inkml:trace>
  <inkml:trace contextRef="#ctx0" brushRef="#br0" timeOffset="33559.537">21336 4486 0,'0'0'0,"0"0"0,0 0 16,0 0-16,62 8 15,-26-3-15,12 66 16,0 18 0,-48-89-16,0 0 15,0 0-15,21 37 0,-3 1 16,1-2-16,-19-36 0,24 41 16,0 1-16,-1-3 15,-23-39-15,24 44 0,-1 1 0,0 0 16,-23-45-16,20 47 0,-1-1 0,0 1 0,-9 0 0,-2 1 15,0 0-15,-8-48 0,-5 44 0,0 0 16,0-1-16,5-43 0,-19 55 0,3-1 16,-1 0-16,-13 6 0,2 0 0,0 1 15,28-61-15,-51 75 16,1 1-16,1 0 16,49-76-16,0 0 0,-77 78 0,3 0 15,-1 1-15</inkml:trace>
  <inkml:trace contextRef="#ctx0" brushRef="#br0" timeOffset="38154.112">11519 3817 0,'0'0'0,"0"0"0,0 0 0,0 0 16,0 0-16,0 0 15,0 0 1,0 0-16,0 0 0,0 0 0,0 0 0,0 0 16,0 0-16,0 0 0,0 0 0,0 0 0,0 0 15,-2-13-15,2 0 0,0 1 0,-2 3 16,2 2-16,0-1 0,0 8 0,0-4 16,0 1-16,0 0 0,9 15 0,0 0 0,-1-1 15,-8-11-15,6 7 0,-1 0 0,0 0 0,8 12 16,-3-1-16,0 1 0,-10-19 0,8 10 0,-3 1 15,-1-1 1,-4-10-16,7 26 0,-2-1 0,1 0 0,-3-10 0,0-1 0,0 2 0,-3-16 0,1 25 0,0-2 0,0 2 0,-1-25 0,1 14 16,-1-1-16,0 1 0,0-14 0,2 19 0,-1 2 15,0 0-15,-1-21 0,1 8 0,0 3 0,0 0 16,-1-11-16,11 13 0,-4-4 0,2 3 0,-9-12 16,5 6-1,0 1-15,1-1 16,-6-6-16,10 6 0,-1 0 0,1 1 15,-10-7-15,6 3 0,-2 1 16,0-1-16,-2-1 0,0-2 0,0 2 16,-2-2-16,5-9 0,1-1 0,-1 0 0,-5 10 0,4-5 0,-2-2 15,0 1-15,-2 6 0,11-19 0,-1-4 16,-1 4-16,-9 19 0,7-13 0,-2 3 16,1 0-16,-6 10 0,13-32 0,0 3 0,0-2 0,1 0 0,0 1 0,-1 0 0,-13 30 15,13-30-15,-2 2 0,0 1 0,-11 27 16,14-32-16,-1 0 0,1 0 0,-14 32 0,8-16 0,-2 0 0,0-1 0,-6 17 15,3-6-15,-1 1 0,1-2 0,-3 7 0,2-1 0,-2-1 0,0 0 0,0 2 16,8-19-16,-2 0 0,0 0 0,-1 7 0,-1 1 0,-1 0 0,-3 11 16,3-4-16,-2-1 0,0 0 0,-1 5 0,1-1 0,-1 0 0,0-1 0,2 1 15,-2 1-15,0 0 0,-5 11 0,0 0 0,-1-1 16,3-4-16,0 2 0,0-2 0,3-6 0</inkml:trace>
  <inkml:trace contextRef="#ctx0" brushRef="#br0" timeOffset="38448.59">11422 4084 0,'0'0'0,"0"0"0,0 0 16,0 0-16,74-24 15,-29 10-15,50 6 16,-95 8 0,0 0-16,0 0 0,19-2 0,-3 1 0,1 0 15,-17 1-15,38-5 0,-2 2 0,0-2 0,-36 5 16,20 0-16,-1-3 0,1 2 0,-20 1 0,31-1 0,-1 1 0,0-1 0,-30 1 16,18-1-16,-3 1 0,1 0 15,4-1-15,1 1 0,0 0 16</inkml:trace>
  <inkml:trace contextRef="#ctx0" brushRef="#br0" timeOffset="39063.604">12134 4125 0,'0'0'16,"0"0"-16,0 0 0,0 0 0,0 0 15,0 0-15,0 0 16,0 0 0,0 0-16,0 0 0,0 0 0,19-12 0,-1 0 15,1 1-15,-19 11 0,16-6 0,0 1 0,-1 1 16,-2 7-16,-1-1 0,0 0 0,-12-2 16,10 7-16,-1 0 0,1 0 0,-1 5 0,-2-2 0,-1 0 0,-6-10 0,7 14 15,-4 0-15,0-1 0,-4-1 0,1 2 0,0 0 16,0-14-16,-4 13 0,0 0 0,0-1 15,1 2-15,-1 0 0,0 0 0,4-14 0,-3 13 16,0-2-16,0 1 0,3-12 0,-6 10 0,4-1 16,-1 1-16,-1-5 0,2 2 0,0-2 0,2-5 15,-1 4-15,0-2 0,0 0 0,0-4 16,1 0-16,0 2 0,0 0 0,-2-9 0,2 1 0,0 0 16,0 8-16,5-12 0,-2-1 0,0 2 0,3-4 15,1 1-15,-1 0 0,-6 14 16,8-17-16,-1-1 0,3 2 0,0-2 0,0 0 0,1-2 15,-11 20-15,12-18 0,-1 0 0,1 0 16,-1 1-16,1 1 0,-1-1 0,-11 17 0,9-14 0,0 1 0,1-1 16,-1 1-16,-1 3 0,1-3 0,-9 13 15,5-8-15,0 2 0,0-2 0,-2 4 0,-1 3 0,-1-3 0,-1 4 16,-1-3-16,-1 0 0,0-2 0,-5 8 0,2-1 16,0-1-16,5-1 0,-7 9 15,1-2-15,0 1 0,-2 3 0,0 1 16,1 0-16,1 3 0,2 0 15,0-1-15,4-14 0,-2 16 0,0-4 0,0 1 0,3 4 16,0 0-16,0-1 0,-1-16 0,2 16 0,-2 1 16,0-2-16,1 0 0,-1 0 15,0-2-15,0-13 0,8 15 0,0 1 0,1-1 16,3-5-16,-1-1 16,1 1-16,-4-3 0,0-3 15,1 0-15</inkml:trace>
  <inkml:trace contextRef="#ctx0" brushRef="#br0" timeOffset="39347.458">13356 3670 0,'0'0'0,"0"0"0,0 0 0,0 0 0,31 46 15,-12 2 1,-9 8 0,-9 8-16,-1-64 0,0 0 15,0 0-15,4 25 0,-2-2 0,0 1 16,-2-24-16,2 25 0,-1-3 0,0 3 16,4 0-16,-2-1 0,1 0 0,-3-2 15,-1-1-15,0 1 0,-5-3 0,2 0 0,0 1 16,0-9-16,0 0 0,0 2 15</inkml:trace>
  <inkml:trace contextRef="#ctx0" brushRef="#br0" timeOffset="39628.608">13436 3765 0,'0'0'0,"0"0"0,26-55 0,-3 10 15,-1 18 1,-2 3 0,2 16-16,-5 8 15,-17 0-15,0 0 0,0 0 0,9 5 16,0-2-16,1 0 0,-1 4 0,-1 1 0,0-2 0,-8-6 16,10 13-16,-3-1 0,0-2 0,-3 5 15,0-2-15,-1 1 0,-3-14 16,-1 17-16,1-1 0,0-1 0,-6 4 0,1-3 0,0 3 0,5-19 15,-11 17-15,-1 0 0,1-1 0,-4 1 0,2-5 0,-1 2 0,14-14 16,-11 14-16,0-2 0,-1 0 0,2 0 0,0-1 0,-2 0 16,12-11-16,-6 4 0,1-1 0,0 0 15</inkml:trace>
  <inkml:trace contextRef="#ctx0" brushRef="#br0" timeOffset="40015.656">14073 3470 0,'0'0'0,"0"0"0,0 0 16,0 0-16,0 0 15,0 0-15,0 0 16,-48 61-16,48-61 0,0 0 15,0 0-15,-14 20 0,0-1 16,-1 0-16,5 1 0,-1 0 0,1 1 16,10-21-16,-10 23 0,-1 0 15,1 1-15,-1 2 0,0 1 0,1-2 0,6 4 0,1-2 0,0 1 0,3-28 16,1 29-16,0 1 0,0 0 0,5-3 0,0 0 0,0 1 0,-6-28 0,13 25 16,-2 1-16,1-1 15,0-6 1,1 0-16,0 0 15,-13-19-15,15 13 16,0-1-16,-1 1 16,4-10-16,-3-2 15,1 2-15</inkml:trace>
  <inkml:trace contextRef="#ctx0" brushRef="#br0" timeOffset="40223.176">14495 3661 0,'0'0'0,"0"0"0,0 0 16,0 0-16,0 0 16,0 0-16,0 0 15,-54 81 1,54-81-16,0 0 0,0 0 0,-18 25 0,1 0 16,-1 2-16,18-27 0,-14 22 0,1 0 15,1-1-15,-4 1 0,0-2 0,3 0 0,13-20 16,-13 20-16,4-2 0,-1-1 0,-2-5 15,3 0-15,0 1 0</inkml:trace>
  <inkml:trace contextRef="#ctx0" brushRef="#br0" timeOffset="40422.706">14324 3782 0,'0'0'0,"0"0"16,0 0-16,0 0 15,0 0-15,0 0 16,35 41-16,9 7 16,-44-48-1,0 0-15,0 0 0,10 14 0,0 0 16,1 0-16,1 0 0,0 0 0,-1-1 0,-4 3 0,0-2 16,1-2-16,-8-12 0,5 14 0,-1-3 0,0 2 0,2-9 0,-2 0 0,1 0 15</inkml:trace>
  <inkml:trace contextRef="#ctx0" brushRef="#br0" timeOffset="40686.626">14726 3363 0,'0'0'0,"74"66"0,11 21 16,-20 8-1,-24 12-15,-35-15 16,-38 19-16,-44 0 16,76-111-16,0 0 0,0 0 0,-46 47 15,2 0-15,-1-2 0,-15-6 0,1-3 0,0 3 0</inkml:trace>
  <inkml:trace contextRef="#ctx0" brushRef="#br0" timeOffset="51365.478">7353 7572 0,'0'0'0,"0"0"0,0 0 15,0 0-15,29 60 16,-11-24-1,10 30 1,-28-66-16,0 0 16,0 0-16,5 13 15,1-2 1,-1 3 0,-5-14-16,7 27 15,-1-2-15,0 1 16,-6-26-16,0 0 0,7 29 0,-2-1 15,0 1 1,-5-29-16,3 15 0,-1-2 16,0 1-16,-2-14 0,2 26 15,-1 0-15,-1-1 16,0-25 0,2 13-16,-1 1 0,0-1 15,-1-13-15,2 21 0,-1-2 16,0 0-16,-1-19 15,2 10-15,-2 0 0,0 0 0,0-10 0,1 5 0,-1-1 16,0 0-16,0-4 0,0 2 0,0-2 16,0 1-16,0-1 0,7-7 0,-2 0 15,0 0-15,-1 2 0,-1 0 0,1 2 16,-4 3-16,5-19 0,0 1 16,0-1-16,-5 19 0,4-11 15,-2 0-15,0 2 16,-2 9-16,9-29 15,-3 3-15,-1-1 0,-5 27 16,5-16-16,-2 1 0,0 0 16,3-15-16,-1-2 0,-1 2 15,-4 30-15,4-17 0,-2 0 0,0 1 16,-2 16-16,4-27 0,-2 1 0,0 0 16,-2 26-16,0 0 0,2-14 0,-1 1 15,1-2-15,-2 15 0,9-20 0,-1 1 16,0-2-16,-8 21 0,6-10 0,-1-1 15,0 3-15,-5 8 0,12-18 0,1 1 16,-1 0-16,-12 17 16,8-11-16,-1 3 0,-1-2 15,-6 10-15,10-4 0,0 1 16,1 1-16,-11 2 16,5-2-16,0 0 0,0 1 0,-3 0 15,0 1-15,0 0 0,1 0 0,-3 0 16,0 0-16,0 0 0,0 0 0,0 0 15</inkml:trace>
  <inkml:trace contextRef="#ctx0" brushRef="#br0" timeOffset="51714.814">7155 7941 0,'0'0'0,"0"0"0,0 0 0,72-30 0,1-3 31,-5 7-15,6 6-16,-74 20 0,0 0 0,0 0 0,0 0 0,0 0 0,0 0 0,0 0 0,23-5 0,1-3 0,-24 8 0,24-6 0,-2 2 0,-22 4 0,21-3 0,1 0 0,-22 3 0,0 0 0,24 1 15,-24-1-15,22 0 0,-1 0 0,-21 0 0,22 0 0,-1 1 0,-21-1 0,20 1 0</inkml:trace>
  <inkml:trace contextRef="#ctx0" brushRef="#br0" timeOffset="51874.217">7940 7874 0,'0'0'0,"0"0"16,0 0-16,0 0 15,57-27-15,-1 12 16,-19 18 0,-37-3-16,0 0 0,0 0 15,11 3-15,0-2 0,-1 2 0,-10-3 0,9 10 16,-2-1-16,1 2 0,-3 3 0,0 3 0,0-2 15,-5-15-15,-1 20 0,0-1 16,-1 0-16,2-19 16,-5 18-16,1-1 0,0 1 15,-5-2 1,3-1-16,0 0 0,6-15 16,-8 14-16,-1 0 0,1-2 0,8-12 0,-7 10 0,1 1 0,-1 0 0,1-3 0,1 0 15,0-1-15,5-7 0,-3 5 0,0-1 0,0 1 16,3-5-16,-4 2 0,4-2 0,-1 2 0,2-8 0,-1-1 0,0 1 15,0 6-15,8-13 0,-3 0 0,0-1 0,-5 14 0,11-19 16,-1 0-16,-1 0 0,3-3 0,1 0 16,-1 0-16,-12 22 0,17-24 0,-3-1 0,1 0 0,4 2 0,-1 0 15,0 1-15,-18 22 0,14-18 0,0 0 0,1 0 0,-15 18 0,9-13 0,-1 1 0,1 1 16,-1 3-16,-1-1 0,0 1 0,-7 8 0,2-2 0,-1-1 0,0 0 0,-2 6 0,0-2 16,-1 1-16,2-2 0,-2 5 0,1-1 0,0 1 0,1 4 15,0 0-15,0-2 0,0-7 0,-2 16 0,2-1 0,0 0 16,1 3-16,0 0 0,0-1 0,-1-17 15,5 22-15,-2-1 0,0 0 0,-3-21 0,8 22 0,0 0 0,-1-2 16,7 2-16,-1 0 0,1 0 0,-14-22 0,16 14 16,1-1-16,-1 1 0,-16-14 0</inkml:trace>
  <inkml:trace contextRef="#ctx0" brushRef="#br0" timeOffset="52287.486">7124 7936 0,'0'0'0,"0"0"0,0 0 16,0 0-16,0 0 15,0 0-15,0 0 16,0 0-1,0 0-15,0 0 0,0 0 0,0 0 0,0 0 0,0 0 16,0 0-16,0 0 0,0 0 0,0 0 0,30-8 16,-1-2-16,0 1 0,-6 3 31,0 0-31,-2 0 0</inkml:trace>
  <inkml:trace contextRef="#ctx0" brushRef="#br0" timeOffset="53921.742">8178 7059 0,'0'0'0,"0"0"16,-51-43-16,20 19 16,-48 6-1,-8 23-15,-8 17 16,95-22-16,0 0 0,0 0 0,0 0 16,-37 9-16,3-1 0,0 0 0,34-8 0,-36 12 15,0-1-15,0 0 0,36-11 0,-37 19 0,1-1 16,0 0-16,-5 5 0,0 2 15,1-2-15,40-23 16,-40 25-16,-1 0 0,1 0 0,40-25 16,-38 29-16,2-2 0,0 0 15,-1 5-15,1-2 0,0 0 16,36-30-16,-31 36 0,0-1 16,0 0-16,4 5 0,1-3 15,1 1-15,25-38 16,-22 42-16,2-3 0,1 2 0,19-41 15,-17 43-15,4 1 0,-2-1 0,5 1 0,0-1 0,1-1 0,9-42 0,-5 46 16,0-1-16,0 1 0,5-46 16,6 41-16,-2-3 0,0 2 0,11-2 0,-2 2 15,0-3-15,-13-37 0,21 38 0,0-3 0,-1 2 0,5-5 0,0 3 0,0-3 0,-25-32 0,30 32 0,0-1 16,0 0-16,5-5 0,-1-1 0,0 0 0,-34-25 0,40 18 0,0 1 0,-1-1 0,-39-18 16,44 14-16,0 0 0,-1-3 0,5 0 0,-1-3 0,1 2 0,-48-10 0,50 2 0,-1 1 15,1-1-15,-4-7 0,1 2 0,-1-1 0,-46 4 0,49-10 0,-2-1 0,1 1 0,-1-6 16,0 1-16,0 0 0,-47 15 0,44-23 0,-2 1 0,0 0 0,-42 22 0,42-28 15,-2 1-15,1-1 0,-2-8 0,0 0 0,0 0 0,-39 36 16,40-46-16,-2 3 0,0-1 0,-6-6 16,0 2-16,-1 1 0,-31 47 0,28-52 0,-1 2 0,0 0 15,-27 50-15,20-49 0,-2 1 16,1 1-16,-5-3 0,-1 0 16,-1 0-16,-12 50 0,7-53 0,3 0 15,-2 0-15,-8 53 16,-1-52-16,0 2 0,0-1 0,-10 1 15,2 0-15,0 1 0,9 49 16,-19-48-16,3 2 0,-1-2 0,17 48 0,-25-44 0,1 1 16,-1-1-16,-15 3 0,2 3 0,0-2 15,38 40-15,-56-29 0,0 0 0,1-1 0,-22 16 0,2-1 16,-1-1-16,76 16 0,-93 6 0,2-4 0,-1 2 0,92-4 0,-103 19 16,0 0-16,-1-1 0,-4 6 0,-1-3 0,1 1 0</inkml:trace>
  <inkml:trace contextRef="#ctx0" brushRef="#br0" timeOffset="64189.943">14222 4489 0,'0'0'0,"0"0"0,0 0 0,0 0 16,0 0-16,0 0 16,0 0-16,0 0 15,0 0-15,0 0 0,0 0 0,0 0 0,0 0 0,0 0 16,0 0-16,29-5 0,-2 0 0,0-1 0,-11 3 16,1 0-1,-1 0-15,-16 3 0,0 0 0,7-1 0,0-1 0,-1 2 0,-3-1 0,-1 1 0,0 0 16</inkml:trace>
  <inkml:trace contextRef="#ctx0" brushRef="#br0" timeOffset="64350.075">14262 4593 0,'0'0'0,"63"-11"0,-15 5 16</inkml:trace>
  <inkml:trace contextRef="#ctx0" brushRef="#br0" timeOffset="71749.411">7338 8512 0,'0'0'0,"0"0"0,0 0 15,0 0-15,53-13 16,-20 5 0,26 3-16,-59 5 0,0 0 15,0 0-15,0 0 0,11-1 0,0 0 16,-1 1-16,-10 0 0,28-2 0,-2-1 15,0 2-15,-26 1 0,16 0 0,-1-2 0,-1 2 0,-14 0 16,34-4-16,-1 0 0,0-1 0,2 4 0,-2-4 16,0 3-16,-33 2 0,34-4 0,0 2 0,-1 0 15,-33 2-15,34-4 0,-3 0 16,0 2-16,-31 2 16,16-2-16,-1 0 0,1 1 0,-16 1 15,29-1-15,-2 0 0,1 0 0,-28 1 16,16-1-16,-1-1 0,1 2 15,-16 0-15,19 2 0,-1-1 0,1 0 0,-19-1 16,10 0-16,0 1 0,1-1 0,-11 0 16,0 0-16,4 1 0,-1-1 0,0 0 0</inkml:trace>
  <inkml:trace contextRef="#ctx0" brushRef="#br0" timeOffset="71977.52">7473 8774 0,'0'0'0,"0"0"0,0 0 0,76-18 15,23 4 1,-34 9-16,-34 1 15</inkml:trace>
  <inkml:trace contextRef="#ctx0" brushRef="#br0" timeOffset="77999.745">4616 9544 0,'0'0'0,"0"0"0,0 0 16,11 55-16,-5-22 16,-7 54-1,-7 4-15,8-91 16,0 0-16,0 0 16,-3 29-16,2 0 15,-1 0-15,2-29 0,-2 29 0,2 0 0,-2-1 0,2-28 16,0 0-16,-1 16 0,0-3 0,0 1 0,1-14 0,-3 42 0,0-1 0,0-1 0,3-40 15,-4 42-15,1-1 0,0 1 0,3-42 0,-2 20 0,1 1 0,0-2 0,-7-9 16,1-1-16,-1 0 0,8-9 0,-4 3 0,0 0 16,0 1-16,1-2 0,2-2 0,0 1 0,1-1 15</inkml:trace>
  <inkml:trace contextRef="#ctx0" brushRef="#br0" timeOffset="78338.508">4555 9403 0,'0'0'0,"0"0"0,43-45 16,7 13-16,3 13 15,1 18 1,-4 14-16,-50-13 15,0 0-15,0 0 0,20 9 0,-2-1 0,1 0 0,-19-8 0,18 14 16,-1-1-16,2 1 16,-6 2-16,1 0 0,-1-1 15,-13-15-15,8 21 0,-3-2 0,3 1 0,-8-20 0,5 20 16,-1 0-16,1-1 0,-9 1 0,3-1 0,0 1 0,-8 1 0,-1-1 16,1 0-16,9-20 0,-19 22 0,1-3 0,-1 1 0,-10-1 0,1 1 0,1 1 15,27-21-15,-41 20 0,1 2 0,1-2 16,-7-5-16,3-2 0,-1 2 0,-2-6 0,1-2 0,1 1 15</inkml:trace>
  <inkml:trace contextRef="#ctx0" brushRef="#br0" timeOffset="79826.779">4978 10125 0,'0'0'0,"4"58"0,-2-22 0,12 46 15,-4-36 1,9 31-16,-7-36 16,-12-41-1,0 0-15,0 0 16,3 6-16,-1-1 0,-2 1 0</inkml:trace>
  <inkml:trace contextRef="#ctx0" brushRef="#br0" timeOffset="79977.335">5000 9862 0,'0'0'0,"0"0"0,0 0 0,0 0 0,0 0 15</inkml:trace>
  <inkml:trace contextRef="#ctx0" brushRef="#br0" timeOffset="80281.685">5420 10028 0,'0'0'0,"0"0"0,0 0 15,0 0-15,-33 57 16,-8 9-16,9 2 16,11-8-16,21-60 15,0 0-15,0 0 16,0 0-16,-5 18 0,2 0 0,0 0 15,3-1-15,0-2 0,0 0 16,0-15-16,6 14 0,1-1 0,-1 0 16,10-2-16,-3 1 0,1-2 0,-14-10 0,24 7 15,1-2-15,1 1 0,4-8 0,1 1 0,0 0 16,-31 1-16,34-13 0,-2 3 0,0 0 0</inkml:trace>
  <inkml:trace contextRef="#ctx0" brushRef="#br0" timeOffset="80483.839">5862 9772 0,'0'0'0,"0"0"0,0 0 15,0 0-15,6 63 16,5 17 0,-6 5-16,-5-85 0,0 0 15,0 0-15,4 30 0,-1-3 0,1 3 0,-4-30 0,3 31 16,-2 0-16,2-2 0,-1 0 0,0 2 0,0-1 0,-2-30 15,-1 32-15,0-2 0,0 0 0,1-30 0,-7 22 16,1 1-16,1-2 0,0-10 0,2 1 0,-3-1 16</inkml:trace>
  <inkml:trace contextRef="#ctx0" brushRef="#br0" timeOffset="80804.715">6123 9931 0,'0'0'0,"0"0"0,0 0 0,0 0 15,-70 41-15,-2-4 16,6-12 0,66-25-16,0 0 0,0 0 0,0 0 0,-22 6 15,2-1-15,1 0 0,5-1 0,-1-2 0,1 1 0,14-3 16,-9 3-16,1-3 0,1 1 0,3-1 0,0 1 0,1 0 15,3-1-15,1 4 0,-1-1 0,0 1 16,4 2-16,-1-1 0,0 2 0,-3-7 0,12 9 0,0 0 16,-1 0-16,-11-9 0,16 11 0,-1 1 0,1 1 15,1 1-15,0-1 0,-1 2 0,-3-7 0,-2 0 16,-2 1-16,-9-9 0,24 20 0,0 1 0,-1 0 0,6 1 16,-3 1-16,1-1 0,-27-22 15,26 18-15,-1-2 0,0 2 0</inkml:trace>
  <inkml:trace contextRef="#ctx0" brushRef="#br0" timeOffset="82258.526">7528 9856 0,'0'0'0,"0"0"16,-9 61-16,4-25 15,-19 48-15,12-39 16,-24 44-1,36-89-15,0 0 0,0 0 16,-7 17-16,0-2 0,1 1 0,6-16 0,-21 30 0,1-3 16,-1 1-16,10-13 0,-1 0 0,1 1 0,11-16 0,-21 12 15,3 0-15,-1 1 0</inkml:trace>
  <inkml:trace contextRef="#ctx0" brushRef="#br0" timeOffset="82498.355">7290 9971 0,'0'0'0,"0"0"0,0 0 15,0 0-15,37 47 16,7 9 0,-3 10-16,-41-66 15,0 0-15,0 0 0,15 27 16,0-2-16,-1 1 0,0-1 15,-2 0-15,0-2 0,-12-23 16,13 21-16,-3-2 0,1 0 0,-11-19 0,12 12 0,-1 0 0,1-1 16</inkml:trace>
  <inkml:trace contextRef="#ctx0" brushRef="#br0" timeOffset="82707.659">7735 10168 0,'0'0'0,"0"0"0,0 0 16,0 0-16,82-9 15,2 7 1,-20 2-16</inkml:trace>
  <inkml:trace contextRef="#ctx0" brushRef="#br0" timeOffset="82868.649">7799 10408 0,'0'0'0,"0"0"15,100-8-15,12-9 16,-41 4 0</inkml:trace>
  <inkml:trace contextRef="#ctx0" brushRef="#br0" timeOffset="83107.117">8539 9745 0,'0'0'0,"0"0"0,0 0 16,26 81 0,0 17-1,-14-6-15,-2-2 16,-10-90-16,0 0 0,0 0 0,-4 30 0,0-1 15,-1 2-15,5-31 0,-10 26 0,1 1 0,-1 0 16,-2-9-16,0 0 0,-1-1 0</inkml:trace>
  <inkml:trace contextRef="#ctx0" brushRef="#br0" timeOffset="83332.662">8507 9678 0,'0'0'0,"71"-50"15,10 4 1,-1 13-16,5 8 16,-4 8-16,-15 17 15,-66 0-15,0 0 0,0 0 16,14 3-16,-3-3 0,1 1 15</inkml:trace>
  <inkml:trace contextRef="#ctx0" brushRef="#br0" timeOffset="83501.772">8549 10009 0,'0'0'0,"0"0"0,0 0 15,91-8 1,26 1-16,0-11 16,-46 5-16,-71 13 0</inkml:trace>
  <inkml:trace contextRef="#ctx0" brushRef="#br0" timeOffset="84132.613">9738 9490 0,'0'0'0,"0"0"0,0 0 0,0 0 15,8 59-15,1 18 16,-12 14 0,3-91-16,0 0 0,0 0 0,0 0 0,-1 30 15,1-1-15,0 0 0,1 3 0,-1-1 0,0 1 0,0-32 0,-1 34 16,-1 0-16,2-1 0,0-33 0,0 36 15,0-1-15,0 0 0,-7-2 0,2 1 16,0-2-16,5-32 16,-4 23-16,-1-1 0,2 3 0,0-14 0,2 2 0,0-1 0</inkml:trace>
  <inkml:trace contextRef="#ctx0" brushRef="#br0" timeOffset="84305.798">9967 9962 0,'0'0'0,"0"0"16,6 57-16,-4 5 15,-5 0-15,-17-13 16,-5-34 0,25-15-16,0 0 0,0 0 15</inkml:trace>
  <inkml:trace contextRef="#ctx0" brushRef="#br0" timeOffset="84466.798">9932 9676 0,'0'0'0,"0"0"0,0 0 0,0 0 16</inkml:trace>
  <inkml:trace contextRef="#ctx0" brushRef="#br0" timeOffset="94161.769">9069 10140 0,'0'0'0,"0"0"16,0 0-16,0 0 15,0 0-15,83-2 16,-33 2 0,-50 0-16,0 0 15,0 0-15,0 0 0,22-6 0,-1 2 16,1-2-16,-22 6 0,12-3 0,-1-1 0,-1 1 0,-10 3 16,22-15-16,-2 0 0,1 1 0,-21 14 0,12-10 0,-1 2 15,0-1-15,-11 9 0,11-11 0,-3 0 0,0 0 0,-8 11 0,6-7 0,-2 3 0,1 0 0,-5 4 16,3-3-16,-2 0 0,0 2 0,-1 1 0,-8-10 15,-1-1-15,1 0 0,8 11 0,-6-5 0,2-1 16,-1 0-16,5 6 0,-20-3 16,0 1-16,1-1 0,19 3 0,-13-1 0,2-1 0,-1 2 15,12 0-15,-5 0 0,1 0 16,0 0-16,4 0 16,-25 15-16,2 0 0,1 0 0,22-15 0,-14 10 15,1-1-15,-1 0 0,14-9 0,-18 22 0,-1 0 0,1-1 16,18-21-16,-12 12 0,3 0 0,0 1 15,9-13-15,-1 23 16,0-2-16,-1 1 0,2-22 0,3 12 0,-3-1 0,0 0 16,0-11-16,16 21 0,-1-3 0,-1 0 0,-14-18 0,10 10 0,-1 0 0,-1 0 0,-8-10 0,27 9 0,0 1 0,0-1 15,-27-9-15,30 2 0,-1 1 0,1 0 0,-30-3 16,17 0-16,-3 0 0,1 0 0</inkml:trace>
  <inkml:trace contextRef="#ctx0" brushRef="#br0" timeOffset="94629.822">10501 9800 0,'0'0'0,"0"0"0,0 0 16,0 0 0,-53 74-16,5-9 15,15-3 1,33-62-16,0 0 0,0 0 0,0 0 16,-12 19-16,1-1 0,0 0 15,11-18-15,-12 18 0,1 0 0,0-1 0,-1 0 0,1 0 16,-1-1-16,12-16 15,-12 15-15,2-1 0,-1-1 0,11-13 16,-10 13-16,0-3 0,-1 0 0,11-10 0,-9 5 0,0 0 16,-1 0-16,4-8 0,1 0 0,0 0 0</inkml:trace>
  <inkml:trace contextRef="#ctx0" brushRef="#br0" timeOffset="94846.276">10202 9859 0,'0'0'0,"0"0"0,0 0 15,0 0-15,0 0 16,0 0-16,69 62 16,-69-62-16,0 0 0,0 0 0,0 0 15,19 22 1,-1-2-16,1 1 0,-19-21 0,17 24 0,-1 0 16,-1-1-16,2 4 0,-2-2 0,1 2 15,-16-27-15,18 34 0,1-1 0,-2 0 0,2-2 16,-3 0-16,1-1 15</inkml:trace>
  <inkml:trace contextRef="#ctx0" brushRef="#br0" timeOffset="110716.955">9075 7889 0,'0'0'0,"0"0"0,0 0 16,0 0-16,0 0 16,0 0-16,0 0 15,0 0 1,0 0-16,0 0 0,0 0 0,0 0 0,0 0 0,0 0 15</inkml:trace>
  <inkml:trace contextRef="#ctx0" brushRef="#br0" timeOffset="122067.769">8323 7632 0,'0'0'15,"0"0"-15,0 0 0,0 0 0,-67 6 16,28-3-1,-4 6 1,43-9-16,0 0 0,0 0 0,0 0 0,0 0 16,0 0-16,-8 3 0,1-3 0,0 1 15,7-1-15,-16 7 0,1 0 0,-1 0 16,16-7-16,-8 4 0,0 0 0,0-1 16,8-3-16,-16 11 0,3-1 0,-1 0 15,6-5-15,1 2 0,-1-2 0,8-5 0,-4 2 0,2 0 16,0 1-16,1-2 0,0 0 0,0-1 0</inkml:trace>
  <inkml:trace contextRef="#ctx0" brushRef="#br0" timeOffset="123175.156">8412 7818 0,'0'0'0,"0"0"0</inkml:trace>
  <inkml:trace contextRef="#ctx0" brushRef="#br0" timeOffset="123450.449">7978 8372 0,'0'0'0,"0"0"0,0 0 0,63-4 15,-19-2-15</inkml:trace>
  <inkml:trace contextRef="#ctx0" brushRef="#br0" timeOffset="130375.718">7146 10731 0,'0'0'0,"0"0"0,0 0 15,0 0-15,0 0 16,0 0 0,0 0-16,0 0 0,0 0 15,0 0-15,0 0 0,0 0 0,0 0 0,0 0 16,0 0-16,0 0 0,0 0 0,0 0 0,20-5 16,-4 3-16,0-1 0,-4 0 0,-2 0 0,-1 0 0,-9 3 15,16 3-15,0-3 16,-1 2-16,-15-2 0,0 0 0,9 1 0,-1-1 15,0 0-15,-8 0 0,27 2 0,0-1 16,0 0-16,-27-1 16,33 2-16,-2-2 0,0 0 0,-31 0 15,30 0-15,0 0 0,0 0 0,-30 0 0,33-2 16,-2 0-16,0 0 16,-31 2-16,34-2 0,0 1 15,0-1-15,-34 2 16,50-1-16,-1-1 15,1 0-15,-50 2 0,59-2 16,-1 1-16,0-1 0,-58 2 0,58-2 0,-3 1 0,1 0 0,-56 1 0,52-2 0,-2 1 16,-1 0-16,1 0 0,-1 1 0,1 0 0,-50 0 15,52 1-15,1-1 0,0 0 0,-2 0 0,-2 0 0,1 0 0,-50 0 0,49-1 0,-3 0 16,1 1-16,-47 0 0,43-2 0,-1 1 0,1-1 0,-43 2 0,39-3 0,-1 0 0,0 2 16,-38 1-16,42-5 0,-2 4 0,0-3 0,-40 4 0,48-3 0,0-3 0,-1 2 0,-47 4 15,54-5-15,-1 1 0,-1-2 0,-52 6 16,48-6-16,-2 1 0,1 1 0,-47 4 0,38-6 0,-1 2 15,0-2-15,-37 6 16,36-4-16,-3-1 0,0 1 16,-33 4-16,31-5 0,0 1 15,0 1-15,-31 3 0,29-3 0,0 0 0,0 0 16,-29 3-16,15-2 0,-1 1 16,-1 0-16,-13 1 0,22-5 0,-1 2 0,1 0 15,-22 3-15,14-2 0,-3 0 16,0 0-16,-11 2 0,5-1 0,0 1 15,-1 0-15,-4 0 0,3-2 0,-2 2 0,0 0 16,-15-3-16,3 1 0,-1 0 0,12 2 16,-8-3-16,1 2 0,0 1 0,3-1 0,2 0 0,0 0 0</inkml:trace>
  <inkml:trace contextRef="#ctx0" brushRef="#br0" timeOffset="131092.98">7194 10797 0,'0'0'0,"0"0"0,0 0 15,0 0-15,0 0 16,0 0-16,0 0 16,0 0-1,0 0-15,0 0 0,0 0 0,0 0 0,0 0 0,0 0 16,0 0-16,20-2 0,-1 0 0,0-1 0,-19 3 15,12-1-15,-1-1 0,1 2 0,-12 0 0,31-2 32,0 2-32,0 0 0,-31 0 0,0 0 0,33 2 0,0 0 15,0-2-15,-33 0 0,37 4 0,-2-3 16,0 1-16,-35-2 16,43-2-16,-1 2 15,1 0-15,-43 0 16,49-1-16,0 0 15,-1-1-15,7-1 16,-2 1-16,0-1 0,-53 3 16,54-3-16,3 2 0,-1-2 15,2 0-15,-2 1 0,-1 0 0,-55 2 16,72-4-16,-3 2 0,0-1 0,-69 3 16,73-3-16,-2 1 15,0 1-15,-5-1 0,1 1 0,-1 0 16,-66 1-16,70-2 0,-1 1 0,1 0 15,10-2-15,-1 0 0,-1 1 0,-78 2 16,79-2-16,-2 0 0,1 1 16,-9-1-16,0 0 0,1 0 15,-70 2-15,57-2 16,-1 0-16,0 1 0,-56 1 16,50-3-16,-1 0 15,1 0-15,-7-1 16,-1 2-16,-1-1 15,-20 0-15,-2 2 0,1-1 0</inkml:trace>
  <inkml:trace contextRef="#ctx0" brushRef="#br0" timeOffset="134585.239">3085 12099 0,'0'0'0,"0"0"0,0 0 16,0 0-16,0 0 15,0 0 1,0 0-16,0 0 16,0 0-16,0 0 0,0 0 15,3 26-15,-1-1 0,1 0 0,-3-25 0,2 15 0,0 1 16,-2-1-16,0-15 15,-2 26-15,-3 2 0,2-2 0,3-26 16,-2 15-16,0-1 0,0 0 0,-3 17 0,0 0 16,0 0-16,5-31 15,-3 18-15,-1-1 0,2 0 0,2-17 0,-4 30 0,2-1 0,-2 1 16,4-30-16,-2 16 0,0 1 16,1-1-16,-4 7 0,2-1 0,-2 1 15,5-23-15,-2 12 16,1-1-16,0-1 0,-1-5 0,2 1 0,0-2 0</inkml:trace>
  <inkml:trace contextRef="#ctx0" brushRef="#br0" timeOffset="134845.675">2774 12645 0,'0'0'0,"0"0"0,0 0 16,0 0-16,0 0 15,0 0-15,0 0 16,85 23-1,-85-23-15,0 0 0,0 0 0,29 5 16,-1 2-16,0-2 0,-1-1 16,-3-2-16,2 3 0,-26-5 15,26 4-15,-1-1 0,0 2 0,1-4 16,0 1-16,-1-1 0,0 1 16,1-2-16,-2 0 15,-24 0-15,19-2 0,2 1 16,-2 0-16,-5-9 0,-2 1 0,1 0 15,-5 0-15,-1 2 0,-2-1 0</inkml:trace>
  <inkml:trace contextRef="#ctx0" brushRef="#br0" timeOffset="134981.997">2862 12084 0,'0'0'0,"0"0"0,0 0 0,0 0 15,64-61 1,13 29-1,7 24-15,1 10 0,-85-2 16,0 0-16,0 0 0</inkml:trace>
  <inkml:trace contextRef="#ctx0" brushRef="#br0" timeOffset="135412.764">3420 12421 0,'0'0'0,"0"0"0,3 76 16,0-2 0,3-10-16,-3-17 15,0-18-15,-1-15 16,-2-14-16,0 0 0,0 0 0,1 3 0,-1-2 16,0 1-16,0-2 0,-1-3 15,1 0-15,0 0 0,1-8 0,0 1 0,0-1 0,3-6 16,-1 2-16,0-3 0,-3 18 0,9-22 0,-3 1 0,0 1 15,1-4-15,2 2 0,0-1 0,1 0 0,-2 2 16,1-2-16,-9 23 0,7-18 0,0 3 0,0-2 16,1 4-16,-4 1 0,3 2 0,-7 10 0,8-9 15,-1 1-15,1-1 0,-1 4 0,0-1 16,0 2-16,-7 4 0,11-1 16,-2-1-16,-1-1 0,5 9 0,-2-3 15,0 1 1,-11-4-16,15 11 0,-3-1 0,1 0 0,2 6 0,-3-1 0,0 1 0,-12-16 0,8 19 0,2-2 15,-3 0-15,-2 4 0,0-2 16,0 2-16,-4-3 0,0 0 0,0 1 16,-1-19-16,-2 18 0,1 0 0,-1-1 0,-5 1 15,2-3-15,0 1 0,5-16 0,-9 12 0,1 0 0,0-1 16,0-9-16,1 0 0,2 0 0,0-4 0,2 1 0,0 0 16</inkml:trace>
  <inkml:trace contextRef="#ctx0" brushRef="#br0" timeOffset="135809.879">4244 12246 0,'0'0'0,"53"-46"0,-2-5 16,-11 1 0,-14-8-1,-15 8-15,-16 3 16,-22 7-16,27 40 0,0 0 0,0 0 15,-16-8-15,2-1 0,-1 0 0,15 9 0,-17-6 16,2-1-16,-1 0 0,-2 5 16,2-3-16,-1 1 15,17 4-15,-16 4 0,1-1 0,1 0 16,-1 5 0,3 0-16,-3 1 15,15-9-15,-11 14 0,0-2 16,-1 1-16,2 5 0,2 1 15,-1-1-15,9-18 0,-9 24 0,3-2 0,1 2 16,0 4-16,2 0 0,0-2 16,3-26-16,1 30 0,-1 1 0,0-2 15,3 2-15,-2 0 0,0 0 0,-1-31 16,5 32-16,-3-1 0,0 1 0,1-1 0,-1 0 16,0 0-16,-2-31 0,0 27 0,0-1 15,0 0-15,-6-3 0,1-1 0,-1 0 0,6-22 0,-10 13 0,1-5 0,0 4 0,1-7 0,3-2 0,0 1 0</inkml:trace>
  <inkml:trace contextRef="#ctx0" brushRef="#br0" timeOffset="135883.717">3959 12509 0,'0'0'0,"0"0"0,0 0 0,0 0 16,55-12-16,19-3 16,-27 2-1</inkml:trace>
  <inkml:trace contextRef="#ctx0" brushRef="#br0" timeOffset="136235.637">4342 12572 0,'0'0'0,"0"0"16,0 0-16,0 0 16,0 0-1,0 0-15,67 15 16,-67-15-16,0 0 0,0 0 0,21-1 0,0 1 31,-1-2-31,-20 2 0,0 0 0,15-6 0,-1 0 0,1 0 16,-5-2-16,-2 0 0,1 1 0,-2 0 0,-2 0 0,0 0 15,-5 7-15,4-4 0,-2 1 0,0-1 0,-1 1 0,-1 1 16,0-1-16,0 3 0,-4-2 0,1 0 16,0 0-16,-6 4 0,1-1 0,-2 0 15,10-1-15,-11 5 0,0-2 0,0 2 16,-1 2-16,2-1 16,-1 0-16,11-6 0,-12 13 0,1-2 0,2 0 15,0 3-15,2-2 0,-1 2 0,8-14 16,-5 14-16,2 1 0,-2 1 15,6 0-15,0-1 0,0 1 0,7 3 0,0-3 0,1 2 16,-9-18-16,14 9 0,1 1 0,-1 2 0,-3-7 0,-1-1 0,0 0 0</inkml:trace>
  <inkml:trace contextRef="#ctx0" brushRef="#br0" timeOffset="136566.501">4753 12453 0,'0'0'0,"0"0"0,0 0 0,0 0 15,0 0-15,89 54 16,-7 8 0,-26 2-16,-56-64 15,0 0-15,0 0 0,11 19 0,0 0 16,-1 0-16,-10-19 16,4 17-16,0-1 15,0 1-15,-3-4 0,-1 0 16,0 0-16,-2-5 0,2-1 15,0 0-15,0-3 0,0-1 0,0 0 16,0-3-16,-8 1 0,1 1 0,-1 0 0,-1-4 0,1-2 0,0 2 16,8 2-16,-9-8 0,2 1 0,-2 0 0,2-4 0,1 0 0,1 0 0,5 11 0,-4-16 0,1 0 0,0 0 15,5-6-15,-2 0 0,0 0 0,0 22 0,6-23 0,0 0 0,1 1 0,6 0 0,-1 2 0,0 0 0,-12 20 16,14-16-16,2 0 0,-1 0 0,4 5 0,-3 0 0,1 0 16,-17 11-16,17-6 0,-2 2 0,1-2 0,-1 3 0,-4 1 15,2-1-15,-5 2 0,-1 1 0,1 0 0</inkml:trace>
  <inkml:trace contextRef="#ctx0" brushRef="#br0" timeOffset="136884.088">5242 12598 0,'0'0'0,"0"0"15,0 0-15,0 0 16,0 0-16,65-36 16,-3-8-1,-62 44-15,0 0 0,0 0 0,0 0 16,18-15-16,-2 1 0,0-1 0,-16 15 0,10-13 15,2 2 1,-1 0-16,-11 11 0,7-11 16,1 4-1,-2-2 1,-1 3-16,-3 2 16,1-2-16,-5 1 0,1 3 0,0-3 0,1 5 0,-6-1 0,5 1 0,-3-1 0,4 1 0,-10 3 0,3 1 0,0-2 0,-4 3 15,-1 1-15,1-1 0,11-5 0,-13 9 0,3 2 0,-1-3 0,-3 4 0,4 0 0,0 0 0,10-12 0,-9 15 0,1 0 0,0-1 0,3-4 0,0 0 0,1 1 16,2 7-16,2 1 0,0-1 0,0-18 0,5 18 0,1 2 0,-4-1 15,11-2-15,-3-1 0,1 1 0,-11-17 0,17 7 0,2 0 16,-1 1-16,5-10 0,-1-1 0,0 0 16,3-5-16,-2-3 0,1 1 15</inkml:trace>
  <inkml:trace contextRef="#ctx0" brushRef="#br0" timeOffset="137262.457">5779 12407 0,'0'0'0,"0"0"0,0 0 15,0 0-15,-6 79 16,-6-7 0,2-14-16,10-58 15,0 0-15,0 0 16,0 0-16,-2 15 16,0-2-16,0 1 0,2-14 0,-1 8 0,0 0 0,0 0 15,-2-5-15,3 1 0,-1-2 0,1-2 0,1 2 0,-1 0 0,0-1 0,6-7 0,-3 0 0,0 2 0,-3 4 0,5-14 16,0 4-16,-1-1 0,-4 11 0,9-23 0,-2 2 15,0-2-15,2-2 0,0 0 0,0 0 0,-9 25 0,8-21 0,0-2 16,1 1-16,-9 22 0,10-16 0,-2 1 0,1-1 16,-1 4-16,0 3 0,0-1 0,-8 10 0,8-6 15,-1 1-15,0 1 0,1 3 0,0 1 0,-1 0 16,-7 0-16,9 5 0,-2-1 0,1 0 0,0 6 0,-1-1 16,0 0-16,-7-9 0,7 18 0,-3-4 0,0 3 15,-4-17-15,3 17 0,0 1 0,0 0 0,-1 2 0,-1-2 16,0 1-16,-1-19 0,-3 19 0,1 0 0,0 0 15,-3-4-15,1 1 0,0-1 0,4-15 0,-8 12 16,2-2-16,2 2 0,-1-10 0,0-1 16,0 1-16,1-4 0,1 1 0,0 0 0,2-2 0,0 3 15,0 0-15,0-1 0,1 1 0,0 0 0</inkml:trace>
  <inkml:trace contextRef="#ctx0" brushRef="#br0" timeOffset="137728.892">6319 12296 0,'0'0'0,"0"0"0,0 0 0,0 0 16,0 0-16,-33 48 16,-5 4-1,38-52-15,0 0 0,0 0 16,-12 16-16,1 0 0,1 0 16,10-16-16,-7 15 0,0 1 0,1-1 0,2 2 15,2-2-15,0 2 0,2-17 16,3 16-16,-2 0 0,2 0 15,8 0-15,-2 0 0,0-1 0,-9-15 0,20 12 0,-2 0 0,1-2 16,5-5-16,0 0 0,-2 1 0,-22-6 16,29-1-16,-3 0 0,0 0 0,-26 1 0,29-8 0,-2 1 0,0-1 15,-1-9-15,0 4 16,0-1-16,-26 14 0,23-18 16,-2 1-16,-1 0 0,-7 3 0,1 1 0,0 0 15,-14 13-15,6-11 0,0 1 0,0-1 0,-6 11 0,3-7 16,-2 0-16,0 0 0,-7 0 0,2 2 15,0 0-15,4 5 0,-12-5 0,1 2 0,0 0 16,-7 2 0,3 1-16,-1 0 15,16 0-15,-18 6 0,0-2 16,3-1-16,-1 4 0,0-1 0,1 0 0,15-6 16,-13 10-16,1-2 0,1 1 0,11-9 15,-9 9-15,1 1 0,1 0 0,4 2 0,0 1 16,0-1-16,3-12 0,4 13 0,-2-1 0,0 1 0,8 0 0,0 0 15,1-1-15,-11-12 0,23 13 0,-3-1 0,1-1 0,-21-11 0,27 6 0,-2 1 0,0 0 0,1-3 0,1 0 0,0-1 0,-27-3 0,27-2 0,-2-1 16,0 2-16,-4-6 0,0 2 0,0-2 0,-21 7 0,18-11 0,-1 1 0,-1 1 0,-5 1 0,-2 2 0,-1-2 0,-8 8 0</inkml:trace>
  <inkml:trace contextRef="#ctx0" brushRef="#br0" timeOffset="137869.876">7387 12514 0,'0'0'0,"0"0"0,74 0 15,-5 2 1,-21-8-16,-23 2 16</inkml:trace>
  <inkml:trace contextRef="#ctx0" brushRef="#br0" timeOffset="159051.414">9455 12158 0,'0'0'0,"0"0"16,0 0-16,0 0 16,0 0-1,-63-2-15,26-1 16,37 3-16,0 0 0,0 0 15,0 0-15,-22 13 0,2 0 0,-1-1 0,21-12 0,-22 19 16,1 0-16,1-1 0,20-18 0,-24 22 0,2-2 16,1 0-16,21-20 0,-21 24 0,1-2 0,1 0 15,19-22-15,-18 25 0,3-3 16,-1 1-16,16-23 0,-8 12 16,1 0-16,-1 0 0,8-12 0,-4 27 15,0 2-15,0-3 0,4-26 16,-2 16-16,1-2 0,0 0 0,1-14 0,12 22 15,0-1-15,-1-1 0,-11-20 0,7 12 0,0-1 0,1 0 0,-8-11 0,24 14 0,0-1 0,0 0 0,-24-13 0,16 7 0,-3 0 16,0-1-16,-13-6 0,29 7 0,-2 0 0,0-1 0,-27-6 0,17 4 16,-3-1-16,1 1 0,9-4 15,-1 0-15,0 0 0,-23 0 0,13 0 0,-1 0 0,-1 0 16,-6-1-16,0 1 0,1 0 16,-6 0-16,2 0 0,-1 0 0,0 0 0</inkml:trace>
  <inkml:trace contextRef="#ctx0" brushRef="#br0" timeOffset="159552.634">9944 12566 0,'0'0'0,"0"0"0,0 0 0,0 0 0,0 0 15,26-47-15,-36 67 16,0-4-1,10-16-15,0 0 0,0 0 0,-13-12 0,0 0 16,1-1-16,16 21 0,0-1 0,0 0 16,-4-7-16,-25-1 0,-1 1 0,0 0 0,2 4 15,1 2-15,1 0 0,22-6 0,0 0 0,-19 11 0,2 1 16,1 0-16,2 3 0,3-1 0,0 0 0,11-14 16,-10 14-16,1 0 0,2 0 0,3-2 0,0 0 0,0 0 15,4-12-15,2 10 0,0 0 0,0-1 0,5-3 0,-2 0 16,0 0-16,-5-6 0,9 1 0,-1 1 0,0-1 15,4-3-15,-1 0 0,1 0 0,-12 2 0,17-9 16,-2 1-16,1 1 0,-1-3 0,0 0 16,-1 1-16,-14 9 0,14-12 0,-1 2 0,1-2 15,-3 1-15,-1 0 0,1 0 16,-11 11-16,8-10 0,1 0 0,-1 0 0,-8 10 0,7-9 0,-3 2 0,0-1 16,-1 2-16,-1 1 0,0 0 0,-2 5 0,2-4 0,-1 0 15,0 1-15,-1 3 0,1-2 0,0-1 0,0 0 0,-2 3 16,1 0-16,0 0 0,0 0 0,-1 3 15,1 0-15,0-1 0,3 5 0,-2 0 0,0 0 0,-1-7 0,1 11 16,1 0-16,-1 1 0,-1-12 0,3 16 0,-2-1 16,0-1-16,2 2 0,0 0 0,0 0 0,-3-16 15,3 17-15,0-1 0,0 1 0,2-2 0,-1-1 16,-1 0-16,-3-14 0,7 10 0,-2-2 0,0 0 0,-5-8 16,9 0-16,-1-1 0,0 0 15,-2-3-15,-1 2 0,1-1 0</inkml:trace>
  <inkml:trace contextRef="#ctx0" brushRef="#br0" timeOffset="159784.602">10404 12208 0,'0'0'0,"0"0"0,0 0 16,4 90-16,4 12 15,0-11-15,-5-1 16,-3-90 0,0 0-16,0 0 0,-1 27 15,0-1-15,0 1 0,1-27 0,-1 24 0,1-1 16,0 1-16,-6 0 0,2-2 0,0 1 0,4-23 0,-8 17 0,1 1 0,-2-1 0,4-6 16,0-3-16,0 3 0</inkml:trace>
  <inkml:trace contextRef="#ctx0" brushRef="#br0" timeOffset="159946.16">10106 12572 0,'0'0'0,"0"0"0,86-4 16,30 5-16,12-5 15,-6-8 1</inkml:trace>
  <inkml:trace contextRef="#ctx0" brushRef="#br0" timeOffset="160348.013">11340 11958 0,'0'0'0,"0"0"15,0 0-15,0 0 16,-53 20 0,-7 20-16,1 17 15,59-57 1,0 0-16,0 0 0,0 0 0,-21 25 0,1-1 0,1-1 0,2 4 0,3-1 15,-1 1-15,15-27 0,-12 32 0,1 0 0,-1 0 0,12-32 0,-5 37 16,0-1-16,0-1 16,4 3-16,0-1 0,0-2 0,1-35 0,5 39 0,0-1 15,0 0-15,-5-38 0,10 35 0,0 2 16,-2 0-16,10-2 0,-2-2 0,1 0 16,3-2-16,0 0 0,0-1 15,0-8-15,1-1 16,0 0-16,-9-10 15,1 1-15,0-2 0,-6-4 0,-2-2 16,0 1-16,-5-5 0</inkml:trace>
  <inkml:trace contextRef="#ctx0" brushRef="#br0" timeOffset="160644.582">11554 12183 0,'0'0'0,"0"0"15,0 0-15,15 68 16,-8 12 0,-3 4-1,-1 0-15,-3-84 16,0 0-16,0 0 0,0 0 16,0 29-16,0 0 0,0 0 15,0-29-15,2 28 0,-2-2 16,0 0-1,-2-1-15,2-1 16,0 0-16,0-24 0,-7 20 0,1-1 16,0 0-16,-4-9 0,3-2 0,0 1 15</inkml:trace>
  <inkml:trace contextRef="#ctx0" brushRef="#br0" timeOffset="160796.968">11472 12237 0,'0'0'15,"0"0"-15,36-48 16,16 6-1,6 10-15,6 14 0,8 10 16,-72 8-16,0 0 0,0 0 16,23 0-16,-1 0 0,1 0 15,-23 0-15,21 4 0,-3-2 0,1 0 16,-4 1-16,-1 0 16,-1-1-16,-13-2 0</inkml:trace>
  <inkml:trace contextRef="#ctx0" brushRef="#br0" timeOffset="160959.528">11520 12469 0,'0'0'0,"0"0"0,0 0 0,76-5 16,6 3-1,-4-4-15,-9-6 16,-69 12-16,0 0 0,0 0 0</inkml:trace>
  <inkml:trace contextRef="#ctx0" brushRef="#br0" timeOffset="161386.015">11955 12689 0,'0'0'0,"0"0"15,0 0-15,63-11 0,6-6 16,-6-8 0,-15-5-16,-48 30 15,0 0-15,0 0 0,13-11 0,-1 0 16,0 1-16,-12 10 16,10-10-16,-2 2 0,0-1 0,-8 9 15,5-8-15,0 1 0,-2-1 0,-3 8 0,-2-8 16,1 3-16,0-2 0,-8 2 0,3 0 15,-1 0-15,7 5 0,-13-2 0,1 1 0,0-1 16,12 2-16,-19 2 0,5-1 0,14-1 0,-16 0 0,-2 7 0,2-2 0,-1 0 0,17-5 0,-14 11 0,-1-2 16,1 0-16,14-9 0,-13 13 15,1-1-15,1 1 0,2 2 16,1 0-16,0 0 16,8-15-16,-4 19 0,1-1 0,0 0 0,3-18 15,2 20-15,0 3 0,0-3 0,9 1 16,1 1-16,-1-2 0,-11-20 15,22 18-15,-2 0 0,1-1 0,9-5 0,-1-2 16,0 1-16,-29-11 0,34 1 0,-2 2 0,0-1 16,0-12-16,-2 3 0,0-1 0,-30 8 0,28-21 15,-2 0-15,0 1 0,-2-13 0,0 0 0,0 0 0</inkml:trace>
  <inkml:trace contextRef="#ctx0" brushRef="#br0" timeOffset="161591.687">12680 12016 0,'0'0'0,"0"0"16,0 0-16,0 0 15,11 52-15,4 17 16,-7 15 0,-8-84-16,0 0 0,0 0 0,2 30 0,-2 0 15,0 1-15,0-31 0,3 32 0,0 2 16,0-1-16,2 0 0,-1-1 0,-1 0 0,-3-32 0,4 38 16,0-1-16,0 0 0,-2-11 0,2-1 15,-1 0-15,-5 7 0,0-2 0,-1 1 0,3-31 0,-5 29 16,1-1-16,0-1 0,0-9 0,0-1 0,1 0 0,3-17 0,0 4 15,0 0-15,0 0 0</inkml:trace>
  <inkml:trace contextRef="#ctx0" brushRef="#br0" timeOffset="161801.876">12996 12483 0,'0'0'15,"0"0"-15,7 58 16,-4 15-16,3 4 16,-12-7-16,-6-12 15,12-58 1,0 0-16,0 0 0,0 0 0,-6 13 0,1-4 16,0 3-16,1-12 0,3-1 0,0 1 0</inkml:trace>
  <inkml:trace contextRef="#ctx0" brushRef="#br0" timeOffset="161935.677">12964 12255 0,'0'0'0,"0"0"0,0 0 16,0 0-1</inkml:trace>
  <inkml:trace contextRef="#ctx0" brushRef="#br0" timeOffset="162173.601">13452 12291 0,'0'0'16,"0"0"-16,0 0 0,0 0 0,-3 87 0,-13-1 15,-14-13-15,30-73 0,0 0 16,0 0-16,0 0 0,-12 21 0,1 1 0,-1 0 0,-1-3 16,0 0-16,1 0 0,12-19 0,-15 18 0,3 0 15,0-1-15,-4-3 0,1-1 0,-1 1 0,16-14 16,-15 5-16,3-1 0,0 0 16,4-10-16,-1 0 0,1 0 0</inkml:trace>
  <inkml:trace contextRef="#ctx0" brushRef="#br0" timeOffset="162354.03">13215 12377 0,'0'0'0,"0"0"16,0 0-16,0 0 15,33 51 1,8 14 0,-4 0-16,-37-65 0,0 0 15,0 0-15,0 0 0,15 26 0,0 0 0,-1 0 0,2 2 0,-1-2 16,1-1-16,-16-25 0,15 25 0,0-1 15,-1 1-15,-14-25 0,14 18 0,-2-1 0,0 0 16,1-11-16,-4-1 0,3 0 0</inkml:trace>
  <inkml:trace contextRef="#ctx0" brushRef="#br0" timeOffset="162585.49">13613 11873 0,'0'0'16,"60"57"-16,20 41 15,-5 31-15,-17 29 16,-32 20-16,-34 2 16,-57 0-16,65-180 15,0 0-15,0 0 0,-49 56 0,0 0 0,1-2 16,-30-8-16,3 0 0,-1 0 0</inkml:trace>
  <inkml:trace contextRef="#ctx0" brushRef="#br0" timeOffset="166616.765">14175 12590 0,'0'0'0,"0"0"0,0 0 0,0 0 15,0 0-15,0 0 16,0 0-16,0 0 16,0 0-16,0 0 0,0 0 0,0 0 0,0 0 15,0 0-15,0 0 0,0 0 0,0 0 0,0 0 16,0 0-16,0 0 0,0 0 0,1 0 0,0 1 0,1-1 15,-2 0-15,2 2 0,-2-1 0,0-1 16,1 1-16,-1-1 0,0 0 0,0 0 0,0 0 0,0 0 16,0 0-16,0 0 0,14-2 0,-2 0 0,1 1 15,-13 1-15,8-1 0,0 1 0,1-2 0,6 2 0,1-1 16,-2 1-16,-14 0 0,11-2 0,-3 2 16,-1-1-16,-7 1 0,17-1 0,-3 0 0,0 1 0,-14 0 15,10-2-15,-3 1 0,0 1 0,-7 0 0,26-1 16,0-1-16,0-1 0,-26 3 0,16-1 15,-1 1-15,-1 0 0,-14 0 0,35-5 0,-1 4 0,1-2 16,-35 3-16,45-3 0,0 1 0,-1-1 0,-44 3 16,51-3-16,-1-1 0,1 3 0,-51 1 0,44-5 15,1 4-15,-1 0 0,1-2 0,-2 1 16,0 1-16,-43 1 0,37 0 0,-2-2 0,0 2 0,-35 0 16,34-2-16,-1 2 0,0-1 0,-33 1 0,33-3 0,0 1 15,0 1-15,-33 1 0,17-1 0,-2-1 0,1 1 16,-16 1-16,27-4 0,0 1 0,0 0 15,-27 3-15,14-4 0,1 3 0,-1-1 0,-14 2 16,5-1-16,0 0 0,0-1 0,-5 2 0,23 0 16,0 0-16,0 0 0,-23 0 0,12 0 0,1 0 0,-1 0 0,-12 0 15,21 3-15,-2-1 0,1 0 0,-20-2 16,11 3-16,0-2 0,-1-1 0,-10 0 0,12 6 0,1-5 0,-1 2 16,-12-3-16,6 3 0,1-2 0,-1 1 15,-6-2-15,3 1 0,-1-1 0,0 1 0,-2-1 16,9 5-16,1-2 0,-1 2 15,-9-5-15,5 2 0,0 0 0,0 1 0,-5-3 0,2 1 0,0-1 16,1 2-16,-3-2 0,2 1 0,-2-1 0,0 0 0,0 0 0</inkml:trace>
  <inkml:trace contextRef="#ctx0" brushRef="#br0" timeOffset="167532.938">15633 12246 0,'0'0'0,"0"0"0,0 0 16,0 0-1,0 0-15,0 0 16,0 0-16,0 0 16,0 0-16,0 0 0,20 12 0,-1-2 0,0 0 15,-19-10-15,12 7 0,-1-1 0,1 1 0,-12-7 16,20 12-16,0-1 0,0 1 0,-20-12 16,11 6-16,-1 0 0,1 1 0,-11-7 15,19 10-15,0 1 0,0 0 0,-19-11 16,11 7-16,-2-1 0,1 0 0,-10-6 15,22 8-15,-1 1 0,0-1 0,-21-8 0,12 5 0,-1-1 0,1 0 16,11-1-16,-2 0 0,1-1 16,-22-2-16,12 3 0,1-3 0,-1 0 0,-12 0 15,16 1-15,-2-1 0,1 0 0,-15 0 0,8 0 0,-1 0 0,0 0 16,-7 0-16,4 2 0,-1-2 0,-1 0 0,-2 0 16,2 0-16,-1 0 0,0 0 0,0 0 0,-1 0 0,0 0 0,0 0 0,0 0 0,0 0 15,0 0-15,0 0 0,0 0 0,0 0 0,0 0 0,-1 9 16,1-2-16,0 0 0,0-7 0,-2 6 0,2-1 15,0-1-15,-9 13 0,1 0 0,0-1 0,8-16 16,-6 9-16,2 1 0,-1-1 0,5-9 0,-24 29 16,0-2-16,-1-1 0,25-26 0,-31 34 0,-1-1 15,0 0-15,-7 3 0,-1 0 0,1 1 0,39-37 0,-39 27 16,2-2-16,-1 2 0</inkml:trace>
  <inkml:trace contextRef="#ctx0" brushRef="#br0" timeOffset="169399.803">16699 12001 0,'0'0'0,"0"0"0,0 0 0,10 57 16,-5-22-16,9 54 15,-5-38 1,-9-51-16,0 0 0,0 0 0,0 0 15,7 44-15,-1-1 0,0 1 0,-6-44 0,6 39 0,-1 1 16,-1-1-16,-4-39 0,2 18 0,0 1 0,0 1 16,-2-20-16,-11 13 0,0 0 0,1 0 0,10-13 15,-6 6-15,-1 1 0,1-1 0,3-3 16,1-1-16,0 0 0</inkml:trace>
  <inkml:trace contextRef="#ctx0" brushRef="#br0" timeOffset="169760.36">16680 12060 0,'0'0'0,"0"0"0,21-69 0,3 2 16,11 12-16,0 14 16,4 16-16,-39 25 15,0 0-15,0 0 0,0 0 0,16-4 0,0-1 16,-1 0-16,0 6 15,-1-1-15,1 0 0,-15 0 0,14 7 0,-1 0 16,-1 1-16,-1 5 16,3 1-16,-2-2 15,-12-12-15,10 20 0,1-2 16,-1-1-16,-10-17 0,7 25 0,-1-1 16,-1-1-16,2 5 15,-2-1-15,0 0 16,-5-27-16,7 29 0,-2 0 15,0 0-15,-5-29 0,4 30 0,-1-1 0,0 1 0,0-2 16,-1-1-16,0 0 0,-2-27 0,4 28 0,-3-1 0,0 2 0,-2-4 16,0-2-16,-1 2 0,2-25 0,-4 19 0,2-1 0,0 1 0,-1-10 15,1 1-15,0-1 0</inkml:trace>
  <inkml:trace contextRef="#ctx0" brushRef="#br0" timeOffset="169869.139">16766 12318 0,'0'0'0,"0"0"0,0 0 0,0 0 15,96-23-15,13-1 16,-15-8 0</inkml:trace>
  <inkml:trace contextRef="#ctx0" brushRef="#br0" timeOffset="170299.082">17313 12233 0,'0'0'0,"0"0"0,10 70 16,1 5-16,-3-14 16,-8-7-16,5-8 15,-5-46-15,0 0 0,0 0 16,1 10-16,-1 0 0,0 2 0,0-12 16,-1 5-16,1 1 0,0-1 0,0-5 0,0 2 0,0-1 0,0-1 15,2-7-15,-2 2 0,0-1 0,0 6 16,3-14-16,-2 0 0,0 1 0,-1 13 0,4-21 15,-1 1-15,0 1 0,3-6 0,-2 1 0,0 2 0,-4 22 16,8-22-16,-3 1 0,0-1 0,3 5 0,-2 1 16,1-1-16,-7 17 0,7-13 0,-2 0 0,0 1 15,0 4-15,0 0 0,-1-1 0,-4 9 0,7-6 0,-2 2 16,0-1-16,-5 5 0,10-1 0,-1 1 0,0 0 16,3 6-16,-2 0 0,0-1 0,-10-5 15,12 14-15,-1 0 16,0-1-16,2 4 0,-3 0 0,0 0 15,0 2-15,-3 2 0,0-2 0,-7-19 0,5 21 0,-2 0 16,0 0-16,-3-21 0,-2 19 0,2-1 16,0 1-16,-3-4 0,0-1 15,0 1-15,3-15 0,-6 13 16,0-1-16,0 2 0,0-7 0,2 1 16,0-1-16,2-2 0,0-2 0,0-1 0</inkml:trace>
  <inkml:trace contextRef="#ctx0" brushRef="#br0" timeOffset="170446.827">17850 12211 0,'0'0'0,"0"0"0,12 51 15,4 10 1,-3 7-16,-13-2 0,-12-15 16,12-51-1,0 0-15,0 0 0,0 0 0,-7 13 0,1-3 16,0 0-16,-1-10 0,2 0 0,-1 0 0</inkml:trace>
  <inkml:trace contextRef="#ctx0" brushRef="#br0" timeOffset="170578.914">17898 12028 0,'0'0'0,"0"0"15,0 0-15,0 0 16</inkml:trace>
  <inkml:trace contextRef="#ctx0" brushRef="#br0" timeOffset="171137.898">18112 12265 0,'0'0'0,"0"0"0,23 57 0,-6 10 15,-12-11-15,-9-17 16,-4-20-16,8-19 16,0 0-16,0 0 0,-4 0 15,0-1-15,0 1 0,4 0 0,-3-9 0,0 1 0,0 1 16,2-11-16,1 2 0,0 0 0,0 16 0,5-22 0,-2 0 16,0 2-16,5-7 0,-2 2 0,1 0 0,-7 25 0,11-21 15,-2 1-15,1 0 0,0 6 0,-2-1 16,0 2-16,-8 13 0,9-9 0,-1 0 15,0 1-15,-8 8 0,9-5 0,-2 4 0,0-2 16,0 6-16,0-1 0,1 1 0,-8-3 16,11 9-16,0 2 0,1-2 0,0 4 15,1 2-15,-1-3 0,-12-12 0,11 17 0,0-1 0,-1 1 16,-3-3-16,0-1 0,-1 0 0,-6-13 16,3 11-16,-2 1 0,-1-2 15,3-3-15,-3-1 0,0 0 16,0-6-16,1 4 0,-1-1 0,0 0 15,0-3-15,-1 2 0,1-2 0,0 1 0,-3-7 0,3 2 16,-1-1-16,1 5 0,-2-13 0,2 0 0,0-2 16,-2-5-16,2 0 0,0 0 15,0 20-15,4-26 0,-3 1 0,2 0 16,-3 25-16,8-23 0,-2 0 16,1 1-16,1 4 0,-2 4 15,0-3-15,-6 17 0,10-10 0,-1 1 0,0-1 16,3 4-16,-1-3 0,0 3 0,-11 6 0,15 1 0,-1 1 0,1-1 0,0 10 0,1-5 0,-1 2 0,-15-8 0,16 13 0,-2 1 0,1-1 0,-4 4 15,0-3-15,1 3 0,-12-17 0,7 19 0,0-2 0,0-1 0,1 7 16,-3-3-16,0 0 0,-5-20 0,-2 18 0,2 1 0,0-2 0,0-17 0,-5 17 16,0-2-16,-1 1 0,-3-6 0,2 2 0,0-1 0,7-11 0,-8 5 15,3-2-15,0 2 0,3-11 0,2 1 0,0 1 0</inkml:trace>
  <inkml:trace contextRef="#ctx0" brushRef="#br0" timeOffset="171583.892">19188 12030 0,'0'0'0,"0"0"16,0 0-16,0 0 15,0 0-15,0 0 16,-65 54-16,9-4 16,56-50-16,0 0 0,0 0 0,-13 16 15,-1-1-15,1 1 0,13-16 0,-10 13 0,1 1 0,1-1 16,5-1-16,-1-1 0,2 1 0,2-12 0,2 10 15,-2 0-15,0-1 0,5-1 0,-1-1 0,0-1 16,-4-6-16,9 2 0,-1-2 0,0 1 0,6-5 16,-3 0-16,0 0 0,-11 4 0,16-12 0,-2 2 15,1-1-15,2-5 0,0 2 0,-1-1 0,-16 15 0,18-16 16,-3 0-16,1-1 0,-6 5 0,1-2 0,-1 2 16,-10 12-16,8-10 0,-1 3 0,1-1 0,-8 8 15,5-4-15,-2-2 0,0 3 0,0 3 0,-2-1 16,0 1-16,-1 0 0,-2 4 0,1 2 0,0-2 0,1-4 15,-1 9-15,1 0 0,0 0 0,4 6 0,-2 0 16,0-2-16,-2-13 0,3 19 0,-2-1 0,0-2 16,-1-16-16,8 20 0,-3-2 0,0 1 15,1-3-15,-1-1 0,1 0 0,-6-15 0,7 13 0,-2-2 16,0 0-16,1-8 0,-2-1 0,1 2 16,-1-4-16,-1 0 0,0 0 0,-3 0 0,2-2 15,-1 2-15,0-1 0,0-1 0,-1 2 0,0 0 16</inkml:trace>
  <inkml:trace contextRef="#ctx0" brushRef="#br0" timeOffset="171745.933">19535 11723 0,'0'0'0,"0"0"0,0 0 16,37 78-16,-9 12 31,-12 9-31,-7-5 0,-9-94 15,0 0-15,0 0 0,0 0 0,1 28 0,-1 0 16,0 0-16,0-28 0,-2 28 0,0-2 0,0-1 16,-3-3-16,1 0 0,0 1 0,4-23 0,-4 13 0,2 0 0,-1-1 0</inkml:trace>
  <inkml:trace contextRef="#ctx0" brushRef="#br0" timeOffset="172091.849">20199 11358 0,'0'0'0,"0"0"0,0 0 15,-31 48-15,-8 17 16,9 10 0,-5 12-1,35-87-15,0 0 16,0 0-16,-12 33 0,3-3 0,0 2 0,9-32 16,-6 34-16,1-2 0,0 2 0,5-34 0,-1 40 0,1-1 0,0 0 0,5-1 0,0 1 0,1 0 0,3 2 15,-1-3-15,0 2 0,-8-40 0,15 33 0,-2 0 16,1 1-16,4-9 0,0-1 0,0-1 15,3-11-15,1 1 0,0-1 0</inkml:trace>
  <inkml:trace contextRef="#ctx0" brushRef="#br0" timeOffset="172597.724">20435 11659 0,'0'0'0,"0"0"16,0 0-16,0 0 0,14 71 15,-4 4-15,-4-4 16,-6-71-16,0 0 16,0 0-16,-1 25 0,0-2 15,0 0-15,1-23 0,3 26 0,-2-1 0,0 0 16,3 2-16,-2 0 0,0-1 0,-2-26 0,4 25 0,-2-1 0,2-1 0,-1-1 16,0 0-16,1 0 0,-4-22 0,3 20 0,0-2 0,0 1 15,-1-5-15,-1-1 0,-1-1 0,0-12 0,-2 4 16,1-1-16,0 0 0,-2-10 15,1 0-15,0-1 0,1 1 0,0-1 0,0 1 0</inkml:trace>
  <inkml:trace contextRef="#ctx0" brushRef="#br0" timeOffset="172784.487">20420 11767 0,'0'0'0,"0"0"0,0 0 16,54-58-16,5 17 15,-2 8-15,-5 16 16,-52 17 0,0 0-16,0 0 0,18-6 0,0 2 15,-1-1-15,-17 5 0,18-3 0,-1 0 0,1 0 16,-18 3-16,15-4 0,0 3 0,-1-2 0</inkml:trace>
  <inkml:trace contextRef="#ctx0" brushRef="#br0" timeOffset="172958.553">20514 11914 0,'0'0'0,"0"0"0,0 0 16,63 0-16,3 8 15,-26-2 1,-23-1-16</inkml:trace>
  <inkml:trace contextRef="#ctx0" brushRef="#br0" timeOffset="173372.887">20814 12044 0,'0'0'0,"0"0"0,0 0 0,71-21 0,-3-4 16,-15-7-1,-24 7-15,-29 25 16,0 0-16,0 0 0,9-8 0,0-2 16,-1 2-16,-8 8 0,7-7 0,-2 0 0,1 2 15,-3-1-15,-1 2 0,0-1 16,-2 5-16,-2-6 0,1 2 0,0-2 0,-3 3 15,-1-1-15,1 0 0,4 4 0,-9-1 0,0 1 0,-1-2 16,10 2-16,-12 6 0,1-3 0,-1 1 0,-1 4 0,0-1 16,1 0-16,12-7 15,-11 10-15,1 0 0,1 0 16,1 3-16,0-1 0,1 0 0,7-12 0,-6 18 0,1-2 16,0-2-16,5-14 0,-1 19 15,1 0-15,0-2 0,6 4 16,0-2-16,0 1 0,-6-20 15,10 21-15,-1 0 0,0 0 0,13-7 0,-4 1 0,3-1 0,-21-14 0,28 7 0,-2-2 0,-26-5 0,0 0 0,26 6 0,-26-6 0,17 1 16,1 1-16,-1-1 0,-6 1 0,-3-2 16,0 0-16</inkml:trace>
  <inkml:trace contextRef="#ctx0" brushRef="#br0" timeOffset="173584.446">21418 11542 0,'0'0'0,"0"0"0,0 0 16,0 0-16,0 0 15,22 91-15,-2 4 16,-6 1-16,-14-96 16,0 0-16,0 0 15,0 0-15,7 32 0,-1-1 0,0 0 0,-3-2 0,-1 0 16,0 1-16,-2-30 0,3 31 16,-2-2-16,0 2 0,-1-3 0,0 0 0,0 1 15,0-29-15,-2 21 0,0 1 16,0 0-16,-2-7 0,2-1 0,0-1 0,2-13 0,-2-2 0,2 0 15,0 1-15,2-5 0,-2 3 0,0-1 0</inkml:trace>
  <inkml:trace contextRef="#ctx0" brushRef="#br0" timeOffset="173777.879">21716 11998 0,'0'0'0,"0"0"0,24 64 15,-9 2 1,-10-5-16,-10-13 15,-3-10-15,8-38 16,0 0-16,0 0 0,-8 3 0,2 2 16,0-3-16,-3-10 0,2-1 15,-1 2-15,4-2 16,0 1-16,-1 1 0</inkml:trace>
  <inkml:trace contextRef="#ctx0" brushRef="#br0" timeOffset="173895.653">21740 11651 0,'0'0'0,"0"0"16,0 0-16,0 0 16,0 0-16,0 0 15</inkml:trace>
  <inkml:trace contextRef="#ctx0" brushRef="#br0" timeOffset="174117.631">22102 11705 0,'0'0'0,"0"0"0,20 75 16,-11 4-1,-13-10-15,-17-7 16,-5-8-16,-7-2 16,33-52-16,0 0 0,0 0 0,0 0 15,-13 16-15,-1-1 16,1-1-16,-6-3 0,3-1 0,-1 0 15,17-10-15,-15 6 0,0-1 0,1-1 16,1-8-16,2-1 0,-1-1 0,12 6 0,-7-11 0,1 0 16,2 0-16</inkml:trace>
  <inkml:trace contextRef="#ctx0" brushRef="#br0" timeOffset="174319.703">21901 11824 0,'0'0'0,"0"0"16,0 0-16,0 0 15,0 0-15,50 25 16,-4 17-1,-46-42-15,0 0 0,0 0 0,16 20 0,-2-3 0,1 2 16,-15-19-16,12 21 0,1 0 0,-1-1 16,1 3-16,1 0 0,-1 0 15,-13-23-15,15 19 16,-1 2-16,1-2 0,0-9 0,0 2 16,-2-1-16,0-6 0,-4-1 0,0 1 15</inkml:trace>
  <inkml:trace contextRef="#ctx0" brushRef="#br0" timeOffset="174558.813">22180 11179 0,'0'0'0,"0"0"16,0 0-16,76 18 15,-6 28-15,-5 29 16,0 32-16,-2 19 15,-63-126-15,0 0 0,0 0 0,19 52 16,0 1-16,-1-1 0,-3 0 0,-3 0 0,0 0 0,-5 3 16,-1-1-16,-1-1 0,-9 5 15,0-3-15,0 2 0,-18-6 0,1 0 0,1 1 16,-18-9-16,1-1 0,0 1 0,-17-14 0,3-1 16,-2 1-16,-9-15 0,1-1 0,0 2 0</inkml:trace>
  <inkml:trace contextRef="#ctx0" brushRef="#br0" timeOffset="184379.602">8839 8217 0,'0'0'0,"0"0"16,0 0-16,45-31 16</inkml:trace>
  <inkml:trace contextRef="#ctx0" brushRef="#br0" timeOffset="202050.775">11143 10008 0,'0'0'0,"0"0"16,0 0-16,0 0 15,94-22 1,27-27 0,25-35-16,-146 84 0,0 0 0,0 0 0,0 0 15</inkml:trace>
  <inkml:trace contextRef="#ctx0" brushRef="#br0" timeOffset="206094.3">21809 12918 0,'0'0'0,"0"0"0,-86 0 0,-13 4 16,4 1-16,-6 2 16,-19 5-1,120-12 1,0 0-16,0 0 0,-49 5 0,3 0 16,-1-1-16,47-4 15,-69 6-15,0 0 0,0 0 0,-4 0 16,1 0-16,0-1 0,72-5 15,-73 5-15,3 1 0,0-1 0,-8-1 0,1 1 0,1 0 0,2-2 16,-1 1-16,1-2 16,74-2-16,-72 3 0,-1-1 0,1 0 15,-5 2-15,2-1 0,-1 2 16,76-5-16,-74 4 0,0 0 0,-1 1 16,9 0-16,2 1 0,0-3 0,64-3 0,-62 6 0,2-1 15,0 0-15,-10 2 0,1 0 0,-1-1 0,70-6 0,-80 8 0,1-2 0,1 1 0,-8 1 16,2 0-16,-1 0 0,85-8 0,-95 11 0,-1-3 0,0 1 0,9-1 0,4 1 0,0-1 0,83-8 0,-62 7 15,0 0-15,0 1 0,17-4 0,1 2 0,-1-1 0,45-5 0,-20 2 0,1 0 0,1 1 0,2-6 0,3 2 0,-1 0 16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5T05:05:03.80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4627 5916 0,'0'0'0,"0"0"0,0 0 0,-6-63 16,5 24 0,14-3-1,-5 22-15,-8 20 0,0 0 0,0 0 16,9-13-16,-2 0 0,1 1 0,-8 12 0,5-8 16,-1 2-16,-1-2 0,-3 8 0,6-11 0,-3 1 0,0-1 15,-3 11-15,3-7 0,-1 2 0,-1-1 16,-1 6-16,1-3 0,-1 2 0,0-1 0,0 2 15,6-11-15,-2 1 0,0 1 0,-4 9 0,3-7 0,-1 1 16,0 1-16,-2 5 0,1-3 0,0 2 0,0-2 16,0 1-16,-1 2 0,0-1 0,0 1 15,0 0-15,0 0 0,0 0 0,8 11 0,-2 0 16,0 0-16,-6-11 0,4 9 0,0-3 16,0 0-16,-4-6 0,-1 29 0,0-2 0,0 1 15,1-28-15,-6 32 0,0-1 0,1 0 16,-2 0-16,2-3 0,1 1 15,4-29-15,-5 34 0,-2 0 0,1 0 0,6-34 16,-4 35-16,0-3 0,-1 3 0,5-35 0,2 33 0,-2-1 16,0 1-16,0-33 0,1 17 0,1 0 0,-2-1 15,0-16-15,0 28 0,0-3 0,0 2 16,0-27-16,-2 15 0,2 0 0,0-2 0,0-13 0,2 20 0,1 1 0,-1-1 16,-1-10-16,0 0 0,0 0 0,-1-10 15,2 5-15,-2-2 0,0 0 0,0-3 0,0 3 0,0-2 0,0 0 0,0 0 0,0-1 16,0 0-16,0 0 0,0 0 0,0 0 0,0 0 0,0 0 0,0 0 15,0 0-15,0 0 0,5-4 0,-1-1 0,0-1 0,-1 1 16,-1 3-16,0-1 0,-2 3 0,2-2 0,-2 1 16,2 0-16,-2 1 0,1-2 0,-1 2 15,0 0-15,0 0 0,0 0 16,0 0-16,0 0 0,0 0 0,8-3 16,-1-2-16,0 3 0,-7 2 0,4-2 15,1-1-15,-1 2 0,-4 1 0,13 6 16,-1-1-16,-1 0 0,-5-1 15,0-1-15,0 0 0,-6-3 0,18 10 0,-2-1 0,-1 0 0,-15-9 0,9 4 0,2 1 16,-3 1-16,-8-6 0,25 0 0,-2 0 0,-1 1 0,-22-1 0,15 0 0,-3 0 0,1 0 0,-13 0 0,21-12 16,0 1-16,-1 0 0,-20 11 0,12-7 0,-1 0 15,-1-1-15</inkml:trace>
  <inkml:trace contextRef="#ctx0" brushRef="#br0" timeOffset="247.336">5409 6206 0,'0'0'0,"0"0"0,0 0 0,0 0 15,11 86-15,-4-34 16,4 36 0,-11-88-16,0 0 0,0 0 0,3 15 15,-1 2-15,0-2 0,-2-15 16,2 6-16,-2 1 0,0-2 15,0-3-15,0 1 0,0-2 0,0-1 16,0 1 0,0-1-16,0 1 0</inkml:trace>
  <inkml:trace contextRef="#ctx0" brushRef="#br0" timeOffset="344.125">5399 6007 0,'0'0'0,"0"0"0,0 0 15,0 0-15</inkml:trace>
  <inkml:trace contextRef="#ctx0" brushRef="#br0" timeOffset="562.669">5697 5864 0,'0'0'0,"22"74"0,-8 16 16,10-2-16,-11 5 15,-4-13 1,7-3-16,-16-77 0,0 0 0,0 0 16,2 22-16,0-1 0,1-1 0,-3-20 0,0 19 15,0 0-15,0-1 0,-2-6 0,2 0 0,0-2 16</inkml:trace>
  <inkml:trace contextRef="#ctx0" brushRef="#br0" timeOffset="991.101">5987 6051 0,'0'0'0,"0"0"0,0 0 15,0 0 1,0 0-16,-54 21 15,-12 6-15,10 1 16,56-28 0,0 0-16,0 0 0,-17 7 0,1 1 0,-1-1 15,17-7-15,-12 7 0,0-2 0,1 1 0,2-1 16,0 0-16,1 0 0,8-5 16,-4 4-16,2 2 0,0 0 0,7-1 15,-2 1-15,0-2 0,-3-4 0,12 4 0,-3 2 16,0-1-16,-9-5 0,15 6 0,-1-2 0,1 1 15,2 2-15,1 0 16,-1 0-16,-17-7 0,20 11 0,0 0 0,-1-1 0,4 1 16,-4 0-16,0 0 0,-19-11 15,19 12-15,0 0 0,-3 1 0,0 1 0,-1-1 16,2 1-16,-10-4 16,3 2-16,-1-1 0,-9-11 0,11 7 0,-2-2 0,0 0 15,-2-7-15,-2 0 16,0-1-16,-3 0 0,0-2 15,0 2-15,-2 3 0</inkml:trace>
  <inkml:trace contextRef="#ctx0" brushRef="#br0" timeOffset="1328.905">6227 6292 0,'0'0'0,"0"0"0,0 0 0,0 0 0,0 0 0,73-1 0,-12-6 32,-17-10-32,-44 17 0,0 0 0,0 0 0,17-6 0,-3-1 0,1 1 15,-15 6-15,12-9 0,-1 2 0,1-2 0,-3 3 0,0-1 16,1 0-16,-10 7 0,7-7 0,0 0 0,0 0 15,-7 7-15,2-8 0,0 1 0,1 0 0,-7 0 0,1 1 0,2-1 16,1 7-16,-9-4 0,2 2 0,-2-2 16,-3 4-16,-1 0 0,1 0 0,12 0 0,-15 4 15,0-2-15,1 0 0,14-2 16,-20 9-16,1-2 0,-1 0 16,1 5-16,-1-1 0,0 0 0,20-11 15,-17 14-15,2-1 0,-1 0 0,5 1 16,0-2-16,-1 2 0,12-14 0,-5 16 15,1-1-15,0 0 0,6-1 0,-2-2 0,0 1 16,0-13-16,10 13 0,0 2 0,-1-3 16,13 1-16,-3-3 0,1 2 15,-20-12-15,30 6 0,-1 0 0,0 1 0,-29-7 16,33 1-16,0 0 0,-1 0 0,2-2 0,-1 0 16,0 0-16,-33 1 0,32-1 0,-1-2 15,0 1-15,-3-4 0,-2 0 0,0 1 0,-11-1 16,1 3-16,-1-2 0</inkml:trace>
  <inkml:trace contextRef="#ctx0" brushRef="#br0" timeOffset="2047.115">6863 5931 0,'0'0'0,"0"0"16,0 0-16,0 0 0,-3 55 16,2 15-1,-2-4-15,-1-6 16,4-60-16,0 0 0,0 0 16,-2 20-16,2 0 0,0 0 0,-3-2 15,2 0-15,0 0 0,1-18 16,2 17-16,-2 0 15,0 0-15,1-5 0,-1-2 16,0 2-16,0-12 0,-2 10 0,1-1 0,0 0 16,1-5-16,0-1 0,0 1 0,0-4 0,2-1 15,-2-1-15,0 2 0,0 0 0,-3-8 16,2 2-16,0-2 0,1-9 0,0 0 0,0 2 16,0 15-16,3-24 0,0-1 0,1 1 15,2-2-15,0 0 0,0-1 0,-6 27 0,11-24 16,-2 1-16,0-2 0,-9 25 15,13-22-15,-3 1 16,0-1-16,-1 4 0,1 1 0,-1-1 0,1 2 16,0 1-16,-2 1 0,-8 14 0,10-11 0,-2 1 0,-1 0 0,-7 10 0,5-5 0,-1 2 0,0-1 15,0 1-15,-2 1 0,1 2 0,-3 0 0,4 7 0,-1 1 0,0 0 0,-1 8 0,-1-1 16,0 0-16,2 6 0,-1-1 0,0 0 0,-2-20 0,2 22 16,-2-1-16,0 0 0,3-2 0,-1 1 0,1-1 0,-3-19 0,3 18 0,-1-1 15,0-1-15,0-2 0,0-3 0,0 2 0,1-6 0,-2 0 0,0 0 0,1-2 0,-2-4 0,0 2 0,0 0 0,0-3 0,0 1 16,0-1-16,1 0 0,-1 0 0,0 0 0,3-11 0,-1 0 15,0 0-15,-2 11 0,5-19 0,-1 1 0,0-1 16,3-4-16,-1 1 16,0-1-16,-6 23 0,11-24 0,-3 0 0,0 2 15,3-1-15,-3 3 16,0 0 0,-8 20-16,10-17 15,-3 2-15,0-1 0,-1 4 16,-1 2-16,1 0 15,-6 10 1,7-9-16,0 0 0,0 2 16,-7 7-16,5-6 0,1 0 0,-1 1 0,-8 10 15,1 0-15,0 0 0,2-5 0,4 11 0,-1 0 0,0 1 0,-3-12 0,7 16 0,-2-1 0,0 1 0,-5-16 16,7 19-16,-2 2 0,0-1 0,0 9 0,-1-3 16,0 2-16,-4-28 0,3 28 0,0-2 0,-1 2 0,1-2 0,-2-1 0,0-2 0,-1-23 0,2 24 0,0-1 15,0 0-15,-2-23 0,2 18 0,-1 1 0,0-2 0,-1-17 0,7 4 0,0-1 0,-1 1 0</inkml:trace>
  <inkml:trace contextRef="#ctx0" brushRef="#br0" timeOffset="2470.844">7835 6042 0,'0'0'0,"0"0"0,0 0 0,0 0 16,0 0-16,-67 21 15,28-9 1,-25 32-16,64-44 15,0 0-15,0 0 0,-12 9 0,0-2 0,1 0 16,11-7-16,-13 28 0,1 0 0,0-1 0,12-27 0,-8 16 16,2-1-16,-1 0 0,7-15 0,-3 21 0,1 0 15,0 0-15,2-21 0,-1 10 0,0 1 16,0 0-16,1-11 0,10 7 0,0 2 0,1-1 0,-11-8 16,7 3-16,-1 1 0,0-1 0,-6-3 0,25-14 0,-1 0 15,0-1-15,-24 15 0,25-23 0,0 0 0,0 0 0,-25 23 16,22-22-16,0-2 0,-1 3 0,-21 21 0,11-12 15,-1 1-15,0-1 0,-10 12 0,15-12 0,-3-1 16,0 1-16,-12 12 0,8-7 16,-2 1-16,0 0 0,-6 6 0,3-3 0,-1 0 0,0 1 15,-2 2-15,-2 5 0,2-1 0,0 0 0,0-4 0,-2 3 16,2 0-16,0-2 0,-5 24 0,1-1 16,0-1-16,4-23 0,-4 15 0,2-2 0,0 1 15,2-14-15,2 28 0,-2-2 16,0 0-16,0-26 0,2 17 15,-2-4-15,0 2 0,0-15 16,1 5-16,-1 1 0,0-1 0</inkml:trace>
  <inkml:trace contextRef="#ctx0" brushRef="#br0" timeOffset="2666.952">8303 5859 0,'0'0'0,"0"0"0,0 0 16,0 0-16,11 73 15,3 23 1,-14-7-16,0-89 16,0 0-1,0 0-15,0 0 0,-3 30 0,3 0 0,0-3 16,-6 5-16,1-1 0,0 0 16,5-31-16,-11 31 0,-1-1 0,1 0 0,3-12 0,-1 1 0,1 0 0</inkml:trace>
  <inkml:trace contextRef="#ctx0" brushRef="#br0" timeOffset="3159.016">8212 6229 0,'0'0'0,"0"0"16,68-35-16,0-5 16,-6-8-16,-8-8 15,-12-2 1,-42 58-16,0 0 0,0 0 0,13-21 15,-2 0-15,0 0 0,-11 21 16,10-18-16,-1-1 0,0 2 0,-9 17 16,8-19-16,-2-1 0,0 3 15,-6 17-15,3-13 0,-1-1 0,0 2 16,-1 5-16,0 1 0,0-1 0,-1 7 16,0-3-16,0 1 0,0-1 0,0 3 0,-1-2 0,0 2 15,0 0-15,-2 6 0,1 2 0,0-2 0,2-6 16,-3 18-16,1-2 0,0 0 0,2-16 0,-3 26 0,0 0 15,-1-1-15,1 3 0,2 0 0,0 0 0,1-28 0,-3 30 0,0 2 0,0-2 0,3-30 16,-3 29-16,1-3 0,2 0 0,-1-2 16,1-3-16,0 2 0,0-23 0,-2 16 0,1-1 0,0 0 0,1-15 0,-1 10 0,1-2 15,0-1-15,1-2 0,-1 0 0,0-3 0,0-2 0,2-2 0,-2 2 16,0 0-16,0 0 0,3-10 0,2 2 0,-1 1 0,6-14 16,0 2-16,-1 0 0,-9 19 0,14-21 0,-3 0 15,0-2-15,-11 23 0,13-18 0,-2 1 0,0-2 16,1 7-16,-3-3 0,0 2 0,-9 13 0,11-6 15,-3-1-15,0 0 0,2 9 0,-3-1 0,0 1 0,-7-2 16,9 11-16,0 0 0,-2 0 16,-7-11-16,10 16 0,-1 0 0,1 1 0,-10-17 15,6 27-15,-2 0 0,0 1 16,-6 2-16,0 2 0,0 0 0,-2-12 0,1 0 16,-1 0-16</inkml:trace>
  <inkml:trace contextRef="#ctx0" brushRef="#br0" timeOffset="4631.456">9504 5742 0,'0'0'0,"-25"55"0,-2 18 16,-12 36-16,-3 14 0,10-21 15,19-53 1,13-49-16,0 0 0,0 0 16,0 0-16,3 38 0,-1-1 0,0 1 0,15 2 15,-1 1 1,1-2-16,-17-39 0,27 42 0,-1-3 15,-1 3-15,-25-42 0,35 38 0,-1-1 16,-1 1-16,2-13 0,-1-2 16,0 2-16,-34-25 0,0 0 0,18 11 0,-2 0 15,1-1-15</inkml:trace>
  <inkml:trace contextRef="#ctx0" brushRef="#br0" timeOffset="5210.349">10037 5938 0,'0'0'0,"0"0"16,0 0-16,0 0 16,0 0-1,0 0-15,-31-53 16,31 53-16,0 0 0,0 0 0,-19-7 15,3 2-15,-1-1 0,17 6 16,-21 5-16,21-5 0,-22 3 0,0 1 0,-4 5 16,3 1-16,-1-1 0,24-9 15,-23 13-15,1-1 0,0-1 16,6 2-16,2-2 0,-1 0 0,15-11 16,-7 12-16,3 1 0,-1-1 0,5-12 15,4 14-15,-2 0 0,0 2 0,11 0 0,-1 0 16,-1-1-16,-11-15 0,21 16 0,-1 0 0,1 0 15,2 0-15,0 0 0,-1 1 0,-22-17 16,23 15-16,0 1 0,0-2 0,-23-14 0,19 16 16,-1 1-16,-1 0 0,-3 1 0,-3 0 0,1-2 0,-6-5 0,-1 0 0,0 1 15,-5-12-15,1 13 0,-1 1 16,0 0-16,-4 1 0,0-1 0,0-1 16,4-13-16,-14 12 0,2 1 0,-1-1 0,13-12 0,-16 10 15,1-1-15,1 2 0,-3-9 16,2 3-16,-1-3 0,16-2 0,-13-5 15,2 1-15,-2-2 0,5-9 0,2-1 0,0 3 0</inkml:trace>
  <inkml:trace contextRef="#ctx0" brushRef="#br0" timeOffset="5378.036">10319 5789 0,'0'0'0,"0"0"0,29 52 0,-8 18 16,-6 15-1,-4-5-15,-3 11 16,-8-91-16,0 0 0,0 0 0,3 28 0,-2 0 16,0-1-16,1-10 0,-2 0 15,0-1-15</inkml:trace>
  <inkml:trace contextRef="#ctx0" brushRef="#br0" timeOffset="5535.954">10300 6226 0,'0'0'0,"46"-28"0,5-7 0,3-3 16,-19 16-16</inkml:trace>
  <inkml:trace contextRef="#ctx0" brushRef="#br0" timeOffset="5848.865">10664 5985 0,'0'0'0,"0"0"0,0 0 0,0 0 0,1 56 16,-5 6 0,-3-4-16,5-9 15,2-49-15,0 0 16,0 0-16,0 0 16,0 14-16,2-2 15,-1 2-15,3-3 0,-1 1 16,0 1-16,-3-13 0,7 7 0,-1 1 0,0-2 15,-6-6-15,7 2 0,1-2 0,-1 1 16,2-8-16,0 1 0,1 0 0,-10 6 16,11-12-16,-1 0 0,1 1 0,-11 11 0,11-17 15,-1 1-15,1 2 0,-1-3 0,-2 0 16,1 1-16,-9 16 0,7-12 0,-2-1 0,2-1 0,-7 14 16,5-6-16,-1-2 0,-1 1 15,0 3-15,-2 1 0,0 1 0,-1 2 0,2 1 16,-2 0-16,0 1 0,2 7 0,-2-2 0,0 0 0,0-7 15,0 14-15,0-1 0,0 0 0,-2 4 0,2 0 0,0 1 0,0-18 0,4 16 0,-2 2 0,0 0 16,1-3-16,0 0 0,0-1 0,-1-5 0,1-1 0,-1-1 0,-2-7 0,2 5 0,-2-3 0,0 3 0</inkml:trace>
  <inkml:trace contextRef="#ctx0" brushRef="#br0" timeOffset="6419.862">11202 5604 0,'0'0'0,"0"0"0,0 0 16,47 64-16,-20 8 16,-19-2-1,-3 4-15,-5-74 0,0 0 0,0 0 16,0 0-16,0 25 0,0-3 0,0 1 0,-3-1 16,2-1-16,0-1 0,1-20 0,-3 21 0,1-2 0,0 0 15,2-19-15,0 18 0,0 1 0,0-2 0,1-5 16,0 0-16,0 0 0,-1-12 0,2 5 0,1 1 15,-1 1-15,-2-7 0,2 0 0,-2 1 0,0 0 16,4-9-16,-2 0 0,0 1 0,-2 7 0,4-18 16,0 2-16,0 0 0,-4 16 0,3-21 0,0 1 15,-1-1-15,-4 5 0,0 1 0,1-1 0,1 16 0,-4-8 16,0-2-16,0 2 0,4 8 0,-9-6 0,0 0 16,1 1-16,-7 4 0,1 0 0,1 1 0,13 0 15,-18 5-15,3 2 0,-1-2 0,5 1 0,2 0 16,-1-1-16,10-5 0,-19 17 0,0-1 0,0-1 0,1 5 15,2 0-15,0-1 0,16-19 0,-12 19 0,2-2 16,0 1-16,3-5 0,1 1 0,1-1 0,5-13 16,0 12-16,2-1 0,-1 0 0,-1-11 0,9 8 15,-1 2-15,0 0 0,-8-10 16,19 5-16,-3 1 0,1 0 16,10-5-16,-2 0 15,1 0 1,-26-1-16,31-3 15,-1 1-15,0-1 16,1-4-16,-1-1 16,0 1-16,-30 7 0,27-10 15,0 2-15,0-2 0,-5-1 16,-3 0-16,1 0 0,-8 3 16,-1 1-16,-1 0 0</inkml:trace>
  <inkml:trace contextRef="#ctx0" brushRef="#br0" timeOffset="6642.022">11618 6085 0,'0'0'0,"0"0"0,0 0 16,0 0-16,0 0 0,60-4 0,-10-11 15,-50 15-15,0 0 0,0 0 0,0 0 16,12-9-16,3 2 0,-2-2 0,-13 9 16,11-9-16,-2-1 0,-1 1 15,-8 9-15,8-9 0,-1 1 16,-1-2-16,-2 2 0,-3-2 0,2 2 0,-3 8 16,-3-9-16,3 1 0,-1 1 0,1 7 15,-8-5-15,1-1 0,1 2 0,6 4 0,-14-1 16,0-2-16,1 3 0,-4 5 15,1-1-15,-1 1 0,17-5 0,-17 10 0,-1 0 16,1 0-16,17-10 0,-16 11 0,3 2 0,-1-2 0,4 4 0,0 0 16,-1 0-16,11-15 0,-4 18 0,0-2 0,0 1 0,8 2 0,-1-1 0,0 0 0,-3-18 15,12 14-15,-3 3 0,0-1 0,-9-16 0,16 12 0,-2-1 0,1 3 0,6-10 0,1 0 16,0 0-16</inkml:trace>
  <inkml:trace contextRef="#ctx0" brushRef="#br0" timeOffset="7017.782">12043 5936 0,'0'0'0,"0"0"0,0 0 16,0 0-1,11 68-15,-7-13 16,-3-11 0,-1-44-16,0 0 0,0 0 0,0 0 15,-1 8-15,0 1 0,0 0 0,0-4 0,0-1 0,-1 0 16,2-4-16,-1 0 15,1 0-15,0 0 0,0 0 0,3-7 0,-3 1 0,0-1 0,4-5 0,-3 2 16,2 0-16,-3 10 0,7-15 0,-2 0 0,0 2 0,-5 13 16,8-19-16,-1 1 0,0 0 0,4-1 0,-1 3 0,-1-1 15,-9 17-15,9-11 0,3 3 16,-2-2-16,-1 6 0,0 0 16,-1 1-16,-8 3 15,9 4 1,0 1-16,1-3 0,-10-2 15,9 13-15,-2-1 0,1 0 0,-8-12 16,6 15-16,-1 0 0,0 0 16,1 3-16,-2 1 0,1-1 0,-5-18 0,3 19 0,1 0 0,-1 1 0,-3-20 0,1 14 15,-1 0-15,0-1 0,0-13 0,-3 10 0,0 0 0,0 0 16,0-10-16,-1 0 0,1 0 0,3 0 0,-3-10 0,1 0 0,0 0 0</inkml:trace>
  <inkml:trace contextRef="#ctx0" brushRef="#br0" timeOffset="7199.652">12443 5628 0,'0'0'0,"0"0"0,0 0 15,0 0 1,65 50-16,-18 17 16,-21 13-1,-26-80-15,0 0 0,0 0 0,5 25 0,-1 2 16,0-2-16,-4-25 0,3 26 0,-2-1 0,0 0 0,-1-25 16,-2 25-16,0-2 0,-1 1 15,-4-6-15,-2 0 0,1 1 16,8-19-16,-10 6 0,0 0 0,-1 0 15,11-6-15,0 0 0</inkml:trace>
  <inkml:trace contextRef="#ctx0" brushRef="#br0" timeOffset="7326.365">12472 5881 0,'0'0'0,"0"0"16,0 0-16,60 10 15,0-1 1,-5-17-16</inkml:trace>
  <inkml:trace contextRef="#ctx0" brushRef="#br0" timeOffset="7559.838">12830 5355 0,'0'0'0,"0"0"16,78 30-16,5 29 31,-21 21-31,-17 24 16,-45-104-16,25 133 0,-31 23 15,6-156-15,0 0 0,0 0 0,-18 58 16,2-1-16,-1 0 0,-24 4 16,2 0-16,0 0 0,39-61 15,-69 58-15,3 1 0,0-1 0</inkml:trace>
  <inkml:trace contextRef="#ctx0" brushRef="#br0" timeOffset="40338.958">2928 7706 0,'0'0'0,"0"0"0,0 0 15,0 0-15,0 0 16,0 0-16,0 0 16,0 0-16,0 0 0,0 0 0,0 0 15,0 0-15,0 0 0,0 0 0,0 0 0,0 0 16,0 0-16,0 0 0,-18-3 0,-1 0 0,0 0 16,19 3-16,-11-3 0,1 2 0,-1 1 15,11 0-15,-20 14 0,0 1 0,0 1 16,20-16-16,-12 9 0,2 0 0,-1 1 15,11-10-15,-18 26 0,0-1 0,3 1 0,15-26 0,-9 14 0,0-1 16,0 0-16,9-13 0,-12 32 0,3-1 0,0-1 0,5-13 0,-1 0 16,0-1-16,5-16 0,5 29 0,-3-2 0,1 0 15,-3-27-15,2 16 0,-1-2 0,1 1 0,-2-15 16,15 20-16,1-1 0,0 1 0,-16-20 0,9 11 16,-1-3-16,-1 3 0,-7-11 0,26 8 0,0-1 0,-3 1 15,-23-8-15,13 5 0,0-2 0,2-1 0,-15-2 16,24-11-16,0 2 0,1-1 0,-10 2 0,-2 2 0,1-1 15,-9 4-15,0 0 0,0 1 0,-5 2 16</inkml:trace>
  <inkml:trace contextRef="#ctx0" brushRef="#br0" timeOffset="40726.626">3136 7899 0,'0'0'0,"0"0"0,0 0 0,0 0 15,0 0-15,0 0 16,0 0-1,0 0-15,0 0 0,0 0 0,-7 17 0,-2 0 16,2 1-16,7-18 0,-7 18 0,1-1 0,1 1 16,-2-2-16,4 0 0,-2-1 0,5-15 0,-2 17 15,1-3-15,0 3 0,1-17 0,4 12 0,-1 2 16,0-1-16,6-4 0,-3-1 0,0 0 0,-6-8 16,11 6-16,0 0 0,-3 0 0,6-8 15,-2 2-15,1-1 0,-13 1 0,15-6 0,-2-2 16,-2 1-16,3-6 0,-1 0 0,2 0 0,-15 13 15,11-19-15,-1 0 0,1 0 0,-5 2 16,1 1-16,1-1 0,-8 17 0,1-17 16,0 1-16,0 1 0,-6 1 0,1-2 0,1 2 0,3 14 0,-7-12 0,0-1 15,0 1 1,7 12-16,-11-10 0,1 1 16,0 0-16,-5 4 0,1 0 0,-1 0 15,15 5-15,-18-1 0,1 1 0,-2-2 16,-2 9-16,-2-3 0,2 1 15,21-5-15,-18 5 16,-1-1-16,-1 3 0,12-4 0,-3 0 0,2-2 0</inkml:trace>
  <inkml:trace contextRef="#ctx0" brushRef="#br0" timeOffset="41130.96">3411 7904 0,'0'0'0,"0"0"0,0 0 0,0 0 16,20 75-16,-2 3 15,-1-7 1,-13-17-16,-4-54 16,0 0-16,0 0 0,-2 11 0,1 0 15,0 1-15,1-12 0,-2 5 16,2 0-16,0 1 0,0-3 0,0-1 0,0 0 0,0-2 0,0 0 16,0 0-16,0 0 0,4-8 0,0 1 15,-2 0-15,-2 7 0,7-14 16,-2 0-16,2 1 0,-7 13 0,9-20 0,-4 0 15,3 0-15,4-3 0,-3 0 0,0 0 0,3 2 0,-3-2 16,0 1-16,-9 22 0,8-15 0,0-1 0,-1 1 16,-1 4-16,-1 1 0,-2 0 0,-3 10 0,2-5 0,2-1 0,-1 1 0,1 3 15,1 1-15,-2-1 0,-3 2 16,5 6-16,0-1 0,1 0 0,-6-5 16,6 10-16,-1 0 0,0 0 15,0 7-15,0-2 0,1 0 16,1 8-16,-1-4 0,-2 1 15,0-7-15,0 1 0,1-1 0,-3-8 16,0 2-16,0 0 0,0-5 16,-2 0-16,0 1 0,1-2 15,-1-1-15,0 1 0</inkml:trace>
  <inkml:trace contextRef="#ctx0" brushRef="#br0" timeOffset="41317.15">4023 7809 0,'0'0'0,"0"0"15,0 0-15,0 0 16,-27 69-16,-5 4 16,26-9-1,12-11-15,-6-53 16,0 0-16,0 0 0,0 0 0,6 18 0,-2 0 16,0 0-16,5-2 0,0 0 0,-2 0 15,-7-16-15,16 14 0,-2-1 0,2 0 0,1-12 0,3 2 0,-2 0 16,-5-4-16,-1-1 0,1 1 0</inkml:trace>
  <inkml:trace contextRef="#ctx0" brushRef="#br0" timeOffset="41881.744">4337 7499 0,'0'0'0,"0"0"0,7 52 0,-2 23 15,3 5-15,-6 11 16,4-6 0,-6-85-16,0 0 0,0 0 0,2 25 15,0 3-15,-2-2 0,0-26 16,2 21-16,-2 0 0,0 1 0,4-4 0,-1-1 0,0 1 16,-3-18-16,6 10 0,-3 1 0,0 0 0,3-7 15,0 1-15,1 0 0,-7-5 0,9-7 0,-1 1 16,-1 0-16,6-8 15,-3-1-15,0 2 16,-10 13 0,12-20-16,-2 2 0,0-1 0,2 1 15,-3 2-15,0-2 0,-9 18 16,10-13-16,-2 0 0,0 1 0,-1 4 0,-2 1 16,1-1-16,-6 8 0,3-4 0,0 1 0,0-1 15,-3 4-15,2 4 0,0-1 0,0 1 0,-1 6 0,-1 0 16,0 1-16,0-11 0,-3 16 0,0 0 0,0 0 0,3-16 15,-2 18 1,0-2-16,0 2 0,1-4 16,0-2-16,0 1 0,1-13 0,-4 12 0,4-1 0,0 0 0,4-4 15,-3-1-15,0 2 0,-1-8 0,4 2 0,-2 0 0,1 1 16,-3-3-16,5-5 0,1 1 0,-2 1 0,7-10 0,-2 1 0,0-1 16,-9 13-16,12-16 0,-2 1 0,0 0 0,1-1 15,-1 2-15,0 0 0,-10 14 0,10-9 0,-2 1 16,0 0-16,0 5 0,-4 0 0,2 0 0,-6 3 0,5 3 0,-1-1 0,0 0 15,-4-2-15,7 11 0,-3-2 0,0 1 0,2 6 0,-2 0 0,0 0 0,2 3 0,-1-2 0,-1 0 0,-4-17 0,4 15 0,-1-1 16,0-1-16,-3-13 0,4 10 0,-2-2 0,0 0 0,3-1 0,0-2 0,-3 0 0,-2-5 0,6-7 0,0 0 16,0 1-16,-1-1 0,0 0 0,-1-1 0,-2 5 15,0-1-15,0 1 0</inkml:trace>
  <inkml:trace contextRef="#ctx0" brushRef="#br0" timeOffset="42353.476">5188 7536 0,'0'0'0,"0"0"0,0 0 0,36 75 16,-3 7 15,-17-9-31,-4-5 0,-12-68 16,0 0-16,0 0 0,0 0 0,3 22 0,-3-1 16,3 1-16,-3-22 15,1 14-15,1 1 0,0 0 0,2-3 16,-2 1-16,0-3 0,-2-10 0,6 10 0,-3-2 0,0 0 15,-3-8-15,4 4 0,-1 1 0,-2 0 0,2-4 0,-2-1 0,0 0 0,-1 0 0,2-12 0,0 2 16,0-1-16,-2 11 0,2-15 0,-2 0 0,0 2 0,-2-2 0,0 2 0,0 0 16,2 13-16,-6-9 0,1-1 0,-1 2 0,-4 4 15,0 1-15,0-1 0,10 4 0,-18 3 16,2-2-16,-2 2 0,-3 4 0,1 0 0,-1-1 0,21-6 16,-21 12-16,1-1 15,-1 0-15,3 2 0,1 1 0,-1 0 0,18-14 16,-18 14-16,0 0 0,1 0 15,3-3-15,3 0 0,-1-1 16,12-10-16,-8 11 0,1 1 0,0 0 16,4-2-16,0 0 0,2-1 0,1-9 15,6 7-15,0 1 0,0-2 0,12 1 16,-2 0-16,1 1 0,-17-8 0,27 0 0,-3 2 16,1-1-16,-25-1 15,32-3-15,-2-1 0,0 0 0,1 1 0,-3-1 16,2 1-16,-30 3 0,32-5 0,-3 0 0,0-1 0,-7 0 0,-1 0 15,1 0-15,-9 2 0,-1 1 16,-1 0-16,-5 0 0,-1 2 0,-1 0 0,-4 1 0</inkml:trace>
  <inkml:trace contextRef="#ctx0" brushRef="#br0" timeOffset="42653.219">5749 7994 0,'0'0'0,"0"0"0,60-22 15,-11 2 1,-11-4-16,-17 3 16,-3-1-16,-18 4 15,0 18-15,0 0 0,0 0 0,0 0 16,-3-7-16,0 0 0,-2 1 0,0 2 0,-1 0 16,0 0-16,6 4 0,-12-3 0,-1 3 15,1 0-15,-5 3 0,1 0 0,-1 1 16,17-4-16,-20 8 0,3 1 0,-1-1 0,18-8 15,-16 9-15,0 0 0,2 0 0,-1 3 0,3-1 0,0 0 0,12-11 0,-9 13 0,2 0 16,0 1-16,5-4 0,0 2 0,0-1 0,2-11 16,5 12-16,-3-1 0,2 0 0,9 3 0,1-2 15,-1 1-15,-2-4 0,-1 1 0,0-2 0,-10-8 16,25 3-16,-2-1 0,0-1 0,4-4 16,1-1-16,0 1 0,-28 3 0</inkml:trace>
  <inkml:trace contextRef="#ctx0" brushRef="#br0" timeOffset="42777.833">6636 7836 0,'0'0'0,"73"5"0,10 4 16,-13-5-16</inkml:trace>
  <inkml:trace contextRef="#ctx0" brushRef="#br0" timeOffset="46832.51">7886 7331 0,'0'0'0,"0"0"0,24 76 16,-11-28 0,6 63-16,1 16 15,-7-1-15,-13-126 16,0 0-16,0 0 0,0 0 0,2 45 0,0 1 16,0-1-16,-2-45 0,3 45 0,-2-2 0,0-1 15,-1-42-15,-2 37 0,0 1 0,0-1 0,2-37 0,-2 35 0,0-1 16,0 1-16,2-35 0,-2 17 0,1-2 15,0 2-15,1-17 0,3 28 0,-1-1 0,0 0 0,-2-27 16,2 17-16,-1-3 16,0 1-16,-1-15 0,10 7 0,-1 1 0,0-1 15,-9-7-15,5 4 0,1-1 16,-2-1-16,-4-2 0,18-16 0,-1 1 0,-1-1 16,-16 16-16,10-9 0,-1-1 0,0-1 0,-9 11 0,22-33 0,0 2 0,-1-2 15,-21 33-15,27-36 0,-1-2 0,0 1 0,-26 37 16,28-40-16,-1 1 0,0-1 0,-4 1 0,0-1 15,0 2-15,-23 38 0,19-37 0,1 0 0,0 1 16,-20 36-16,15-34 0,0 1 0,-1 1 0,-14 32 0,7-18 0,0 4 0,-1-3 16,-6 17-16,13-29 0,0 2 0,-1-2 0,-12 29 0,8-15 15,-1 0-15,-1 0 0,-6 15 16,8-19-16,-1-2 0,0 2 0,-7 19 16,5-10-16,-1 0 0,0 0 15,-4 10-15,2-4 16,-1 0-16,0 1 0,-1 3 0,1-1 0,-1-1 0,0 1 0</inkml:trace>
  <inkml:trace contextRef="#ctx0" brushRef="#br0" timeOffset="47097.479">7561 8091 0,'0'0'0,"0"0"0,0 0 16,86-13-1,21 0-15,12-2 16,9 7-16,-128 8 16,0 0-16,0 0 0,0 0 0,41-2 0,1 0 0,-1 2 15,-1-3-15,1 0 0,-1 0 0,-1 0 16,-2 1-16,1-1 0,-38 3 0,33 1 0,-1 1 15,0-1-15,-2 0 0,-1 3 0,0-2 0,-12-1 0,1 1 16,-1-1-16</inkml:trace>
  <inkml:trace contextRef="#ctx0" brushRef="#br0" timeOffset="47733.657">8867 7986 0,'0'0'0,"0"0"15,58-23-15,-2 18 16,-8 15-1,-8 19-15,-18 10 16,-22-39-16,0 0 0,0 0 16,7 19-16,-3 0 0,0-2 0,-4-17 15,-4 20-15,2 0 0,0-1 0,2-19 16,-8 24-16,2-4 0,0 3 0,1-2 16,0 1-16,-1-2 0,6-20 15,-6 21-15,0-1 0,0 0 0,6-20 0,-10 15 0,1 1 16,0-2-16,-2-3 0,0 1 0,1 1 0,10-13 0,-8 7 0,1 1 15,1-1-15,6-7 0,-3 3 0,0 0 0,-1 1 0,3-5 0,-1-1 0,0 1 0,2 1 0,3-11 16,-1 2-16,0-1 0,-2 10 0,7-16 0,-2 0 16,0 0-16,6-5 0,-3 1 0,0 0 15,-8 20-15,15-24 0,-1 1 0,1 1 16,-15 22-16,15-23 0,0 1 0,-2 0 0,4 1 0,-2-1 0,1 3 16,-16 19-16,15-21 15,-1 1-15,-1 2 0,-13 18 16,14-18-16,-3 3 0,0-1 0,-1 4 15,-2-1-15,0 1 0,-8 12 16,6-8-16,-1 1 0,1 0 0,-6 7 16,3-3-16,-1-2 15,0 3-15,0 4 0,-1-2 0,0 2 16,-1-2-16,-4 9 0,2 0 16,0 1-16,-3 1 0,0 3 15,1-3-15,4-11 16,-6 18-16,0-2 0,0 2 15,-3 1-15,2 0 0,0 0 0,7-19 0,-6 21 16,2-1-16,-1 0 0,5-20 0,-3 22 0,1 0 0,0-1 0,2-21 0,6 23 0,-1-2 0,-1 2 16,8-3-16,-2-1 0,1 1 0,-11-20 0,8 13 0,0-1 0,1-1 0</inkml:trace>
  <inkml:trace contextRef="#ctx0" brushRef="#br0" timeOffset="49382.07">10561 7113 0,'0'0'0,"0"0"15,-39 56-15,-16 16 16,-25 43-1,-22 50 1,25-25-16,77-140 0,0 0 0,0 0 16,0 0-16,-19 43 0,2-2 0,1-1 0,0 2 15,3-1-15,0 0 0,13-41 0,-13 51 0,1-1 16,-1-2-16,13-48 0,0 0 0,-5 52 0,1-1 0,0-1 16,11 0-16,-2-3 0,0 2 0,-5-49 0,17 50 15,-2 0-15,1 2 0,-16-52 0,25 47 16,-4-2-16,3 3 0,-24-48 0,33 44 0,-2-2 0,0 1 15,13-8-15,-1 1 0,1 0 16,-44-36-16,42 30 0,0-2 0,1 1 0,-6-10 0,-1-2 16,0 1-1</inkml:trace>
  <inkml:trace contextRef="#ctx0" brushRef="#br0" timeOffset="50547.481">11319 7732 0,'0'0'0,"0"0"15,25-50-15,-9 21 16,-10 15-16,-29-6 31,10 8-31,13 12 16,0 0-1,0 0-15,-29 6 0,2 2 16,0-1-16,27-7 0,-31 10 16,0 2-16,0-1 0,31-11 15,0 0-15,-31 11 0,2 0 0,0 0 16,29-11-16,-15 7 0,1-1 0,1 0 15,13-6-15,-19 15 0,1 0 0,-1-1 0,19-14 16,-9 9-16,0-1 0,-1 0 0,10-8 16,9 17-16,-2 1 0,0-3 0,-7-15 15,19 18-15,-2-1 0,1-1 0,-18-16 16,24 20-16,-3-2 0,1-1 0,-22-17 16,24 22-16,-1-3 15,1 2-15,-24-21 0,20 22 0,-1-1 0,-1 1 16,-18-22-16,10 11 0,-1 1 0,-2-1 15,-7-11-15,7 27 0,-2 1 0,1 0 0,-6-28 0,3 15 16,-1 1-16,0-1 0,-2-15 0,-13 21 0,1-4 16,0 2-16,12-19 0,-9 9 0,1 0 0,0 1 0,8-10 0,-28 12 0,2-1 0,0 0 15,26-11-15,-16 6 0,2 0 0,0 0 16,14-6-16,-30 1 0,1 1 0,0-2 16,29 0-16,-18 0 0,3 0 0,-2 0 15</inkml:trace>
  <inkml:trace contextRef="#ctx0" brushRef="#br0" timeOffset="50731.551">11668 7614 0,'0'0'0,"0"0"0,12 62 0,5 12 15,-4 5-15,-4-1 16,-1 1 0,-8-79-16,0 0 15,0 0-15,2 27 0,0 1 0,0-1 16,-2-27-16,-3 26 15,2-1-15,0 0 0,1-25 0,-8 30 16,0-3-16,1 1 0,0-7 0,0 0 0,-1-2 0</inkml:trace>
  <inkml:trace contextRef="#ctx0" brushRef="#br0" timeOffset="51200.087">11566 8174 0,'0'0'0,"0"0"15,0 0 1,63-27-16,18-9 15,2-6-15,-32 14 16,-51 28-16,0 0 16,0 0-16,8-6 0,-1 2 0,0-1 0,-7 5 0,23-13 0,-1 1 15,0 1-15,-22 11 16,20-14-16,0 3 0,0-1 0,-8 5 0,-1-1 0,1 2 0,-12 6 16,7-1-16,0-1 0,0 1 0,-7 1 0,3 4 15,1 0-15,-1 3 0,-3-7 0,2 11 0,-1 3 16,0-2-16,-1-12 0,-2 21 0,2-2 0,0 1 15,-2 3-15,2-4 16,0 3-16,0-22 0,0 20 0,0-1 0,0-1 16,0-18-16,2 15 0,-1 1 15,0-2-15,2-4 0,-1-1 0,0 2 0,-2-11 16,7 3-16,1 1 0,-1 0 0,-7-4 0,12-3 0,-2 2 16,3-1-16,-13 2 0,16-12 0,-1 2 0,-1 1 0,-14 9 0,18-16 0,0 1 15,-1 0-15,1-3 0,-2 0 0,1 0 0,-17 18 0,14-17 0,0 2 0,-1-2 16,-13 17-16,7-10 0,1 1 0,-1-1 0,-7 10 0,3-6 0,0 2 15,0 0-15,-3 4 0,1 0 0,0 0 0,0 0 16,-1 0-16,-2 6 0,2-2 0,0 1 16,0-5-16,2 14 0,-2-1 0,0 1 0,0-14 15,-2 19-15,1-1 0,0 2 16,-3 3-16,0-1 0,0 1 16,4-23-16,-3 19 0,2 0 0,-1 0 15,5-9-15,-3-2 16,0 1-16</inkml:trace>
  <inkml:trace contextRef="#ctx0" brushRef="#br0" timeOffset="51859.128">12744 7547 0,'0'0'0,"0"0"0,29 67 16,-8 22-16,-14 1 15,-20-4-15,6-13 16,7-73-16,0 0 0,0 0 0,-1 19 16,0 0-16,-1-1 0,2-18 0,3 16 0,-2-2 15,0 2-15,-1-16 0,1 9 0,-1 0 0,0-1 16,0-8-16,2 4 0,-2 0 0,0-1 16,0-3-16,2-2 0,-1 1 0,0 1 15,1-12-15,1 2 0,-1 0 0,-2 10 0,4-18 0,-1 2 0,2-1 16,-5 17-16,1-14 0,-1-1 0,0 2 0,0 1 0,0 0 15,0 1-15,1 4 0,-1 1 0,0 0 0,0 6 16,-10-1-16,1 0 0,1 1 0,8 0 0,-17 7 16,0 0-16,1 0 0,-4 5 0,0 0 15,1 0-15,19-12 0,-21 15 0,1-1 0,1 0 0,19-14 0,-18 18 16,1-3-16,-1 1 0,18-16 0,-16 16 0,3 0 16,0 0-16,4-2 0,2 0 0,0 0 0,7-14 0,-2 10 15,0 0-15,0-2 0,2-8 0,4 8 16,-1 1-16,0-1 0,-3-8 0,13 4 0,-1 1 15,-1 1-15,12-9 0,-2 2 0,-1-2 0,-20 3 16,32-8-16,-1 0 0,0-1 0,4-5 0,-1-1 16,-1 0-16,-33 15 15,33-18-15,-3 1 0,2-2 16,-6 2-16,-3 0 0,1-1 0,-24 18 16,19-14-16,-2-3 0,1 2 0,-18 15 0,11-11 15,1-1-15,-1 1 0,-3 2 0,-2 1 0,1-1 16,-7 9-16,1-7 0,0 2 0,0 0 0,-4 3 15,-1 2-15,3-1 0,1 1 16,-7 1-16,1-1 0,0 0 0,6 0 16,-11 4-16,3 0 0,0-1 0,-4 5 15,1-2-15,1 0 0,10-6 0,-8 11 0,-1-3 16,1 3-16,8-11 0,-7 10 16,0 2-16,-1-1 15,8-11-15,-4 12 0,0-1 0,0 0 0,4 1 0,0-2 0,0 1 16,0-11-16,9 13 0,-1-1 0,-1-1 0,-7-11 0,17 7 15,-1 0-15,-1 0 0,11-7 0,0 0 0,0 0 0,-26 0 0,29-9 0,-1 0 0,0 1 0,-28 8 16,32-19-16,0 2 0,0-2 0</inkml:trace>
  <inkml:trace contextRef="#ctx0" brushRef="#br0" timeOffset="52133.974">13342 7836 0,'0'0'0,"0"0"0,0 0 16,14 67 0,-6-27-1,-17 39-15,3-35 16,6-44-16,0 0 0,0 0 0,0 0 0,-8 14 15,2 0-15,0-1 0,6-13 0,-5 6 16,2 1-16,0-1 0,3-6 16,1-7-16,0 1 15,0-2-15,-1 8 0,2-5 0,-2 0 0,0-1 16,0 6-16,9-26 0,0-2 0,1 0 16,5 0-16,-1 0 0,-1 1 0,-13 27 15,7-16-15,0 4 0,0-2 0,-7 14 0,13-14 0,-3 2 16,1-1-16,-11 13 0,7-7 0,-2 1 0,0 0 0,-5 6 0,0 0 0,2-2 0,0-1 0,1 2 15,-3 1-15,11 18 0,-1-1 0,1 1 0,-11-18 0,10 28 0,-1-3 0,1 2 0,-10-27 16,5 15-16,-1-1 0,0 0 0,-4-14 16,-3 27-16,0-1 0,0 1 0,3-27 0,-2 14 0,0 2 0,-1-2 15,2-8-15,0 0 0,0 0 0</inkml:trace>
  <inkml:trace contextRef="#ctx0" brushRef="#br0" timeOffset="52383.002">13812 7470 0,'0'0'0,"0"0"15,50 58-15,2 17 16,-19 15-16,-18-8 16,-15 0-1,0-82-15,0 0 0,0 0 0,3 34 16,-3-1-16,0-1 0,0-32 0,-7 29 15,3-1-15,0 0 0,-8-6 16,-1 1-16,1-2 0,12-21 16,-14 8-16,2-1 0,0-1 0</inkml:trace>
  <inkml:trace contextRef="#ctx0" brushRef="#br0" timeOffset="52493.975">13825 7979 0,'0'0'0,"0"0"0,0 0 15,65-11-15,18 1 16,-29 4 0</inkml:trace>
  <inkml:trace contextRef="#ctx0" brushRef="#br0" timeOffset="52774.089">14572 7372 0,'0'0'0,"-31"64"0,1 11 15,-7 8-15,7 2 16,10 10-1,24 5-15,-4-100 0,0 0 0,0 0 0,6 37 16,-1-1-16,0-1 0,-5-35 0,12 34 0,-3-3 0,0 2 16,-9-33-16,14 21 0,-2 0 15,0-1-15,-12-20 16</inkml:trace>
  <inkml:trace contextRef="#ctx0" brushRef="#br0" timeOffset="53013.656">15131 7522 0,'0'0'0,"0"0"0,-21 54 15,-16 17 1,-9 0-16,-9-1 15,-12 5-15,67-75 16,0 0-16,0 0 0,0 0 0,-25 20 16,3 0-16,-1 1 0,6-10 0,3 0 15,-1-1-15</inkml:trace>
  <inkml:trace contextRef="#ctx0" brushRef="#br0" timeOffset="53178.59">14819 7635 0,'0'0'0,"0"0"0,0 0 16,34 65-16,9 9 15,2 6 1,8-3-16,-53-77 16,0 0-16,0 0 0,0 0 0,19 20 0,-2 0 15,1 0-15</inkml:trace>
  <inkml:trace contextRef="#ctx0" brushRef="#br0" timeOffset="53401.01">15248 7279 0,'0'0'0,"86"70"16,26 28-16,-31 15 15,-52-16-15,-39 0 16,-28 3-16,38-100 16,0 0-16,0 0 0,-27 31 0,2 0 0,0 0 15,-4-7-15,1-2 16,0 1-16</inkml:trace>
  <inkml:trace contextRef="#ctx0" brushRef="#br0" timeOffset="53810.098">15889 7789 0,'0'0'16,"0"0"-16,67-9 15,4 3-15,11 1 16,18-1 0,5-3-1,-105 9-15,0 0 0,0 0 0,41-4 0,1 1 16,-1 0-16,-41 3 15,43-4-15,-1-1 0,-1 0 0,1-1 0,0-2 16,-1 1-16,-41 7 0,41-6 0,0 0 16,-1 2-16,-3 1 0,-1 1 15,0 0-15,-36 2 0,34 2 0,-1-2 16,0 0-16,-33 0 0,27 2 0,-2-1 0,1 1 0,-6-2 16,-1 1-16,-1 2 0,-18-3 15,12 0-15,-1 2 0,0-2 0,-5-5 0,1 4 0,-1-4 16</inkml:trace>
  <inkml:trace contextRef="#ctx0" brushRef="#br0" timeOffset="54232.734">16948 7500 0,'0'0'0,"0"0"0,0 0 15,0 0-15,0 0 16,0 0-16,0 0 15,0 0-15,0 0 0,0 0 16,0 0-16,0 0 0,0 0 0,0 0 0,0 0 16,0 0-16,0 0 0,0 0 0,23-1 0,-1-2 15,0 1-15,-22 2 0,23-2 0,-1 2 16,0 0-16,-22 0 0,18 2 16,1 1-16,0-1 15,-3 2-15,-1 2 0,-1-1 16,-14-5-16,15 5 0,-3 0 0,0-1 0,-1 0 15,-3 0-15,0 1 0,-8-5 0,10 6 0,-3 0 0,0-1 16,-7-5-16,5 8 0,-1 0 0,0-3 0,-3 9 16,0-1-16,1-1 0,-2-12 15,1 15-15,-1 2 0,0-1 0,0-16 0,-5 20 0,3 0 16,0-1-16,-12 5 16,3-1-1,0 0-15,-16 4 16,2 0-16,1-1 0,24-26 15,-40 31-15,3-2 0,0 0 16,0-2-16,2-2 0,-1 1 16</inkml:trace>
  <inkml:trace contextRef="#ctx0" brushRef="#br0" timeOffset="56192.398">17830 7034 0,'0'0'0,"8"71"16,-4-26 0,-15 66-16,-9 2 0,11-58 15,0 51 1,9-106-16,0 0 15,0 0-15,0 0 0,-3 19 0,2 1 0,0-1 0,1-19 16,-6 33-16,0-2 0,1 2 0,5-33 16,-3 17-16,0 1 0,0-1 0,3-17 0,-1 21 15,0-2-15,0 1 0,1-20 0,-1 9 16,1 2-16,0-1 0,8-6 0,0 2 16,1-1-16,-9-5 0,5 2 0,0-1 0,-1 1 0,-4-2 0,20-9 15,-3 2-15,1 0 0,-18 7 16,11-5-16,-2 0 0,1 2 0,-10 3 15,20-9-15,0 1 0,0 0 0,-20 8 0,12-5 0,-2 1 0,1 1 0,-11 3 0,20-4 0,0 3 16,0-1-16,-20 2 0,11-2 0,0 2 0,1-1 0,-12 1 0,14 5 0,0-1 16,-1 0-16,-13-4 0,0 0 0,7 3 0,1 0 15,-1-2-15,-7-1 0,21 10 0,-3-3 16,1 0-16,-7-2 0,-2-1 16,1 1-16,-7-4 0,0 1 15,0 0-15,-2-2 0,-1 0 0,0 0 0</inkml:trace>
  <inkml:trace contextRef="#ctx0" brushRef="#br0" timeOffset="56350.335">18403 7534 0,'0'0'0,"0"0"0,0 0 16,11 63-16,6 1 31,-5 4-31,-8-16 0,-4-52 0,0 0 0,0 0 0,3 16 15,-2 0-15,0 0 0,-1-16 0,-2 13 16,0-3-16,0-1 0,0-2 0,0-1 0,0-2 0</inkml:trace>
  <inkml:trace contextRef="#ctx0" brushRef="#br0" timeOffset="56517.897">18312 7267 0,'0'0'0,"0"0"16,0 0-16,0 0 15</inkml:trace>
  <inkml:trace contextRef="#ctx0" brushRef="#br0" timeOffset="56808.894">18632 7136 0,'0'0'0,"0"0"0,0 0 15,32 46-15,-9-2 16,-12 4 0,-2 6-16,-7 9 15,-2-63-15,0 0 0,0 0 0,0 0 0,2 24 16,-2-1-16,0 0 0,0 2 15,0-2-15,0 0 0,0-23 0,2 25 0,-2 0 16,0 0-16,0-25 0,2 28 0,-1-2 0,0 1 0,-2-2 0,1 2 0,0-2 0,0-25 16,1 23-16,0-1 0,0 0 15,2-1-15,-1 0 0,0-2 0,0-5 16,0-2-16,0 1 0,-1-7 16,0-1-16,0 1 0,1-4 15,-2 0-15,0 1 0</inkml:trace>
  <inkml:trace contextRef="#ctx0" brushRef="#br0" timeOffset="57105.164">18980 7566 0,'0'0'0,"0"0"0,-53 25 16,-4 12-1,7-8-15,12-7 16,20-4 0,18-18-16,0 0 0,0 0 15,-3 6-15,1-2 0,0 0 16,2-4-16,1 7 0,0 0 16,0-2-16,4 3 0,1 1 15,-1-1-15,-5-8 0,12 9 16,1-1-16,-1 1 0,-12-9 0,15 9 0,0 0 0,-1-2 15,6 5-15,0-2 0,-1 1 0,-19-11 0,22 14 0,-1-1 0,-1-1 0,1 3 0,-2-2 16,-1 0-16,-18-13 0,16 10 0,-2-1 0,1 0 0</inkml:trace>
  <inkml:trace contextRef="#ctx0" brushRef="#br0" timeOffset="57555.109">19274 7879 0,'0'0'0,"0"0"16,70-23-16,-4-5 15,-18-3 1,-10-5-16,0 0 16,-38 36-16,0 0 0,0 0 0,0 0 0,9-12 0,-1 2 15,0 0-15,-8 10 0,4-12 0,-1 2 16,1 0-16,-4 10 0,-3-8 0,2-1 0,0 1 0,-8 0 15,2 1-15,0-1 0,-9 6 16,3-1-16,-1 2 0,14 1 16,-16 4-16,-1 1 0,1 0 0,16-5 0,-21 8 0,0-1 15,1 1-15,0 3 0,0 0 0,1-1 16,19-10-16,-19 15 0,2-2 16,-1 1-16,18-14 0,-12 16 0,1 0 15,1 1-15,10-17 0,-4 19 0,0-1 16,2 2-16,4-3 0,0-1 15,-1 2-15,-1-18 0,7 18 0,0 0 16,0-1-16,11-1 0,-2 0 0,-1 0 0,-15-16 16,22 10-16,-2 1 15,1 0-15,7-8 0,0 1 16,0-1-16,-28-3 0,33-5 0,-2 0 16,0 1-16,5-9 0,-1 1 15,0 1-15</inkml:trace>
  <inkml:trace contextRef="#ctx0" brushRef="#br0" timeOffset="57778.958">19905 7606 0,'0'0'0,"0"0"0,-54 5 0,9 9 16,24 11-1,17 3-15,20 18 16,-16-46-16,0 0 0,0 0 0,11 16 16,-1-1-16,-1 0 0,-9-15 15,12 16-15,1 0 16,-1-1-16,-12-15 0,14 15 0,-2 2 0,0-2 0,3 3 15,-3 0-15,1 0 0,-13-18 0,8 15 0,-2 1 16,0-2-16,-5 1 0,0-2 0,0-1 0,-1-12 16,-7 13-16,1-1 0,0 0 15,6-12-15,-13 7 0,2-3 0,0 2 16,-1-12-16,3 4 0,0-3 0</inkml:trace>
  <inkml:trace contextRef="#ctx0" brushRef="#br0" timeOffset="58443.361">20211 7374 0,'0'0'0,"0"0"0,0 0 16,25 87-16,-13 2 16,-12-13-1,-1-14-15,-3-9 16,4-53-16,0 0 0,0 0 15,-1 15-15,-1-1 0,2 1 0,0-15 0,0 12 16,0-2-16,0 1 0,-1-2 0,1-2 0,0 1 0,0-8 16,-2 4-16,2-1 0,0 1 0,1-7 15,-1 0-15,0 0 0,0 3 0,1-14 0,-1 1 16,0-1-16,-1-9 0,1 0 0,0 1 16,0 22-16,1-27 0,0 1 0,-1 0 0,7 0 0,-3 0 0,0 1 0,0 3 15,-1 0-15,0 0 0,-3 22 0,5-18 0,0 1 0,1-1 16,-6 18-16,4-13 0,-1-1 0,0 3 15,2 0-15,-2 3 0,0-3 0,-3 11 0,4-4 0,-1 0 16,-1 0-16,1 3 0,-2 0 0,0 1 16,-1 0-16,1 5 0,-1 0 15,0-1-15,3 10 0,-1-1 0,2 0 16,-4-13-16,4 15 0,-1 1 0,0-1 16,-2 4-16,1 0 0,-1-1 0,-1-18 0,3 19 0,-1 0 15,0-1-15,5 2 0,-1-2 0,0 1 16,-6-19-16,10 16 0,-2 0 0,0-1 0,0-4 15,-1-1-15,-1 0 0,-6-10 0,5 6 0,-2-1 0,0 0 16,-3-5-16,2 3 0,-1-2 0,0 1 0,2-6 0,-3-1 16,0 1-16,0 4 0,4-14 0,-2 0 15,0 1-15,5-10 0,-2 3 0,-1-2 16,-4 22-16,11-25 0,-3 0 0,-1 0 0,-7 25 16,13-25-16,-4 3 0,0-2 15,1 5-15,-1-2 16,-1 1-16,-8 20 0,8-16 0,1 2 0,-1 1 0,0 3 0,0 1 0,1 2 15,-9 7-15,6-6 0,-2 2 0,0-1 16,1 10-16,0-2 0,1 0 0,-6-3 0,6 12 0,-2-1 0,0 1 0,0 4 16,-2 0-16,-1 0 0,-1-16 0,3 22 0,-1 1 15,1-1-15,-2 1 0,0-1 16,0 1-16,-1-23 0,0 25 0,0-1 0,0 0 16,0-24-16,4 26 0,-2-2 0,0 1 0,0-4 15,0-1-15,0 1 0,-2-21 0,1 17 0,-1-1 16,0 2-16,0-18 0,2 7 0,-1 0 0,0 0 0</inkml:trace>
  <inkml:trace contextRef="#ctx0" brushRef="#br0" timeOffset="58874.654">21068 7507 0,'0'0'0,"0"0"0,0 0 0,0 0 15,-66-8-15,26 3 16,-11 64-1,51-59-15,0 0 16,0 0-16,0 0 0,-9 11 0,0 1 0,-1 0 0,1 11 16,0-1-16,-1 0 0,10-22 15,-6 13-15,2-2 0,0 3 0,4-14 0,3 18 16,0 1-16,0 0 0,-3-19 0,3 8 0,-1 3 16,0-1-16,-2-10 0,17 3 0,-3 0 0,1-1 0,-15-2 0,9 2 0,0-2 15,1 1-15,9-13 0,0-2 0,0 0 0,-19 14 0,12-8 16,-2-1-16,1 2 0,-11 7 0,15-25 0,1 1 0,-2 1 15,-14 23-15,10-15 0,-1 2 0,-2-1 0,-7 14 16,8-15-16,-3 0 0,1 0 0,-6 15 0,4-9 16,-2 2-16,-1-1 0,-1 8 0,2-4 0,-1 1 15,0 0-15,-6 13 0,1-3 16,0 1-16,4-8 0,-5 4 0,3 2 0,0-1 0,2-5 16,-3 19-16,0-2 0,0 3 0,1-12 0,1 3 15,0 0-15,1-11 0,9 22 0,0 1 16,1-1-16,-10-22 0,7 11 0,-2 2 0,0-1 15,6-3-15,-1-1 0,0-1 0,-10-7 16,7 3-16,-2 1 0,0-1 16</inkml:trace>
  <inkml:trace contextRef="#ctx0" brushRef="#br0" timeOffset="59076.85">21366 7272 0,'0'0'0,"0"0"0,0 0 0,0 0 15,0 0-15,22 78 16,0 10 0,1 1-16,-23-89 15,0 0-15,0 0 0,5 29 0,-1-1 16,1 1-16,-5-29 0,0 28 0,0-1 0,0 2 0,-4-6 16,2 1-16,0-1 0,-3-6 0,0 1 0,0-1 0,5-17 0,-7 6 0,0 1 15,3-1-15</inkml:trace>
  <inkml:trace contextRef="#ctx0" brushRef="#br0" timeOffset="59584.648">21250 7604 0,'0'0'0,"0"0"0,0 0 0,0 0 16,0 0-16,70-43 16,4-1-1,-6-2 1,-2 0-16,-66 46 0,0 0 0,0 0 15,0 0-15,19-18 0,-1 3 16,1-1-16,-19 16 0,18-20 16,-3 2-16,1 0 0,-6-1 15,-1 0-15,0 0 0,-9 19 16,8-19-16,-2 1 16,0 1-16,-3 2 15,0 3-15,0-1 0,-3 13 0,-2-10 0,2 3 0,0-3 0,-3 6 0,2 0 0,0 0 0,1 4 0,-3 5 0,2-2 0,-1 1 0,-1 7 0,1-1 0,0 1 0,2-11 0,-3 14 16,1 1-16,0-1 0,-1 8 0,1 0 0,0 0 0,2-22 0,2 27 0,-1-1 0,0-1 15,-4 0-15,2-1 0,0 0 0,1-24 0,-2 21 0,1-2 16,0-1-16,3-1 0,-1-1 0,0 0 16,-1-16-16,6 13 0,0 0 0,-1-1 15,-5-12-15,5 9 0,0-1 0,-1-1 0,-1-3 0,0-1 0,1 0 16,-4-3-16,4-2 0,-1-2 16,2 3-16,3-8 15,-1-2-15,1 3 16,-8 8-16,12-15 0,-2 1 0,1-1 15,3-2-15,0 0 16,-1 1-16,-13 16 0,14-15 0,-3 0 16,0-1-16,0 5 15,-1 0-15,0 1 0,-10 10 0,7-6 0,-1 1 0,0 0 0,0 7 0,-1-2 0,0 0 0,2 9 0,-3-1 0,0 0 0,-4-8 16,5 14-16,-2-1 0,0-1 0,1 6 0,0 0 0,-1-1 0,-3-17 0,5 19 0,-5-19 0,0 0 0,0 0 0,0 0 0,0 0 0,0 0 0,0 0 0,0 0 0,0 0 0,0 0 0,0 0 0,0 0 0,0 0 0,0 0 0,0 0 0,0 0 0,0 0 0,0 0 0,3 21 0,-3-21 0,0 0 0,0 0 0,0 0 0,0 0 0,0 0 0,0 0 0,0 0 0,0 0 0,0 0 0,0 0 0,0 0 0,0 0 0,0 0 0,0 0 0,0 0 0,0 0 0,3 18 0,-3-18 0,0 0 0,0 0 0,0 0 0,0 0 0,0 0 0,0 0 0,0 0 0,0 0 0,0 0 0,0 0 0,0 0 0,0 0 0,0 0 0,0 0 0,0 0 0,0 0 0,0 0 0,0 0 0,0 0 0,0 0 0,0 0 0,0 0 0,0 0 0,0 0 0,0 0 0,0 0 0,0 0 0,0 0 0,0 0 0,0 0 0,0 0 0,3 22 0,-3-22 0,3 21 16,-3-21-16,0 0 0,0 0 0,0 0 0,0 0 0,0 0 0,0 0 0,0 0 0,0 0 0,0 0 0,0 0 0,0 0 0,0 0 0,3 19 0,-3-19 0,0 0 0,0 0 0,0 0 0,0 0 0,0 0 0,0 0 0,0 0 0,0 0 0,0 0 0,0 0 0,0 0 0,0 15 0,0-15 0,0 0 0,0 0 0,0 0 0,0 0 0,0 0 0,0 0 0,0 0 0,0 0 0,0 0 0,0 0 0,0 14 0,0-14 0,0 0 0,0 0 0,0 0 0,0 0 0,0 0 0,0 0 0,0 0 0,0 0 0,0 0 0,0 14 0,0-14 0,0 0 0,0 0 0,0 0 0,0 0 0,0 0 0,0 0 0,0 0 0,0 0 0,0 0 0,0 0 0,0 0 0,0 0 0,0 0 0,0 0 0,0 0 0,0 0 0,0 0 0,-2 9 0,2-9 0,0 0 0,0 0 0,0 0 0,0 0 0,0 0 0,0 0 0,-1 9 0,1-9 0,0 0 0,0 0 0,0 0 0,0 0 0,0 0 0,-1 9 15,1-9-15,0 0 0,0 0 0,0 0 0,0 0 0,-1 4 0,1-4 0,0 0 0,0 0 0,0 0 0,-1 3 0,1-3 0,0 0 0,0 0 0,-1 2 0,1-2 0,0 0 0,3-3 16,-3 3-16,2-4 0,0 0 0,1 0 0,-1 2 0,1-1 15,-3 3-15</inkml:trace>
  <inkml:trace contextRef="#ctx0" brushRef="#br0" timeOffset="59904.744">22411 6928 0,'0'0'0,"0"0"0,0 0 16,0 0-16,0 0 16,-39 79-1,-14 2 1,9 1-16,44-82 0,0 0 16,0 0-16,0 0 0,-10 29 0,2-4 0,0 2 0,0 1 0,2-1 0,0 0 15,6-27-15,-2 33 0,0-2 16,0 1-16,9 6 0,-1-2 0,0 0 0,-6-36 0,11 35 0,-2-3 0,0 1 15,6-4-15,-2-3 0,1 2 0,-14-28 0,17 18 16,1-2-16,-1 2 0,-4-11 0,-1 0 16,1 2-1,-6-6-15,-2 0 16,0 0-16</inkml:trace>
  <inkml:trace contextRef="#ctx0" brushRef="#br0" timeOffset="60117.462">22883 7228 0,'0'0'0,"0"0"0,0 0 16,0 0-16,0 0 15,-42 58-15,-3 6 16,2-7 0,43-57-16,0 0 0,0 0 0,-17 20 15,3-3-15,-1 2 16,1-3-16,0-1 0,-1 0 0,15-15 0,-15 12 15,1-1-15,1-1 0,13-10 0,-14 7 16,3-3-16,-1 1 0,6-7 0,1-1 0,0-1 16</inkml:trace>
  <inkml:trace contextRef="#ctx0" brushRef="#br0" timeOffset="60317.331">22571 7207 0,'0'0'0,"0"0"0,0 0 0,0 0 15,37 54-15,9 6 16,-4-4 0,1-3-16,-43-53 0,0 0 15,0 0-15,17 17 16,-3-1-16,1 0 0,-15-16 16,14 13-16,-1 1 0,-1-2 15,3-6-15,-3-1 0,1 0 0,-13-5 16,12-5-16,-1 1 0,1 0 0</inkml:trace>
  <inkml:trace contextRef="#ctx0" brushRef="#br0" timeOffset="60497.411">23073 7120 0,'0'0'0,"0"0"0,0 0 0,47 72 16,-5 3-1,-9 3-15,-20-6 16,-9-8-16,-4-64 15,0 0-15,0 0 0,-4 18 0,2 0 0,0 0 0,2-18 0,-9 17 0,2-2 16,0 0-16,-6-3 0,1 0 0,0 0 0,-3-8 16,1 2-16,-1-2 0</inkml:trace>
  <inkml:trace contextRef="#ctx0" brushRef="#br0" timeOffset="60796.748">23249 6609 0,'0'0'0,"46"38"15,32 30 1,-9 12-16,-9 18 0,-5 13 15,-32 4 1,-33 10-16,0 8 16,10-133-16,0 0 15,0 0-15,-15 50 0,-1-3 0,1 3 16,-19-3-16,0 0 0,1 0 0,-16 1 16,-1 2-16,1-2 0,-20-2 0,2 1 15,0-1-15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5T05:06:41.52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3896 4759 0,'0'0'0,"0"0"15,0 0-15,0 0 16,0 0-16,0 0 15,20 55-15,2 23 16,-22-78-16,0 0 0,0 0 0,0 0 16,0 0-16,-2 30 0,2 1 0,0-2 0,0-29 0,-8 38 15,1-2 1,1 0-16,-4 11 0,1-2 0,-1 0 0,10-45 0,-9 50 0,2-1 0,0 1 16,1-5-16,0-1 0,2-1 0,4-43 0,-2 39 0,2 0 0,-2-1 15,2-38-15,-1 19 0,1-1 0,0 0 16,0-11-16,0-1 0,0 1 0,0-5 0,0 0 15,0 0-15</inkml:trace>
  <inkml:trace contextRef="#ctx0" brushRef="#br0" timeOffset="482.419">3760 4997 0,'0'0'0,"11"-76"0,10 3 16,16 13-16,8 20 16,13 11-1,9 24-15,-2 7 16,-65-2-16,0 0 0,0 0 0,21 7 16,-2 2-16,1-2 0,-20-7 15,18 15-15,-3 0 0,1 0 0,-6 7 0,-1 0 16,1 1-16,-10-23 0,2 28 0,-1 2 0,0-1 0,-8 3 0,2-2 0,0-1 15,5-29-15,-11 28 0,0-1 0,0 0 0,-6-4 16,2 0-16,-2-1 0,2-3 0,-2 0 0,2-2 16,15-17-16,-15 14 0,3-1 0,0 2 0,-2-6 0,3-2 15,0 2-15,11-9 0,-15 5 0,2-1 0,-1-1 16,3-3-16,-1 0 0,2 0 0,10 0 0,-8-4 0,0-2 16,-1 1-16,4 0 0,2 0 15,-2 1-15,5 4 0,1-6 0,-1 1 0,0 2 0,8-1 0,-1 1 16,-1 0-16,-6 3 0,11 1 0,-2 1 0,1 1 15,3 3-15,-1 0 0,1 0 16,0 8-16,0-1 0,-1 1 0,-12-14 16,10 16-16,0-2 0,-1 1 15,4 4-15,0-1 0,-2 0 0,4 1 16,-4-2-16,2 1 0,-1-1 0,-1 0 16,1 1-16,-2-2 0,-1-2 0,0 3 0,-9-17 15,9 11-15,-2 1 0,0 0 0,-1-4 16,0-1-16,0 1 0,-6-8 0,7-1 0,-1 0 15,1-1-15</inkml:trace>
  <inkml:trace contextRef="#ctx0" brushRef="#br0" timeOffset="811.771">4456 5479 0,'0'0'0,"0"0"0,0 0 16,9 56-16,5-2 16,-5-17-16,-4-18 15,0-13 1,-5-6-16,0 0 0,0 0 0,5-3 0,1 2 0,-3-1 15,-3 2-15,6-5 0,-1 1 0,1-1 0,-6 5 16,8-10-16,-1 0 0,1 0 0,1-7 0,-1 0 0,3 2 16,-11 15-16,11-20 0,-1 1 15,-1 0-15,-1 4 0,1 0 0,-1-1 0,-8 16 0,7-10 16,-1-2-16,0 1 0,-1 5 0,-1 1 0,-1-1 0,-3 6 0,-1 3 16,1 0-16,0-1 0,4 9 15,-4 1-15,1-1 0,-1-11 0,2 19 0,0 0 0,0 0 0,3 1 16,-1-1-16,0 4 0,-4-23 0,5 20 0,-2 1 15,1 0-15,-4-21 0,5 17 0,-1 1 0,0-1 16,5-4-16,-3-1 0,2 0 0,-8-12 0,12 1 16,0-1-16,-1 0 0,3-8 0,-1-2 0,0 2 0,1-13 15,-4 2-15,3-1 0,-5 6 0,-1 0 0,1 1 16,-6 3-16,2 3 0,-1 0 0,0 6 0,-3-4 16,1 3-16</inkml:trace>
  <inkml:trace contextRef="#ctx0" brushRef="#br0" timeOffset="964.93">4980 4966 0,'0'0'0,"0"0"0,0 0 16,2 57 0,-1 9-16,-6 11 15,1 5-15,4-82 16,0 0-16,0 0 0,-1 25 0,1 0 16,0 0-16,0-1 0,0-1 0,0-1 0,0-22 15,2 18-15,-1 0 0,0-1 0,0-7 0,1-1 0,-2 0 16</inkml:trace>
  <inkml:trace contextRef="#ctx0" brushRef="#br0" timeOffset="1322.481">5208 5436 0,'0'0'0,"0"0"16,0 0-16,0 0 16,0 0-16,0 0 15,65 3-15,-9-16 16,-56 13-16,0 0 0,0 0 0,0 0 0,18-9 15,-3 1-15,1-1 0,-4-5 0,1 1 16,-1 1-16,-4-1 16,0 0-16,1 0 0,-9 13 0,3-12 0,0-1 0,0 1 0,-3 3 0,0 1 0,0 0 15,0 8-15,-2-3 0,0 0 0,0 1 0,-10 3 16,2 0-16,2 1 0,8-2 0,-15 8 0,1 1 16,-1 0-16,-2 2 0,-1 0 0,1-1 0,17-10 15,-17 15-15,2-1 0,-1 0 0,6-3 0,-1 1 16,0-1-16,11-11 0,-1 10 0,1 0 0,-2 2 0,2-12 15,4 11-15,-1-1 0,0 1 0,12-2 0,-4-1 16,2 0-16,-13-8 0,22 6 0,-1 2 0,0-2 16,12-2-16,-1-2 0,0 1 15,-32-3-15,37-3 0,-2 1 0,0 1 16,1-7-16,0 1 16,-2-1-16</inkml:trace>
  <inkml:trace contextRef="#ctx0" brushRef="#br0" timeOffset="3395.97">7252 5199 0,'0'0'0,"0"0"0,0 0 16,0 0-16,0 0 16,25 73-16,-4 12 31,-21-85-31,0 0 0,0 0 0,0 0 0,0 0 16,0 0-16,-1 35 0,1 2 0,0-2 15,0-35-15,-3 45 0,0-2 0,0 1 0,3-44 0,-10 49 16,1-2-16,0 1 0,5-2 0,0 2 15,-1-4-15,5-44 0,-3 44 0,1 0 0,0 0 16,1-24-16,0 1 0,0 0 0,1-21 0,3 25 0,-2 0 16,0 0-16,-1-25 0</inkml:trace>
  <inkml:trace contextRef="#ctx0" brushRef="#br0" timeOffset="3624.44">7287 5199 0,'0'0'0,"0"0"0,40-46 16,4 4 0,4 15-16,4 11 15,0 3-15,-52 13 0,0 0 16,0 0-16,0 0 0,18-2 0,0-1 0,-1 1 15,3 1-15,-3 1 0,1 0 16,-2 0-16,-1 0 0,-1 0 0</inkml:trace>
  <inkml:trace contextRef="#ctx0" brushRef="#br0" timeOffset="3825.571">7135 5689 0,'0'0'0,"0"0"16,58-17-16,-14 4 0,48-1 15,11 0 1,-36 4-16</inkml:trace>
  <inkml:trace contextRef="#ctx0" brushRef="#br0" timeOffset="4281.054">7612 5800 0,'0'0'0,"0"0"16,0 0-16,61-23 0,-1 18 15,-1 8 1,-6 19-16,-53-22 16,0 0-16,0 0 0,19 12 0,-1-1 15,0 1-15,-18-12 0,16 17 16,-1 1-16,-1-1 0,0 0 16,-3 2-16,0-3 15,-11-16-15,8 21 0,-1 0 0,0-2 0,-4-1 16,-1 1-16,0-2 0,-2-17 15,-2 16-15,1-1 0,0 0 0,1-15 0,-8 13 0,3 0 16,-2 0-16,1-5 0,1 0 0,0-1 0,5-7 0,-7 5 16,2 1-16,-1-1 0,6-5 0,-3 0 0,0 0 0,-1 0 0,3-6 0,1 0 15,0 0-15,0 6 0,-2-15 0,0 0 0,0-1 16,2 16-16,-2-19 16,1-1-16,0 2 0,3-8 0,0 1 15,0 1-15,-2 24 0,5-26 16,1 1-16,-1 0 0,-5 25 15,9-21-15,-1-1 0,0 0 0,4 6 0,-1-2 16,0 2-16,-11 16 0,14-16 0,-2 3 16,-1-3-16</inkml:trace>
  <inkml:trace contextRef="#ctx0" brushRef="#br0" timeOffset="4601.318">8328 5753 0,'0'0'0,"0"0"0,-8 63 0,7 7 16,4-9-16,4-11 0,6-7 15,-13-43-15,0 0 0,0 0 0,9 10 16,-1 0-16,-1 0 0,-7-10 0,11 6 16,1 0-16,-1 1 0,4-5 0,1 1 15,-1 0-15,-15-3 16,21-5-16,0 2 16,-1-1-16,-20 4 0,19-12 0,0 2 15,-1 0-15,-3-9 0,-1 1 0,1-1 0,-15 19 16,8-19-16,0-3 0,0 2 0,-8 20 15,2-22-15,-2 0 0,3 2 16,-9 2-16,1 0 0,0 2 0,5 16 16,-13-11-16,1-1 0,1 1 0,11 11 0,-20-7 15,2 0-15,-2 1 16,-4 6-16,1-1 0,1 1 0,22 0 16,-27 2-16,0 0 0,0 1 0,3 0 15,2 1-15,-1-1 0,23-3 0,-13-2 16,3 1-16,0 0 0</inkml:trace>
  <inkml:trace contextRef="#ctx0" brushRef="#br0" timeOffset="5048.56">8720 5715 0,'0'0'0,"26"55"0,-4 9 0,0 0 15,-10-9-15,-9-15 16,0-12 0,-3-28-1,0 0-15,0 0 16,1 5-16,0 0 0,0-1 0,-1-4 15,2 1-15,-2 2 0,0-2 0,2-7 16,0 0-16,0 0 0,-2 6 0,6-12 16,-1-1-16,0 2 0,-5 11 0,9-19 0,0 1 15,-1 1-15,2-5 0,-1 3 16,1-1-16,-10 20 0,11-18 0,-1 1 16,1 1-16,-2 6 0,-1 0 0,1 0 15,-9 10-15,9-4 0,-1 0 16,0 1-16,-8 3 0,11 5 0,-2 0 0,0 1 15,0 8-15,-1-3 0,0 3 0,-8-14 0,3 19 0,0 2 16,1 1-16,-2-2 0,0 0 0,0 0 0,-2-20 0,2 16 0,-2 0 0,0 0 0,1-3 16,0 0-16,0-1 0,-1-12 0,1 8 0,-1-1 0,0 1 0,1-6 15,-1 3-15,0-4 0,0-1 0,0 0 0,0 0 0,0 0 0,1-8 0,-1-2 0,0 2 16,0 8-16,4-19 0,-1 0 0,-1 1 0,-2 18 0,8-25 0,-3 0 16,0 0-16,5-3 0,-2 1 0,1 0 0,-9 27 15,10-23-15,-2 1 0,1 0 16,-9 22-16,9-13 0,-1-1 0,0 1 0,1 8 0,-2 1 15,0 1-15,-7 3 0,8 5 16,-1 0-16,-1-1 0,-6-4 16,7 12-16,-2-2 0,0 0 0,1 11 0,-1 0 0,0-2 0,-5-19 0,4 26 0,0-1 15,-1 0-15,-3-25 0,0 27 0,0 1 0,0-3 0,3-2 0,-3-1 0,0 2 16,0-24-16,2 13 0,-2 2 0,0 0 0,0-8 0,0 0 0,0-1 0</inkml:trace>
  <inkml:trace contextRef="#ctx0" brushRef="#br0" timeOffset="5348.61">10164 5321 0,'0'0'0,"0"0"0,19 67 16,4 20-1,-3 20-15,-13-3 16,-5-1-16,-2-103 16,0 0-16,0 0 0,-4 35 15,1-2-15,0 1 0,3-34 16,-4 31-16,1 0 0,0 0 16,1-9-16,2 0 0,0 1 0,1-10 15,-1-2 1,0 2-16,0-13 0,0 0 0</inkml:trace>
  <inkml:trace contextRef="#ctx0" brushRef="#br0" timeOffset="5579.891">10073 5434 0,'0'0'0,"0"0"0,25-61 16,6 9-1,8 22-15,9 25 16,8 26-16,-6 12 15,-50-33-15,0 0 16,0 0-16,0 0 0,18 20 0,-2-2 0,1 1 16,-5 1-16,0 2 0,-1-2 15,-11-20-15,6 25 0,-1-4 0,1 2 16,-12 1-16,1-2 0,0 1 0,5-23 0,-15 21 0,0-1 0,1-1 16,-4-1-16,3-2 0,-1 2 0,16-18 0,-22 11 0,3-1 0,-1 1 15,20-11-15,-21 4 0,2-2 0,-1 1 0</inkml:trace>
  <inkml:trace contextRef="#ctx0" brushRef="#br0" timeOffset="5896.952">10809 5188 0,'0'0'15,"0"0"-15,0 0 16,-32 78-16,-21 17 15,6 3 1,1 14-16,46-112 0,0 0 0,0 0 16,-8 40-16,0-1 0,0-1 0,8-38 15,-7 40-15,4-3 16,-1 1-16,8-2 0,-1 0 16,2 0-16,12 3 0,-3-3 15,1 3-15,-15-39 0,26 34 0,-2-2 16,-1 0-16,12-10 0,2 0 0,-2-1 15,0-12-15,0 0 0,0-1 0,-35-8 16,23 3-16,-1 1 0,-1-2 16</inkml:trace>
  <inkml:trace contextRef="#ctx0" brushRef="#br0" timeOffset="6310.232">11300 5488 0,'0'0'0,"0"0"0,0 0 31,-57 6-31,-4 17 78,0 26-78,-3 8 0,64-57 0,-65 69 16,65-69-16,0 0 0,0 0 0,0 0 0,0 0 0,-16 19 0,0 2 0,16-21 0,-16 20 0,16-20 0,0 0 0,-10 15 0,2 2 0,8-17 0,-8 14 0,3 1 15,5-15-15,-4 11 0,0 1 0,4-12 0,0 0 0,4 11 0,0-2 0,1-1 0,-5-8 0,14 5 0,-2-1 0,-12-4 0,13 5 0,-13-5 0,0 0 0,20-3 0,-3 1 0,1-1 16,-18 3-16,22-10 0,0 0 0,0 1 0,0-9 15,-1 1-15,1 0 0,-22 17 0,24-19 0,-3 0 0,1 0 16,-22 19-16,19-17 16,-2 0-16,0 0 0,-5 7 15,0-1-15,-1 1 0,-11 10 0,6-5 16,0-1-16,1 1 0,-7 5 16,4 2-16,0 0 0,0 0 0,-1 8 15,-2 0-15,0-2 0,-1-8 0,4 17 16,-2-1-16,0-1 0,-2-15 15,5 23-15,-2-2 0,0 0 0,4 0 16,-2-1-16,0 0 0,-5-20 0,7 17 0,-1 1 16,0-3-1,-6-15-15,7 12 0,-2 0 16,0 0-16,-1-12 0,-2 1 0,0-1 0</inkml:trace>
  <inkml:trace contextRef="#ctx0" brushRef="#br0" timeOffset="6434.955">11576 5179 0,'0'0'0,"41"35"0,20 32 16,10 23-16,4 18 15,-75-108-15,58 137 0,-53 22 16,-53 2-16,48-161 16,0 0-16,0 0 0,0 0 0,-43 67 15,3-3-15,-2 3 0,-17-5 16,0-1-16,0 0 16</inkml:trace>
  <inkml:trace contextRef="#ctx0" brushRef="#br0" timeOffset="7966.834">13330 5531 0,'0'0'0,"0"0"0,0 0 0,21 91 16,-19 19-16,-15-7 16,5-53-16,8-50 15,0 0-15,0 0 16,0 0-16,-9 28 0,0 1 0,1 0 16,8-29-16,-6 15 0,2 2 0,0-3 0,2-8 0,0 1 0,0-2 15,2-5-15,0 0 0,0 0 0</inkml:trace>
  <inkml:trace contextRef="#ctx0" brushRef="#br0" timeOffset="8110.268">13357 5359 0,'0'0'0,"0"0"15,0 0-15</inkml:trace>
  <inkml:trace contextRef="#ctx0" brushRef="#br0" timeOffset="8460.206">13628 5889 0,'0'0'0,"0"0"0,15 78 16,-12-5-1,-5-31-15,0-24 0,-1-12 16,-3-10 0,6 4-16,0 0 15,0 0-15,0 0 0,-4-10 16,2 0-16,-2 1 0,4 9 16,3-33-16,-3 2 15,0-2-15,5 14 0,-1 1 16,0 0-16,-4 18 0,10-25 0,-1 0 0,-1 1 15,-8 24-15,12-25 0,1-2 0,-1 2 0,5 3 0,-3 2 0,1-1 16,-15 21-16,15-14 0,-2 1 0,1 0 0,-14 13 0,17-6 0,1 0 16,0 1-16,-18 5 0,15-2 0,-1 2 0,-1 0 0,1 8 0,-1 0 0,-1 1 0,-12-9 15,11 15-15,-3 0 0,0-1 0,-8-14 0,4 23 0,-2-2 0,0 2 0,-6-1 16,0 1-16,-1 0 16,5-23-16,-7 18 0,0 1 0,-1 1 0,8-20 15,-10 11-15,1-2 0,-1 2 0</inkml:trace>
  <inkml:trace contextRef="#ctx0" brushRef="#br0" timeOffset="8901.703">14415 5536 0,'0'0'0,"0"0"16,50-41-16,7-13 15,-12-3-15,-10-11 16,-11-3-16,-24 71 15,0 0-15,0 0 16,0 0 0,1-28-16,0 3 0,0 0 15,-5 5-15,1-4 16,0 3-16,3 21 16,-9-18-16,0 1 0,1 0 15,8 17 1,-12-10-16,1 1 0,1 0 0,-7 9 0,2 0 15,-1 0-15,16 0 0,-15 6 0,0 2 0,1-2 16,-2 11-16,3-3 0,-2 1 16,1 8-16,1 0 0,-1 2 15,14-25-15,-11 25 0,0 1 16,1 0-16,10-26 16,-5 31-16,2 0 0,0 1 15,6 2-15,0 0 16,-1-2-16,-2-32 0,5 39 0,0-1 0,1 0 15,1-2-15,-1-3 0,0 1 0,-6-34 16,5 37-16,0-4 0,1 2 0,-6-35 0,-3 29 0,0 0 16,1-1-16,-6-10 0,1-1 0,0 1 0</inkml:trace>
  <inkml:trace contextRef="#ctx0" brushRef="#br0" timeOffset="8993.724">14338 5798 0,'0'0'16,"0"0"-16,0 0 0,0 0 0,82-39 0</inkml:trace>
  <inkml:trace contextRef="#ctx0" brushRef="#br0" timeOffset="9297.749">14727 5670 0,'0'0'0,"0"0"16,0 0-16,0 0 0,0 0 16,74-3-1,-11-10 1,-63 13-16,0 0 0,0 0 0,0 0 16,16-7-16,-1-1 0,-1 1 0,-14 7 0,11-10 0,-3 1 15,2-1-15,-6 2 16,-1-1-16,1 1 0,-4 8 0,2-6 0,-2 1 15,0-1-15,-5 4 0,1 2 16,0-3-16,4 3 0,-11 3 0,0-1 16,1 1-16,-5 6 0,0-1 0,3-1 0,12-7 15,-15 12-15,3-1 0,-1 1 16,2 1-16,0-1 0,-1 1 16,12-13-16,-7 14 0,1 1 15,0-1-15,6-14 16,-3 16-16,1-1 0,0 0 15,6 2-15,-1 0 0,0 1 0,-3-18 16,11 11-16,-1 1 0,-1-1 16,8-5-1,0-3-15,-1 0 0</inkml:trace>
  <inkml:trace contextRef="#ctx0" brushRef="#br0" timeOffset="9538.922">15162 5601 0,'0'0'0,"0"0"16,0 0-16,51-17 0,9 12 15,1 22-15,-2 8 16,-59-25-16,0 0 0,0 0 15,20 15-15,-3-1 0,1 0 0,-18-14 0,11 18 0,0 0 16,1-1-16,-12-17 0,5 15 0,1 0 0,-1 1 0,-7-1 16,0-1-16,0 1 0,2-15 0,-5 12 0,2-1 15,0 1-15,3-12 0,-5 7 0,2 0 0,-1-2 0,0 1 16,0-3-16,2 1 0,2-4 0,-3 3 16,1-2-16,0 0 0,2-1 0,-2-2 0,0-2 15,0 1-15,-1-6 0,0 0 0,1-1 0,2 10 0,-3-17 16,2 1-16,0-1 15,1 17-15,1-26 0,0 1 16,0 0-16,1 7 0,-1 0 16,0 1-16,2 8 0,-3 1 15,0 0-15</inkml:trace>
  <inkml:trace contextRef="#ctx0" brushRef="#br0" timeOffset="11691.253">16833 4848 0,'0'0'0,"0"0"0,0 0 15,0 0 1,0 0-16,74 3 16,-28-3-1,-46 0-15,0 0 16,0 0-16,31 2 15,-1-1-15,0 0 0,-30-1 16,16 2-16,1-2 0,-1 2 0,-16-2 0,33-13 16,-2 2-16,0 2 0,-31 9 15,19-9-15,-3 3 0,1 0 16,-17 6-16,20-16 0,-1 0 16,1 0-16,-20 16 0,10-9 0,0 1 15,1 0-15,-11 8 0,4-4 0,-1-1 16,0 2-16,-3 3 0,2-2 0,-1 2 0,0-1 0,0 0 0,-1 1 0,0 0 0,0 0 0,0 0 0,0 0 0,0 0 15,2 2-15,-2 0 0,0 0 0,0-2 0,-4 18 0,2-1 16,0 0-16,2-17 0,-3 24 0,2 1 16,0 0-16,1-25 0,-4 34 0,0-2 0,0 1 0,4-33 15,0 0-15,-5 35 0,2 1 0,0-1 0,3-35 0,-2 39 16,2 0-16,0-1 0,0-38 0,2 42 0,0 1 16,0 0-16,-2-43 0,-1 45 0,0 1 15,0 0-15,2-5 0,0 1 0,0 1 0,-1-43 16,-1 44-16,0-1 0,0 0 0,1-43 15,2 49-15,-1-2 16,0 2-16,-1-49 16,2 44-16,-2 1 0,0-1 0,0-44 15,0 22-15,0-1 0,0 2 0,-1 2 16,1 0-16,0 0 0,0-25 16,-1 13-16,1-1 0,0 1 0,0-13 0,0 6 0,0 0 15,0-4-15,0-2 0,0 3 0,0-1 0,0-1 0,0-1 0,0 0 0,0 0 0,0 0 0,0 0 0,0 0 16,0 0-16,0 0 0,0 0 0,0 0 0,0 0 0,0 0 0,0 0 0,0 0 0,0 0 0,-3-6 15,2 1-15,0-1 0,1 6 0,-2-3 0,1-2 0,0 3 16,-19-4-16,1 1 0,1-1 0,18 6 0,-28-3 0,3-1 0,-1 1 16,26 3-16,-15-2 15,2 1-15,-1 0 0,14 1 0,-33 1 0,2 0 0,0-1 16,31 0-16,-18 2 0,0-1 0,0-1 0,18 0 0,-34 2 0,1-1 0,0 1 0,14 1 0,0-3 16,2 1-16,17-1 0,-25-4 0,0-1 0,0 1 0,9 3 0,5-2 0,-1 1 0</inkml:trace>
  <inkml:trace contextRef="#ctx0" brushRef="#br0" timeOffset="12027.536">17294 5495 0,'0'0'0,"0"0"0,0 0 16,0 0-16,0 0 16,0 0-16,0 0 15,0 0-15,0 0 0,0 0 16,0 0-16,0 0 0,0 0 0,0 0 0,-27-4 16,2-2-16,0 2 0,25 4 0,-16-3 0,1-1 15,1 2-15,14 2 0,-29 12 16,2-2-16,0 0 0,27-10 15,-29 13-15,1 1 0,0-2 0,28-12 16,-15 7-16,1 0 0,1-1 16</inkml:trace>
  <inkml:trace contextRef="#ctx0" brushRef="#br0" timeOffset="12347.034">17973 5588 0,'0'0'0,"0"0"15,0 0-15,0 0 16,-43 46-16,-2 2 16,4 5-1,1 0-15,40-53 0,0 0 16,0 0-16,0 0 0,-15 17 0,1 0 0,1 0 0,-5 3 0,3-2 16,-1-1-16,16-17 0,-15 17 0,1 3 0,1-3 15,3-5-15,1-1 0,1 0 0,2-7 0,4 2 16,-1-1-16</inkml:trace>
  <inkml:trace contextRef="#ctx0" brushRef="#br0" timeOffset="12592.141">17712 5632 0,'0'0'0,"0"0"0,53 46 15,-12-2-15,-5-2 16,7 10-16,4 5 16,10 2-1,-57-59 1,0 0-16,0 0 16,18 14-16,-3 0 0,1-2 15,-6-5-15,-1 0 0,1-1 0</inkml:trace>
  <inkml:trace contextRef="#ctx0" brushRef="#br0" timeOffset="12867.907">18652 5042 0,'0'0'0,"0"0"0,44 53 15,9 29 1,-38 0-16,-20 5 16,-5 8-16,10-95 15,0 0 1,0 0-16,0 0 0,-4 32 16,2 0-16,0-1 15,-1 3-15,0-3 16,1 0-16,2-31 15,-3 32-15,-1-1 0,2 0 0,-5-6 0,1-1 0,-1 1 16,2-11-16,1 0 0,0 0 0</inkml:trace>
  <inkml:trace contextRef="#ctx0" brushRef="#br0" timeOffset="13139.676">18631 5032 0,'0'0'0,"32"-71"0,-32 71 0,39-55 15,8 19-15,1 11 16,2 22-16,6 18 16,-56-15-16,0 0 15,0 0-15,0 0 16,13 7-16,1 1 0,-1-1 0,0 6 16,-3-1-16,0 0 0,1 6 0,-3 1 0,0-2 15,-8-17-15,3 18 0,-1 1 0,0 2 16,-4-1-16,0-1 0,0 2 0,2-21 15,-11 21-15,3 0 0,-2 0 0,-5-2 0,-1-1 0,1 0 0,15-18 0,-17 15 0,1-1 16,-1 0-16,2-2 0,1 1 0,1-1 0,13-12 0,-14 11 0,1-2 0,-1 1 0,-1-10 0,0 0 0,1 0 16</inkml:trace>
  <inkml:trace contextRef="#ctx0" brushRef="#br0" timeOffset="13515.137">19431 4645 0,'0'0'0,"0"0"0,0 0 0,0 0 15,0 0 1,0 0-16,-71 84 16,-5 13-1,76-97-15,0 0 0,0 0 0,-18 27 0,-1 1 16,0 0-16,-5-3 0,1-2 15,0 2 1,23-25 0,-19 29-16,0-1 15,-1 0-15,7 5 16,0-1-16,1 0 0,12-32 16,-8 37-16,-1-3 15,1 2-15,11-1 0,-1 1 0,1 0 16,6 1-16,0-2 0,0 1 0,11-2 0,0-1 15,-1 0-15,5-8 0,-1 0 0,2 0 0,-25-25 0,29 19 16,-2-1-16,3-1 0,3-9 0,-2 0 0,0 1 0,-31-9 0,34-1 0,-2 1 0,0-1 0</inkml:trace>
  <inkml:trace contextRef="#ctx0" brushRef="#br0" timeOffset="13719.21">19892 4985 0,'0'0'0,"0"0"16,0 0-16,0 0 0,-35 75 15,1-1 1,-2-2 0,-5-5-16,41-67 15,0 0-15,0 0 0,-13 20 0,1 0 0,1 1 16,11-21 0,-13 22-16,-1 1 0,1 0 0,13-23 0,-21 17 15,2-1-15,-1 1 0,1-10 0,2 1 0,-1-1 0</inkml:trace>
  <inkml:trace contextRef="#ctx0" brushRef="#br0" timeOffset="13893.782">19640 5177 0,'0'0'0,"0"0"0,39 65 15,11 6-15,-1-4 16,-2-6-16,8-7 15,-6-21 1,-49-33-16,0 0 0,0 0 0,0 0 16,15 6-16,-3-4 0,1 3 0</inkml:trace>
  <inkml:trace contextRef="#ctx0" brushRef="#br0" timeOffset="14148.701">20199 4609 0,'41'48'0,"24"43"15,21 25-15,-12 10 0,-36 8 0,-32-12 16,-43 22-16,-64 1 15,101-145 1,0 0-16,0 0 0,-57 56 0,2-2 0,0 1 0,55-55 0,-60 42 16,0 0-16,0 1 0</inkml:trace>
  <inkml:trace contextRef="#ctx0" brushRef="#br0" timeOffset="17089.018">2816 7222 0,'0'0'0,"0"0"0,0 0 15,0 0-15,0 0 16,0 0-16,22 78 16,-9 16-1,-13-94-15,0 0 16,0 0-16,0 0 0,0 0 0,-1 38 15,1 0-15,0-1 0,0-37 0,-6 42 16,5-2-16,-1 2 0,2-42 16,-1 44-16,1-1 15,0 0-15,-2 0 0,2 0 16,-2-1-16,2-42 0,-6 35 0,3 1 0,-2-2 16,5-34-16,-4 16 0,2 0 0,-1 1 15,1-10-15,2-2 0,0 1 16</inkml:trace>
  <inkml:trace contextRef="#ctx0" brushRef="#br0" timeOffset="17414.716">2717 7276 0,'0'0'0,"0"0"0,48-37 16,16 8-1,5 20-15,7 27 16,-4 16-16,-72-34 0,0 0 15,0 0-15,26 16 0,-1-2 0,-3 2 16,-22-16-16,21 16 0,-2 1 16,-2 0-16,-5 2 15,-1 1-15,0-2 16,-4-2-16,-1 0 16,-2 1-16,-4-17 0,-2 16 15,2-2-15,-2 1 0,-8-1 16,3 0-16,0 0 15,7-14-15,-16 15 0,3-1 16,0-2-16,-4 2 0,1 0 0,-1-1 16,17-13-16,-22 12 0,2-1 0,-1 0 0,-1-3 0,2 0 15,-1-2-15,2-7 0,3 0 0,-1 1 0</inkml:trace>
  <inkml:trace contextRef="#ctx0" brushRef="#br0" timeOffset="17747.91">3228 7804 0,'0'0'0,"0"0"0,0 0 16,0 0-16,0 0 16,65 31-1,-1 9-15,-21 3 16,-43-43-16,0 0 16,0 0-16,0 0 0,11 17 15,-1-3-15,1 1 0,-7 4 0,0-1 16,-2 0-16,-2-2 0,0-1 15,0 0-15,0-15 0,-1 11 0,0 1 0,1-1 0,-2-5 0,-1 0 0,1 1 16,-3-3-16,1 2 0,1-2 0,3-4 0,-4 3 0,2-2 0,0 2 0,-2-1 0,2-2 16,1 0-16,1 0 0,-8-7 0,4 2 0,0 0 0,-4-6 0,2 2 0,0-1 15,6 10-15,-10-16 0,3 1 0,0 1 16,3-5-16,-2 0 0,2 1 0,4 18 0,-2-21 16,0 0-16,0 1 0,6 0 0,-2 3 0,-1 0 15,-1 17-15,9-18 0,-3 2 0,2-2 0,5 6 0,-3 1 16,0-3-16,-10 14 0,17-10 0,-5-2 0,2 1 15,-5 5-15,0-2 0,1 1 0,-6 3 0,0 2 16,0-1-16</inkml:trace>
  <inkml:trace contextRef="#ctx0" brushRef="#br0" timeOffset="18064.583">3625 7941 0,'0'0'0,"0"0"15,0 0-15,0 0 16,50-23 0,-3-7-1,-11-2-15,-12-4 0,-24 36 16,0 0-16,0 0 0,0 0 0,6-10 0,-2 2 0,0-1 16,-1 2-16,0 1 0,-3 0 0,0 6 0,0-4 15,0 0-15,0-1 0,-4 2 16,2 2-16,0-1 0,2 2 0,-7 1 15,1-1-15,-1 0 0,-3 10 0,1-2 0,0 0 0,9-8 16,-12 15-16,2-3 0,0 1 0,10-13 0,-14 17 0,3 0 0,0-1 16,1 3-16,4-3 0,-2 3 15,8-19-15,-7 20 0,0-3 0,3 2 0,6 0 0,-2 2 16,0-2-16,0-19 0,9 16 0,-3 1 0,0-1 16,10-6-16,-1 0 0,0 0 0,-15-10 0,23-3 0,-1-1 0,1 2 0</inkml:trace>
  <inkml:trace contextRef="#ctx0" brushRef="#br0" timeOffset="18661.563">4035 7816 0,'0'0'0,"0"0"15,0 0-15,2 70 16,-7 5 0,-8-11-16,0-21 15,13-43-15,0 0 0,0 0 0,0 0 16,-3 10-16,2-2 0,0 1 0,0-4 0,1 0 0,0-1 15,0-4-15,1 2 0,-1-2 16,0 2-16,0-2 0,4-6 0,-1 3 0,-1-2 0,5-3 16,-4-1-16,1 1 0,3-8 0,-1 1 15,0-2-15,-6 17 0,9-18 0,-1 0 0,1-1 0,-9 19 16,4-19-16,2-1 0,-1 2 0,3 3 0,-2-1 16,0 1-16,-6 15 0,9-8 0,-5 1 15,1-2-15,2 7 16,-2-1-16,1 0 0,3 8 0,-2-3 0,0 0 15,-7-2-15,9 12 0,-2 0 0,0 0 0,-7-12 16,7 15-16,-1 0 0,-1-1 0,0 2 0,0-2 0,1 0 16,-3-4-16,-1-1 0,0 2 0,0-7 0,1 0 15,-3 0-15,2 0 0,-2-3 0,0 1 0,0-2 0,0 0 0,0 0 0,-2 6 0,2-2 16,0 0-16,0-3 0,0 1 0,0-1 0,0-1 0,2-7 0,0 0 16,0 1-16,-2 6 0,4-15 0,0 2 0,0-1 15,5-7-15,-1 0 0,-1 0 0,-7 21 0,10-18 0,-3-1 16,2-2-16,2 4 0,-2 0 0,1 2 15,-10 15-15,10-11 0,-2 0 0,1 3 0,-9 8 0,9-5 16,-1 1-16,0 0 0,0 10 0,-3-1 16,1-2-16,-6-3 0,6 14 15,1 1-15,1-1 0,-2 4 16,-1 2-16,-2-2 16,-3-18-16,5 23 15,-2 1 1,1-2-16,-3-1 15,0 1-15,0-2 0,-1-20 0,-2 22 0,0-1 0,-1-2 16,3-19-16,-3 14 0,0 1 0,0-2 0,1-9 16,-2 1-16,1 0 0,3-5 15,-1-7-15,0 0 0,1 0 0,0 1 0,0-2 0,0 1 0</inkml:trace>
  <inkml:trace contextRef="#ctx0" brushRef="#br0" timeOffset="18777.356">4584 7745 0,'0'0'0,"0"0"0,18 61 0,1 7 15,-1 1 1,-9 6-16,-19-13 15,-11-33 1,21-29-16,0 0 0,-5 4 0,1-1 0,1 1 16,-1-2-16,1-2 0,0 0 0</inkml:trace>
  <inkml:trace contextRef="#ctx0" brushRef="#br0" timeOffset="18875.456">4603 7632 0,'0'0'0,"0"0"15,0 0-15,0 0 16</inkml:trace>
  <inkml:trace contextRef="#ctx0" brushRef="#br0" timeOffset="19174.774">4919 7661 0,'0'0'0,"0"0"0,0 0 0,0 0 16,0 0-16,-52 57 16,18-10-1,34-47-15,0 0 16,0 0-16,-4 12 0,1-1 0,0-2 0,6 3 0,0-2 16,0 2-16,-3-12 0,8 12 0,1-1 15,-1 1-15,5 0 16,1-1-16,-3 0 0,-11-11 0,12 13 15,-1-2-15,-1 1 0,-1 1 0,0-1 16,-1-1-16,-8-11 0,3 14 0,-1-1 0,0-1 0,-6-1 16,2-2-16,0 0 0,-7 2 0,-1 3 0,1-3 0,9-11 15,-12 9-15,-1-1 0,1 0 0,12-8 0,-16 3 0,3-2 16,-1 0-16,1-8 0,2 0 0,-1 0 0</inkml:trace>
  <inkml:trace contextRef="#ctx0" brushRef="#br0" timeOffset="19588.551">5153 7924 0,'0'0'0,"0"0"0,0 0 0,59 0 16,1-6-1,-13-6-15,-6-8 16,-41 20-16,0 0 0,0 0 0,0 0 16,13-5-16,-1-2 0,0 1 15,-12 6-15,11-8 16,0 1-16,-2-1 0,3-5 0,-3 2 0,0-1 0,-9 12 15,7-10-15,-2 2 0,0-1 0,-1 4 0,-2 0 0,0 0 0,-2 5 0,-4-6 0,2 2 0,0 1 0,2 3 16,-11-1-16,1-1 0,1 1 0,-9 7 0,1-2 16,-1 1-16,18-5 0,-20 9 0,-1-1 0,0 1 15,-3 4-15,3 0 0,-2-1 0,3 3 0,1-2 0,0 1 16,19-14-16,-15 11 0,2 0 16,1-1-16,6 3 0,-1-1 0,1-2 0,5 1 0,1-2 15,0 1-15,0-10 0,7 10 0,-4 0 0,2 1 0,8-4 0,-2 0 16,0 1-16,-11-8 0,19 9 15,-1-1-15,0 1 0,9-5 0,0 2 0,0 0 0,-27-6 16,32 6-16,0-1 16,0-1-16,6-1 0,-3 1 0,2-1 15,-37-3-15,36 4 0,-2-2 16,3 1-16,-10-5 0,-1 0 16,0 0-16,-26 2 0,23-2 0,-3 1 0,1-1 0,-4-3 0,-3 2 15,3-1-15,-17 4 0</inkml:trace>
  <inkml:trace contextRef="#ctx0" brushRef="#br0" timeOffset="21655.058">6275 7951 0,'0'0'0,"0"0"0,0 0 15,0 0-15,0 0 16,70 9 0,-29-5-1,-41-4-15,0 0 0,0 0 0,0 0 16,0 0-16,24 2 0,-1-2 15,0 2 1</inkml:trace>
  <inkml:trace contextRef="#ctx0" brushRef="#br0" timeOffset="22747.24">7793 7261 0,'0'0'16,"0"0"-16,0 0 15,0 0-15,22 90 16,-20 16-1,-21 4-15,19-110 16,0 0-16,0 0 0,0 0 0,-7 39 0,1-2 16,0 0-16,6-37 0,-5 36 15,-1-1-15,1 0 0,5-35 16,-3 34-16,2-1 0,-1 0 16,2-33-16,0 32 0,0-1 0,0 0 0,0-31 0,0 16 0,0-1 0,0 0 0,0-15 15,4 25-15,-2 2 0,0-2 0,-2-25 0,2 14 0,-1 0 0,0 0 0,-1-14 16,2 6-16,-2 0 0,0-2 0,0-4 0,2 3 0,-2-1 0,0-1 0,0-1 15,7-3-15,-2 2 0,0-1 0,-1 2 0,0 0 0,0-1 16,-4 1-16,18-11 0,-1 1 0,-1 0 16,-16 10-16,10-5 0,1 0 0,-1-1 0,-10 6 15,24-6-15,-1-1 16,-1 1-16,-22 6 0,14-3 16,-1 0-16,1 1 0,-14 2 0,23 0 15,1 0-15,0 0 0,-24 0 0,13 2 16,0-2-16,-1 0 0,-12 0 0,24 5 0,-2-1 0,-1 2 15,-21-6-15,13 3 0,-2 0 0,1 1 0,-12-4 0,15 6 0,-1 0 0,1 0 0,-15-6 0,7 4 0,0-1 0,1 1 0,3-12 16,-1-1-16,1 2 0</inkml:trace>
  <inkml:trace contextRef="#ctx0" brushRef="#br0" timeOffset="22961.754">8514 7709 0,'0'0'15,"0"0"-15,0 0 0,12 59 16,0 9 0,-1-5-16,-2-9 15,-8 0 1,-1-54-16,0 0 0,0 0 0,2 17 0,-2-3 16,0 3-16,0-17 0,-3 6 0,1 1 0,-1-1 0,3-6 15,-4-6-15,-1-1 0,-1 2 0</inkml:trace>
  <inkml:trace contextRef="#ctx0" brushRef="#br0" timeOffset="23097.302">8469 7471 0,'0'0'0,"0"0"0,0 0 15,0 0-15</inkml:trace>
  <inkml:trace contextRef="#ctx0" brushRef="#br0" timeOffset="23314.945">8806 7351 0,'0'0'0,"0"0"0,24 74 0,0 8 16,0 4-16,-9 11 15,-6-2 1,-4 3-16,-5-98 0,0 0 16,0 0-16,3 32 0,0-1 0,-1-1 0,-2-30 15,3 30-15,-1-1 0,0 1 0,-1-6 16,0 0-16,0-1 0,-1-23 0,-2 15 0,2 0 0,0 0 0,0-15 16,-2 1-16,2 2 0,0-2 0</inkml:trace>
  <inkml:trace contextRef="#ctx0" brushRef="#br0" timeOffset="23604.783">9173 7725 0,'0'0'0,"0"0"0,0 0 16,0 0 0,-77 26-16,-6 2 15,22-12 1,61-16-16,0 0 0,0 0 0,-17 5 0,3 0 15,-1 0-15,15-5 0,-8 3 0,0 1 0,0-2 0,8-2 16,-5 2-16,2-1 0,0 1 0,7 2 0,-2-2 16,0 0-16,-2-2 0,11 7 0,-1-2 15,0 1-15,-10-6 0,17 9 0,1 0 16,-2 1-16,4 3 0,-2-1 0,1-1 0,-19-11 16,21 14-16,-2-1 0,1 0 0,-20-13 0,22 15 0,-2-1 0,1 2 0,-2-4 15,-2 3-15,1-3 0,-18-12 0,13 13 0,1 1 16,-1-1-16,-6-6 0,0 2 15,1-2-15</inkml:trace>
  <inkml:trace contextRef="#ctx0" brushRef="#br0" timeOffset="24224.62">9371 7972 0,'0'0'0,"0"0"0,0 0 15,42-41-15,3-7 16,-3 8 0,-8 1-1,-34 39 1,0 0-16,0 0 0,9-14 16,-2 2-16,0 0 0,-7 12 15,5-11-15,-3 0 16,0-1-16,-4 5 0,1-1 15,0 0-15,1 8 0,-9-5 0,1 1 16,0-2-16,8 6 0,-15 5 0,3-3 0,0 0 16,12-2-16,-19 8 0,0 0 0,1 1 0,-1 3 15,0 0-15,3-1 0,16-11 16,-19 18-16,3-2 0,-1 1 0,4 1 0,0 0 0,0 0 0,13-18 0,-3 17 16,-1-2-16,0 0 0,4-15 15,2 16-15,0 0 0,0-2 0,-2-14 0,9 15 16,-1 0-16,1-1 0,8-1 0,-1-5 0,-1 4 0,-15-12 15,27 2-15,0 1 0,0-2 0,6-7 0,-2-2 0,0 2 16,-31 6-16,21-8 0,-1 2 0,1-1 0,11-11 0,-1-1 0,-1 0 16,1-4-16,-3-2 0,0 1 0,-28 24 0,17-15 0,-1-1 15,-1 0-15,-7 8 0,-1 1 0,0 0 0,10-11 16,-2 2-16,1-2 0,-16 18 0,13-16 0,-1 0 0,1-1 0,-13 17 0,6-12 16,-1 2-16,0 1 0,-5 9 0,-2-6 0,0 1 0,0 2 0,-8 0 0,0 3 0,-1-1 0,11 1 0,-14 2 0,1 1 0,1-1 0,12-2 0,-12 6 15,-1 0-15,1-1 0,12-5 0,-8 8 0,2 1 0,0-1 0,5 2 0,0-1 0,0-1 0,1-8 0,7 15 16,-2-2-16,1 1 0,-6-14 0,10 17 0,-2-1 15,2 1-15,1 1 0,-2-3 0,0 3 0,-9-18 16,10 16-16,-2 0 0,0-1 16,-8-15-16,4 14 0,-2 1 0,1-2 0,-3-13 0,-4 14 15,2-1-15,0 0 0,-7 1 0,2-1 16,0 0-16,7-13 0,-12 12 0,1-2 16,-1 0-16,12-10 0,-14 8 0,-1-1 15,1-1-15,14-6 0,-15 0 0,0 0 0,1 0 16,3-4-16,3 1 0,-1 1 0</inkml:trace>
  <inkml:trace contextRef="#ctx0" brushRef="#br0" timeOffset="24577.923">10960 7094 0,'0'0'0,"0"0"0,0 0 15,0 0-15,-81 44 16,-8 27 0,10 11-16,79-82 15,0 0-15,0 0 16,-23 33-16,0-2 0,1 2 0,22-33 15,-18 36-15,3-1 0,-1 0 0,16-35 0,-11 38 0,-1-1 16,1 0-16,11-37 16,-3 38-16,0 0 0,0 2 15,3-40-15,7 38 0,0 1 0,0-2 16,-7-37-16,17 38 0,-3-5 0,1 3 0,6-4 16,-2-1-16,1-1 0,-20-30 0,11 15 0,-1 1 15,-1-2-15</inkml:trace>
  <inkml:trace contextRef="#ctx0" brushRef="#br0" timeOffset="24789.785">11135 7379 0,'0'0'0,"0"0"0,-15 66 16,-1 18-1,-5 3-15,-3 0 16,-1-8-16,25-79 15,0 0-15,0 0 0,0 0 0,-9 24 0,1-1 16,0 1-16,8-24 0,-10 16 0,2 1 0,0 0 16,8-17-16,-6 4 0,-1 0 0,3 1 15</inkml:trace>
  <inkml:trace contextRef="#ctx0" brushRef="#br0" timeOffset="25036.453">11109 7376 0,'0'0'0,"0"0"0,0 0 16,47-54-16,0 20 16,-5 24-1,-8 18-15,-34-8 0,0 0 16,0 0-16,0 0 0,10 10 0,-3-2 0,0-1 16,-7-7-16,7 17 0,1-4 0,-1 2 0,-1 8 0,0-2 15,0 1-15,-6-22 0,6 28 0,-2 1 0,0-1 16,-2 3-16,0 0 0,0 0 15,-2-31-15,3 33 0,-1 0 0,0 0 0,-4-2 16,1 0-16,0 0 0,1-31 0,-5 30 0,0-2 0,0 0 0,5-28 16,-12 25-16,2-3 0,0 0 0,-4-9 0,3-2 15,-1-1-15,12-10 0,0 0 0</inkml:trace>
  <inkml:trace contextRef="#ctx0" brushRef="#br0" timeOffset="25188.88">11048 7738 0,'0'0'0,"0"0"16,0 0-16,84-20 15,15 2 1,-38 6-16</inkml:trace>
  <inkml:trace contextRef="#ctx0" brushRef="#br0" timeOffset="25413.603">11650 7286 0,'0'0'0,"0"0"0,-8 56 16,2 19 0,-1 0-16,-3 0 15,5 19 1,5-94-16,0 0 0,0 0 0,-2 32 0,0-1 15,-1-1-15,3-30 0,-5 31 0,0-2 0,0 1 0,5-30 16,-7 28-16,1-1 0,0 0 0,2-10 16,0 1-16,-1-1 0,2-7 0,1-2 0,0 0 0</inkml:trace>
  <inkml:trace contextRef="#ctx0" brushRef="#br0" timeOffset="25597.12">11755 7651 0,'0'0'0,"0"0"0,8 56 16,0 3-1,-12-9-15,-12-12 16,-1-15 0,17-23-16,0 0 0,0 0 0,-6-2 15,0 1-15,-2 1 0,8 0 0,-4-13 0,1 5 0,0-2 16</inkml:trace>
  <inkml:trace contextRef="#ctx0" brushRef="#br0" timeOffset="25707.706">11836 7466 0,'0'0'0,"0"0"0,0 0 16</inkml:trace>
  <inkml:trace contextRef="#ctx0" brushRef="#br0" timeOffset="26146.747">12007 7467 0,'0'0'0,"0"0"0,0 0 0,-26 60 15,-5 2-15,3-4 16,10 0-1,12-5-15,6-53 16,0 0-16,0 0 16,0 0-16,6 16 0,-3-2 0,0 1 0,4-2 0,0-1 0,1 2 15,-8-14-15,14 8 0,-1 1 0,1-1 0,-14-8 16,20 4-16,-2-1 0,1 1 0,5-6 0,-1 0 0,1 2 0,-24 0 16,25-8-16,-2 1 0,-1 1 0,-22 6 0,21-11 0,2 1 0,-2 0 0,-1-8 15,-2 2-15,1 0 0,-19 16 0,16-23 0,-3-1 16,1 1-16,-14 23 0,8-20 0,-1 1 15,2 0-15,-9 19 0,6-14 0,-2 2 0,0-2 16,-4 7-16,0-1 0,0 1 0,0 7 0,-9-3 0,0 1 16,1-1-16,8 3 0,-15 4 0,1-1 15,1-1-15,13-2 0,-18 9 0,3 0 0,-1 0 0,3 3 16,0-1-16,1 1 0,12-12 0,-10 13 0,0 0 0,1-1 16,9-12-16,-6 10 0,1 0 0,-1 0 0,5 1 15,1-3-15,0 2 0,0-10 0,7 11 0,-1-1 16,0 2-16,-6-12 0,12 11 0,1 2 0,-1-2 15,8-4-15,-2 0 0,1 0 0,-19-7 0,25 3 0,-2-1 16,-1 3-16,-22-5 0,26-2 0,-1 2 0,0 0 16,-1-7-16,-1 2 0,1-2 0</inkml:trace>
  <inkml:trace contextRef="#ctx0" brushRef="#br0" timeOffset="26313.735">12798 7957 0,'0'0'0,"14"61"16,-5 14-1,-23 4-15,-11-5 16,-8-24-16</inkml:trace>
  <inkml:trace contextRef="#ctx0" brushRef="#br0" timeOffset="26792.122">13672 7172 0,'0'0'0,"0"0"0,0 0 0,-71-13 15,-22 31 1,4 27-16,-10 14 15,99-59-15,0 0 16,0 0-16,-28 22 0,1 1 0,0-2 0,27-21 16,-20 23-16,3-1 0,-1 2 0,18-24 15,-11 22-15,0-3 16,1 3-16,5 1 16,2-3-16,0 0 15,3-20-15,7 24 0,0-4 16,0 1-16,-7-21 15,20 22-15,0 2 0,-1-2 16,8-4-16,-1-4 16,0 3-16,-26-17 0,34 10 0,0 1 0,0-1 0,-34-10 0,39 2 0,-3 1 0,0 0 15,1-9-15,-2 0 0,0 0 0,-2-12 0,-2 0 0,0 2 0,-31 16 0,26-28 0,-1-1 0,0 3 0</inkml:trace>
  <inkml:trace contextRef="#ctx0" brushRef="#br0" timeOffset="27182.072">13964 7021 0,'0'0'0,"0"0"16,0 0-16,-4 67 15,-3 22 1,1 1-16,-1 6 16,7-96-16,0 0 0,0 0 0,-3 32 15,2-2-15,0 1 0,1-31 0,-2 30 0,0-2 16,1 0-16,1-28 0,-4 25 16,2-1-16,-1-1 0,3-5 0,0 0 0,0-2 15,0-16-15,3 10 0,-2 0 0,0 1 16,1-7-16,0 0 15,1-1-15,-3-3 0,3-1 0,0 1 16,0-1-16,-3 1 0,9-6 0,-2-1 0,1 0 0,5-10 0,-1 1 0,1-1 0,-13 17 16,15-22-16,0 0 0,-1 1 0,3-1 0,-2 0 0,1-1 15,-16 23-15,14-19 0,0 1 0,-1 0 0,-13 18 16,16-11-16,-3-2 0,1 1 0,-3 6 0,-1 2 0,1-2 0,-11 6 0,9 2 0,-1-1 16,0 1-16,-8-2 0,7 6 0,-3 2 0,0-2 15,3 7-15,-2-1 0,0-2 0,-5-10 0,4 18 0,-1-1 16,0-2-16,1 3 0,-1-1 15,0-2-15,-1-3 0,1-2 0,-1 1 0,-1-5 0,0-2 16,0 0-16,-1-4 0,-5 15 0,2 1 0,0-1 16,3-15-16,-3 15 0,0-2 0,0 2 0,1-9 0,1 0 15,0 0-15,1-6 0,6-4 0,-1 0 16,0 0-16</inkml:trace>
  <inkml:trace contextRef="#ctx0" brushRef="#br0" timeOffset="27494.301">14527 7404 0,'0'0'0,"0"0"0,0 0 16,-9 76-16,4 0 31,4-25-31,9-11 0,-8-40 0,0 0 16,0 0-16,0 0 0,6 10 0,-1 1 0,0-1 15,5-2-15,1 0 0,-1 1 0,-10-9 0,11 2 16,1 0-16,-1-1 0,-11-1 0,14-4 0,-1 0 0,1 1 15,-5-3-15,-1 1 0,0 2 0,-3 0 0,-1 1 0,0 2 16,-4 0-16,11-27 0,1 2 0,-2-1 0,-3 0 16,0-4-16,1 3 0,-8 27 0,0-22 0,0 1 15,0 1-15,-9 6 0,2 1 0,0-1 0,7 14 16,-13-6-16,3 1 0,0 0 0,-2 3 0,1 2 0,0 0 16,11 0-16,-15 4 0,2-2 0,-1 1 15,14-3-15,-14 7 0,0-1 0,1 1 0,13-7 16,-12 10-16,1 1 15,1-1-15,12-2 0,-1-1 0,2 1 0</inkml:trace>
  <inkml:trace contextRef="#ctx0" brushRef="#br0" timeOffset="27712.93">14981 7253 0,'0'0'16,"0"0"-16,0 0 0,0 0 0,0 0 15,0 0 1,0 0-16,0 0 0,0 0 16,0 0-16,-18 35 0,1 1 0,1-3 15,16-33-15,-12 29 0,1 0 16,1-2-16,8-4 0,1 0 0,0-1 0,1-22 16,9 21-16,-2-2 0,0 0 15,-7-19-15,18 13 0,-2 2 0,-1-2 0,8-9 0,-2 0 16,1 0-16</inkml:trace>
  <inkml:trace contextRef="#ctx0" brushRef="#br0" timeOffset="28113.761">15345 7328 0,'0'0'0,"0"0"0,0 0 0,0 0 16,-30 42-16,1 5 15,14 0 1,15-47-16,0 0 0,0 0 0,0 0 15,-2 18-15,2-1 0,0-2 0,0-15 16,5 17-16,-1-1 0,0 0 0,-4-16 0,11 13 0,-2-1 16,2 0-16,6-4 15,-3 0-15,1 0 0,-15-8 16,21 2-16,-3 0 0,1-2 16,-1-6-16,0 2 0,-1-1 15,-17 5-15,17-12 0,-3 1 16,1 0-16,-15 11 15,12-20-15,-1 2 16,-1-2-16,-5-2 16,-1 1-16,0-1 15,-4 22-15,-1-18 0,0-3 16,0 3-16,-4 3 0,1 3 0,0-3 16,4 15-16,-9-10 0,-1-1 0,1 3 15,9 8-15,-13-9 0,0 3 0,1 1 16,-4 0-16,3-1 0,-1 1 0,14 5 0,-14-4 0,0 1 15,1-1-15,4 2 0,-1 1 0,1-3 0,9 4 0,-3-7 0,1 1 0,0-2 0</inkml:trace>
  <inkml:trace contextRef="#ctx0" brushRef="#br0" timeOffset="28247.183">15719 6842 0,'0'0'0,"0"0"0,7 57 0,-4 25 16,-1 0 0,-5 1-16,-3 0 0,0-1 15,6-82 1,0 0-16,0 0 0,-2 31 0,1-1 0,0 0 0,1-30 15,-1 28-15,0-1 0,0 2 0,0-12 0,1-1 16,0 1-16</inkml:trace>
  <inkml:trace contextRef="#ctx0" brushRef="#br0" timeOffset="28732.497">16197 7264 0,'0'0'0,"0"0"0,0 0 16,0 0-16,-69-7 15,-1 22 1,10 18 0,60-33-16,0 0 0,0 0 0,-15 14 0,1 0 0,-1 0 15,15-14-15,-11 14 0,1 1 0,1-1 0,9-14 0,-7 14 16,2-1-16,0 2 0,5-5 0,0 1 0,0-1 0,0-10 15,8 4-15,0 1 0,0 1 0,6-5 0,-3 1 16,1-1-16,-12-1 0,16-5 0,1 0 0,-1 0 16,-16 5-16,19-10 0,-1 2 0,0 0 0,3-5 15,-4 0-15,1 0 0,-18 13 0,15-14 16,-1 0-16,-1 0 0,-13 14 0,9-10 0,0 1 0,-1 0 16,-8 9-16,4-4 0,0 0 0,0-1 0,-2 3 0,1 2 15,-1-1-15,-2 1 0,-3 3 16,1 2-16,1-1 0,-5 6 0,0-1 0,0 1 0,6-10 0,-6 15 15,-1-3-15,1 1 0,6-13 0,-3 16 0,0 0 16,0 0-16,7 2 16,-2-2-16,0 2 0,-2-18 15,6 17-15,1 1 0,-1-1 16,1-7-16,-1-1 0,0 1 0,-6-10 16,7 0-16,-1 1 0,0-1 15,-6 0-15,10-10 16,0 2-16,-1 0 0</inkml:trace>
  <inkml:trace contextRef="#ctx0" brushRef="#br0" timeOffset="28882.103">16473 6925 0,'0'0'0,"0"0"0,9 67 0,7 15 16,-16-4 0,1-2-16,-1 4 15,-9-7-15,9-73 16,0 0-16,0 0 0,0 0 0,-8 22 0,1-3 15,0 1-15,-1-10 0,-1-1 0,0 0 16,9-9-16</inkml:trace>
  <inkml:trace contextRef="#ctx0" brushRef="#br0" timeOffset="29023.857">16300 7221 0,'0'0'0,"0"0"0,64 5 16,11-3-16,-11-13 16</inkml:trace>
  <inkml:trace contextRef="#ctx0" brushRef="#br0" timeOffset="29398.462">16770 7341 0,'0'0'0,"0"0"0,38-40 16,-10-1-16,-12 0 16,-8 10-1,-11 6-15,3 25 0,0 0 0,0 0 16,0 0-16,-3-6 15,1 1-15,0-1 16,-1 4-16,1 0 0,-1 0 0,3 2 0,-7 2 0,1 0 16,-1-1-16,7-1 0,-11 7 15,1 0-15,-1-2 0,11-5 0,-13 10 16,2 0-16,-1-2 16,1 3-16,0-1 0,1 1 0,10-11 15,-7 12-15,1 1 0,2-1 16,4-12-16,-2 15 0,1-2 0,0 1 15,6 1-15,-3-1 0,-1 1 0,10-1 0,-3 0 16,1-1-16,-9-13 0,15 11 0,1-3 0,-1 1 16,-15-9-16,21 1 0,-3 2 0,1-1 0,4-9 0,-3 0 0,1 2 0,-21 5 0,0 0 0,20-20 0,-1 2 0,1 0 0</inkml:trace>
  <inkml:trace contextRef="#ctx0" brushRef="#br0" timeOffset="29596.676">17117 6547 0,'0'0'0,"53"50"0,19 26 0,4 39 16,-6 20-16,-20 23 16,-36-10-16,-14-148 15,0 0-15,0 0 0,-14 50 0,3 0 0,0 0 16,-17 1-16,0 0 0,0 0 0,-21-1 16,2 0-16,-1 1 0,48-51 15,-71 45-15,2-1 0,-1 0 0,-40-16 16,1 2-16,0 0 0</inkml:trace>
  <inkml:trace contextRef="#ctx0" brushRef="#br0" timeOffset="32452.863">3038 9210 0,'0'0'0,"0"0"0,0 0 0,0 0 16,0 0-16,0 0 15,0 0 1,0 0-16,0 0 16,0 0-16,0 0 0,4 32 0,0 0 0,1 0 0,-5-32 15,4 34-15,0 0 0,2-1 16,-6-33-16,6 42 0,-1-3 0,0 2 0,-5-41 15,5 40-15,-1 1 0,1-2 0,-5-39 0,3 38 16,0 1-16,0-1 0,-3-38 0,2 18 0,-1 0 16,-1 0-16,-15 7 15,0-3-15,1 2 0,14-24 0,-10 12 0,1 0 16,0 1-16,3-8 16,4-2-16,-1 1 0,3-4 0</inkml:trace>
  <inkml:trace contextRef="#ctx0" brushRef="#br0" timeOffset="32682.609">2778 9994 0,'0'0'0,"0"0"0,0 0 16,0 0-16,0 0 16,0 0-16,0 0 15,0 0 1,0 0-16,0 0 0,0 0 0,24 6 0,1-2 15,-2 0-15,1 0 0,1-1 0,1 0 0,-26-3 16,25 1-16,-1 0 0,0 0 0,2 0 0,-1-1 16,0 0-16,-25 0 0,26 2 0,-2-2 0,-1 0 15,-2-2-15,0 0 0,-1 0 0,-20 2 0,14-5 0,-1 1 16,1-1-16,-11-3 0,1-1 0,-2 1 16</inkml:trace>
  <inkml:trace contextRef="#ctx0" brushRef="#br0" timeOffset="32948.555">2679 9171 0,'0'0'0,"0"0"16,0 0-16,77-37 16,9 8-1,4 17-15,3 7 16,-12 2-16,-81 3 16,0 0-16,0 0 0,0 0 0,21-3 0,-4 2 0,2-1 0</inkml:trace>
  <inkml:trace contextRef="#ctx0" brushRef="#br0" timeOffset="33447.41">3242 9608 0,'0'0'0,"0"0"0,0 0 15,0 0-15,36 54 16,-10 16 0,-9 3-16,-17-7 0,0-66 15,0 0-15,0 0 0,0 0 0,-5 17 16,2 1-16,0-2 0,-2-6 0,1 2 0,1-1 15,3-11-15,-5 7 0,3-1 0,0 0 0,0-4 0,2 0 0,-2 1 16,2-3-16,2-3 0,-2 1 0,2 0 0,1-10 16,0 1-16,0 3 0,-3 8 0,6-17 15,0 4-15,-3-1 16,3-7-16,-4 1 0,1 1 16,-3 19-16,6-24 0,-4 2 0,1-2 15,4-2-15,-4 1 0,0 0 0,-3 25 0,8-23 0,0 2 16,-1-2-16,-7 23 0,8-16 0,-2-1 0,0 0 0,5 5 0,-2 1 0,0 1 0,-9 10 15,16-6-15,-3 1 0,1-1 0,4 8 0,-1-2 0,0 0 0,-17 0 16,18 8-16,1-1 0,0 0 0,-1 6 0,-3-1 0,2 1 0,-17-13 16,14 19-16,1 0 0,-1-2 0,-14-17 0,11 22 0,0-3 15,-1 1-15,-1 4 0,-3-1 0,0 0 0,-6-23 16,6 25-16,-1-3 0,-2 1 0,-2-3 0,0-1 16,0 1-16,-1-20 0,-1 11 0,1 1 0,0-1 15</inkml:trace>
  <inkml:trace contextRef="#ctx0" brushRef="#br0" timeOffset="33853.159">3962 9506 0,'0'0'0,"0"0"15,51-52-15,7-12 16,-12 5-1,-9-1-15,-14-4 0,-23 64 16,0 0-16,0 0 0,0 0 16,6-23-16,-1 1 0,-2-1 0,-4 4 0,0 2 15,0-2-15,1 19 0,-6-15 0,2 0 16,0 1-16,4 14 0,-7-12 16,1 2-16,1-1 0,-4 4 0,1 1 15,-1 0-15,9 6 0,-9 3 0,1-1 0,-3-2 0,11 0 16,-8 8-16,0-1 0,0 0 0,-1 4 0,0 1 0,-1 0 15,10-12-15,-7 19 0,2 0 16,0-2-16,5-17 0,-4 25 0,1-1 16,0 0-16,1 5 0,0 1 0,0-1 15,2-29-15,2 34 0,-2-2 0,0 2 0,4 0 0,1 1 16,-2-1-16,-3-34 0,6 38 0,-2-2 0,2-1 16,-6-35-16,3 34 0,-1 1 0,0-1 15,-6-3-15,-1-1 0,1-1 0,4-29 16,-10 22-16,2-2 0,-1 1 0</inkml:trace>
  <inkml:trace contextRef="#ctx0" brushRef="#br0" timeOffset="33962.787">3932 9629 0,'0'0'0,"0"0"0,0 0 16,0 0-16,74-16 16,14-4-16</inkml:trace>
  <inkml:trace contextRef="#ctx0" brushRef="#br0" timeOffset="34365.666">4322 9646 0,'0'0'0,"0"0"0,0 0 15,0 0-15,0 0 16,58 10-16,-9-15 15,-49 5-15,0 0 0,0 0 0,0 0 16,15-7-16,-1 1 16,-1 1-16,-13 5 0,13-11 0,-2 1 0,0-1 15,-11 11-15,10-11 0,-1-1 0,0-1 16,-9 13-16,8-12 0,-2 0 0,0 0 16,-4 2-16,-1 3 0,0-2 0,-1 9 0,-4-4 0,2-1 15,-2 1-15,-6 6 0,1-2 16,0 0-16,9 0 0,-16 3 0,3 1 0,0 0 0,13-4 15,-17 11-15,3-1 0,0 0 0,0 3 0,0 0 16,1-1-16,13-12 0,-11 15 0,1-1 0,0 0 0,10-14 16,-5 17-16,0 0 15,2 0-15,3 2 0,0-1 16,0 0-16,0-18 16,9 19-16,-2-1 0,0 2 15,10-4-15,-3 2 16,1-1-16,-15-17 0,19 15 0,3-2 0,-1 2 0,-21-15 15,26 10-15,0-2 0,-2 2 0,1-9 0,0 2 0,-1 0 0,-8-4 0,-2-1 0,1 2 0</inkml:trace>
  <inkml:trace contextRef="#ctx0" brushRef="#br0" timeOffset="35565.202">4739 9647 0,'0'0'0,"0"0"0,55-28 16,-22 10 0,16 43-16,-1 37 15,-15 15 1,-33-77-16,0 0 0,0 0 0,6 14 15,-1-1-15,-1-1 16,-4-12 0,-6 27-16,2-2 0,1 0 0,3-25 15,-5 15-15,2-2 0,0 2 0,3-15 0,0 0 0,-7 14 0,2 1 16,-1 0-16,6-15 0,-3 7 0,0 0 16,1 1-16,2-8 0,-2 3 0,1 0 0,0 0 0,0-2 15,1-1-15,0 1 0,0-1 0,-4-11 16,0 2-16,-1-1 0,5 10 15,-3-6-15,1 0 0,0 0 0,2 6 16,-2-27-16,0 2 0,1-1 16,1 26-16,-2-16 0,2 1 0,0 0 15,0 15-15,8-30 0,-1-1 0,1 0 0,-8 31 16,6-18-16,-2 0 0,0 2 0,-4 16 0,18-22 0,-3 0 0,1 0 0,-16 22 0,10-13 0,-2 1 16,1 0-16,-9 12 0,21-15 0,-1-2 0,0 1 0,-20 16 0</inkml:trace>
  <inkml:trace contextRef="#ctx0" brushRef="#br0" timeOffset="35959.719">5183 9749 0,'0'0'0,"0"0"0,0 0 0,0 0 16,0 0-16,53-17 16,5-11-1,-58 28-15,0 0 0,0 0 16,18-12-16,-3 1 0,2-1 15,-17 12-15,12-11 0,-1-1 16,1 1-16,-3-2 0,0 2 0,2-1 0,-11 12 0,3-9 0,1 1 0,0 0 0,-4 8 0,2-5 16,-2 1-16,2 0 0,-4 2 0,2 1 0,-1 0 15,1 1-15,-8 6 0,0-1 0,-1-1 16,-2 6-16,0 1 0,-1-3 0,12-8 0,-15 13 0,1-1 16,1 0-16,13-12 0,-14 18 0,2-2 0,0 0 15,1 3-15,2-1 0,0 1 0,9-19 0,-3 19 16,2 0-16,-3 0 0,8 4 0,-4-3 0,0 1 0,0-21 15,4 23-15,-1-2 0,1 1 0,7-3 16,0-1-16,-1 0 0,-10-18 16,19 11-16,-2 0 0,1 0 15,2-8-15,2-1 16,-1-1-16,-9-4 16,2 2-16,-1-1 0</inkml:trace>
  <inkml:trace contextRef="#ctx0" brushRef="#br0" timeOffset="36330.543">5611 9567 0,'0'0'16,"0"0"-16,0 0 0,16 57 15,0 13-15,-1-2 16,-8-11-16,-9-11 16,2-46-16,0 0 15,0 0-15,0 0 0,-5 11 0,3 1 0,-1-1 0,3-11 0,-7 8 16,2 0-16,0 1 0,0-3 0,2-2 0,0 1 0,3-5 15,-2 4-15,0-1 0,0-2 0,6-4 0,-4 2 16,1-3-16,1-4 0,0 1 16,0-2-16,-2 9 0,2-15 0,-2 0 0,0 1 15,4-8-15,-1 1 16,1 0-16,-4 21 0,7-26 16,-2 2-16,0-1 0,2 0 0,-1 1 0,1-1 0,-7 25 15,7-21-15,0-2 0,0 2 0,-7 21 16,7-18-16,1 0 0,-1 2 0,1 7 15,-2 1-15,1-3 16,-7 11-16,7-1 0,0-1 0,0-1 0,3 10 16,-2-3-16,0 2 0,-8-6 0,9 14 0,1-1 15,-1 0-15,3 5 0,-1 1 0,-1-1 0,-10-18 16,8 24-16,0 1 0,-1-2 0,-7-23 0,2 29 0,0-2 0,0 1 16,-7 1-16,2-1 0,0 2 0,3-30 0,-10 21 0,2 2 15,0-3-15,1-8 0,0 0 0,1-1 0</inkml:trace>
  <inkml:trace contextRef="#ctx0" brushRef="#br0" timeOffset="39236.375">6386 9585 0,'0'0'0,"0"0"15,0 0-15,0 0 0,0 0 16,0 0 0,0 0-16,0 0 15,0 0-15,0 0 0,0 0 0,0 0 0,0 0 16,0 0-16,0 0 0,0 0 15,-22 3-15,-1 2 0,0-2 0,0 11 16,1 0 31,-1-1-47,23-13 0,-11 7 0,0 0 0,0 2 0,11-9 0,0 0 0,-13 27 0,-1 1 0,1 1 0,13-29 0,-8 16 0,1-1 0,0 0 16,7-15-16,-6 31 0,0-1 0,-2 1 0,8-31 0,-2 17 0,-1-1 0,0 0 0,3-16 0,0 0 0,0 0 0,0 0 0,7 24 0,-7-24 0,0 0 0,5 23 0,-5-23 0,6 23 15,-6-23-15,5 12 0,-2 0 0,0 0 0,-3-12 0,24 10 0,-3 0 0,1 1 16,-22-11-16,29 2 0,-1-2 15,0 1-15,-28-1 0,31-6 0,0 1 16,0 0-16,-31 5 0,27-15 0,2 0 0,-2 1 0,-27 14 0,25-24 16,-1 1-16,0 0 0,-24 23 0,21-25 0,-3 0 0,1 0 0,-19 25 15,10-12-15,-1 0 0,-1-1 16,-8 13-16,9-17 0,-1-1 0,1 0 16,-9 18-16,4-8 0,0-3 0,0 3 15,-4 8-15,3-4 0,-2 0 0,0 0 0,-1 4 0,-8-6 16,0 0-16,1 0 0,7 6 0,-6-4 0,2 1 0,0-1 0,4 4 15,-19 7-15,1 0 0,-1 1 0,19-8 16,-12 4-16,1 0 16,1 2-16,10-6 0,-15 13 0,-1 0 15,1-1-15,15-12 16,-10 8-16,2 1 0,0-2 16,8-7-16,-1 13 0,-1 0 0,2 1 15,0-14-15,0 7 0,0-1 0,0 1 16,0-7-16,22 10 0,0 2 0,0-1 0,-22-11 0,30 5 0,0 0 0,0 1 0,-30-6 0,36 0 0,0 0 0,0 0 0,1-8 0,-1 0 0,-1-1 15,-35 9-15,18-5 0,0 1 0,-1-1 0,-17 5 0</inkml:trace>
  <inkml:trace contextRef="#ctx0" brushRef="#br0" timeOffset="39370.159">7242 9769 0,'0'0'0,"0"0"0,72 3 16,9 7-16,-30 1 15,-27-7-15</inkml:trace>
  <inkml:trace contextRef="#ctx0" brushRef="#br0" timeOffset="44545">8858 8454 0,'0'0'0,"0"0"0,0 0 0</inkml:trace>
  <inkml:trace contextRef="#ctx0" brushRef="#br0" timeOffset="45182.051">14601 8001 0,'0'0'0,"0"0"0,0 0 16</inkml:trace>
  <inkml:trace contextRef="#ctx0" brushRef="#br0" timeOffset="55424.526">8565 9210 0,'0'0'0,"0"0"16,56-6-16,-23 3 16,32-10-1,-31 4-15,47-13 16,-81 22-16,0 0 16,0 0-16,15-4 0,0 0 15,-1 0-15,-14 4 0,8-1 0,-3 0 0,0 0 0,-5 1 0,18-7 0,-1 1 16,1-1-16,-18 7 0,10-3 0,-1 0 0,1 0 0,-10 3 0,13-7 15,-2 1-15,1 1 0,-12 5 0,6-4 16,0 1-16,0 0 0,-6 3 0,4-2 0,-2 1 16,0 0-16,-2 1 0,2-1 0,-2 1 0,0 0 15,0 0-15,7 5 0,-1-1 0,-1 1 0,-5-5 16,7 3-16,-4-1 0,0 0 0,-3-2 0,7 23 0,-2-3 16,0 3-16,-5-23 0,2 26 0,-2 0 15,0 1-15,0-27 16,-1 14-16,1-2 0,0 1 0,0-13 0,-3 35 15,0 0-15,0-2 0,3-33 0,3 38 0,-2-1 0,-1-1 0,0-36 16,4 36-16,-2 0 0,0-2 0,-2-34 0,2 34 0,-2 1 0,0-2 0,0-33 16,0 0-16,4 37 0,-2-2 0,0-1 0,-2-34 15,1 19-15,0-2 0,0 0 0,-1-17 16,2 43-16,0-1 0,-1 0 0,-1-42 0,3 24 16,-2-1-16,0 0 0,-1-23 0,4 33 0,0-1 0,1-1 15,-5-31-15,3 16 0,-1 0 16,0 0-16,-2-16 15,1 7-15,-1-2 0,2 1 0,-2-6 0,1 3 0,-1 0 0,0-2 0,0-1 16,0 0-16,0 1 0,0 0 0,0-1 0,0 0 0,0 0 16,0 0-16,0 0 15,0 0-15,0 0 0,0 0 0,0 0 16,0 0-16,0 0 0,0 0 0,-4-5 0,2 1 0,0 1 0,2 3 0,-2-4 0,1 1 16,0 1-16,1 2 0,-17-9 0,5 1 0,-2 0 15,14 8-15,-8-6 0,0 2 16,-2 0-16,-21-6 0,0 2 0,0-1 15,31 9-15,-18-5 0,0 0 0,1 2 0,17 3 16,-35-2-16,1 0 0,0 0 0,34 2 0,-19 0 0,0 0 0,0 0 16,19 0-16,-32 1 0,0 2 0,0-1 0,32-2 0,-17 2 0,-1-1 0,1 0 0,17-1 0,-27-4 15,1 0-15,0 0 0,26 4 0,-13-2 0,-1-1 0,1 1 16</inkml:trace>
  <inkml:trace contextRef="#ctx0" brushRef="#br0" timeOffset="55673.584">8929 9737 0,'0'0'16,"0"0"-16,0 0 0,0 0 0,0 0 15,0 0-15,0 0 16,0 0-1,0 0-15,0 0 0,0 0 0,0 0 0,-31 6 0,2 1 16,0 0-16,29-7 0,-17 5 0,-1-2 0,0 1 0,18-4 16,-27 9-16,0-2 0,0 1 0,27-8 15,-16 4-15,2-1 0,-2 1 0,16-4 0,-5 2 16,0-1-16,0 1 0</inkml:trace>
  <inkml:trace contextRef="#ctx0" brushRef="#br0" timeOffset="56110.068">9587 9821 0,'0'0'0,"0"0"0,0 0 15,0 0-15,0 0 16,-31 57-16,-5-2 15,36-55-15,0 0 0,0 0 0,-14 14 16,1 1-16,1-1 16,12-14-16,-14 14 15,1-1-15,1 0 0,12-13 0,-15 13 16,3-2-16,-1 0 0,13-11 0,-11 14 16,-1-1-16,1-1 0,-2 1 0,0-3 15,1 2-15,12-12 0,-10 6 0,0 0 0,1-1 16,1-5-16,2-2 0,-1 2 0,2-3 15,1 1-15,2 1 0</inkml:trace>
  <inkml:trace contextRef="#ctx0" brushRef="#br0" timeOffset="56265.794">9379 9843 0,'0'0'0,"0"0"0,0 0 0,0 0 16,0 0-1,0 0-15,32 51 16,-32-51-16,0 0 0,0 0 0,0 0 15,11 21-15,0 1 0,1-2 0,-1 3 16,1 0-16,-1-1 0,-11-22 0,14 26 0,-1-2 0,-1 1 16,-3-8-16,0-2 0,-1 2 0</inkml:trace>
  <inkml:trace contextRef="#ctx0" brushRef="#br0" timeOffset="66610.879">10769 9113 0,'0'0'0,"0"0"16,0 0-16,0 0 15,0 0-15,0 0 16,16 86-1,-16-86-15,0 0 0,0 0 0,0 0 0,5 33 16,-1-2-16,-1 2 16,-3-33-16,-1 36 0,0 0 0,0 1 15,1-37-15,-6 38 0,3-1 0,0 1 16,3-38-16,-5 36 0,1 0 0,0 0 16,4-36-16,-4 37 0,1 0 0,-1-2 0,4-35 15,-3 34-15,1-2 0,0 1 16,2-33-16,-1 16 0,0-1 0,0 1 0,1-16 15,2 25-15,-1-1 0,0 0 0,-1-24 0,1 14 0,0-1 0,0 0 0,-1-13 16,2 6-16,-2-2 0,0 0 0,0-4 0,0 3 0,0-2 0,0 2 0,0-3 0,0 1 0,0-1 0,0 0 0,0 0 16,0 0-16,0 0 0,0 0 0,0 0 15,0 0-15,0 0 0,0 0 0,0 0 0,6 5 0,-2-1 16,0-1-16,-1 0 0,-1-2 16,0 2-16,-2-3 0,14 1 0,-1 0 0,0-1 0,-13 0 15,9 0-15,-2 0 0,0 0 0,-7 0 0,27 3 16,-2-1-16,1 0 0,-26-2 15,16 1-15,-1 0 0,-1 0 0,-14-1 16,24 6-16,-2-2 0,-1 1 16,-21-5-16,13 3 0,-2 0 0,0 0 15,-11-3-15,0 0 0,14 1 0,-1-1 16,1 0-16,-14 0 16,8-1-16,-2 1 0,0 0 0,-6 0 0,5 0 0,-3 0 0,0 0 0,-2 0 0,11 0 0,0 1 15,1-1-15,-12 0 0,7 2 0,-1-2 0,0 0 16,-6 0-16,11-12 0,-3 1 15,0 0-15</inkml:trace>
  <inkml:trace contextRef="#ctx0" brushRef="#br0" timeOffset="66763.757">11416 9681 0,'0'0'0,"0"0"15,0 0-15,0 0 16,0 0-16,6 70 16,0-2-1,-6-68-15,0 0 0,0 0 0,4 20 16,-2-2-16,0 1 0,-2-19 0,-1 21 0,1-2 0,0 1 15,0-20-15,-2 17 0,0 0 0,0 0 0,2-17 16,-4 13-16,0-1 0,0 1 0,0-13 0,2 0 16,0 0-16,2 0 0</inkml:trace>
  <inkml:trace contextRef="#ctx0" brushRef="#br0" timeOffset="66899.458">11304 9509 0,'0'0'0,"0"0"0,0 0 16,0 0-16</inkml:trace>
  <inkml:trace contextRef="#ctx0" brushRef="#br0" timeOffset="67154.587">11647 9326 0,'0'0'0,"26"79"0,4 11 16,-2 8-16,-11 9 15,0-6 1,-1-6-16,-16-95 0,0 0 15,0 0-15,0 0 0,5 30 0,-1-1 0,0 0 16,-4-29-16,0 24 0,0 0 0,0 0 0,0-24 16,-2 13-16,1-1 0,0 0 15</inkml:trace>
  <inkml:trace contextRef="#ctx0" brushRef="#br0" timeOffset="67485.892">12043 9619 0,'0'0'0,"0"0"0,0 0 16,-64 24-1,-6-4 1,6-5-16,23-5 16,41-10-16,0 0 0,0 0 0,0 0 0,-8 3 15,3-1-15,-1-1 0,6-1 16,-3 2-16,0-2 0,-1 1 0,4-1 0,-1 2 0,0-1 15,0 0-15,1-1 0,6 6 0,-3-1 0,0-1 16,6 6-16,-2-1 0,1 0 0,-8-9 0,12 11 16,-1 0-16,1 1 0,4 2 15,-1-2-15,1 2 0,-16-14 0,16 16 0,-2-1 16,1 0-16,-15-15 16,16 18-16,-1-1 0,-1-3 0,1 1 0,-3 0 15,0-1-15,-12-14 0,12 11 0,-3-4 16,0 1-16</inkml:trace>
  <inkml:trace contextRef="#ctx0" brushRef="#br0" timeOffset="67814.145">12229 9797 0,'0'0'0,"0"0"0,0 0 16,78-10-16,-22 2 15,-31 4-15,45-26 16,-70 30-16,0 0 0,0 0 0,22-14 15,1 1-15,0-1 0,-23 14 0,16-14 0,0 0 16,-1 0-16,-15 14 0,10-13 16,-1 0-16,0 1 0,-9 12 0,2-14 0,0 0 15,0 0-15,-2 14 0,-5-11 0,0-1 0,0 2 16,-7 0-16,0 3 0,1-1 0,11 8 0,-17-4 16,1 2-16,-1-2 0,-5 9 0,2 0 15,-1-3-15,21-2 0,-20 9 0,-1 0 16,0 1-16,21-10 0,-17 13 0,-1-1 0,0 0 0,5 5 15,2-1-15,-1-1 0,12-15 0,-7 19 0,2-1 0,0 1 16,5-19-16,2 20 0,-1 0 0,0 0 0,8 1 0,-2 0 0,1 0 0,-8-21 0,14 24 16,1-3-16,-1 1 0,-14-22 0,22 19 15,-3-1-15,0-2 0,-19-16 0,28 13 0,-1-2 0,0 1 16,-27-12-16,31 2 0,-1 0 0,0 1 0,0-10 16,-1 1-16,-1 0 0,-28 6 0</inkml:trace>
  <inkml:trace contextRef="#ctx0" brushRef="#br0" timeOffset="68693.924">13168 9376 0,'0'0'0,"0"0"0,0 0 0,0 0 0,0 0 16,0 0-1,0 0-15,0 0 0,0 0 16,0 0-16,0 0 0,0 0 0,0 0 0,0 0 16,0 0-16,0 0 0,0 0 0,3-2 0,-1-1 15,0 0-15,-2 3 0,2-2 0,-2-1 16,2 1-16,-2 2 0,1-1 0,-1 1 0,0-1 0,1 0 0,-1 1 15,0 0-15,0 0 0,0 0 0,0 0 0,0 0 16,0 0-16,0 0 0,0 0 0,0 0 0,1-1 16,-1 1-16,0-1 0,0 1 15,0 1-15,0-1 0,0 0 0,0 0 0,0 0 0,0 0 0,0 0 16,1-1-16,-1 1 0,0 0 0,0 0 0,1-1 0,-1 1 16,0 0-16,0 0 0,0 0 0,0 0 15,0 0-15,0 0 0,0 0 16,0 0-16,0-1 0,0 1 0,0 0 0,0 0 0,1 0 15,-1 0-15,0 0 0,0 0 0,0-1 16,0 1-16,0-2 0,-1 2 0,1-1 0,0 1 0,0 0 0,0-1 0,0 1 0,0 0 16,0 0-16,0 0 0,0 0 0,0 0 0,-1 0 15,1 0-15,0 0 0,0 0 0,-2 1 0,2-1 16,0 0-16,-6-1 0,1-1 0,0 2 0,5 0 16,-9 2-16,1-1 0,0 0 0,-6 5 0,2 0 0,0-1 15,12-5-15,-18 8 0,1 0 0,1 1 16,-3 2-16,2-2 0,-1 2 0,18-11 0,-16 10 0,-1 0 15,1 0-15,16-10 0,-15 9 0,3 2 0,-1-3 16,3 3-16,2-3 0,-1 2 0,9-10 0,-6 8 16,0 1-16,0-1 0,6-8 0,-4 7 0,4 1 15,-1-1-15,1-7 0,3 10 0,-1-3 0,0 0 16,-2-7-16,10 7 0,-2 0 16,1 0-16,9 2 0,2 0 15,-1-1-15,-19-8 0,24 9 16,-1 0-16,-1 0 15,-22-9 1,26 9-16,-4-3 0,1 1 16,-1 5-16,-3-2 0,1 1 15,-20-11-15,15 10 16,-1 0-16,1-1 16,-15-9-16,9 9 0,2-2 0,0 1 0,-11-8 15,6 15-15,-2-2 0,0 0 0,-4-13 0,-4 19 16,0-4-16,0 2 0,4-17 0,-16 15 0,3 1 15,-1-2-15,14-14 0,-20 16 0,-1-3 0,-1 0 16,22-13-16,-24 10 0,0-1 0,-1 0 0,25-9 0,-30 5 0,4-2 16,-1 1-16,27-4 0,-30-1 0,2 0 15,0-1-15,28 2 16,-26-5-16,3-1 0,-1 1 16,24 5-16</inkml:trace>
  <inkml:trace contextRef="#ctx0" brushRef="#br0" timeOffset="69026.648">13895 8744 0,'0'0'0,"-52"69"16,-40 61-1,-12 21-15,9 9 16,50-79-16,19 22 15,26-103-15,0 0 0,0 0 0,0 0 16,-5 41-16,1 0 0,-1 0 16,5-41-16,5 42 0,-2-1 0,0 0 0,8 4 15,-1 0-15,1-1 0,-11-44 16,0 0-16,16 56 0,-1 0 0,-1-1 0,10-3 16,-2 0-16,-1 0 0,-21-52 0,28 48 15,0 0-15,0 1 0,2-14 0,-1 0 16,0 1-16,-29-36 15,31 19-15,0-1 0,0 1 0,-31-19 0,32 0 0,-2 0 16,0 0-16</inkml:trace>
  <inkml:trace contextRef="#ctx0" brushRef="#br0" timeOffset="69297.313">14545 9196 0,'0'0'0,"0"0"16,0 0-16,0 0 16,-35 66-16,-8 13 15,7 4 1,36-83 0,0 0-16,0 0 0,0 0 0,-14 31 0,1-1 15,-1-1-15,3 1 0,0 0 16,-1-1-16,12-29 15,-13 30-15,1-1 0,0-1 16,12-28-16,-14 26 0,0 1 16,1-1-16,-4-2 0,2 0 0,-1-1 0,16-23 15,-16 19-15,-1 1 0,1 0 0,16-20 0,-16 8 0,1 2 0,-1-1 0,16-9 16,-10-2-16,0 0 0,1 1 0</inkml:trace>
  <inkml:trace contextRef="#ctx0" brushRef="#br0" timeOffset="69486.354">14089 9421 0,'0'0'16,"0"0"-16,0 0 0,47 28 16,8 18-1,8 10-15,9 17 16,-72-73 0,0 0-16,0 0 0,21 26 0,0-1 15,-1 0-15,-20-25 0,21 26 0,-1 1 16,-1-1-16,-19-26 0,20 21 0,-3 0 15,1 0-15,-18-21 0,0 0 0</inkml:trace>
  <inkml:trace contextRef="#ctx0" brushRef="#br0" timeOffset="69684.258">14953 10100 0,'0'0'0,"6"64"0,-8 13 0,-15 3 16,-15-11-1,-7-19-15,4-28 16,35-22-16,0 0 0,0 0 0</inkml:trace>
  <inkml:trace contextRef="#ctx0" brushRef="#br0" timeOffset="70060.927">15611 9218 0,'0'0'0,"0"0"0,0 0 0,0 0 16,-54 81-16,5 3 16,17-7-16,32-77 15,0 0-15,0 0 0,-1 24 0,1-1 0,0 2 16,0-25-16,5 22 0,-1 0 0,-1-1 0,-3-21 15,0 0-15,14 23 0,-2 0 0,-1-1 0,-11-22 16,19 22-16,-3-2 0,1 3 16,-17-23-16,21 15 0,-1 2 0,1-3 15,-21-14-15,27 0 0,-1 0 16,-1 0-16,-7-4 0,0 1 0,-1-1 0</inkml:trace>
  <inkml:trace contextRef="#ctx0" brushRef="#br0" timeOffset="70481.84">16083 8881 0,'0'0'0,"0"0"0,0 0 0,4 89 16,-5 15 0,11 9-16,-1-3 15,-9-110-15,0 0 0,0 0 0,0 0 0,2 35 0,-2 1 16,0-1-16,0-35 0,1 29 15,-1 1-15,0 0 0,2-8 0,0-1 0,0 1 16,-2-22-16,2 17 0,1-2 0,-1 1 0,-2-16 16,1 8-16,0 1 0,0 0 15,1-5-15,-2-2 0,0 2 0,0-4 16,1-6-16,0 0 0,0 1 0,-1 5 0,7-21 16,0 0-16,0 2 0,7-6 0,-3-1 0,1 2 15,-12 24-15,13-23 0,1 2 16,-1-2-16,-13 23 0,16-16 0,-3 1 15,0-1-15,-13 16 0,13-11 0,-2 1 16,1 0-16,1 7 0,-2-2 0,1 1 0,-12 4 16,11-1-16,-2 1 0,1 0 0,-10 0 15,10 8-15,-2 1 0,1 0 0,0 9 0,-2-1 0,0 0 16,-7-17-16,8 23 0,-3-1 0,0-1 0,-2 4 0,2-2 16,-1 1-16,-4-24 0,3 25 0,1-2 0,-1 1 0,-3-24 0,3 21 15,0 1-15,0-1 0,-3-21 0,3 18 0,-1-2 0,0 0 0,0-5 0,-1-3 0,0 1 0,-1-9 0,1-3 16,0 3-16,0 0 0,1-3 0,-2 0 0,0 1 15,0 2-15</inkml:trace>
  <inkml:trace contextRef="#ctx0" brushRef="#br0" timeOffset="70818.795">16757 9316 0,'0'0'0,"0"0"0,-6 63 15,1 1 1,1-17-16,-1-5 15,7-2-15,-2-40 0,0 0 0,0 0 16,0 0-16,5 9 0,-1-2 0,0 2 0,-4-9 16,8 6-16,3-1 0,-2 0 15,6-3-15,-1 1 0,-1-3 0,-13 0 0,20-6 0,0 0 16,-2 1-16,1-7 16,-1 2-16,1-1 0,-19 11 0,15-19 0,-1 2 15,0-2-15,-14 19 16,10-20-16,-1 1 0,0-1 0,-7 4 15,0 2-15,1-3 0,-7 4 0,2 1 0,0-1 16,2 13-16,-10-6 0,1-2 0,-1 0 0,10 8 0,-14-1 16,-1-1-16,1 1 0,14 1 0,-22 6 15,1-4-15,-2 2 0,0 4 0,1-3 0,1 1 16,21-6-16,-21 7 0,2 0 0,1-2 0,6 2 16,2-2-16,0 0 0,10-5 0,2 3 0,0-3 0,0 2 0,2-2 0,0 0 0,0 0 0</inkml:trace>
  <inkml:trace contextRef="#ctx0" brushRef="#br0" timeOffset="70998.656">17246 9151 0,'0'0'0,"0"0"0,0 0 0,0 0 0,0 0 15,0 0-15,0 0 16,-43 62-16,8 0 16,35-62-1,0 0-15,0 0 0,-8 21 16,1-1-16,0-1 0,7-19 0,1 22 0,-1-3 15,0 2-15,0-21 0,6 23 0,0 0 0,0-1 0,6 0 0,-1-2 0,1-1 0,-12-19 16,15 14-16,1-1 0,-1 1 0</inkml:trace>
  <inkml:trace contextRef="#ctx0" brushRef="#br0" timeOffset="71362.779">17615 9235 0,'0'0'0,"0"0"0,0 0 16,-38 72-16,9-4 31,14-5-31,15-13 0,0-50 0,0 0 0,0 0 16,6 16-16,-1-1 0,0 0 0,-5-15 0,12 9 16,0-1-16,-1 1 0,8-7 0,-1-1 0,1 0 15,-19-1-15,21-4 0,-1 0 0,1-1 0,0-2 16,-3 1-16,1-1 0,-19 7 0,14-16 15,-1 2-15,-1 0 0,-5-6 0,1 0 0,-1 2 16,-7 18-16,0-19 0,0 2 0,0-1 0,0 18 0,-8-14 16,-1 0-16,1 0 0,-5 5 15,0-2-15,1 1 0,1 6 0,2-2 0,0 1 16,9 5-16,-18-2 0,2-1 0,-1 1 16,17 2-16,-16-2 0,-1 1 0,1 1 0,2-2 0,3 2 0,-1 0 15,12 0-15,-7-5 16,1-1-16,0 2 0,6 4 0,5-12 0,-1 2 15,0-1-15</inkml:trace>
  <inkml:trace contextRef="#ctx0" brushRef="#br0" timeOffset="71584.823">17900 8663 0,'0'0'0,"0"0"0,0 0 16,0 0-16,0 0 15,0 0-15,28 68 16,-28-68-16,0 0 15,0 0-15,2 31 0,2-2 0,0 0 0,-4-29 16,2 37-16,-1-3 0,0 1 0,6 5 0,-2-2 16,0 1-16,-5-39 15,8 39-15,-1 1 0,0 0 16,-3-2-16,0 0 0,0-1 0,-4-37 0,1 32 0,0-1 0,0 0 16,-1-31-16,-1 24 0,1 0 0,0-1 0,7-12 0,-1 0 15,0-1-15</inkml:trace>
  <inkml:trace contextRef="#ctx0" brushRef="#br0" timeOffset="71967.344">18505 9231 0,'0'0'0,"0"0"0,-29-55 16,-13 24-1,-7 35-15,-4 21 16,-1 23-16,54-48 0,0 0 15,0 0-15,-16 18 0,2 2 0,-1-2 16,4 1-16,1 2 0,1-3 0,9-18 0,-3 21 16,2-2-16,-1 1 15,2-20-15,4 17 0,-1-1 0,0 0 16,5-6-16,-3-1 0,0 1 0,-5-10 16,12 0-16,-1 0 0,-1 0 0,7-5 15,-3-1-15,0 2 16,-14 4-16,18-13 0,-1 2 0,-1 0 0,-16 11 0,18-18 0,-2 2 0,1 0 0,-2-3 0,1 1 15,-1-1-15,-15 19 0,13-14 0,-3 3 0,0-3 0,-5 7 0,2 0 0,-2-1 0,-5 8 0,2-1 0,0-2 16,0 1-16,-5 8 0,1 0 0,0 0 16,2-6-16,-4 12 0,0 0 0,-1-2 0,5-10 15,-3 15-15,1-1 0,0 1 0,3 4 0,0-1 0,0 1 0,-1-19 16,2 15-16,-1 1 0,0-1 0,-1-15 0,2 11 0,3-1 16,-2 1-16,1-10 0,-2 2 0,0 0 0,-2-3 15,9-9-15,0 1 0,-1 0 0,5-10 0,1 1 16,-1-1-16</inkml:trace>
  <inkml:trace contextRef="#ctx0" brushRef="#br0" timeOffset="72194.615">18814 8701 0,'0'0'0,"0"0"0,9 88 15,2 8-15,-3 6 16,2-2-1,4 7-15,-14-107 0,0 0 0,0 0 16,5 35-16,-1 0 0,0 1 0,-4-36 16,5 32-16,-2 2 0,1-1 15,-4-33-15,4 27 0,-1 1 0,0-1 16,1-12-16,-1 0 0,0 0 0,-1-9 16,0 1-16,0 0 0</inkml:trace>
  <inkml:trace contextRef="#ctx0" brushRef="#br0" timeOffset="72313.17">18752 9188 0,'0'0'0,"0"0"0,0 0 0,54-26 16</inkml:trace>
  <inkml:trace contextRef="#ctx0" brushRef="#br0" timeOffset="72729.894">19135 9137 0,'0'0'0,"0"0"0,54 26 0,-7-10 16,4-14-1,-3-21-15,-8-11 16,-40 30-16,0 0 0,0 0 0,0 0 0,15-14 16,-3-1-16,1 0 0,-2 1 0,-2 0 15,0 0 1,-9 14-16,3-13 0,-1 1 16,0-1-16,-2 13 0,-4-7 15,0-1-15,1 0 0,-8 4 0,1 1 16,1 1-16,9 2 0,-17 4 0,1 1 0,1-2 15,15-3-15,-22 9 0,2-2 16,1 1-16,-3 5 0,2 0 0,1 0 16,19-13-16,-18 17 0,3-3 15,-1 1-15,8 5 16,0-3-16,-1 0 0,9-17 16,-2 19-16,2 0 0,0-1 0,0-18 15,11 22-15,-3-1 0,0 1 0,11-1 0,-2-3 16,1 1-16,-18-19 0,28 16 0,-2-1 0,0 0 0,5-9 0,0 0 0,0 1 0</inkml:trace>
  <inkml:trace contextRef="#ctx0" brushRef="#br0" timeOffset="72898.605">19713 8269 0,'0'0'0,"50"22"0,22 37 16,-3 54-16,0 45 16,-8 53-1,-28 36-15,-33-247 16,0 0-1,0 0-15,-13 83 0,2-2 0,0 2 16,-27 4-16,3-1 0,0-3 0,-31 0 0,0-2 0,0-1 16,-32-16-16,3-1 0,0 0 0</inkml:trace>
  <inkml:trace contextRef="#ctx0" brushRef="#br0" timeOffset="77693.649">8746 10883 0,'0'0'0,"0"0"0,0 0 15,71-18-15,-26 6 16,56-4 0,12 10-1,-113 6 1,0 0-16,0 0 15,0 0-15,40-5 0,-2 3 16,1-1-16,-39 3 0,46 0 16,1-1-16,-1 0 0,-46 1 0,53-1 15,0 1-15,-1 0 0,4 2 16,0-1-16,0 2 16,-56-3-16,62 0 0,0 0 15,0 0-15,-62 0 0,79 0 0,-1 0 16,-1 0-16,-77 0 0,90 0 0,0 0 15,0 0-15,-1-2 0,-2 1 16,0 1-16,-87 0 0,89-2 16,-2 2-16,1-1 0,5 1 0,-2 0 15,0-1-15,-91 1 0,87 1 0,1-1 0,-1 0 0,-87 0 0,0 0 0,80 1 0,1 1 0,0 1 0,-81-3 16,83 2-16,0 1 0,0 0 0,15 2 0,-2-2 0,-1 1 0,-95-4 0,107 3 0,-1-1 0,-1 0 0,-105-2 0,107 0 0,-3 2 0,1-2 16,-105 0-16,0 0 0,0 0 0</inkml:trace>
  <inkml:trace contextRef="#ctx0" brushRef="#br0" timeOffset="78342.73">19933 10304 0,'0'0'0,"0"0"0,-77 22 15,29-7-15,-57 3 16,-15-1 0,-4-10-16,124-7 15,0 0-15,0 0 0,0 0 0,-49 1 0,2-1 16,-1 1-16,48-1 16,-59-1-16,3 1 0,-1-1 15,57 1-15,-73-1 0,2 0 16,0 0-16,-14-1 0,2 0 15,1 0-15,82 2 16,-102-2-16,1 1 0,0 0 16,-19-1-16,2 2 0,0 0 15,118 0-15,-125 2 0,1-1 0,0 0 16,1 1-16,1-1 0,0 0 0,122-1 0,-125 6 16,1-1-16,0-2 0,-1 7 0,2 0 0,0 0 15,123-10-15,-130 12 0,1 1 0,-1-1 0,130-12 16,-151 14-16,2-3 0,-1 2 0,150-13 0,0 0 0,0 0 0,-193 14 0,3 1 0,0-1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5:36:03.46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7674 8536 1024 0,'0'0'0'0,"0"0"0"0,0 0 0 0,0 0 0 0,3 3 256 16,3 1-256-16,1 2 0 0,-2-3 256 15,1-1-256-15,1 0 0 0,0-1 86 0,-1 0-86 0,0-1 0 0,1 1 50 0,-7-1-50 0,9 1 0 16,0 0 0-16,-1 0 61 0,1 0-61 0,2 1 0 15,-2-1 65-15,1 1-65 0,2 1 0 16,-2-1 56-16,1-1-56 0,3 0 0 0,-3-1 41 0,1 0-41 0,0 0 0 0,1 0-1 16,2 1 1-16,0 1 0 0,-1-2-28 0,1 0 28 15,1 0 0-15,-1 0-27 0,1 0 27 0,2 0 0 0,0 0 12 16,1 1-12-16,0 1 0 0,-1-2 48 0,2 0-48 0,0 0 0 0,0-1 58 16,-2 0-58-16,0 0 0 0,1 0 67 0,0 1-67 15,3 1 0-15,-2-2 71 0,-1 0-71 0,2 0 0 0,-1 0 50 0,0 1-50 16,2 1 0-16,-1-2 30 0,0-1-30 0,3 1 0 0,-2 0 13 15,0 1-13-15,2 1 0 0,-2-2 35 0,2 1-35 0,1-2 0 16,-3 1 31-16,2 0-31 16,1 0 0-16,-1 0 25 0,0 1-25 0,3 1 0 15,-2-2 4-15,2 0-4 0,1-1 0 0,-2 1 2 0,1 1-2 0,1-2 0 0,-2 2-11 16,0-1 11-16,0 0 0 0,0 0-10 0,2 1 10 0,0 1 0 0,-1-2 15 16,-1 0-15-16,2-1 0 15,-1 1 34-15,-1 0-34 0,-1 0 0 0,1-1 48 0,1 2-48 16,3-1 0-16,-3 0 24 0,0 0-24 0,0-1 0 15,0 1 25-15,0 0-25 0,1 0 0 0,-1 0 23 0,-1-1-23 0,-1-1 0 16,1 2 40-16,-1 0-40 0,-1 0 0 0,1 0 21 0,0 0-21 0,4 0 0 0,-3 0 30 16,-1 1-30-16,-1 1 0 15,0-2 17-15,1 0-17 0,1-1 0 0,-1 1 3 0,0 1-3 0,1 1 0 0,-1-1-38 16,-1 0 38-16,2 0 0 16,-1-1-47-16,-1 1 47 0,-1-2 0 0,0 2-14 0,0 0 14 15,1 0 0-15,0 0 31 0,-2 0-31 0,0 0 0 0,0 0 73 16,1 0-73-16,1 0 0 0,-1 0 65 0,-1-1-65 15,-2-1 0-15,1 2 55 0,2 0-55 0,1 0 0 0,-3 0 12 16,0-2-12-16,-1 1 0 0,-1 0-32 0,3 0 32 16,0 0 0-16,-2 0-59 0,3 0 59 0,0 0 0 0,-2 0-30 15,0 1 30-15,0 1 0 0,-1-2-1 0,2 1 1 16,1-2 0-16,-2 1 15 0,1 0-15 0,1-1 0 0,-1 1 13 16,-2 0-13-16,1 0 0 0,0 0 11 0,2 0-11 0,-1 0 0 15,-1 1 29-15,-1-2-29 0,-2 1 0 0,2-1 25 0,0 2-25 16,3-1 0-16,-2 0 7 0,-1 0-7 0,-1 0 0 0,2 0 9 15,-3 0-9-15,2-1 0 16,0 2 15-16,-2 0-15 0,1 0 0 0,1-1 28 0,0-1-28 0,3-1 0 0,-2 1 5 16,-2 1-5-16,0 0 0 0,-1 0 3 0,3 1-3 15,0-1 0-15,-1-1 6 0,-1 0-6 0,1-1 0 0,-1 2 29 0,0 0-29 16,1 0 0-16,-2 0 22 0,2-1-22 0,1-1 0 16,-3 1 34-16,3 0-34 0,-1-1 0 0,1 1 62 0,-2-1-62 0,0-1 0 15,0 1 65-15,2 0-65 0,-1 0 0 16,0 0 32-16,-1 1-32 0,-1 0 0 0,2 1 4 0,-3-2-4 0,2 1 0 0,0 0-3 15,0 1 3-15,3 1 0 0,-2-2 11 16,-2 1-11-16,1-2 0 0,0 1 13 0,-1 1-13 0,1 0 0 0,-1 0 27 16,2-1-27-16,2-1 0 0,-3 2 15 15,0 0-15-15,-2-1 0 0,2 1 13 0,1-1-13 0,2 0 0 0,-2 0-31 0,-1 0 31 16,-2-1 0-16,2 2-31 0,-1 0 31 0,1 0 0 0,0 1-7 16,0-2 7-16,4 1 0 0,-2 0 26 0,-2-1-26 0,0-1 0 15,-1 1 41-15,3 1-41 0,0 0 0 0,-1 0 41 16,-1 1-41-16,1 1 0 0,-2-2-195 0,3 1 195 0,1-2 0 15,-2 1 46-15,0-2-46 0,-1 1 0 0,0 0-10 0,1 1 10 16,0 1 0-16,-2-2-4 0,3 0 4 0,-1-1 0 0,0 2 27 16,0-2-27-16,0 1 0 0,0 0 46 15,0 0-46-15,0-1 0 0,0 2 73 0,1 0-73 0,0 1 0 0,0-2 34 16,-1 0-34-16,-1-1 0 0,1 2 27 0,0 0-27 16,0 0 0-16,1 1-12 0,0-1 12 0,2-1 0 15,-1 2-42-15,-1-1 42 0,-1-1 0 0,2 1-40 0,1 0 40 0,2-1 0 0,-3 1-16 16,0 1 16-16,0-2 0 0,0 2 86 0,0-1-86 0,2-1 0 15,-2 1 167-15,2 0-167 0,-1 0 0 0,0 0 198 0,0 0-198 16,1 0 0-16,-2 1 166 16,3 1-166-16,0 1 0 0,0-1 72 0,-3-1-72 0,2-1 0 0,-1 0 18 15,2 1-18-15,1-2 0 0,-3 1-34 0,0-1 34 0,-1-1 0 16,0 1 38-16,1 0-38 0,1-1 0 16,-1 0 87-16,2 2-87 0,-1-1 0 0,0 1 180 0,0-2-180 15,1 1 0-15,0-1 95 0,-3 0-95 0,2-1 0 0,0 1 0 0,1 1 0 0,3 0 0 16,-3 0 0-16,2 0 0 15,1 0 0-15,-1 1 0 0,1 0 0 0,2 0 0 0,-2 0 0 0,0 0 0 0,1 0 0 0,-1 1 0 16,-2-2 0-16,1 1 0 16,0 1 0-16,2 1 0 0,0 1 0 0,-1-1 0 0,2-1 0 15,0-1 0-15,-1 2-102 0,-1-1 102 0,0 2 0 0,0-1-142 16,-1 0 142-16,2 0 0 0,-1 1-158 0,-1-2 158 16,0 1 0-16,0 1-101 0,-1 0 101 0,-1 1 0 0,0-2-56 0,2 0 56 15,3 0 0-15,-4-1-22 0,-1 1 22 0,-1 1 0 0,-1-2 34 0,3 0-34 16,0 0 0-16,-1-1 17 0,-1 0-17 0,-1 0 0 0,1 0 10 15,0 0-10-15,1 0 0 0,-1 0-28 0,-2-2 28 16,0 0 0-16,1 2-77 0,-1-2 77 16,0 1 0-16,1 0-21 0,-1 0 21 15,-2 0 0-15,1-1-45 0,2 0 45 0,0-1 0 0,-1 2-13 0,-1 0 13 0,1 0 0 0,-1 0-24 0,0-1 24 16,1-1 0 0,-2 1 2-16,0 0-2 0,-1-1 0 0,0 0-15 0,2 0 15 15,2 0 0-15,-4 0-24 0,0 1 24 0,0 0 0 0,-1 0-2 16,2 1 2-16,0 0 0 0,0 0 10 0,-1-1-10 0,-1-1 0 0,2 1-23 15,-3 0 23-15,2 0 0 0,-1 0-32 16,1 0 32-16,2-1 0 0,-2 0-30 0,-2 1 30 0,0 1 0 0,0 0 32 16,1-2-32-16,-1 1 0 0,1 0 65 0,-2 0-65 0,1 2 0 0,-1-2 92 15,-2 2-92-15,-1-2 0 0,1 2 103 0,1 0-103 0,1 0 0 0,-2 1 114 16,0-1-114-16,-1 0 0 0,2 0 102 16,-3 0-102-16,2-1 0 0,-1 1 59 0,-2 0-59 0,2 0 0 0,-1 1 19 15,1-2-19 1,-1 1 0-16,0-1-45 0,0 1 45 0,-1-3 0 0,0 3-158 15,0 0 158-15,-1 0 0 0,-1 1-256 0,0-1 256 0,-2-1 0 0,1 1-256 16,0 0 256-16,1 0 0 0,-1 0-256 16,0-2 256-16,1 1 0 0,-6 0-1844 0,-3 3 1844 0,-3 0 0 0</inkml:trace>
  <inkml:trace contextRef="#ctx0" brushRef="#br0" timeOffset="16812.223">11610 6898 1024 0,'0'0'0'0,"0"0"0"0,0 0 0 0,0 0 0 0,0 0 158 0,0 0-158 0,0 0 0 0,0 0 109 16,0 0-109-16,0 0 0 0,-6-5 92 16,-3-3-92-16,-4-2 0 0,6 5 29 0,1 1-29 15,1 1 0-15,-3 0-41 0,0-2 41 0,-1 0 0 0,-2 1-97 16,-1 0 97-16,-2 0 0 0,1 1-95 0,0-1 95 0,-4 2 0 0,2-1-48 15,-1 1 48-15,-2 0 0 0,1 1 15 0,-1 1-15 0,0 1 0 16,0 1 31-16,0 1-31 0,-3 2 0 0,1-2 38 16,0 1-38-16,-3 1 0 0,1 0 17 0,0 2-17 15,-3 0 0-15,2 1 12 0,-1 2-12 0,-1 1 0 0,2-2 0 0,-2 0 0 16,-2 1 0-16,2 2 8 0,1 2-8 0,1 1 0 0,-1-2 47 16,1 1-47-16,0 0 0 0,2 1 75 0,0 2-75 15,1 1 0-15,0 0 62 0,0 1-62 0,-1 1 0 0,4-1 14 16,1 1-14-16,3 1 0 0,-2 0-33 0,1 1 33 0,2 1 0 0,-1 0-79 15,2 0 79-15,0 1 0 0,0-1-88 16,2 0 88-16,-2 0 0 0,2 1-59 0,1 0 59 0,1 1 0 0,-1-1 49 16,1-1-49-16,1 0 0 0,1-1 164 0,1 2-164 0,1-1 0 15,0-2 204-15,2-1-204 0,1-1 0 0,-1 0 185 16,2 1-185-16,-1 1 0 0,0-1 61 0,3 1-61 16,-2 2 0-16,2-2-60 0,1 0 60 0,1-1 0 0,-1 2-181 0,1 0 181 0,2 1 0 0,-1-2-203 15,0 0 203-15,1-1 0 16,0 2-76-16,2 1 76 0,0 2 0 0,-1-5 48 0,0 1-48 0,1-2 0 0,0 1 157 15,1 0-157-15,2 0 0 0,-2-2 175 16,1-1-175-16,2-2 0 0,-1 2 132 0,3-2-132 0,2 1 0 0,-1-2 37 16,0 0-37-16,3-1 0 0,0 0-91 0,0 0 91 15,2-1 0-15,-2-1-113 0,2-3 113 0,2 1 0 0,0-1-49 16,0 0 49-16,2 1 0 0,-1-1 51 0,-1-2-51 0,0-1 0 0,1 1 86 16,1-2-86-16,1-1 0 0,-2-1 74 0,1 1-74 15,1-1 0-15,-1-1 17 0,0 0-17 0,1-1 0 0,-1 0-25 16,-1-1 25-16,2 0 0 0,-1-1-67 0,-1 0 67 0,-1-1 0 0,-1 0-27 15,3 0 27-15,1-1 0 0,-2 0 56 16,0-1-56-16,2-1 0 16,-1 0 165-16,-1 1-165 0,0 0 0 0,-1-1 174 0,1-2-174 0,1 0 0 0,-1 1 90 15,0-1-90-15,0 1 0 0,0-1-52 0,-1-2 52 0,0-1 0 0,-1 2-157 16,3 0 157-16,0-1 0 0,-3-1-142 0,-1 0 142 0,-1-2 0 0,1-1-47 16,0 0 47-16,2-2 0 15,-2 2 127-15,-2-1-127 0,0-1 0 0,1 1 234 16,-2-2-234-16,2-1 0 0,0 1 240 0,-2 0-240 0,0-2 0 15,-1 1 112-15,1-1-112 0,-3-1 0 0,1 1-66 0,-2 0 66 0,0 0 0 0,0 0-164 16,0 0 164-16,0 0 0 0,0 0-171 16,-2 0 171-16,-1 0 0 0,1-1-87 15,-2-1 87-15,-1-1 0 0,2 1 38 0,-3-1-38 0,1-2 0 0,1 3 157 0,-2 0-157 16,0 1 0-16,0-2 172 0,0 0-172 0,-2-1 0 0,-1 2 140 0,-1 2-140 0,-1-1 0 16,0 1 31-16,-1 0-31 0,-1 0 0 0,0 0-24 15,-1-2 24-15,-1-1 0 0,0 1-75 0,-1 1 75 0,-1 0 0 0,-1-1-84 16,0-2 84-16,-3-2 0 0,0 2-31 15,-3 1 31-15,-1 1 0 0,-1-1 0 0,-1-1 0 0,-2-1 0 0,-3 1 15 16,-2 0-15-16,-1-1 0 0,-2 1-24 0,-4 1 24 0,-3 1 0 0,1 1-74 16,-2 1 74-16,-2 1 0 0,1 1-143 0,-3 3 143 15,-2 0 0-15,1 2-198 16,0 1 198-16,-2 0 0 0,1 2-193 0,-3 0 193 0,-3 1 0 0,4 1-127 0,-1-1 127 0,-2 1 0 16,29 4-607-16,13 3 607 0,13 3 0 0</inkml:trace>
  <inkml:trace contextRef="#ctx0" brushRef="#br0" timeOffset="18273.858">7631 12022 1024 0,'0'0'0'0,"0"0"0"0,0 0 0 0,0 0 0 0,0 0 11 0,0 0-11 0,0 0 0 0,0 0 104 16,0 0-104-16,0 0 0 15,0 0 92-15,0 0-92 0,0 0 0 0,0 0 105 0,0 0-105 0,0 0 0 0,0 0 81 16,0 0-81-16,0 0 0 16,4 10 39-16,3 3-39 0,2 5 0 0,-2-12-10 0,-2-5 10 15,1-5 0-15,0 6-54 0,2-2 54 0,0 1 0 0,1 0 12 0,3 0-12 0,1 0 0 0,-1 1 98 16,2 0-98-16,0 1 0 0,0-2 158 0,0 1-158 0,3-2 0 0,-3 1 37 31,3-1-37-31,-1-1 0 0,0 1-77 0,-2 0 77 0,0 0 0 16,-1 0-156-16,3 0 156 0,-1 0 0 0,-1 0-43 15,-2-1 43-15,-1-1 0 0,2 2 110 0,-3-1-110 0,1-1 0 0,-1 1 227 16,-2-1-227-16,-1 1 0 0,-1 1 178 0,0 0-178 16,-2 0 0-16,1 0 61 0,-1-1-61 0,0-1 0 0,-1 2-52 15,-1-1 52-15,0-1 0 0,0 2-73 0,0 0 73 0,-2 0 0 0,1 0-36 16,-2 0 36-16,1 0 0 0,0 0 20 16,0-1-20-16,0-1 0 0,-2 2 103 0,0 1-103 0,-1 1 0 0,2 0 129 15,-2-1-129-15,0 2 0 0,1-1 103 16,-2 0-103-16,0 1 0 0,1 1 15 0,-2-1-15 0,0 2 0 0,1 1 0 15,0 1 0-15,0 3 0 0,0-3 37 0,-1 2-37 0,-2 0 0 0,2 2 29 16,2 0-29-16,-1 2 0 0,0-1-3 16,-1 0 3-16,-1 1 0 0,1 1-16 0,2 1 16 0,1 1 0 0,-1 0 14 15,0 0-14-15,0 2 0 0,0-1 64 0,1 3-64 0,0 0 0 16,-1-1 8-16,2 2-8 0,-2-1 0 0,1 1-20 16,2 1 20-16,-1 2 0 0,0-2-89 0,2 0 89 0,-1 0 0 0,0 1-89 15,0 1 89-15,0 2 0 0,0-3-61 0,0-2 61 16,0 1 0-16,0 0 13 0,0 0-13 0,0 0 0 0,0-1 49 15,0 0-49-15,0 1 0 0,0-3 109 0,2 1-109 0,-1-2 0 16,1 0 36-16,-1 0-36 0,0-2 0 0,0 1-50 16,1-1 50-16,1-1 0 0,-1 0-102 0,-2-2 102 0,1 0 0 0,0-1-103 15,1 0 103-15,1-1 0 0,-1 0-48 16,-2-2 48-16,1 0 0 0,0-2 52 0,1-1-52 0,1-1 0 0,-1 1 112 16,-2-2-112-16,1-1 0 0,1 1 111 0,-1-1-111 0,0 0 0 0,0-2 47 15,-2-1-47-15,1-1 0 0,0 1-26 0,2 0 26 16,-1 0 0-16,0-1-44 0,-2 0 44 15,1-1 0-15,0 1-43 0,0 0 43 0,0 0 0 0,0 1-3 0,-2-2 3 0,1 1 0 16,0-1-12-16,-2-2 12 0,0 0 0 0,0 1-40 16,-1 0 40-16,-2 0 0 0,1 0-47 0,0-1 47 0,-4-1 0 0,1 1-38 15,0 0 38-15,-4-2 0 0,2 2 5 16,-1 0-5-16,-2 0 0 0,2 1 50 0,-1-2-50 0,-2 0 0 0,1 2 61 16,-4 0-61-16,-1 0 0 0,2 0 21 0,0 0-21 0,-2 0 0 15,1 1-63-15,1-2 63 0,-1 0 0 0,1 2-93 16,-2 1 93-16,-1 1 0 0,1 0-72 15,0 2 72-15,0 0 0 0,0-1 2 0,2-1-2 0,-1 1 0 0,2 1 84 16,0 0-84-16,2 1 0 0,-1-1 87 0,2 0-87 0,1 0 0 0,0-2 43 16,2-1-43-16,1-1 0 0,0 1-64 0,2-1 64 0,0-1 0 0,3 2-1090 15,4 1 1090-15,1 1 0 0</inkml:trace>
  <inkml:trace contextRef="#ctx0" brushRef="#br0" timeOffset="18607.892">7919 12607 1024 0,'0'0'0'0,"0"0"0"0,0 0 0 0,0 0 0 0,0 0 256 0,0 0-256 16,0 0 0-16,0 0 256 0,0 0-256 0,0 0 0 16,0 0 256-16,0 0-256 0,0 0 0 0,-3 1 63 0,-2 0-63 0,-2 2 0 0,1-1-172 0,-2 0 172 15,-1 1 0-15,0-1-256 16,-2 0 256-16,0 1 0 0,0-1-223 0,-3 1 223 0,-2 1 0 0,0-1 49 16,-1 0-49-16,-4 0 0 0,2 1 256 0,3 0-256 0,-2 1 0 0,0 0 256 15,-2-2-256-15,-1 1 0 0,3 0 256 16,-1-1-256-16,2 0 0 0,10-2-997 15,7-1 997-15,7-1 0 0</inkml:trace>
  <inkml:trace contextRef="#ctx0" brushRef="#br0" timeOffset="19163.717">8518 12650 1024 0,'0'0'0'0,"0"0"96"0,0 0-96 0,0 0 0 0,0 0 196 0,0 0-196 0,0 0 0 0,0 0 250 15,0 0-250-15,0 0 0 0,0 0 179 0,0 0-179 0,0 0 0 0,0 0 52 16,0 0-52-16,0 0 0 0,0 0-95 16,0 0 95-16,0 0 0 0,0 0-196 0,0 0 196 0,0 0 0 0,-4 5-256 15,-5 2 256-15,0 3 0 0,4-3-218 0,1 0 218 0,1-2 0 16,-3 2 46-16,0 0-46 0,-1 2 0 0,0-2 256 0,-2 1-256 0,-1 2 0 0,1-1 256 16,2 1-256-16,-2 2 0 0,-1-1 256 15,0 1-256-15,-4 0 0 0,3 0 170 0,2 1-170 0,-2 0 0 16,1 0-256-16,-1 0 256 0,-3 2 0 0,3-2-256 15,-1 0 256-15,0-1 0 0,1 1-226 0,0-1 226 0,2 1 0 0,0-1 154 16,-3 1-154-16,1 0 0 0,1-2 215 0,0 0-215 0,2-1 0 0,0-1 153 16,0-1-153-16,2-1 0 0,0 0-40 15,1-2 40-15,1 0 0 0,0-3-118 0,1-1 118 0,0-2 0 0,1 0-96 16,1 0 96-16,1-2 0 0,-1 1-522 0,2 2 522 0,-1 2 0 0</inkml:trace>
  <inkml:trace contextRef="#ctx0" brushRef="#br0" timeOffset="19477.902">8167 12626 1024 0,'0'0'0'0,"0"0"256"0,0 0-256 0,0 0 0 0,0 0 202 16,0 0-202-16,0 0 0 0,3 4 242 0,3 4-242 0,1 1 0 0,-3-3 164 0,-1-2-164 0,-1-1 0 0,3 2 59 31,0 1-59-31,4 2 0 0,-2 0-23 0,1 1 23 16,2 2 0-16,-2 1-154 0,1 2 154 0,1 1 0 0,1 0-241 0,0 1 241 0,3 1 0 0,-2 1-211 15,0 1 211 1,4 3 0-16,-4 1-23 0,3-1 23 0,-1 3 0 0,1-2 181 16,-3 0-181-16,2 0 0 0,-2 1 147 0,-1 0-147 15,0 2 0-15,0-4-5 0,0 0 5 0,1-1 0 0,-1 0-168 0,-2-1 168 16,2 0 0-16,-7-13-426 0,-4-7 426 0,-4-7 0 0</inkml:trace>
  <inkml:trace contextRef="#ctx0" brushRef="#br0" timeOffset="22407.271">9621 12198 1024 0,'0'0'0'0,"0"0"0"0,0 0 0 15,0 0 0-15,0 0 256 0,0 0-256 0,0 0 0 0,0 0 256 0,0 0-256 0,0 0 0 0,0 0 256 16,0 0-256-16,0 0 0 0,0 0 256 16,0 0-256-16,0 0 0 0,2 10 256 15,1 5-256-15,1 5 0 0,-1-9-174 0,-2-3 174 0,1-2 0 0,0 5-256 0,0 1 256 16,0 3 0-16,0 0-221 0,0 2 221 0,0 2 0 0,0-1 199 15,-2 2-199-15,2 1 0 0,-1 3 256 0,-2 1-256 16,1 2 0-16,-2 2 256 0,1 1-256 0,-1 2 0 0,-1 0 143 16,-1 0-143-16,-1 3 0 0,1-2-256 0,-1 2 256 0,-2 1 0 0,2-2-256 15,0-1 256-15,0-2 0 0,0 0-90 16,1 0 90-16,0-2 0 0,0-1 150 0,2-2-150 16,1-1 0-16,-1-1 256 0,2-2-256 0,-1-1 0 0,0-2 256 0,0-1-256 0,0-1 0 0,0-2 83 15,2-1-83-15,-1-3 0 0,0 0-145 0,2-1 145 0,-1-2 0 16,0 0-253-16,1-1 253 0,1 0 0 0,2-1-176 15,-1 0 176-15,3-2 0 0,0-1-37 0,0-1 37 0,4-1 0 0,-3 1 95 16,1-1-95-16,4-1 0 16,-2 0 194-16,0-1-194 0,4-1 0 0,-3 1 169 15,1 0-169-15,-1 0 0 0,1 0 96 0,-1-1-96 0,0-1 0 0,0 1-11 0,1 0 11 0,1-1 0 16,-2 2-71-16,1-1 71 0,2 2 0 0,-3-1-61 0,1 1 61 0,-3 1 0 16,1-1-80-1,0 0 80-15,-2 0 0 0,1 0-59 16,2 2 59-16,1-1 0 0,-2 0-54 0,-2 0 54 0,-1 0 0 15,1 0-30-15,-1 0 30 0,0 1 0 0,0-2-26 0,-2 0 26 0,2-1 0 16,-1-1-61-16,-2 1 61 0,1-2 0 0,0-1-79 16,0 0 79-16,-1-3 0 0,1 0-48 0,-2-2 48 0,1-1 0 15,-3 7-989-15,-2 3 989 0,-2 3 0 0</inkml:trace>
  <inkml:trace contextRef="#ctx0" brushRef="#br0" timeOffset="22610.439">10231 12941 1280 0,'0'0'0'0,"0"0"256"0,0 0-256 0,0 0 0 0,0 0 256 0,0 0-256 0,0 0 0 16,0 0 256-16,0 0-256 0,0 0 0 0,0 0 256 0,0 0-256 15,0 0 0-15,0 2 256 0,2 3-256 0,-1 0 0 0,0 0 44 16,1 2-44-16,-1 0 0 0,0 2-256 0,0 1 256 0,0 3 0 0,0-1-256 16,1 1 256-16,1 2 0 0,-1 0-143 0,-2 1 143 0,1 1 0 0,0-1 256 15,-2 1-256-15,1 1 0 0,-1-2 256 16,-1 1-256-16,-1 0 0 0,1-1 199 0,-1-2-199 0,-2 0 0 0,2-3-256 15,-1-1 256-15,-1-2 0 0,3-5-1380 0,2-3 1380 0,2-3 0 16</inkml:trace>
  <inkml:trace contextRef="#ctx0" brushRef="#br0" timeOffset="22767.781">10126 12682 1024 0,'0'0'0'0,"0"0"0"0,0 0 0 0,0 0 0 0,0-3 256 0,2 0-256 0,-1-1 0 16,0 0 256-16,0-1-256 0,0-1 0 0,2 0 256 0,1-2-256 0,2-1 0 16,0 0 256-16,2-3-256 0,2-1 0 15,-7 9-1024-15,-3 4 1024 0,-3 4 0 0</inkml:trace>
  <inkml:trace contextRef="#ctx0" brushRef="#br0" timeOffset="23042.08">10536 12426 1024 0,'0'0'0'0,"0"0"0"0,0 0 0 0,0 0 0 0,0 0 0 0,0 0 0 0,0 0 0 0,0 4 256 16,0 2-256-16,0 2 0 0,0-3 256 15,2 0-256-15,-1-1 0 0,0 4 256 0,1 2-256 16,2 3 0-16,-1-1 256 0,-3-12-256 0,4 14 0 0,2 1 0 0,-1 3 52 0,-2 3-52 0,1 3 0 0,1-1-256 16,-1 4 256-16,0 2 0 0,0-1-232 0,0 1 232 0,0 2 0 0,-1 0 256 15,-1 2-256-15,-1 1 0 0,1-1 256 16,2-1-256-16,0 1 0 15,-1 0 256-15,-2-1-256 0,1 1 0 0,0-1 182 0,0 1-182 0,0 0 0 0,0-3-256 16,-2 0 256-16,1-2 0 0,0-1-256 0,-2-2 256 0,1-1 0 0,0-5-256 0,2-4 256 16,-1-4 0-16,-2-1-256 15,0-3 256-15,-1-2 0 0,1-2-514 0,1-3 514 0,1-3 0 0</inkml:trace>
  <inkml:trace contextRef="#ctx0" brushRef="#br0" timeOffset="23344.313">10841 12776 1024 0,'0'0'0'0,"0"0"256"0,0 0-256 0,0 0 0 0,0 0 256 0,0 0-256 0,0 0 0 16,0 0 256-16,0 0-256 0,0 0 0 0,-4 2 256 0,-4 0-256 15,-2 1 0-15,4-1 256 0,-2 0-256 0,0 0 0 0,-1-1-256 0,0 1 256 0,-2 1 0 0,1 0-256 16,0 2 256-16,-1 0 0 0,0-1-256 15,1 0 256-15,0 1 0 0,-1-1 245 0,1 1-245 0,0 1 0 0,1-1 256 0,2 1-256 0,0-1 0 16,1 1 256-16,2 1-256 0,2 2 0 0,0-1 256 16,0 0-256-16,2 2 0 0,3-2-256 15,1 2 256-15,2 0 0 0,1 1-256 0,1 1 256 0,5 2 0 16,-1 0-256-16,3 1 256 0,2 1 0 0,1-1-12 0,1 1 12 0,3 0 0 0,-2-1 248 31,-2 0-248-31,1-1 0 0,0-1 136 0,-2-3-136 0,1-1 0 0,-1-1-207 0,0 0 207 0,-2-2 0 0,-8-3-922 31,-7-3 922-31,-7-3 0 0</inkml:trace>
  <inkml:trace contextRef="#ctx0" brushRef="#br0" timeOffset="23710.603">11170 13098 1024 0,'0'0'0'16,"0"0"256"-16,0 0-256 0,0 0 0 0,5-1 256 0,3-1-256 0,4-2 0 0,-4 2 256 0,0-1-256 15,0-1 0-15,3-1 256 0,2-1-256 0,2-2 0 0,-3 0 141 16,0 1-141-16,2-2 0 0,-1 0-256 0,-1 0 256 0,0-2 0 16,1 1-256-16,-3-2 256 0,1-1 0 0,-1 1-256 0,-3-1 256 0,-1 0 0 15,-1 0-13-15,-3 0 13 0,0-2 0 0,-1 2 256 16,-1 2-256-16,-1 0 0 0,-1 0 256 0,-1 1-256 0,-1 0 0 16,-1 1 256-16,-2 0-256 0,-3 1 0 0,2 2 167 15,-1 1-167-15,-3 1 0 0,1 1-256 0,-1 0 256 0,-2 3 0 0,2 0-256 16,-2 0 256-16,0 3 0 0,0 1-154 0,0 2 154 0,-4 2 0 15,4 0 256-15,0 2-256 0,2 1 0 0,-1 0 256 16,1 2-256-16,0 1 0 0,1 1 256 16,3 0-256-16,2 2 0 0,0 1 166 0,1 0-166 0,-1 3 0 0,3-2-256 15,3 3 256-15,0 1 0 0,3-2-256 0,5 1 256 0,0 1 0 0,1-2-256 16,5 0 256-16,1 0 0 0,1-3-256 0,1 0 256 0,3-1 0 16,1-4-141-16,1-2 141 0,4-3 0 0,-1-2 45 15,1-1-45-15,2-4 0 0,1-4 43 0,2-2-43 0,3-5 0 0,-23 7-510 16,-12 3 510-16,-9 3 0 0</inkml:trace>
  <inkml:trace contextRef="#ctx0" brushRef="#br0" timeOffset="24042.442">11820 12782 1024 0,'0'0'0'0,"0"0"0"0,0 0 0 0,0 0 0 0,-4 0 256 16,-4-2-256-16,-2 1 0 0,5 0 256 0,1-1-256 0,1-1 0 0,-1 1 256 15,-1-1-256-15,-3-1 0 0,1 1 256 0,-1 0-256 0,-2-1 0 16,2 2 256-16,2 1-256 0,-1 1 0 0,-2-1-256 15,0 1 256-15,-1 1 0 0,1 0-256 0,0 1 256 0,1 1 0 0,1 1-256 16,1 1 256-16,0 2 0 0,2 0 151 0,2 1-151 0,2 2 0 0,0 0 256 16,1 3-256-16,1 2 0 15,1 0 256-15,3 2-256 0,1 1 0 0,-1 1 79 0,2 1-79 0,4 1 0 0,-4-1-256 16,1 1 256-16,2 1 0 0,-2-1-256 0,0 0 256 0,0 1 0 0,0-2-256 16,-2-2 256-16,-1 1 0 0,-1-1-36 0,-1 0 36 0,0-1 0 0,-2-2 199 15,-1-1-199-15,-1-1 0 16,-1-1 254-16,-1-1-254 0,-2 0 0 0,-1-2 145 15,-2-1-145-15,-2-2 0 0,2-2-163 0,-2-3 163 0,0-1 0 0,0-1-256 16,-2-2 256-16,-1-2 0 0,4-1-256 0,-1-2 256 0,3-3 0 0,0-1-256 16,1-3 256-16,1-3 0 15,4 1 74-15,3-2-74 0,3-2 0 0,-5 15-191 16,-1 6 191-16,-1 6 0 0</inkml:trace>
  <inkml:trace contextRef="#ctx0" brushRef="#br0" timeOffset="24374.54">12495 12346 1024 0,'0'0'0'0,"0"0"0"0,0 0 0 0,0 0 0 0,0 0 0 0,0 0 0 0,0 0 0 16,0 0 0-16,0 0 0 0,0 0 0 0,-5 4 256 0,-4 1-256 15,-2 2 0-15,4-1 256 0,1-1-256 0,0 0 0 0,-2 1 256 0,0 1-256 0,-3 2 0 16,0 2-126-16,-1 3 126 15,-4 2 0-15,4 0-256 0,-3 0 256 0,1 2 0 0,-1 3-256 0,0 2 256 0,-3 3 0 0,3-1-130 0,0 1 130 0,2 2 0 16,0 0 256-16,0 1-256 0,2 2 0 16,0-1 256-16,2 2-256 0,0 1 0 0,3 0 256 0,2 0-256 0,1 2 0 0,2-1 256 15,2 2-256-15,3 2 0 0,0-1-84 16,2 2 84-16,2 1 0 0,1-1-256 16,2 0 256-16,3 0 0 0,1-1-256 0,0-1 256 0,5-1 0 0,-3-3-256 15,2-1 256-15,2-2 0 0,-1-3-27 0,3-2 27 0,3-1 0 0,-4-9-54 31,-2-3 54-31,1-5 0 0,1-2-91 0,-1-2 91 0,4-5 0 0,-17 4 0 16,-8-3 0-16,-8 0 0 0</inkml:trace>
  <inkml:trace contextRef="#ctx0" brushRef="#br0" timeOffset="24610.245">12865 12684 1024 0,'0'0'0'0,"0"0"0"0,0 0 0 0,0 0 0 0,0 0 256 0,0 0-256 0,0 0 0 16,0 0 256-16,0 0-256 0,0 0 0 0,0 0 256 0,0 0-256 15,0 0 0-15,1 5 256 0,1 1-256 0,1 2 0 0,-4 1-64 16,-2 2 64-16,-2 3 0 0,0 1-256 0,-3 2 256 16,-1 2 0-16,1 2-256 0,-2 4 256 0,-1 2 0 0,1-2-256 15,-2 1 256-15,-1 2 0 0,0-1 133 0,-2-1-133 0,0 0 0 0,0-2 256 16,3-2-256-16,-2-1 0 0,1-5 29 0,0-2-29 15,1-4 0-15,1 0-256 0,0-3 256 0,2-2 0 0,5-2-354 16,4-3 354-16,4-3 0 0</inkml:trace>
  <inkml:trace contextRef="#ctx0" brushRef="#br0" timeOffset="24811.175">12541 12769 1024 0,'0'0'0'0,"0"0"0"0,0 0 0 0,0 0 0 0,2 4 256 15,2 1-256-15,0 2 0 0,1-1 256 16,0 0-256-16,3 1 0 0,2 1 256 0,3 2-256 0,2 1 0 0,-15-11 0 0,17 14 256 16,2 4-256-16,2 3 0 0,1 2 60 0,2 3-60 15,2 4 0-15,-2-2-256 0,2 1 256 0,2 2 0 0,-3-4-256 16,-1-2 256-16,0-1 0 0,-4-3-256 0,-1-3 256 0,-3-3 0 0,-9-8-316 16,-7-8 316-16,-7-5 0 0</inkml:trace>
  <inkml:trace contextRef="#ctx0" brushRef="#br0" timeOffset="25012.964">13175 13196 1024 0,'0'0'0'16,"2"3"0"-16,1 2 0 0,1 3 0 0,-1-3 256 0,0 0-256 0,1 0 0 0,-1 3 256 16,1 3-256-16,1 1 0 0,-1 1-161 0,1 2 161 0,1 2 0 0,-2 0-43 0,-2 2 43 15,-1 2 0 1,-1-1-147-16,-1 1 147 0,-1 1 0 0,-2-2-161 0,0 1 161 0,-1-2 0 0,-1-3 0 15,0-1 0-15,-4-2 0 0,3-1 0 16,-1-3 0-16,-1-1 0 0,0-3 0 0,2-1 0 0,0-4 0 0,0-1 0 0,0-2 0 0,2-2 0 0,3 4 0 16,2 1 0-16,2 1 0 0</inkml:trace>
  <inkml:trace contextRef="#ctx0" brushRef="#br0" timeOffset="25343.456">13732 12706 1024 0,'0'0'0'0,"0"0"0"0,0 0 0 0,0 0 0 0,0 0 256 0,0 0-256 0,0 0 0 0,0 0 256 0,0 0-256 0,0 0 0 0,0 0 256 16,0 0-256-16,0 0 0 0,0 0 256 15,0 0-256-15,0 0 0 0,-4 6 256 0,-1 3-256 0,-4 2 0 0,4-3-32 16,1 2 32-16,1-1 0 0,-1 3-256 15,0 0 256-15,0 2 0 0,-1 1-256 0,3 2 256 16,-1 2 0-16,2-1 256 0,1 2-256 0,1 2 0 0,0 0 256 0,1 1-256 0,2 2 0 0,0-2 256 16,0 1-256-1,3 1 0-15,0 0 256 0,4-2-256 0,0 1 0 0,0-2-256 0,2 0 256 0,0-2 0 16,1-3-256-16,0-4 256 0,3-2 0 0,-3-3-256 16,2-3 256-16,0-2 0 0,0-4-256 0,0-3 256 15,2-4 0-15,-12 6-736 0,-6 2 736 0,-6 2 0 0</inkml:trace>
  <inkml:trace contextRef="#ctx0" brushRef="#br0" timeOffset="25773.436">13968 12425 1024 0,'0'0'0'0,"0"0"0"0,0 0 0 0,0 0 0 0,0 0 256 16,0 0-256-16,0 0 0 0,0 0 256 0,0 0-256 15,0 0 0-15,-2 4 256 0,0 2-256 0,-2 3 0 0,4 1 256 0,4 1-256 0,-1 3 0 16,-1 1 256-16,1 3-256 15,1 2 0-15,-1 2-200 0,1 4 200 0,1 2 0 0,-1-2-256 16,-1 1 256-16,0 2 0 0,1-1 256 0,1 1-256 0,1 2 0 0,-1-2 256 16,0 0-256-16,1-1 0 0,-2-3 256 0,-1-2-256 0,-1-2 0 0,1 0 256 15,1-2-256-15,1-2 0 0,-2-2-126 16,0-2 126-16,-2-3 0 0,1 0-256 0,0-2 256 0,0-1 0 0,0-1-256 16,1-2 256-16,2-1 0 0,-1-1 76 15,0-2-76-15,4-2 0 0,-2-2 256 0,1-3-256 16,1-1 0-16,2 0 256 0,-1-1-256 0,3-2 0 0,-1 1 183 0,-3 0-183 15,1-2 0-15,1 1-256 0,0 0 256 0,3-2 0 0,-3 4-256 16,-4 0 256-16,0 2 0 0,1-1 256 0,0 1-256 0,1 0 0 16,-1 2 256-16,0 1-256 0,0 0 0 0,1 3 256 15,-1 2-256-15,0 2 0 0,0 2 256 0,-1 3-256 0,0 2 0 0,0-1 50 16,0 3-50-16,0 1 0 0,-1 0-256 0,3 2 256 0,-1 2 0 16,-2-3-256-16,-1 0 256 0,-1-2 0 0,1 1 17 15,-1 1-17-15,0 1 0 0,0-4 256 0,-2 0-256 0,1-2 0 0,0 0 256 16,-2 0-256-16,1-1 0 0,0-3 47 0,1-2-47 15,1-2 0-15,0 0-256 0,1-3 256 0,2-1 0 0,-1-2-256 16,2-2 256-16,3-3 0 0,-7 7 256 16,-3 3-256-16,-3 3 0 0</inkml:trace>
  <inkml:trace contextRef="#ctx0" brushRef="#br0" timeOffset="26328.813">14600 12778 1024 0,'0'0'0'0,"0"0"0"0,0 0 0 0,0 0 0 0,0 0 256 15,0 0-256-15,0 0 0 0,0 0 256 0,0 0-256 0,0 0 0 0,0 0 256 16,0 0-256-16,0 0 0 0,0 8 256 15,0 5-256-15,0 4 0 0,0-8 256 0,2-1-256 0,-1-2 0 0,0 3 256 16,-2 1-256-16,1 2 0 0,0 0 203 16,1 0-203-16,0 2 0 0,0-1-256 0,1-1 256 0,2 1 0 0,-2-1 189 15,1-1-189-15,2 0 0 0,-1 0 256 0,1-2-256 0,2 0 0 0,-1 0 256 16,0-1-256-16,1 0 0 0,0-1 256 16,2 0-256-16,0-2 0 0,-1-1-175 0,1-2 175 0,2-2 0 15,-2-1-256-15,1-2 256 0,2-2 0 0,-3 0-256 16,-1-3 256-16,0-1 0 0,0-1-256 0,-1-1 256 0,0-3 0 0,0 2 3 0,-3-2-3 15,-2-1 0-15,0 0 256 0,-2-1-256 0,-2-1 0 0,-1 1 256 16,-3 1-256-16,-1-1 0 0,0 1 256 0,0 0-256 0,-4 1 0 16,2 1 256-16,-1 0-256 0,-3 1 0 0,1 2 83 15,-1 0-83-15,-2 2 0 0,2 0-256 16,-1 2 256-16,1 1 0 16,0 0-256-16,-1 2 256 0,-1 1 0 0,4 1-256 0,2 1 256 0,0 1 0 0,3 0-256 0,2 2 256 0,2 0 0 0,2-2-48 15,2 0 48-15,2 0 0 0,3 0-129 0,3 1 129 0,2 1 0 16,1-1-256-16,1-2 256 0,4-2 0 15,-2 1-256-15,2-1 256 0,0-1 0 0,2-1 256 0,3 1-256 0,1-3 0 16,-1 2-256-16,2-2 256 0,1 0 0 16,-2 1-256-16,2 0 256 0,0 0 0 0,-4 0-256 0,-2 1 256 0,-3 0 0 0,1 0 94 31,-2 1-94-31,1 0 0 0,-4 1 256 0,-1 0-256 0,-3 0 0 0,0 1 256 16,-1 1-256-16,-2 1 0 0,0-1 256 0,-2 0-256 15,-2 0 0-15,0 2 256 0,-1-1-256 0,-1 2 0 0,-1 1 256 0,-2 1-256 0,-2 2 0 16,1-1 256-16,-2 1-256 0,-4 2 0 0,3 0-256 15,0 2 256-15,-3 1 0 0,1-1-256 16,1 0 256-16,0 2 0 0,1-1 256 0,-1 1-256 0,3 3 0 0,0-2 256 16,1 2-256-16,1 1 0 0,2 0 256 15,2 1-256-15,2 1 0 0,0-1 256 0,1 0-256 0,1-1 0 0,2-1-256 0,2-1 256 0,3-1 0 16,-2-2-256 0,3-4 256-16,2 0 0 0,2-2-256 0,4-2 256 0,1-1 0 0,-14-2-1756 15,-8-1 1756 1,-8-1 0-16</inkml:trace>
  <inkml:trace contextRef="#ctx0" brushRef="#br0" timeOffset="26677.188">15307 12690 1024 0,'0'0'0'0,"0"0"0"0,0 0 0 0,0 0 0 0,0 0 0 0,0 0 256 0,0 0-256 0,0 0 0 0,-4 8 256 16,-1 5-256-16,-3 4 0 0,6-9 256 15,2-1-256-15,2-3 0 0,-2 4 256 0,0 3-256 0,0 1 0 16,1 1 256-16,1 1-256 0,1 3 0 0,0-2-256 0,1 1 256 0,2 1 0 15,-1-1-256-15,2-1 256 0,1 2 0 0,0-3-256 16,1 0 256-16,2-2 0 0,-2-1-187 0,1-1 187 0,2-2 0 16,-2-1 256-16,1-2-256 0,2-1 0 0,-2-3 256 0,-1-1-256 15,0-1 0-15,-1-2 5 0,3-1-5 0,-1-2 0 0,-3-1-256 16,-3-1 256-16,1-3 0 0,-2 2-256 0,-1-2 256 16,-1 0 0-16,-1 0-256 0,-2-2 256 0,-2-1 0 0,-1 2 256 15,-3 1-256-15,-1 0 0 0,0 0 256 0,0-1-256 0,-4-1 0 0,2 3 256 16,-3 0-256-16,-2 2 0 0,2-2 256 15,1 1-256-15,0 0 0 0,-2 2 256 0,0 0-256 0,-2 2 0 0,4-1-256 16,2 0 256-16,1-1 0 0,1 1-256 16,1 0 256-16,0-1 0 0,1 0-256 0,3 0 256 0,1-1 0 0,2 0-256 15,1-2 256-15,2-1 0 0,-2 8-330 0,-1 3 330 16,-1 3 0-16</inkml:trace>
  <inkml:trace contextRef="#ctx0" brushRef="#br0" timeOffset="26910.192">15648 12270 1024 0,'0'0'0'0,"0"0"0"0,0 0 0 0,0 0 0 0,0 0 256 0,0 0-256 0,0 0 0 0,0 0 256 16,0 0-256-16,0 0 0 0,4 7 256 0,2 3-256 0,1 4 0 0,-4-5 256 15,-3-4-256-15,0 1 0 0,1 3 256 16,1 4-256-16,1 2 0 0,-1 2-157 16,1 3 157-16,1 3 0 0,-1 0-256 0,-1 2 256 0,0 3 0 0,0-1 116 15,-1 3-116-15,1 1 0 0,0-1 256 16,1 1-256-16,1 0 0 0,-1 0 256 0,0 0-256 0,0 1 0 0,0-2 256 15,2 0-256-15,0-1 0 0,1-3-256 0,0-1 256 0,3 0 0 0,0-3-256 16,2-2 256-16,3-2 0 0,-3-3-256 0,1-2 256 16,2-4 0-16,-10-4-983 15,-4-6 983-15,-4-3 0 0</inkml:trace>
  <inkml:trace contextRef="#ctx0" brushRef="#br0" timeOffset="27542.538">16194 12671 1024 0,'0'0'0'0,"0"0"0"0,0 0 0 0,0 0 0 0,0 0 0 0,0 0 0 0,0 0 0 0,0 0 256 16,0 0-256-16,0 0 0 0,0 0 256 0,0 0-256 16,0 0 0-16,-6 0 256 0,-5 0-256 0,-3 0 0 0,6 0 256 0,1 1-256 15,3 1 0-15,-3 0 164 16,-2 1-164-16,-4 1 0 0,4 0-236 0,-1 2 236 0,-2 0 0 0,2 2-256 0,-1 1 256 0,-2 3 0 16,3-3-256-16,1 0 256 0,0 1 0 0,0 0-201 15,1 0 201-15,0 1 0 0,0 0 256 16,3 1-256-16,2 0 0 0,0-1 256 15,1-2-256-15,0 0 0 0,1 0 226 0,2 0-226 0,2 1 0 0,1-2-256 0,2-1 256 16,0 0 0-16,1-2-256 16,-1-2 256-16,3-1 0 0,0-2-256 0,4-1 256 0,0-1 0 15,1-2 126-15,0-3-126 0,2-1 0 0,-2 1 256 16,1-2-256-16,-1-1 0 0,1 1 256 0,-2 0-256 0,0-2 0 0,-1 3 256 0,-3 0-256 0,-1 0 0 0,1 0 256 31,-2 1-256-31,-1-1 0 0,0 3-9 16,-1 1 9-16,0 1 0 0,-1 1 256 0,-1 2-256 0,-1 2 0 0,0-1 256 0,-1 1-256 15,-1 2 0-15,1 1 11 0,-2 2-11 0,1 2 0 16,0 0-37-16,0 1 37 0,0 2 0 0,0 0 206 16,2-1-206-16,-1 2 0 0,0-1 256 0,0 0-256 0,0 2 0 15,0-3 130-15,0-1-130 0,0 0 0 0,2-2-256 0,2 0 256 16,0-2 0-16,-1-2-256 0,0-2 256 0,0-1 0 0,2-4-256 16,1-1 256-16,2-2 0 0,-3-2-256 0,2-3 256 0,1-2 0 15,0-3-256-15,1-2 256 0,2-5 0 0,-2-1-256 16,1-3 256-16,2-4 0 0,-3 0-256 0,2-3 256 0,2-2 0 0,-2 0-256 15,0-2 256-15,-2-2 0 0,1 3-256 0,-1 1 256 16,0-1 0-16,-3 8-124 0,-2 4 124 0,-2 3 0 16,3 2 0-16,-2 2 0 0,0 3 0 0,1 1 189 0,-2 2-189 0,1 3 0 15,-1 0 256-15,-1 0-256 0,-1 2 0 0,2 2 256 16,-1 2-256-16,0 1 0 0,0 2 256 0,0 1-256 0,0 2 0 0,0 2 256 16,0 4-256-16,0 2 0 0,0 1 256 15,0 4-256-15,0 3 0 0,0 0 256 0,1 3-256 0,2 3 0 0,-2 1 256 16,1 0-256-16,1 4 0 0,-1-2 256 15,-2 0-256-15,1 1 0 0,0 0 256 0,-2-1-256 0,2 1 0 0,-1-3 256 16,-2 0-256-16,1-2 0 0,-1-1 256 16,-1-2-256-16,-1-2 0 0,0-3-256 15,0-3 256-15,-1-2 0 0,2-6-2749 16,1-5 2749-16,1-5 0 0</inkml:trace>
  <inkml:trace contextRef="#ctx0" brushRef="#br0" timeOffset="27712.476">16398 12623 1024 0,'0'0'0'0,"0"0"0"0,0 0 0 0,0 0 0 0,0 0 0 0,0 0 256 16,0 0-256-16,0 0 0 0,7 0 256 16,4-1-256-16,3-1 0 0,-5 1 256 0,-1-1-256 0,0-1 0 15,3 1 256-15,1 0-256 0,3-1 0 0,0 1 256 0,2 0-256 0,3 0 0 0,-1-1 256 16,2-1-256-16,2-1 0 0,-1-1-256 0,1 0 256 0,2-2 0 16,-17 6-1280-16,-9 2 1280 15,-6 2 0-15</inkml:trace>
  <inkml:trace contextRef="#ctx0" brushRef="#br0" timeOffset="28013.268">16872 12601 1024 0,'0'0'0'0,"4"3"0"0,1 2 0 0,3 3 0 0,-3-6 0 0,1 0 0 15,1-3 0-15,-1 2 256 0,2 0-256 16,0 0 0-16,-1-1 256 0,1-1-256 0,2-1 0 0,-2 1 256 0,1-1-256 0,2-1 0 16,-3 0 256-16,2-1-256 0,0-2 0 0,0 0 256 15,-2-1-256-15,-1-2 0 0,-1 1-256 0,0 0 256 0,-2-1 0 16,1 0-256-16,-2 0 256 0,1-2 0 0,-1 2 12 0,-1 0-12 0,-1-1 0 0,0 2 256 15,-1 1-256-15,-1 0 0 0,0 0 256 0,-1 1-256 16,-1 0 0-16,0 0 256 0,-1 1-256 0,-1 0 0 0,1 2 256 0,-2 1-256 0,0 0 0 16,0 1-256-1,-1 2 256-15,-1-1 0 0,0 3-256 0,1 0 256 0,0 1 0 0,1 1-90 16,-3 3 90-16,1 1 0 0,2 1 256 16,2 2-256-16,2 1 0 0,0 1 256 0,1 2-256 0,1 1 0 0,1 0 256 15,2 1-256-15,2 1 0 0,3 1 256 16,4 0-256-16,2 3 0 0,0-3-80 0,5-1 80 0,2-1 0 0,-3-3-256 15,2-3 256-15,2-2 0 0,-3-1-153 0,3-3 153 0,0-1 0 0,-2-5 220 16,0-4-220-16,-1-2 0 0,-12 5-1957 31,-8 1 1957-31,-5 1 0 0</inkml:trace>
  <inkml:trace contextRef="#ctx0" brushRef="#br0" timeOffset="28274.526">17357 11963 1024 0,'0'0'0'0,"0"0"0"0,0 0 0 0,0 0 0 0,0 0 0 0,6-1 256 0,4 1-256 16,5-2 0-16,-7 3 256 16,-1 2-256-16,-1-1 0 15,5 5 256-15,0 3-256 0,5 2 0 0,-1 5 256 16,3 3-256-16,2 6 0 0,1 5 256 0,2 5-256 0,3 7 0 16,-6 0 256-16,-2 3-256 0,-1 4 0 0,0-2 256 15,-3 2-256-15,-1 1 0 0,-5-1-203 0,-3-1 203 0,-3 0 0 0,-2-2 256 16,-3-2-256-16,-3-1 0 0,-1-3 256 0,-5-2-256 15,0-2 0-15,-3-2 256 0,-4-1-256 0,-4-2 0 0,1-3-116 16,-1-1 116-16,-4-3 0 0,0-1-256 0,-2-2 256 0,-3-2 0 0,5-4-256 16,0-3 256-16,2-4 0 0,16-4-1729 15,9-5 1729-15,9-5 0 0</inkml:trace>
  <inkml:trace contextRef="#ctx0" brushRef="#br0" timeOffset="28410.238">17139 13546 1024 0,'0'0'0'16,"-5"2"0"-16,-1 0 0 0,-3-1 0 0,2 0 256 0,-2 2-256 0,-1 0 0 0,7-2-256 0,3-2 256 15,3 1 0-15</inkml:trace>
  <inkml:trace contextRef="#ctx0" brushRef="#br0" timeOffset="29074.445">13987 13934 1024 0,'0'0'0'0,"-9"1"256"0,-3-1-256 0,-4-1 0 0,-1 2 256 15,-5 0-256-15,-3 1 0 0,25-2 0 0,-29 1 226 0,-5 0-226 0,-5 0 0 0,-3-1-28 16,-3 2 28-16,-7-1 0 0,-2-1-21 0,-3 2 21 0,-5-1 0 16,0-1-56-16,-4-1 56 0,-3-1 0 0,-2 1-256 15,-5-1 256-15,-3-1 0 0,-1 2-256 0,-2-2 256 0,-4 1 0 16,1 0-1 0,-2 3 1-16,-2 0 0 0,0-3 12 0,-2 0-12 0,-2-1 0 0,0 2-20 0,0 0 20 0,-3 0 0 15,2 1 16-15,2 0-16 16,-1 0 0-16,1 0 24 0,0-1-24 0,2-1 0 0,-3 2 19 0,-1 0-19 0,-1 0 0 0,3 1 27 15,1 0-27-15,1 1 0 0,-2-1-9 16,-1 1 9-16,-1 1 0 0,2 0-11 16,0-1 11-16,2 3 0 0,-1-3-16 0,1 0 16 0,2 0 0 0,1-1 20 0,2-1-20 15,2-1 0-15,-1 2-37 16,1 1 37-16,-1 1 0 0,3 0 15 0,0 0-15 0,1 1 0 16,3 0 10-16,1-1-10 0,3 0 0 15,4-1-4-15,2 0 4 0,2-1 0 0,6 2-10 0,1 0 10 0,3 1 0 0,3-1-21 16,3-3 21-16,3 1 0 0,4 0-24 15,1 1 24-15,4 1 0 0,2-2 6 0,3 0-6 16,2 0 0-16,2 0 18 0,2-1-18 0,4-1 0 0,0 1 34 16,3 1-34-16,4-1 0 0,-2-2 12 0,3 0-12 0,1-1 0 0,0 1 20 0,-1 1-20 15,3 1 0-15,0-3 18 16,1 0-18-16,3-1 0 0,-2 2 3 0,2 0-3 0,-2 0 0 0,1 0-18 0,1 0 18 0,0-1 0 0,-1 1 1 16,2 0-1-16,1 0 0 0,3 1-205 0,2 1 205 0,2 1 0 0</inkml:trace>
  <inkml:trace contextRef="#ctx0" brushRef="#br0" timeOffset="54073.18">8447 13450 1024 0,'0'0'0'0,"-3"3"0"0,-1 1 0 16,-1 1 0-16,1 0 256 0,-1-1-256 0,-1 0 0 0,-1-1 39 0,0 2-39 16,-1 0 0-16,0 0 4 0,-2-1-4 0,0-1 0 0,0 1 30 15,-2-1-30-15,0-1 0 0,-1 1 45 0,-1 0-45 16,-2 1 0-16,2-2 33 0,-2-1-33 0,0-1 0 0,0 1 30 0,1 0-30 0,-1 0 0 0,2 0 8 15,-3-1-8-15,1-1 0 0,-1 1-12 0,1 0 12 16,-4 0 0-16,3 0 0 0,-2-1 0 0,-3-1 0 0,3 2 28 16,0-1-28-16,1-1 0 0,0 2 83 15,-2-1-83-15,0-1 0 0,0 1 61 0,1 0-61 0,1 0 0 0,-1-1 0 16,0 0 0-16,0-1 0 0,2 2-41 0,1 0 41 0,1 0 0 0,1 0-29 16,0 0 29-16,2 0 0 0,-1 0 19 15,1-1-19-15,0-1 0 0,0 2 35 0,2 1-35 16,1 1 0-16,-2-1 50 0,2 0-50 0,0 0 0 0,0 0 42 0,-1 0-42 0,0 0 0 0,1 0 32 15,0 0-32-15,2 0 0 0,0 0 16 16,1 0-16-16,0 0 0 0,1 0 16 0,1 1-16 0,1 1 0 0,-1-2 26 16,2 0-26-16,-1 0 0 0,0 0 36 15,2 0-36-15,-1 0 0 0,0 0 19 0,2 0-19 16,-2 0 0-16,1 0 20 0,2 0-20 0,-1 0 0 0,0 0 9 0,0 0-9 0,0 0 0 0,0 0 24 16,3 0-24-16,-2 0 0 0,0 0 24 15,0 0-24-15,0 0 0 0,0 0 51 0,0 1-51 0,0 1 0 0,0-1 66 16,0-1-66-16,0-1 0 0,0 1 60 0,-2 0-60 0,1 0 0 0,0 0 47 15,2 0-47-15,-1 0 0 0,0 0 40 16,-2 0-40-16,1 0 0 0,0 0 39 16,2 0-39-16,-1 0 0 0,0 0 30 0,-2 0-30 0,1 0 0 15,0 0-4-15,2 0 4 0,-1 0 0 0,0 0-57 16,-2 0 57-16,1 0 0 0,0 1-43 0,0-1 43 0,0 2 0 0,0-1-4 0,2 0 4 0,-1 1 0 0,0-2-1128 16,-2 0 1128-16,1 0 0 0</inkml:trace>
  <inkml:trace contextRef="#ctx0" brushRef="#br0" timeOffset="55448.086">13006 12444 1024 0,'0'0'0'0,"0"0"256"0,0 0-256 0,0 0 0 0,0 0 256 0,0 0-256 0,0 0 0 16,0 0 256-16,0 0-256 0,0 0 0 0,-6-4 187 15,-3-1-187-15,-4-1 0 0,4 3 77 0,2 0-77 16,1 2 0-16,-1 0-23 0,-2-1 23 0,0 2 0 0,1-1-130 16,-2 1 130-16,0 1 0 0,0 0-132 0,-2 1 132 15,0 1 0-15,0-1-18 0,-2 0 18 0,-1 1 0 0,0 0-82 0,0 1 82 16,-3 1 0-16,3-1 108 0,0 2-108 0,2 0 0 0,-2 0 54 0,0 1-54 16,-3 2 0-16,2-1 30 0,1 0-30 0,0 2 0 0,-1 0-10 15,3 1 10-15,-2 2 0 0,2-1 11 0,-3 0-11 0,0 2 0 0,2-1 4 31,2 2-4-31,1 2 0 0,-2-2 36 0,1 2-36 0,-1 1 0 0,2-2 39 0,0 1-39 0,1 0 0 16,0 0 33-16,1 0-33 0,0 3 0 0,0-3-48 16,2 1 48-16,-1 1 0 0,0-1-80 0,2 2 80 0,1 2 0 0,0-4-52 15,-2 0 52-15,-2-1 0 0,4 1-28 16,1 1 28-16,1 1 0 0,-1-1-30 0,2-1 30 0,-1-1 0 0,1 1-17 16,1 1 17-16,1 1 0 0,0-1-13 15,1 0 13-15,1 0 0 0,0-1 0 0,1 0 0 0,1 0 0 0,0 0-28 16,1-1 28-16,1 1 0 0,1-1-24 15,0 0 24-15,2-1 0 0,-1 0-47 0,1 1 47 0,2-2 0 16,-2 0-34-16,2-1 34 0,1 1 0 0,-2-1-34 0,2 0 34 0,0-1 0 0,1-1-5 16,0 0 5-16,2-1 0 0,-2 0 21 0,0-1-21 15,1 0 0-15,0 0 60 0,3-2-60 0,0-1 0 0,0 2 256 0,-2-2-256 0,0 0 0 0,0-2 256 16,2-2-256 0,1-2 0-16,-3 1 256 0,3 2-256 0,-1-1 0 0,1-2 128 0,-3-1-128 0,2-1 0 0,-2 1-135 15,3-1 135-15,-1-1 0 0,0-1 42 16,-2-1-42-16,1-1 0 0,0 0 196 15,-1-2-196-15,0 0 0 0,1-1 248 0,-1-2-248 0,1-1 0 0,-2 1 116 0,1-2-116 0,-3 0 0 16,2-1-114-16,-1-1 114 0,2-1 0 16,-2 1-246-16,0 0 246 15,-2-1 0-15,0-2-186 0,1-1 186 0,-3-1 0 0,1 1 32 0,0-1-32 0,-2-1 0 0,0-1 241 0,-1 0-241 0,0-3 0 0,-1 1 256 32,-1 0-256-32,-1-1 0 0,0 1 256 0,-1 0-256 0,-1 0 0 0,0-1 104 0,0 0-104 0,-2-1 0 0,1 0-123 15,-1 1 123 1,-1 1 0-16,0-1-138 0,-1-1 138 0,-1 0 0 0,0 2-23 15,-1 0 23-15,-1 0 0 0,1 0 147 0,-1 1-147 0,-2 1 0 0,2-1 234 0,-1 1-234 32,-1 1 0-32,0 0 193 0,-2 1-193 0,-1 1 0 0,1 0 51 15,-1 1-51-15,-2 2 0 0,2-2-151 0,-2 2 151 0,0-1 0 0,0 3-256 16,0 0 256-16,-2 1 0 0,-1 0-256 16,0 3 256-16,-2-1 0 0,2 0-256 0,0 2 256 0,1 1 0 0,-1-1-256 15,2 2 256-15,0 1 0 0,8 2-1465 0,6 3 1465 16,3 3 0-16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5:37:11.46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17407 4814 1280 0,'0'0'0'0,"0"0"256"0,0 0-256 0,0 0 0 0,0 0 256 0,0 0-256 0,0 0 0 0,0 0 256 15,0 0-256-15,0 0 0 0,0 0 256 0,0 0-256 16,0 0 0-16,0 0 256 15,0 0-256-15,0 0 0 0,0 0 256 0,0 0-256 0,0 0 0 0,7-2 256 0,2-3-256 0,3 0 0 0,-3 3 256 16,-2 3-256-16,-1 0 0 0,1 0 256 0,1-1-256 16,2 2 0-16,0-1 256 0,0 0-256 0,4 1 0 0,-2-2 206 15,2 0-206-15,1 0 0 0,0 0-4 0,0 0 4 0,3 0 0 16,-3 0-57-16,2 0 57 0,0 0 0 0,0-1-117 16,-2 0 117-16,1-1 0 0,0 1 42 0,-1-1-42 0,0-1 0 0,1 2 0 15,-3-2 0-15,2 0 0 0,-2 1 128 16,1-1-128-16,-3-1 0 0,-1 1 57 0,1 0-57 0,-3 0 0 0,0-1 0 15,-2 0 0-15,-1-1 0 0,1 1 0 16,-2 0 0-16,1-1 0 0,-1 2 0 0,-1 0 0 16,-1 0 0-16,0 0 0 0,0 0 0 0,-2 0 0 0,1 0 0 0,-2 2 0 0,1 1 0 15,0-1 0 1,-3 0 0-16,2 0 0 0,0 1 0 0,-1 0 0 0,-1 0 0 0,1 0 0 0,0 0 0 16,0 0 0-16,0 2 0 0,-1 1 0 0,-1 1 0 0,1-1 0 15,-2 0 0-15,0 1 0 0,1 1 0 0,-1 1 0 0,-1 2 0 0,1-2 0 16,2 0 0-16,-2 1 0 0,1-1 0 0,-1 1 0 15,-2 2 0-15,2-1 0 0,1 0 0 16,0 2 0-16,0-2 0 0,0 1 0 0,0 1 0 0,0 1 0 0,1 0 0 16,0 3 0-16,0-3 0 0,1 1 0 0,1-1 0 0,-2 1 0 15,3 2 0-15,-1 1 0 0,0-2 0 0,2 1 0 0,-1 0 0 0,0 1 0 16,-2 1 0-16,1 0 0 0,0 1 0 0,0 0 0 16,0 0 0-16,0 0 0 0,0-1 0 0,0 1 0 0,0-1 0 15,2 1 0-15,-1 1 0 0,0-1 0 0,0-1 0 0,0 1 0 0,0 0 0 16,0-2 0-16,0 0 0 0,0 0 0 0,-2 2 0 15,1-1 0-15,1-1 0 0,-2-2 0 0,0 0 0 0,1-1 0 16,1 2 0-16,1 1 0 0,-1-2 0 0,0 0 0 0,0-1 0 0,0-1 0 16,2-1 0-16,-1 0 0 0,0 0 0 15,-2 1 0-15,1 0 0 0,0-2 0 0,0 0 0 0,0-2 0 0,0 1 0 16,2 0 0-16,-1 2 0 0,0-4 0 16,-2-1 0-16,1-1 0 0,0 0 0 15,0 1 0-15,0-1 0 0,0 0 0 0,0-1 0 0,0 0 0 0,0-2 0 16,0 0 0-16,0-1 0 0,0 1 0 0,0 0 0 0,0 0 0 0,0 0 0 15,2-1 0-15,-1-1 0 0,-1 1 0 0,-1-1 0 0,-1-1 0 0,1 2 0 16,0 0 0-16,0 0 0 16,-1 0 0-16,-1-1 0 0,-1 0 0 0,-1 0 0 0,-1 0 0 15,-2-1 0-15,1 1 0 0,-1 0 0 0,-2 0 0 0,-1 1 0 0,-1-2 0 0,-5 1 0 16,1 1 0-16,-2 0 0 0,-2 0 0 0,2 0 0 0,-2-2 0 16,-2 1 0-16,2 0 0 0,-2 1 0 15,-2 1 0-15,2-1 0 0,2 0 0 0,0 0 0 0,0-1 0 16,2-2 0-16,0 0 0 0,2 1 0 0,0-1 0 0,3-1 0 0,1-1 0 15,3-1 0-15,2-2 0 0,4 6-3071 0,3 2 3071 0,3 2 0 0</inkml:trace>
  <inkml:trace contextRef="#ctx0" brushRef="#br0" timeOffset="263.2">17808 5193 1024 0,'0'0'0'0,"0"0"0"0,0 0 0 0,0 0 0 16,0 0 256-16,0 0-256 0,0 0 0 0,0 0 256 0,0 0-256 0,0 0 0 0,-6 1 256 16,-3 0-256-16,-5 0 0 0,6 0 256 15,1 0-256 1,1 0 0-16,-5 0 256 0,-1 0-256 0,-4 1 0 0,2-1 256 15,-1 1-256-15,-2 1 0 0,0-2 256 0,0 1-256 0,-2 1 0 0,1-1 256 16,-3 2-256-16,-1 0 0 0,3-2 256 0,0-1-256 0,1-1 0 16,2 0 256-16,1 1-256 0,3 1 0 0,7-1-2560 15,5-1 2560-15,5-1 0 0</inkml:trace>
  <inkml:trace contextRef="#ctx0" brushRef="#br0" timeOffset="675.784">18222 5168 1024 0,'0'0'0'16,"0"0"0"-16,0 0 0 0,0 0 0 0,0 0 256 0,0 0-256 0,0 0 0 0,0 0 256 0,0 0-256 16,0 0 0-16,0 0 256 0,0 0-256 0,0 0 0 0,-4 7 256 15,-4 5-256-15,0 4 0 0,3-9 256 16,1-2-256-16,1-2 0 0,3-3 0 0,-5 7 256 0,-2 2-256 0,0 0 0 0,0 0 256 0,-1 0-256 16,-2 2 0-16,2-1 256 0,-1 1-256 0,-2 2 0 0,2-1 256 15,-1 1-256-15,-2 1 0 0,2-2 256 0,-1 2-256 0,-3 0 0 0,3-1 256 16,0 0-256-16,-2-1 0 15,2 0 255-15,-2 1-255 0,0 0 0 0,2-1 0 0,0-1 0 16,2-2 0-16,-1 1 0 0,0 0 0 0,1-2 0 0,1-1 0 0,2 0 0 16,1-2 0-16,-1-2-67 0,2-1 67 0,-1-1 0 15,2-1-2-15,1-1 2 0,1-1 0 0,0-1 69 0,1-2-69 0,1-2 0 0,-1 5-3071 16,0 2 3071-16,0 2 0 0</inkml:trace>
  <inkml:trace contextRef="#ctx0" brushRef="#br0" timeOffset="867.565">17980 5222 1024 0,'0'0'0'0,"0"0"0"0,0 0 0 0,0 0 0 16,0 0 256-16,0 0-256 0,0 0 0 0,0 0 256 0,0 0-256 0,0 0 0 0,2 9 256 15,1 5-256-15,1 4 0 0,-1-9 256 0,0-3-256 0,1-2 0 0,-4-4 0 0,4 7 256 16,1 1-256-16,1 1 0 16,0 1 256-16,1 2-256 0,3 2 0 0,-1-2 256 0,1 2-256 0,2 0 0 0,-1 0 256 15,2 1-256-15,1 1 0 0,-2 0 256 0,2 2-256 0,0 1 0 16,0-1 256-16,-3-2-256 0,2 1 0 0,-1-1 256 15,-2 0-256-15,2-1 0 0,-3-4 48 0,-2-1-48 0,-2-3 0 0,3-1 142 16,-2-1-142-16,0-3 0 0,-3 0-3006 16,-4-2 3006-16,-1-2 0 0</inkml:trace>
  <inkml:trace contextRef="#ctx0" brushRef="#br0" timeOffset="1336.692">18803 4761 1024 0,'0'0'0'0,"0"0"256"0,0 0-256 0,0 0 0 0,-3 4 256 0,-3 2-256 0,-1 3 0 0,2-3 256 16,0 0-256-16,0 1 0 0,-2 0 256 16,0 1-256-16,-2 2 0 0,2 1 256 0,-2 1-256 0,0 3 0 0,1 0 256 15,-1 0-256 1,-3 2 0-16,2 1 157 0,2 0-157 0,-2 3 0 0,1-2 178 0,2 1-178 0,-2 1 0 0,1 1 256 15,1 1-256-15,0 1 0 0,1-2 256 0,0-1-256 0,2-1 0 0,0 2 256 16,1 1-256 0,1 2 0-16,0-3 256 0,1 1-256 0,1-2 0 0,1 1 176 0,1-1-176 0,1-1 0 0,0 2 0 15,1-2 0-15,1 1 0 0,2 1 0 16,1 0 0-16,2 0 0 0,1 0 0 0,-1 1 0 0,3-1 0 0,0 0 0 0,1 2 0 0,4 0 0 0,-2-1 0 31,3 2 0-31,3 2 0 0,-3-7 0 16,-1-1 0-16,0-2 0 0,-11-10-3071 0,-7-7 3071 0,-7-7 0 0</inkml:trace>
  <inkml:trace contextRef="#ctx0" brushRef="#br0" timeOffset="2343.258">18655 4852 1024 0,'0'0'0'16,"0"0"0"-16,0 0 0 0,0 0 0 0,0 0 256 0,0 0-256 0,0 0 0 0,-1 8 256 0,-1 5-256 0,-1 5 0 0,3-10 256 0,1-2-256 0,1-2 0 0,-1 3 256 16,-2 2-256-16,1 0 0 0,1 2 256 0,1 0-256 15,1 2 0-15,-1-1 256 0,0 2-256 16,0 1 0-16,0 0 256 0,1 2-256 15,1 1 0-15,0 1 256 0,0 1-256 0,1 1 0 0,-2 0 256 0,-1-1-256 0,-1 3 0 16,0-1 256-16,2 1-256 0,0 1 0 0,0 0 256 16,-2-2-256-16,2 2 0 0,-1-1 255 15,-2 1-255-15,1 1 0 0,-1-2 0 0,-1 2 0 0,-1 0 0 0,0-1 0 16,0 0 0-16,-2 0 0 0,2 0 0 16,0 0 0-16,-1 1 0 0,1-2 0 0,1-2 0 0,1 1 0 0,-1-4 0 15,2-2 0-15,-1-3 0 0,0-1 0 0,2-3 0 0,-1-2 0 16,0-1 0-16,-2-5 0 0,1-1 0 0,0 2-3071 15,0-2 3071-15,0-2 0 0</inkml:trace>
  <inkml:trace contextRef="#ctx0" brushRef="#br0" timeOffset="2741.371">18667 4855 1024 0,'0'0'0'0,"2"-2"0"0,2-3 0 0,3 0 0 0,-2 1 256 0,1 0-256 0,2 0 0 16,0-2 256-16,-1 0-256 0,3-2 0 0,-10 8 0 0,10-6 256 15,1 0-256-15,2-1 0 0,-1 1 256 0,0 0-256 16,2 0 0-16,-1 0 256 0,0 1-256 0,2-1 0 0,-3 4 256 0,0 1-256 0,-2 2 0 15,1 0 256-15,1 1-256 0,-1 1 0 0,-2 3 256 16,1 1-256-16,-2 2 0 0,-1 0 256 0,-1 2-256 0,-1 0 0 0,0 2 74 16,-3 0-74-16,-2 2 0 0,0 1 35 0,-1 1-35 15,-1 1 0-15,-2-1 58 0,0 1-58 0,-1 1 0 16,0-2 138-16,-3-1-138 0,-3 1 0 0,2-1 197 0,0 0-197 16,-4-1 0-16,3-1 173 0,-1-1-173 0,-2-2 0 0,1 1 52 15,-2-2-52-15,0 0 0 0,-1-1-213 0,0 0 213 0,-3-2 0 0,3 1-256 16,-2-2 256-16,0-1 0 0,2-2-242 15,2-3 242-15,-1-3 0 0,9 3-2320 0,5 0 2320 0,5 0 0 16</inkml:trace>
  <inkml:trace contextRef="#ctx0" brushRef="#br0" timeOffset="3142.331">19363 4795 1024 0,'0'0'0'0,"0"0"0"16,0 0 0-16,0 0 0 0,0 0 256 0,0 0-256 0,0 0 0 0,-4 4 256 15,-5 3-256-15,0 1 0 0,3-4 256 0,1 0-256 0,1-2 0 0,-4 2 256 0,-1 1-256 0,-2 2 0 16,-1 0 256-16,-1 1-256 0,-3 2 0 0,2 0 256 0,-2 3-256 15,-1 2 0-15,0-1 256 0,3 2-256 0,-2 1 0 0,1 1 256 16,-2 2-256-16,-1 2 0 0,3-3 256 0,1 1-256 0,1 1 0 16,1 0 256-16,1 1-256 0,0 1 0 15,2 0 256-15,2-1-256 0,2 0 0 0,-1 0 255 0,3 0-255 0,2 0 0 0,0 0 0 16,1 0 0-16,1 0 0 0,1-1-45 0,2 1 45 0,3 1 0 0,-1-1-56 16,2-1 56-16,2 0 0 0,0 0-86 0,0 1 86 15,1 1 0-15,2-2-189 0,-1 0 189 0,4 0 0 0,-2 1-182 16,3-2 182-16,2 1 0 0,0-2-171 15,1-1 171-15,1-1 0 0,0-3-68 0,-2-1 68 0,0-2 0 0,1-4 12 16,-2-3-12 0,0-3 0-16,-1-2 87 0,-2-3-87 0,-1-3 0 0,-9 5-2373 15,-5 2 2373-15,-5 2 0 0</inkml:trace>
  <inkml:trace contextRef="#ctx0" brushRef="#br0" timeOffset="3441.843">19535 5032 1024 0,'0'0'0'0,"0"0"0"0,0 0 0 15,0 0 0-15,0 7 256 0,-2 4-256 0,1 3 0 0,0-6 256 0,0-2-256 0,0-1 0 16,0 3 256-16,-1 1-256 0,-1 2 0 0,-1 1 256 15,0 1-256-15,-3 3 0 0,0 0 256 0,0 1-256 0,-1 1 0 0,0 0 256 16,-2 2-256-16,0 2 0 0,0-2 256 0,-2 0-256 0,-1 2 0 0,1-2 256 16,2-2-256-16,1-2 0 0,-1 0-164 15,-1-2 164-15,0-3 0 0,1-1-216 0,2-1 216 0,1-2 0 0,0-2-123 16,1-2 123-16,0-2 0 0,0-3-147 0,1-2 147 16,0-3 0-16,1 0-177 0,1-3 177 0,0-1 0 0,2 7-1221 15,1 5 1221-15,1 2 0 0</inkml:trace>
  <inkml:trace contextRef="#ctx0" brushRef="#br0" timeOffset="3629.874">19319 5127 1024 0,'0'0'0'0,"0"0"0"16,0 0 0-16,0 0 0 0,0 0 256 0,0 0-256 0,0 0 0 0,0 0 256 0,0 0-256 0,0 0 0 15,3 8 256-15,1 5-256 0,2 4 0 0,-2-9 256 16,1-3-256-16,1-2 0 0,3 4 256 0,3 1-256 0,2 2 0 0,0-1 256 16,1 1-256-16,3 2 0 0,1 1 256 15,1 1-256-15,4 3 0 0,-3-2 256 0,0 1-256 0,2 1 0 0,-2-1 256 16,-1-1-256-16,0 2 0 0,-3-5-72 0,-3 0 72 15,-1-2 0-15,-2-1-122 16,-2 0 122-16,-2-2 0 0,2-1 120 0,-2-3-120 0,-1-2 0 0,-1-2 54 0,-1-2-54 0,0-3 0 16,-2 1-191-16,-1-2 191 0,-1-3 0 0,1 7-2093 15,-2 3 2093-15,1 3 0 0</inkml:trace>
  <inkml:trace contextRef="#ctx0" brushRef="#br0" timeOffset="3997.593">19777 4764 1024 0,'0'0'0'0,"4"4"0"0,3 1 0 0,1 2 0 0,1-2 0 0,3 2 0 0,2 0 0 0,-1 1 1 0,2 3-1 0,1 1 0 0,0 0 256 15,-1 2-256-15,4 1 0 0,-2 0 217 16,-1 1-217-16,1 0 0 0,-3 2-111 0,0 2 111 15,-2 2 0-15,0 0 125 0,1 3-125 0,-3 1 0 16,-2 0 256-16,0 1-256 0,-4 2 0 16,1-2 256-16,-2 1-256 0,-2 2 0 0,1-2 256 0,-1 0-256 0,-1 1 0 15,0-1 157 1,-1 0-157-16,-1-2 0 0,-1 1 112 0,-1 0-112 0,-2-2 0 0,2 0 190 0,-3-1-190 0,1 0 0 0,1-2 154 0,-1-1-154 0,-1-1 0 0,-1 0 58 16,0 1-58-16,-1-2 0 0,-1-1-138 15,0-1 138-15,-1-1 0 0,-1 0-256 0,0-1 256 0,-3 0 0 0,2 0-256 16,0 0 256-16,-4 0 0 0,3-2-256 0,-2-1 256 0,0-2 0 0,1-3-256 0,-1-2 256 15,-2-2 0 1,12-1-765-16,7-2 765 0,4-2 0 0</inkml:trace>
  <inkml:trace contextRef="#ctx0" brushRef="#br0" timeOffset="5032.002">16881 5941 1024 0,'0'0'0'0,"4"1"0"0,4 2 0 0,0-1 0 0,-1 0 256 16,-2-1-256-16,2-1 0 0,-1 1 256 0,1-1-256 0,1-1 0 16,0 2 256-16,-8-1-256 0,11 1 0 0,2 0 0 0,-1 0 256 0,-1-1-256 0,3-1 0 15,2 1 66-15,1 0-66 0,3 0 0 0,-1 0-191 16,2 0 191-16,3 0 0 0,-1 0-256 0,2-1 256 0,2-1 0 0,-1 2-158 15,0-1 158 1,3-1 0-16,0 2 82 0,1-1-82 0,2-1 0 0,0 1 212 0,1 1-212 0,3 1 0 0,-3-2 193 0,2 1-193 0,1-2 0 0,-2 2 217 16,1 0-217-16,1 0 0 0,2 0 256 0,2-1-256 15,2-1 0-15,-2 2 256 0,0-2-256 0,2 0 0 0,-1 2 174 16,-1 0-174-16,-1 0 0 0,2 0 75 0,4 0-75 16,0 0 0-16,0 0 116 0,0-1-116 15,4-1 0-15,-4 2 38 0,2 0-38 0,1 0 0 0,-1 0 136 0,-1-1-136 16,2-1 0-16,-2 2 139 0,1 0-139 0,-2 0 0 0,2 1 210 0,-2 1-210 0,1 1 0 15,-2-1 93 1,3-1-93-16,0 0 0 0,-1 0-76 0,-2 1 76 16,1 1 0-16,-1-1-126 0,1 0 126 0,-2 0 0 0,-2 0 58 0,1 0-58 0,-2 1 0 0,-2-1 206 15,-1 0-206-15,-3 0 0 16,3-1 256-16,2-1-256 0,1-1 0 0,-2 1 71 16,-3 0-71-16,-1 0 0 0,-1 0 0 0,0 1 0 0,-2 1 0 0,-1-1 0 15,0 0 0-15,-2 0 0 0,-1 0 0 16,0 0 0-16,-3 0 0 0,-1-1 0 0,-1 0 0 0,-4 0 0 0,0 0 0 15,-2 2 0-15,-3-1 0 0,-1 1 0 0,-1-1 0 0,-3 0 0 16,0 0 0-16,-1 0 0 0,1 0 0 0,-3-1 0 16,-3 2 0-16,0-1 0 0,-1 0 0 0,-2-1 0 0,-2-1 0 15,0 0 0-15,-2-1 0 0,-3-1 0 0,6 2-3071 16,2 1 3071-16,2 1 0 0</inkml:trace>
  <inkml:trace contextRef="#ctx0" brushRef="#br0" timeOffset="11809.776">18114 6178 1024 0,'0'0'0'0,"0"0"0"0,0 0 0 16,0 0 0-16,0 0 256 0,0 0-256 0,0 0 0 0,0 0 256 0,0 0-256 0,0 0 0 0,0 0 256 15,0 0-256-15,0 0 0 0,0 0 256 16,0 0-256-16,0 0 0 0,0 0 256 0,0 0-256 0,0 0 0 0,-4 10 256 16,-2 4-256-16,-2 6 0 0,5-12 256 15,2-4-256-15,2-4 0 0,-2 5 181 0,-1 2-181 0,-2 0 0 0,2 0 137 16,0 2-137-16,0 1 0 0,0-1 182 0,0 0-182 15,0 1 0-15,0 0 134 0,2 0-134 0,-1 2 0 0,0-1 173 16,2-1-173-16,-1 0 0 0,0 1 216 0,2 2-216 16,-1 1 0-16,0-1 201 0,0 1-201 0,0 0 0 0,0 0 55 15,0 0-55-15,0-1 0 0,0 0 0 0,0 1 0 0,0 0 0 0,0 0 0 16,-1 0 0-16,1 2 0 0,0-1 0 0,1 1 0 16,2 0 0-16,-2 1 0 0,-2 0 0 0,1 0 0 0,0 0 0 15,0 0 0-15,0 0 0 0,0-1 0 0,0 2 0 0,0 1 0 0,0-1 0 16,0-2 0-16,0 1 0 0,0 0 0 15,0-1 0-15,0 1 0 0,0 0 0 0,-2 0 0 0,1 0 0 0,0 0 0 16,0-1 0-16,0 1 0 0,0-2 0 0,0 0 0 0,0 0 0 16,0 0 0-16,2-1 0 0,-1 0 0 0,-1 0 0 15,-1 0 0-15,-1 0 0 0,1-2 0 0,2-1 0 0,-1 0 0 0,0 0 0 16,0-2 0-16,0 0 0 0,0 0 0 16,-2-1 0-16,1 0 0 0,0-2 0 0,0 0 0 0,0-2 0 15,0 0 0-15,-1-1 0 0,-1-1 0 0,1 0 0 16,0-2 0-16,-1-2 0 0,1 1 0 0,-1-1 0 0,-1-2 0 0,1 1 0 15,2-2 0-15,-1-2 0 0,0 2 0 16,0-1 0-16,0-2 0 0,0-1-93 0,0-1 93 0,0-3 0 0,-1 3-177 0,1-2 177 16,0 0 0-16,0-2-193 0,0-2 193 0,0-2 0 15,0 1-125-15,0 0 125 0,0-2 0 0,1 13-2483 0,1 7 2483 0,1 4 0 16</inkml:trace>
  <inkml:trace contextRef="#ctx0" brushRef="#br0" timeOffset="12140.182">17945 6638 1024 0,'0'0'0'0,"0"0"0"0,0 0 0 0,0 0 0 0,-3-4 256 0,-2-4-256 0,-1-2 0 0,3 4 256 15,2 1-256 1,2 0 0-16,-2 0 256 0,0-3-256 0,0-1 0 16,0 1 256-16,0-2-256 0,0 0 0 0,1 0 256 0,1 0-256 0,1-2 0 0,1 2 256 15,0-1-256-15,2-2 0 0,-2 2 256 0,1-1-256 0,1 0 0 16,0 1 256-16,1-1-256 0,2 0 0 0,-2 2 193 16,1 1-193-16,1 0 0 0,-1 1-19 0,2 0 19 15,0-1 0-15,-1 2 170 0,2 2-170 0,1 1 0 0,-2-1 256 0,0 1-256 0,-1 0 0 16,1 1 256-16,0 1-256 0,4 0 0 15,-3 1 167-15,-2 1-167 0,2 1 0 0,-1 2 0 16,0 0 0-16,1 1 0 0,-1 1 0 0,-2 1 0 16,1 2 0-16,1-1 0 0,-3 2 0 0,1 0 0 0,-2 0 0 0,-1-1 0 0,0 0 0 15,-1 2 0-15,0 0 0 0,-2 2 0 0,-1-1 0 16,0-1 0-16,-1 1 0 0,-1-1 0 0,-4 1 0 0,1-1 0 0,0 1 0 31,-1-1 0-31,-1 1 0 0,-2-2 0 0,1 1 0 0,-3-1 0 0,-1 1 0 0,1 0 0 0,-3 1 0 16,0-1 0-16,0 0 0 0,-3-1 0 0,2 0-13 15,1-1 13-15,0 1 0 0,0-4-256 0,1-1 256 0,2-1 0 0,-1 0-256 0,2-2 256 16,1-1 0-16,4 0-2546 16,5 0 2546-16,5 0 0 0</inkml:trace>
  <inkml:trace contextRef="#ctx0" brushRef="#br0" timeOffset="12638.394">18735 6181 1024 0,'0'0'0'0,"0"0"0"0,0 0 0 0,0 0 0 0,0 0 256 0,0 0-256 0,0 0 0 0,0 0 256 16,0 0-256-16,0 0 0 0,-5 6 256 0,-3 3-256 0,-3 4 0 0,3-8 256 15,1-2-256-15,2-2 0 0,-2 5 256 16,0 1-256-16,-4 3 0 0,2-1 256 0,-1 0-256 16,-3 1 0-16,3 1 256 15,-2 1-256-15,0 3 0 0,0-2 256 0,-2 2-256 0,0 1 0 0,0 0 256 16,1 2-256-16,-1 1 0 0,1-1 256 0,1 2-256 0,-1-1 0 0,1 1 191 0,0-1-191 0,1 2 0 15,1-1 197-15,0 0-197 0,2 0 0 0,1-1 96 0,1 1-96 0,1-2 0 0,-1 1 27 16,1 1-27 0,2 1 0-16,0-2 0 0,2-1 0 0,2-1 0 0,-2 1 0 0,2 0 0 0,-1-1 0 15,1 0 0-15,1 0 0 0,1 0 0 0,1-1 0 16,3 0 0-16,1-1 0 0,0 0 0 0,0-2 0 0,4 1 0 0,-2-2 0 16,2-1 0-16,2 0 0 0,-1 0 0 15,1 1 0-15,2 0 0 0,0-3 0 0,0 0 0 0,2-2 0 0,-3-1 0 16,3-2 0-16,0-1 0 0,-1-2-122 0,1-1 122 15,2-1 0-15,-2-3 22 0,2-1-22 0,-1-2 0 0,0-1 37 16,-1-1-37-16,2-3 0 0,-13 9-3008 0,-8 3 3008 0,-5 3 0 0</inkml:trace>
  <inkml:trace contextRef="#ctx0" brushRef="#br0" timeOffset="12972.695">19033 6364 1024 0,'0'0'0'0,"0"0"0"0,0 0 0 0,0 0 0 0,0 0 256 0,0 0-256 16,0 0 0-16,0 0 256 0,0 0-256 0,0 0 0 0,0 0 256 16,0 0-256-16,0 0 0 0,-4 7 256 0,-4 5-256 0,-2 4 0 0,5-9 256 15,1-4-256-15,1-1 0 0,3-2 0 0,-4 3 256 16,-1 2-256-16,-1 0 0 0,0 0 256 15,0 3-256-15,-2 1 0 0,2-2 256 0,1 0-256 0,0 1 0 0,0 0 256 16,-1 2-256-16,-1 0 0 0,2 0 256 0,-1 0-256 0,3 2 0 0,-1-1 256 16,1 0-256-16,1 2 0 0,1-2 255 15,1 1-255-15,1 2 0 0,1-1 0 0,2-1 0 0,2 1 0 0,0-1 0 0,0 0 0 0,2-1 0 16,0 1-25-16,3 0 25 0,1 2 0 0,0-3-174 16,1 1 174-16,2-1 0 0,-1 0-106 15,0-2 106-15,3 0 0 0,-3-4 47 0,2 0-47 0,0-3 0 0,0 0 142 0,0-2-142 16,3-2 0-16,-13 2-2955 15,-7 0 2955-15,-4 0 0 0</inkml:trace>
  <inkml:trace contextRef="#ctx0" brushRef="#br0" timeOffset="13326.663">19159 6111 1024 0,'0'0'0'0,"0"0"0"0,0 0 0 0,0 0 0 0,0 0 256 0,0 0-256 0,0 0 0 16,0 0 256-1,0 0-256-15,0 0 0 0,7 2 256 0,5-1-256 0,3 2 0 0,-5-2 256 16,-3-1-256 0,-2-1 0-16,2 2 256 0,-7-1-256 0,9 3 0 0,0 0 0 0,-9-3 0 0,9 4 256 0,3-1-256 0,2 2 0 15,-3 2 256-15,2 3-256 16,0 2 0-16,1 1 256 0,0 1-256 15,2 3 0-15,-3-1 256 0,3 2-256 0,-1 2 0 0,0-1 256 0,-2 2-256 16,0 1 0-16,0 0 256 0,-3 0-256 0,-2 1 0 16,1-1 255-16,-2 2-255 15,-1-1 0-15,-1 1 0 0,-1 1 0 0,0 2 0 0,-2-1 0 16,-1 1 0-16,-1 2 0 0,-1-1 0 0,-3 0 0 16,-1 1 0-16,1 0 0 0,-2-1 0 0,-3 1 0 0,-2 0-131 15,-2 1 131-15,-4 2 0 0,1 0-180 0,-2 0 180 0,-3 2 0 0,-1-2-148 0,-4 0 148 0,-3-1 0 0,20-20-2612 16,9-12 2612-16,9-9 0 0</inkml:trace>
  <inkml:trace contextRef="#ctx0" brushRef="#br0" timeOffset="15075.443">19178 6345 1024 0,'0'0'0'0,"0"0"0"0,0 0 0 0,0 0 0 0,0 0 256 0,0 0-256 0,0 0 0 0,0 0 87 0,0 0-87 15,0 0 0-15,0 0-34 0,0 0 34 16,0 0 0-16,0 0-20 0,0 0 20 0,0 0 0 0,0 0 8 0,0 0-8 0,0 0 0 0,0 0 160 15,0 0-160 1,0 0 0-16,0 0 223 0,0 0-223 0,0 0 0 0,0 0 252 0,0 0-252 0,0 0 0 0,0 0 90 16,0 0-90-16,0 0 0 0,0 0 95 0,0 0-95 15,0 0 0-15,0 0-12 0,0 0 12 16,0 0 0-16,0 0 62 0,0 0-62 0,0 0 0 0,0 0 24 16,0 0-24-16,0 0 0 0,0 0 92 0,0 0-92 0,0 0 0 0,0 0 36 15,0 0-36-15,0 0 0 0,0 0 57 0,0 0-57 16,0 0 0-16,-10-1 51 0,-5 0-51 0,-5 0 0 0,13 2 85 15,4 1-85-15,4 1 0 0,-1-3 0 0,-3 2 1 16,-1 0-1-16,-2 0 0 0,0 0-20 0,3 1 20 16,-1 2 0-16,0-2-54 0,-1 0 54 0,-1 0 0 0,1 0-67 15,-2 0 67-15,0 0 0 0,1 0-57 0,0 0 57 16,0 1 0-16,-1 0 40 0,3 0-40 0,-1 0 0 0,0 0 97 0,0-1-97 0,0 0 0 0,-1-1 129 16,1 2-129-1,0 0 0-15,0-1 76 0,2 0-76 0,-1 0 0 0,1 0 108 16,-3 0-108-16,1 0 0 0,1 0 103 0,1 0-103 0,1 1 0 0,-1 0 52 0,2-1-52 0,-1-1 0 0,0 2-23 15,0 0 23-15,-1 1 0 0,1-1-22 16,2 0 22-16,-1 1 0 0,0-1-69 16,0 1 69-16,0 1 0 0,0-1-101 0,0 0 101 0,0 1 0 0,0 0-137 15,0 0 137-15,0 1 0 16,0-1-68-16,0-1 68 0,0 0 0 0,0 0-15 0,2-1 15 0,-1-1 0 0,0 1 13 16,2-1-13-16,-1 0 0 15,0-1-1498-15,-2-2 1498 0,1-2 0 0</inkml:trace>
  <inkml:trace contextRef="#ctx0" brushRef="#br0" timeOffset="42600.858">3239 11812 1024 0,'0'0'0'0,"0"0"0"0,0 0 0 0,0 0 0 0,0 0 100 16,0 0-100-16,0 0 0 0,0 0-100 0,0 0 100 0,0 0 0 0,0 0 0 16,0 0 0-16,0 0 0 0,5 10 0 15,4 6 0-15,2 5 0 0,-7-15 0 0,-2-3 0 16,-2-6 0-16,2 5 0 0,1 0 0 0,2 1 0 0,-1-2 0 0,1 0 0 0,1 0 0 0,-2-1 59 16,2 0-59-16,1 0 0 0,-2 0-59 0,2 0 59 15,0 0 0-15,1 0 0 0,-1 0 0 0,3 0 0 16,-2 0 0-16,2 0 0 0,0 0 0 0,-1 0 0 15,2 0 0-15,0 0 0 0,0 0 0 0,2 0 0 0,1 0 0 0,0-1 256 16,-3 0-256-16,1 0 0 0,3 0 256 0,-1 1-256 0,4 1 0 16,-4-1 232-16,3 0-232 0,1 0 0 0,-2 0-31 0,2 1 31 15,0 1 0-15,0-2 47 0,0 0-47 16,2 0 0-16,-2 0 99 0,1 1-99 0,1 1 0 0,0-2 37 0,0-2-37 0,3 1 0 0,-2 0-15 16,-1 1 15-16,2 1 0 0,0-1 24 15,-3 0-24-15,2 0 0 0,0 0 73 0,0 0-73 16,4 0 0-16,-3 0 132 0,-1 1-132 0,-2 1 0 0,2-2 2 15,1 0-2-15,1 0 0 0,0 0-21 0,0 1 21 0,3 1 0 0,-4-2-8 0,3-1 8 16,1-1 0-16,-2 1-25 0,-1 1 25 0,-2 1 0 0,2-1-28 16,1 1 28-16,2 1 0 0,-3-1-10 0,1-1 10 15,1-1 0-15,-1 1 71 16,-2 0-71-16,1 0 0 0,1 1 8 0,1-1-8 0,2 2 0 0,-3-1-89 16,0-1 89-16,0-1 0 0,0 1-157 0,2 0 157 0,-1 0 0 0,1 0-142 0,-2 0 142 15,1 0 0-15,-1 0-117 0,2 0 117 0,0 0 0 0,-1-1-72 16,1 1 72-16,1-2 0 0,-1 2-4 0,-1 1 4 0,-1 1 0 15,1-1 25 1,0-1-25-16,1-1 0 0,-1 1 68 0,-1 0-68 0,2 0 0 0,-1 0 46 0,0 0-46 16,1 0 0-16,0-1 59 0,0 1-59 0,3-2 0 0,-2 1 47 0,0 0-47 0,1-1 0 0,-1 1 36 15,-1 1-36-15,-1 1 0 0,-1-2-11 16,3 1 11-16,1-2 0 0,-1 1-6 16,-1 0 6-16,0 0 0 0,-1 1-1 0,2-2 1 0,1 1 0 0,-1 0 12 0,-1 1-12 15,1 1 0-15,-1-1 19 0,1 1-19 0,0 1 0 0,0-1 59 16,-1-1-59-16,0-1 0 0,1 1 57 0,1 0-57 0,3 0 0 0,-3 0 68 15,-1-2-68-15,-2 1 0 0,2 0 24 16,1 1-24-16,3 1 0 0,-3-1 9 16,-1 1-9-16,-1 1 0 0,1-1-14 0,1-1 14 0,2-1 0 0,-3 2-24 15,1-1 24-15,-1 2 0 0,0-1-15 0,1-1 15 0,1-1 0 0,-1 1 17 16,-1 0-17-16,0 0 0 0,0-1 64 0,1 1-64 0,1-2 0 0,-1 2 95 31,0 1-95-31,1 1 0 0,-2-1 122 0,2-1-122 0,1-1 0 16,-2 1 95-16,-1 0-95 0,-1 0 0 0,0-1 65 0,0 1-65 0,0-2 0 0,2 2-1 0,3 0 1 31,2 0 0-31,-3 1 13 0,1-1-13 0,1 2 0 0,1-1 19 16,3 0-19-16,3 0 0 0,-5 0 57 0,-2 1-57 0,-1 1 0 0,2-1 39 15,-2-1-39-15,1-1 0 0,0 1 55 16,-1 0-55-16,1 1 0 0,0-1 56 0,-1-1-56 0,0 2 0 0,0-2 84 16,-1 1-84-16,0 1 0 0,0-2 103 15,0 1-103-15,1 1 0 0,-1-1 109 0,0-1-109 0,1-1 0 0,0 2 102 16,1-1-102-16,2 2 0 0,-2 0 122 0,0-1-122 0,1 3 0 15,-2-3 81-15,2-2-81 0,1 0 0 0,-1 2 10 16,-1 0-10-16,1 1 0 0,0-2-44 0,1-1 44 0,2-2 0 0,-3 2-52 16,-1 0 52-16,0 0 0 0,0 0 27 0,2 0-27 0,1 0 0 0,-1 0 149 15,-1 0-149-15,1 0 0 0,-1 0 224 16,-1 0-224-16,-1 0 0 0,1 0 203 0,1 1-203 0,3 1 0 0,-2-2 81 16,-1 0-81-16,0 0 0 0,-1 0-26 0,-1 0 26 15,0-1 0-15,0 2-86 0,0 0 86 0,1 0 0 0,-2 0-68 16,2 0 68-16,1 0 0 0,-2 0 32 0,-1 0-32 0,-1 0 0 0,0-1 133 15,0-1-133-15,-2-1 0 0,0 2 192 16,2-1-192-16,1 2 0 0,-3-1 23 0,-3-2-23 0,-1 0 0 0,1 2 0 16,2 0 0-16,0 1 0 0,-2-2 0 15,-2 0 0-15,1-1 0 0,-1 1 0 0,-2 1 0 0,1 1 0 0,1-1 0 16,-3 0 0-16,2-1 0 0,-1 1 0 0,-1 0 0 0,-1 0 0 16,1 0 0-16,-2-1 0 0,1-1 0 0,-1 1 0 0,0 0 0 15,-2-1 0-15,2 2 0 0,-2-2 0 0,1 1 0 0,-2 1 0 16,0 0 0-16,-2 0 0 0,2 0 0 0,-3-1 0 0,1-1 0 0,0 2 0 15,1-1 0-15,2 2 0 0,-4-1 0 16,-1 0 0-16,0 0 0 0,0 0 0 16,-2 0 0-16,2-1 0 0,-2 1 0 0,-1 0 0 0,-1-3 0 0,1 2 0 0,-1 1 0 0,0 1 0 15,-1-2 0-15,-1 2 0 0,-1-1 0 0,1 0 0 16,0 0 0-16,1 0 0 0,-2 0 0 0,-1 0 0 0,-1-1 0 16,1 2 0-16,-1 0 0 0,0 0 0 0,1 0 0 15,-2 0 0-15,1 0 0 0,0 0 0 0,-2 0 0 0,1 0 0 0,0 0 0 16,2 0 0-16,-1 0 0 0,0 0-3071 15,-2 0 3071-15,1 0 0 0</inkml:trace>
  <inkml:trace contextRef="#ctx0" brushRef="#br0" timeOffset="51309.471">4258 10981 1024 0,'0'0'0'16,"0"0"0"-16,0 0 0 0,0 0 0 0,3-2 242 0,3-1-242 0,1-2 0 0,-2 2-124 0,-2 0 124 16,1 0 0-16,0 0-105 0,2 0 105 0,0 0 0 0,-1-1-13 15,1-2 13-15,2-1 0 0,-1 2 176 0,-2-1-176 0,-1-1 0 0,1 1 194 16,0 1-194-16,0 0 0 0,1-1 100 0,-3 0-100 16,1-1 0-16,0 1 42 0,0 1-42 0,0 0 0 0,-1 0-39 15,-1 0 39-15,-1-1 0 0,2 2-23 0,-3-1 23 0,1 2 0 16,0-1 10-16,-2-1-10 0,1 1 0 0,-3 0 1 15,0-1-1-15,-1-1 0 0,1 1 65 0,-1 0-65 0,-1-2 0 0,0 3-40 16,-2 0 40-16,0 0 0 0,-1 1-52 0,0-2 52 0,-4 0 0 16,3 1 48-16,0 1-48 0,-1 1 0 0,0-1 140 15,-1 1-140-15,-3 1 0 0,2 0 177 0,-2-2-177 0,-1 0 0 0,0 2 256 16,3 0-256-16,-1 0 0 0,-2 1-256 16,-1 0 256-16,-4 0 0 0,1 1 36 15,0 0-36-15,-2 0 0 0,1 1-22 16,0 0 22-16,-3 1 0 0,2-1-4 0,-1 1 4 0,-1 1 0 0,1 0-57 0,-2 0 57 0,1 1 0 15,-1-1 11-15,2 0-11 0,-1 0 0 0,2 1-17 16,-1 0 17-16,1 1 0 0,0 0-72 0,0 0 72 16,1 1 0-16,0-1 78 0,0 2-78 0,0 0 0 0,1 0 176 0,0 0-176 15,2 2 0-15,-2-2 153 0,1 2-153 0,1 0 0 0,1 0-72 16,1 0 72-16,1 1 0 0,-1 0-72 0,1 0 72 0,0 2 0 16,1-1-47-16,-3 0 47 0,1 2 0 15,1 0-109-15,2 0 109 0,0 2 0 0,1-2-62 0,0 0 62 0,1 0 0 0,0 0 58 16,1 0-58-16,-1 1 0 0,2-1 125 0,1 1-125 0,1 1 0 0,-1-1-17 15,2 1 17-15,1 1 0 0,0-2-121 16,1-1 121-16,1 0 0 0,-1 0 37 0,2 1-37 16,-1 1 0-16,0-1 47 0,2 1-47 0,-1 0 0 0,1-1 62 15,1 0-62-15,1-1 0 0,0 0-67 0,1 0 67 0,1-1 0 0,-1 2-57 16,1 0 57-16,1 3 0 0,1-3-256 16,0-1 256-16,1 1 0 0,-1-1-256 0,1 1 256 0,2 0 0 0,-1-1-256 15,1-1 256-15,2 1 0 0,-3-1 2 16,2 0-2-16,0-1 0 0,1 1 256 0,-1-1-256 0,4 1 0 0,-3-1 256 0,1 1-256 0,3 0 0 15,-3-2 256-15,2-1-256 0,0 0 0 0,0 1 175 0,0-1-175 16,2 0 0-16,-2 0 256 16,2-2-256-16,0 0 0 0,0 1-256 0,0-1 256 0,4 0 0 0,-3 0-46 15,2 0 46-15,1-1 0 0,-2 0 1 16,2-1-1-16,2 0 0 0,-2-1 138 0,-1 0-138 16,0 0 0-16,0 0 107 0,2-1-107 0,-1 0 0 0,0 0 121 15,2-1-121-15,-1-1 0 0,1 0 82 16,-2-1-82-16,0 0 0 0,0-1 32 0,0-2-32 0,-2 0 0 0,1 1-76 0,-2-1 76 0,0-1 0 0,-1 1-75 15,-2-1 75-15,0-2 0 0,2 1-76 0,-3-1 76 0,2-1 0 16,-1 0 3 0,-1 1-3-16,0 0 0 0,1-1 64 0,0-2-64 0,4-1 0 15,-5 1 160-15,-1-1-160 0,0-2 0 0,0 2 79 0,2-2-79 0,0-1 0 0,0 2 69 0,-2-2-69 16,0 0 0-16,1 0 1 0,-2-2-1 16,0-1 0-16,0 2 30 0,-2 0-30 15,2 1 0-15,-1-1 0 0,-2-2 0 0,1-1 0 0,1 1-5 16,-2 1 5-16,1-1 0 0,-1 0-32 0,-2 1 32 0,-1-1 0 0,1-1-65 0,0 1 65 0,1-2 0 0,-2 2-57 15,-1 0 57-15,-1 1 0 0,1-1-13 16,-2-1 13-16,1 0 0 0,0 0 72 16,-1 1-72-16,0 1 0 0,1-1 116 0,-2 0-116 0,-1-2 0 0,0 2 140 15,-1 0-140-15,-2 1 0 0,2-2 61 0,0 2-61 0,0-1 0 0,0 1-17 16,-1-1 17-16,-1 0 0 0,1 1 0 0,-1 0 0 0,-1 1 0 0,1-1-4 16,-1 1 4-16,-2-1 0 0,1 1 1 0,-1 1-1 0,-1-1 0 0,1 1-64 15,-1-1 64-15,1 0 0 16,0 0 0-1,-1 1 0-15,-4-1 0 0,3 2 76 0,-1-1-76 0,-1 1 0 0,0 0 124 16,1 0-124-16,0 1 0 0,-1 0 256 0,0 1-256 16,-1 0 0-16,-1 0 2 0,0 1-2 0,-2 0 0 0,1-1 30 15,-1-1-30-15,-3 0 0 0,1 1-100 16,0 1 100-16,-3-1 0 0,2 2-83 0,-1 2 83 0,-2-1 0 0,1 2-66 16,1-1 66-16,1 1 0 0,-1 1-28 0,0-1 28 15,-2 2 0-15,2-1-32 0,-1 2 32 0,-1-1 0 0,2 1 11 16,-1 1-11-16,-1 1 0 0,1 0 127 0,1-1-127 0,-1 2 0 0,1 0 76 15,0 2-76-15,1-1 0 0,-2 1 8 0,3 0-8 16,-2 1 0-16,0-1-81 0,0 0 81 0,-4 1 0 0,5-1-71 16,2 3 71-16,1 0 0 0,-2-1-88 0,0 1 88 0,-2-1 0 0,3 1-98 15,-1 2 98-15,3 1 0 0,-2-2-69 16,2 0 69-16,-1 1 0 0,0 0-14 0,1 2 14 0,0 0 0 16,-1 0 20-16,2-1-20 0,0 1 0 0,0 0 5 0,2 1-5 0,1 0 0 15,-2 0 59-15,1 1-59 0,0 0 0 16,-1-2 33-16,2 2-33 0,0 0 0 0,-1 0 32 0,2 1-32 0,1 1 0 0,0-2-120 15,0 1 120-15,2 0 0 0,0 0-160 16,0 0 160-16,2 2 0 0,-2-1-219 0,2-1 219 0,-2 1 0 0,1 0-92 16,1-1 92-16,0 1 0 0,1 0-84 0,1 0 84 15,1 0 0-15,-1-1-13 0,0 0 13 0,0-1 0 0,0 1 49 16,2 2-49-16,-1 1 0 0,0-2 19 0,2 0-19 16,-1-1 0-16,0 1 73 0,1 1-73 0,1 1 0 0,-1-1 13 0,1 0-13 0,2 2 0 15,-2-2-256-15,0 0 256 0,0 0 0 0,1-1-256 16,1-1 256-16,2 0 0 0,0 1-256 0,-3-2 256 0,1 1 0 0,1 0-256 15,1 0 256-15,2 2 0 0,-2-2-256 16,0 0 256-16,0-1 0 0,2 0-25 0,0 1 25 16,2 0 0-16,0 1 0 0,-1 0 0 0,3 2 0 0,0-2 256 15,0 0-256-15,2-1 0 0,-2 0 256 16,1-1-256-16,-1-1 0 0,0-1 256 0,2 0-256 0,1-2 0 0,-1 2 256 16,1-1-256-16,1 1 0 0,-2-3 256 0,2-1-256 0,1 0 0 0,-2-1-114 15,-1 0 114-15,0 0 0 0,2-2-255 0,1 0 255 0,2-2 0 16,-3 0-164-16,0-1 164 0,-2 0 0 0,1-1-19 15,2 0 19-15,-1 0 0 0,0-2 104 0,0 0-104 16,2-1 0-16,-2-1 138 0,-1 1-138 0,0-3 0 0,1 1 132 16,1-1-132-16,2-2 0 0,-2 2 88 0,-2 0-88 0,0 0 0 0,-1-1 23 15,3-2-23-15,-1-1 0 0,0 1-21 16,-1 0 21-16,-2-1 0 0,0 0-56 0,0-2 56 0,-2-1 0 0,1 2-135 0,1 0 135 16,2-2 0-16,-2 0-74 0,0 0 74 0,-2-2 0 0,1 2-29 15,-1-1 29-15,0 0 0 0,1 0 22 16,-2-1-22-16,0 0 0 0,2-1 44 0,-3-1-44 0,1-1 0 0,1 1 124 15,-1 0-124-15,1 1 0 0,-2-1 117 0,0-1-117 0,0-1 0 0,-2 2 91 16,-1-1-91-16,-1 0 0 0,1 0-12 16,1 1 12-16,-1 1 0 0,0-1-8 0,-2 0 8 0,2-3 0 0,-3 3 13 15,-1 0-13-15,0 0 0 0,1 0 21 0,-2-1-21 0,1 0 0 0,-2 1 50 16,-1 0-50-16,-1 1 0 0,1 0 68 0,-2-1-68 16,1-1 0-16,-1 2 113 0,-1-1-113 0,-1-1 0 15,1 2 118-15,-1 0-118 0,-2 1 0 0,0-1 150 16,0-1-150-16,-3-1 0 0,0 2 158 0,0-1-158 0,-1 0 0 0,-1 0 186 0,-1 0-186 15,-1 0 0-15,-1 1 90 16,1 0-90-16,-4 1 0 0,1-1-2 0,-3 2 2 0,-2 0 0 0,0 0 256 16,-3 0-256-16,-3 1 0 0,-1 0-166 0,-4 0 166 0,-2 1 0 0,-1 0 256 31,-4 0-256-31,-3 1 0 0,5 0 256 0,0 1-256 0,1 0 0 0,23 6-2843 0,13 4 2843 0,13 4 0 16</inkml:trace>
  <inkml:trace contextRef="#ctx0" brushRef="#br0" timeOffset="75909.624">6996 10703 1024 0,'0'0'0'0,"0"0"0"0,0 0 0 0,0 0 0 0,0 0 59 0,0 0-59 0,0 0 0 15,0 0 15-15,0 0-15 0,0 0 0 0,0 0 154 0,0 0-154 16,0 0 0-16,0 0 137 0,0 0-137 0,0 0 0 0,0 0 196 16,0 0-196-16,0 0 0 0,0 0 105 0,0 0-105 0,0 0 0 15,0 0 144-15,0 0-144 0,0 0 0 0,0 0 90 0,0 0-90 16,0 0 0-16,0 0-49 0,0 0 49 0,0 0 0 0,0 0-133 15,0 0 133-15,0 0 0 0,0 0-168 0,0 0 168 0,0 0 0 16,0 0-26-16,0 0 26 0,0 0 0 0,0 0 156 16,0 0-156-16,0 0 0 0,0 0 215 0,0 0-215 0,0 0 0 0,0 0 181 15,0 0-181-15,0 0 0 0,4 4 4 0,5 4-4 16,0 2 0-16,-6-6-146 0,-2-1 146 0,-2-1 0 0,2 0-128 16,0 0 128-16,0 0 0 0,0 0-15 0,0 1 15 0,0 2 0 15,0-2 178-15,0 0-178 0,0 0 0 0,0 0 179 16,0 0-179-16,1 0 0 0,-1 0 106 0,0 0-106 0,0 1 0 0,0 0 6 15,0-1-6-15,0-1 0 0,0 1-27 16,0-1 27-16,0 0 0 0,0 0 2 0,-2 0-2 0,1 1 0 0,0-2 33 16,2 0-33-16,-1 0 0 0,0-1 56 0,-2 1-56 0,1 1 0 15,1-2 123-15,1 1-123 0,1 1 0 0,-1-2 83 16,-2-1-83-16,1-1 0 0,1 0 18 16,1 1-18-16,2-2 0 0,-2 1-28 0,1-1 28 0,1-2 0 0,0 1 13 15,1-1-13-15,2-2 0 0,-2 3 58 0,1-2-58 0,1 0 0 16,-1 0 63-16,2-1-63 0,1-2 0 0,-2 2 52 0,0 1-52 0,-2 0 0 0,1 0 41 15,1 0-41-15,3-1 0 0,-3 1 5 0,-1-1-5 16,-1 1 0-16,2 0 12 0,-1-1-12 0,0-2 0 16,0 3 65-16,-1-2-65 0,1 0 0 0,0 1 126 0,-2 1-126 0,1 0 0 15,0 0 134-15,1-1-134 0,-1-2 0 0,0 3 96 16,-2-1-96-16,1 1 0 0,1 1 73 16,-1-1-73-16,0 1 0 0,0-1 94 0,-2 2-94 0,1-2 0 0,0 2 138 0,1-1-138 15,-1 2 0-15,-1-1 109 0,2 1-109 0,0 0 0 0,0 1 52 16,-2-1-52-16,2-2 0 0,-1 2 31 0,-2 0-31 0,1 0 0 15,0 1 92-15,0 0-92 0,0 0 0 0,0 1 208 16,-1-1-208-16,0-1 0 0,1 2 89 16,-2 0-89-16,2 0 0 0,-1 0 0 0,-2 1 0 0,1 1 0 0,0-2 0 0,0 0 0 0,0-1 0 0,0 1 0 15,-2 1 0-15,1 1 0 0,0-1 0 16,0 0 0-16,0 0 0 0,0 0 0 0,0 0 0 0,0 0 0 0,0 1 0 16,0 0 0-16,0 1 0 0,0-1 0 0,-2-1 0 15,1-1 0-15,0 1 0 0,2 0 0 0,-1 0 0 16,0 0 0-16,0 0 0 0,0 0 0 0,0 0 0 15,0 0 0-15,0 0 0 0,0 1 0 0,0-1 0 0,0 2 0 16,0-1 0-16,-2-1 0 0,1-1 0 0,0 1 0 0,2 0 0 16,-1 0 0-16,0 0 0 0,0 0 0 0,0 0 0 0,0 0 0 15,0 0 0-15,0 0 0 0,0 0 0 0,0 0 0 0,0 0 0 0,0 0 0 16,0 0 0-16,0 0 0 0,0 0 0 0,0 0 0 0,0 0 0 0,0 0 0 16,0 0 0-16,0 0 0 0,0 0 0 15,0 0 0-15,0 0 0 0,0 0 0 16,0 0 0-16,0 0 0 0,0 0 0 0,0 0 0 0,0 0 0 0,0 0 0 15,0 0 0-15,0 0 0 0,0 0 0 0,0 0 0 0,0 0 0 0,0 0 0 16,0 0 0-16,0 0 0 0,0 0 0 0,0 0 0 0,0 0 0 0,0 0 0 16,0 0 0-16,0 0 0 0,0-1 0 15,0 1 0-15,0-2 0 16,0 1 0-16,0 1 0 0,0 1 0 0,0-1 0 0,0 0 0 0,0 0 0 16,0 0 0-16,0 0 0 0,0 0 0 0,0 0 0 15,0 0 0-15,0 0 0 0,0 0 0 0,0 0 0 0,0 0 0 0,0 0 0 0,0 0 0 0,0 0 0 16,0 0 0-1,0 0 0-15,0 0 0 0,0 0 0 0,0 0 0 0,0 0 0 16,0 0 0-16,0 0 0 0,0 0 0 0,0 0 0 16,0 0 0-16,0 0 0 0,0 0 0 0,0 0 0 0,0 0 0 0,0 0 0 15,0 0 0-15,0 0 0 0,0 0 0 0,0 0 0 16,0 0 0-16,0 0 0 0,0 0 0 0,0 0 0 0,0 0 0 16,0 0 0-16,0 0 0 0,0 0 0 0,0 0 0 0,0 0 0 15,0 0 0-15,0 0 0 0,0 0 0 0,0 0 0 16,0 0 0-16,0 0 0 0,0 0 0 0,0 0 0 0,0 0 0 0,0 0 0 15,0 0 0-15,0 0 0 0,0 1 0 0,0-1 0 0,0 2 0 0,0-1 0 16,0-1 0-16,0-1 0 0,0 0 0 16,0 1 0-16,0-2 0 0,0 1 0 0,0 1 0 0,0 1 0 15,0-1-3071-15,0 0 3071 0,0 0 0 0</inkml:trace>
  <inkml:trace contextRef="#ctx0" brushRef="#br0" timeOffset="78906.597">5899 14000 1024 0,'0'0'0'0,"0"0"3"0,0 0-3 16,0 0 0-16,0 0 0 0,0 0 0 0,0 0 0 0,0 0-3 0,0 0 3 0,0 0 0 0,0 0 0 31,0 0 0-31,0 0 0 0,0 0 0 0,0 0 0 0,0 0 0 0,0 0 0 16,0 0 0-16,0 0 0 0,0 0 0 0,0 0 0 0,0 0 0 0,0 0 0 0,0 0 0 0,0 0 0 0,0 0 1 15,0 0-1-15,0 0 0 0,0 0 4 0,0 0-4 0,0 0 0 16,-6-1 1 0,-2-1-1-16,-3-2 0 0,5 2-2 0,2 0 2 15,1 0 0-15,-1-1 1 0,-1 1-1 0,-2-3 0 0,1 3 3 16,2 0-3-16,-2 1 0 0,1-1 6 0,-1 0-6 0,-1-1 0 0,1 2-2 15,-2-1 2-15,-1 2 0 0,1-1-7 16,2 0 7-16,-2-1 0 0,1 1-5 0,0 1 5 0,0-2 0 0,-1 2 0 0,0 2 0 16,-1-1 0-16,2 0 0 0,-3 0 0 0,1 1 0 15,1-1 5-15,-2 1-5 0,0 1 0 0,1-1 2 16,2 0-2-16,-2 1 0 0,1-1-3 0,0 3 3 0,-1 0 0 16,1-2-4-16,2 2 4 0,-1 0 0 0,0-1 0 0,-2 1 0 15,-2 1 0-15,2 0 0 0,0 0 0 0,2 1 0 0,-1 0 0 16,0-1 0-16,-1 1 0 0,1 0 0 0,2 1 0 0,-1 2 0 15,-1-1 0-15,2-1 0 0,0 0 0 0,0-1 0 16,1 2 0-16,0 0 0 0,0 0 0 0,0 0 0 0,0 2 0 0,1-1 0 16,1-1 0-16,1 3 0 0,-1-2 0 0,-1 0 0 15,1-1 0-15,0 2 0 0,0 0 0 0,0 1 0 0,0 0 0 16,2-1 0-16,-1 1 0 0,0 0 0 0,2-1 0 0,-1 1 0 0,0-1 0 16,2 0 0-16,-1 2 0 0,0-1 0 0,0 1 0 15,0 0 0-15,0-1 0 0,2-1 0 0,-1 0 0 0,-1 1 0 16,2 1 0-16,1 0 0 0,-1-1 0 0,1 0 0 0,2-1 0 0,-2 1 0 15,2 0 0-15,0-1 0 0,-1 0 0 16,1 2 0-16,1 1 0 0,-1-2 0 0,1-1 0 0,-1 0 0 0,1 1 0 16,1-1 0-16,1 1 0 0,0-1 0 15,-1 0 0-15,0 2 0 0,0-2 0 0,1 0 0 0,-1-1 0 0,0-1 0 16,1 1 0-16,2-1 0 0,-1 1 0 0,1 0 0 0,3 1 0 0,-3-1 0 16,0-1 0-16,2-2 0 0,-2 2 0 0,1-1 0 15,2 0 0-15,-2 0 0 0,2-1 0 0,0 0 0 0,-1 0 0 16,2-3 0-16,0 1 0 0,-1-1 0 0,-1-1 0 0,-1-1 0 0,0 0 0 15,2 1 0-15,1-1 0 0,-2-1 0 0,0 0 0 16,-2 0 0-16,1-1 0 0,-1-1 0 0,0-1 0 0,-1 0 0 16,3 1 0-16,-1-3 0 0,0 1 0 15,-1-1 0-15,0-1 0 0,0 0 0 0,-1 0 0 0,0-1 0 0,0 0 0 16,-2 0 0-16,2-2 0 0,-1 1 0 0,-2-1 0 0,1-1 0 0,0 0 0 16,1 0 0-16,1-1 0 0,-2 0 0 15,0-1 0-15,-2 0 0 0,1 0 0 0,-2-2 0 0,1-1 0 0,-1 2 0 16,-1-1 0-16,0 0 0 0,0 0 0 15,1-1 0-15,1 0 0 0,-2 0 0 0,2 0 0 0,0 1 0 0,-2 0 0 16,-1-1 0-16,-4-1 0 0,4 1 0 0,-1 0 0 0,0-1 0 0,0-1 0 16,-2 1 0-16,1-2 0 0,-1 2 0 0,-2 0 0 0,0 1 0 15,1-1 0-15,0-1 0 0,0 0 0 0,0 1 0 0,-1-1 0 0,-1 2 0 16,0-1 0-16,-1-1 0 0,-2 0 0 0,2 1 0 16,0 0 0-16,0 1 0 0,-1 0 0 15,-2 0 0-15,0 1 0 0,2 0 0 0,-2 0 0 0,-2 1 0 0,3-1 6 16,-1-1-6-16,-1 0 0 0,0 1 11 0,0 1-11 0,-1 2 0 0,0-1 4 15,1 0-4 1,0 2 0-16,-1-1 4 0,1 0-4 0,0 1 0 0,0 1 2 0,-1 1-2 0,1 0 0 0,1 0 8 0,-3-1-8 0,1 0 0 16,1 2 1-16,0 2-1 0,2-1 0 15,0 2 3 1,0-1-3-16,2 1 0 0,-2 1 3 0,2 0-3 0,1 0 0 0,-1 0 1 16,2 0-1-16,-1 0 0 0,0 1 2 15,1 1-2-15,0 1 0 0,1-1 6 0,1 0-6 0,1 0 0 0,-1 1 10 16,0-1-10-16,0 2 0 0,0-1 17 0,2-1-17 0,-1-1 0 15,0 2 9-15,-2-1-9 0,1 2 0 0,0-2 4 16,0 2-4-16,0-1 0 0,0 1 7 0,0-2-7 0,0 1 0 0,0 0 9 16,0 0-9-16,0 0 0 0,0 0 5 0,0-1-5 15,0-1 0-15,0 1-112 0,2 0 112 0,-1 0 0 0</inkml:trace>
  <inkml:trace contextRef="#ctx0" brushRef="#br0" timeOffset="82996.689">3336 10671 1024 0,'0'0'0'0,"0"0"0"0,0 0 0 0,0 0 0 16,0 0 256-16,0 0-256 0,0 0 0 0,1-4 256 0,2-4-256 0,0-1 0 0,-1 3-256 15,0 2 256-15,0 1 0 0,0-2 114 16,0 2-114-16,0-1 0 0,0 0 256 0,0 0-256 0,0-2 0 0,0 3 256 16,-2-1-256-16,1 2 0 0,0-1 256 0,1 0-256 0,2 0 0 0,-2 0 256 15,0 2-256-15,0 1 0 0,0 0 256 0,-2 0-256 0,1 0 0 16,1 1 256-16,1 2-256 0,1 0 0 16,-1 1 246-16,0 1-246 0,0 1 0 0,2 1-157 0,0 0 157 0,1 2 0 0,-1 0 25 15,0-1-25-15,0 3 0 0,1-2-48 0,-3-1 48 16,1 0 0-16,0 1 104 0,1-1-104 0,2 1 0 0,-1 0 37 15,-2-1-37-15,-1 0 0 0,1 0 256 0,1-1-256 0,1 0 0 0,-1 0 47 16,2-1-47-16,0 0 0 0,-1-1-77 16,0-1 77-16,1 0 0 0,0-1-147 15,1 1 147-15,1-2 0 0,-1 0 42 0,1-1-42 0,0-1 0 0,-1-1 87 16,2-1-87-16,0-1 0 0,-1 0-64 0,2-2 64 16,1 0 0-16,-1 0-256 0,-1-1 256 15,0-2 0-15,0 1-252 0,1-1 252 0,-1-2 0 0,-1 2-97 0,3 0 97 16,-1-1 0-16,0 1-67 0,-2 0 67 0,-1-2 0 0,1 2 127 0,2-2-127 0,1 0 0 0,-2 1 256 15,0 1-256-15,-2 0 0 0,0 0 256 16,3 1-256-16,-1 0 0 0,-2 0 256 0,-1-1-256 16,0 0 0-16,0 2-67 0,1-1 67 0,1 2 0 0,0-1-54 0,-3 0 54 0,1 2 0 0,0-1-57 15,-1-1 57-15,0 1 0 0,0 0-35 16,-2 1 35-16,1 0 0 0,0 1-18 0,0 0 18 0,-1 0 0 0,1 1 197 16,-2-1-197-16,1 2 0 0,-1-1 256 15,-1 1-256-15,-1 1 0 0,1-1 256 0,0 1-256 0,1 1 0 0,-1-1 113 16,-2 1-113-16,1 1 0 0,0-1 0 0,-2 1 0 0,1 1 0 0,0-1 0 15,-2 0 0-15,1 0 0 0,0 0-3071 0,2-3 3071 0,-1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09-25T05:10:16.26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2198 299 0,'0'0'0,"0"0"0,0 0 16,0 0-16,0 0 15,0 0 1,58 6-16,-24-2 15,-34-4-15,0 0 0,0 0 0,0 0 16,26 5-16,2-1 0,-1 2 16,-27-6-16,17 4 0,-3-2 0,0 1 15,24 3-15,-2-2 16,0 2-16,-36-6 0,45 7 0,-1 0 16,0-2-16,-44-5 0,50 5 0,-2-1 0,2-1 0,1-1 15,0 1-15,1-3 0,3 3 0,-1-2 16,1 2-16,-55-3 0,58 0 0,0 0 15,0 0-15,3 1 0,-1-1 16,0 2-16,12-4 0,0 2 0,1 0 0,-73 0 0,76-2 0,1 0 0,-1 2 0,2-4 16,-1 2-16,-1-1 0,-76 3 0,78-3 0,1-1 0,-1 1 15,5-1-15,-1 1 0,-1 0 16,-81 3-16,94-5 0,1-1 0,-1 2 16,19 0-16,0-2 0,0 2 15,-3-3-15,3 1 0,-2 1 16,-111 5-16,106-8 0,-1 2 0,1-1 0,-10 0 0,2-1 15,-1 1-15,-97 7 0,93-10 0,-1 1 0,0 0 16,-1-3-16,-1 2 0,0-1 0,-90 11 16,86-16-16,-1 3 0,-1 0 15,9-2-15,-2 2 0,0-2 16,-91 15-16,108-14 0,1-1 0,0 0 16,-2 3-16,-1-1 0,-1 1 0,-105 12 0,98-10 15,-2 1-15,-1 1 0,-8 3 0,-3 2 0,0 0 16,-9 1-16,-1 1 0,-1-1 15</inkml:trace>
  <inkml:trace contextRef="#ctx0" brushRef="#br0" timeOffset="2870.745">3455 918 0,'0'0'0,"0"0"0,0 0 0,0 0 16,0 0-1,0 0-15,0 0 16,0 0-16,0 0 16,0 0-16,0 0 0,0 0 15,0 0-15,0 0 0,0 0 16,0 0-16,0 0 0,-20-14 0,3-1 0,-1 2 0,18 13 15,-11-10-15,-1 2 0,1-1 16,11 9-16,-22 0 0,22 0 0,-20-1 0,-1 1 0,21 0 0,0 0 0,-12 1 0,12-1 0,-12 0 0,1 0 16,11 0-16,0 0 0,-18 6 0,3 0 0,-3-1 15,18-5-15,-10 4 0,1-2 0,-1 0 16,10-2-16,-11 9 0,2-3 0,0 1 0,9-7 16,-7 3-16,3 2 0,0 0 15,-2 9-15,2-2 0,-2 1 0,6-13 16,-3 8-16,1 0 0,0-1 0,2-7 15,-3 22-15,3-1 0,-2 0 0,2-21 0,-2 12 16,2 1-16,0-2 0,0-11 0,4 27 0,0-1 16,1 0-16,-5-26 0,7 30 0,-1 0 15,0 1-15,-6-31 0,4 14 0,-2 1 0,1 0 16,-3-15-16,6 31 0,-1 1 16,0 0-16,-1-13 0,-2-1 0,0 0 0,-2-18 0,5 28 0,-2 2 15,1 0-15,-4-30 0,2 16 0,-2 0 0,3 0 16,-6 8-16,3-1 0,0 1 0,0-24 0,0 13 0,0-1 0,0 1 15,0-13-15,3 17 0,-2-1 0,0 0 0,-1-16 0,2 9 0,-1 0 0,1-1 0,-2-8 0,4 11 0,1-2 16,0 1-16,-5-10 0,4 6 0,-2-2 0,1 0 0,-3-4 16,14 5-16,-1-2 0,1 1 0,-14-4 0,9 1 0,-2 0 0,1 0 15,-8-1-15,31-3 0,-3 1 0,0 0 0,-28 2 0,17-3 0,0 0 16,-1 1-16,-16 2 0,23-6 0,0 1 0,-1 0 0,-22 5 16,13-4-16,-2 0 0,0 2 0,-11 2 0,9-9 0,-1 3 15,1-2-15,-6 4 0,0 1 0,1-1 0,-4 4 16,1-2-16,0 0 0,0 2 0,1-2 0,-2 2 0,0 0 15</inkml:trace>
  <inkml:trace contextRef="#ctx0" brushRef="#br0" timeOffset="3087.663">3157 1487 0,'0'0'0,"0"0"0,0 0 0,0 0 0,0 0 16,0 0-16,0 0 15,79-20 1,-79 20-16,0 0 0,0 0 0,29-7 0,-2 0 0,0 0 16,-27 7-16,27-5 0,-1 0 0,0 2 15,-3-3-15,-2-1 16,-1 0-16,-20 7 16,15-8-16,-1 2 0,-1-1 0</inkml:trace>
  <inkml:trace contextRef="#ctx0" brushRef="#br0" timeOffset="3404.682">3536 1399 0,'0'0'0,"0"0"16,0 0-16,39 43 0,-1-1 16,-5 3-16,-5-7 15,-13 2-15,-15-40 16,0 0-16,0 0 0,0 0 0,3 11 0,0 1 0,-1-1 15,3-3-15,-3 0 0,0 1 0,-2-9 16,3 7-16,0-2 0,0-1 16,-3-4-16,7 3 0,-1 0 0,0-2 0,-1 1 15,-1-2-15,0 0 0,-4 0 16,2-2-16,1 2 0,-1 0 0,-1-7 0,0 2 0,0-2 16,-1 7-16,3-13 0,0 2 0,0 0 0,2-6 0,-2 2 0,0 0 15,4-2-15,-3 1 0,0 0 16,0-1-16,0-1 0,0 1 0,-4 17 0,3-15 0,-1 1 0,1-1 15,-3 15-15,0-10 0,0 0 0,0 0 0,2 1 0,-1-2 0,0 3 0,-1 8 16,3-7-16,-2-1 0,0 1 0,1-3 0,-2 0 0,0-1 16</inkml:trace>
  <inkml:trace contextRef="#ctx0" brushRef="#br0" timeOffset="3746.898">3951 1566 0,'0'0'0,"0"0"0,0 0 16,0 0-16,0 0 16,51-24-16,-4 0 15,-10-5 1,-37 29-16,0 0 0,0 0 0,0 0 16,0 0-16,7-12 0,-1 2 0,0 0 0,-3 0 15,0 1-15,0 0 0,-1 2 0,-1 2 16,1-1-16,-2 6 0,-2-3 0,2 0 0,0 0 0,0 3 0,-4-4 15,-1 2-15,1-1 0,-2 2 0,2 0 0,0-1 16,4 2-16,-8 6 0,3-1 0,0 0 0,-3 6 0,2-3 16,-1 1-16,1 4 0,2-1 0,1 1 0,3-13 0,-5 15 0,3-2 0,0 1 15,5 2-15,0-3 0,0 2 16,-3-15-16,5 11 0,-1 1 0,0 0 0,5-2 0,-3 1 0,0-1 16,5-2-16,0 0 0,-1 1 0,-10-9 0,15 4 0,0-1 15,-2 1-15,4-9 0,-3 0 16,1-1-16,-3-1 0,1 1 0,-1 0 0,-12 6 15</inkml:trace>
  <inkml:trace contextRef="#ctx0" brushRef="#br0" timeOffset="4096.636">4332 1400 0,'0'0'0,"0"0"0,0 0 0,0 0 15,0 0 1,0 0-16,70 18 15,-8 11 1,-62-29-16,0 0 0,0 0 0,0 0 16,14 13-16,0-1 0,-1 0 0,-13-12 0,8 14 0,0 0 15,-1 0 1,-5 1-16,-1-2 0,0 1 0,-1-14 16,-4 17-16,2-3 0,0 3 0,-7-9 0,3 3 0,0-1 15,6-10-15,-6 4 0,1 2 0,-1-1 0,2-2 0,1-2 0,1 1 16,2-2-16,-4 0 0,1 0 0,0 0 0,0-3 0,1 1 15,0 1-15,2 1 0,-6-6 0,3 0 16,0-1-16,0-4 0,-1-1 16,1 1-16,3 11 0,3-21 0,1 2 0,-3-1 15,7-1-15,1 2 16,-1-1-16,-8 20 0,15-23 0,-1 2 16,-1-1-16,3 4 0,-2 0 0,1 1 15,-6 6-15,-2 2 0,3-1 0</inkml:trace>
  <inkml:trace contextRef="#ctx0" brushRef="#br0" timeOffset="4574.6">4715 1373 0,'0'0'0,"0"0"0,6 59 16,-1-7 0,-5-1-16,4-13 0,4-10 15,-8-28 1,0 0-16,0 0 0,5 6 16,-2 0-16,0-2 0,-3-4 0,8 3 0,-1-2 15,1 1-15,5-8 0,0 2 16,-1-2-16,-12 6 0,15-9 0,1-1 0,-3 1 0,4-4 15,-3-1-15,1 3 0,-15 11 0,14-18 0,1 2 0,-1 0 16,-2-2-16,-3 0 0,0 1 0,-9 17 0,8-14 16,-2 0-16,0 0 0,-3 3 0,-1 0 0,0 1 0,-2 10 15,-1-9-15,1 2 0,0 0 0,-1 4 16,0 0-16,0-1 0,1 4 0,0-1 0,0 0 16,0 1-16,-2 3 0,2 1 0,0 1 15,2 3-15,-2 0 0,0-1 16,0-7-16,2 16 0,-1 1 15,0-1-15,-1-16 16,-4 26-16,2 1 0,0-1 16,4 0-16,0 1 0,0-2 15,-2-25-15,4 29 0,0-2 0,0 1 0,1-1 16,-2 2-16,0-3 0,-3-26 16,2 27-16,-2-2 0,0 1 15,1-4-15,-1-1 0,0 1 0,0-22 0,-2 20 16,0-1-16,0 1 0,2-20 0,-4 15 0,3 0 0,-3 0 0,-3-6 15,0 0-15,0 1 0,-3-3 0,1 0 0,0 0 0,9-7 0,-10 6 0,0-2 16,1 0-16,-1-2 0,1-1 16,2-1-16,7 0 0,-12-2 0,4 0 0,0 0 0,8 2 15,-10-5-15,4-1 0,-2 0 0,8-6 0,0 2 16,0-2-16,2 4 0,1-2 0,-1 2 0</inkml:trace>
  <inkml:trace contextRef="#ctx0" brushRef="#br0" timeOffset="5000.152">5825 1216 0,'0'0'0,"0"0"0,0 0 15,0 0-15,0 0 16,-67 23 0,25 2-1,42-25-15,0 0 0,0 0 0,-4 9 0,1-1 0,0 0 0,7 1 16,0-2-16,0 1 0,-4-8 0,12 10 15,-2-1-15,1 2 0,3-1 0,-1-2 0,1 1 0,-14-9 16,15 11-16,-1 1 0,-1 0 0,1-1 16,-2 0-16,0-2 0,-12-9 15,11 11-15,-2-1 0,0 0 16,-3 2-16,-3-2 0,0 1 0,-3-11 0,-4 12 16,0-1-16,-2 0 0,-3-4 0,1 0 0,0 0 15,8-7-15,-13 8 0,0-1 0,1-1 0,-4-1 16,1 0-16,1 0 0,14-5 0,-16 4 0,1 0 15,-1-1-15,16-3 16,-15 0-16,-1 1 16,1 0-16,1-6 15,1 4-15,-1-2 16,14 3 0,-11-8-16,0 0 0,-1 0 15,9-9-15,2-1 0,0 2 0</inkml:trace>
  <inkml:trace contextRef="#ctx0" brushRef="#br0" timeOffset="5147.108">6134 928 0,'0'0'0,"0"0"0,0 0 0,0 0 0,37 40 0,-5 19 16,-15 6-16,-17-65 15,0 0-15,0 0 0,0 0 0,2 24 0,0-1 16,0 1-16,3 1 16,-2-1-16,0 0 0,-1 0 15,0 1-15,1-1 0,-3-24 0,2 23 16,0 0-16,0 0 0,-1 3 0,-1-1 0,0 1 0,0-26 15,-6 30-15,1 1 0,1-1 0,1-8 0,2 1 0,0-3 16</inkml:trace>
  <inkml:trace contextRef="#ctx0" brushRef="#br0" timeOffset="5324.543">6156 1471 0,'0'0'16,"0"0"-16,0 0 0,60-33 0,14-3 31,-10-2-31,-15-1 16,-49 39-1,0 0-15,0 0 0</inkml:trace>
  <inkml:trace contextRef="#ctx0" brushRef="#br0" timeOffset="5624.797">6500 1241 0,'0'0'0,"0"0"0,0 0 0,-7 52 0,5 8 47,2-13-47,2-5 0,-2-42 0,0 0 0,0 0 0,0 0 0,0 0 0,3 15 0,-3-15 0,1 15 15,0-1 1,-1-14-16,2 11 0,0 0 0,0 1 16,4-3-16,-1-2 0,1 2 0,-6-9 0,8 2 0,-1 0 0,0 1 0,4-8 0,-1 1 0,0 2 15,-10 2-15,13-12 0,-2-1 0,0 1 0,1-3 16,-2 0-16,0 2 0,-10 13 0,12-18 15,-2 0-15,0 1 0,-10 17 0,8-17 0,-1-1 16,0 0-16,-3 6 0,0 1 0,1-1 0,-5 12 16,2-4-16,0-3 0,0 1 0,0 2 0,-2 4 0,0-3 15,0 3-15,1 2 0,-1-1 0,0-1 16,0 0-16,4 10 0,-2-3 0,0 1 0,0 6 0,0-2 16,0 2-16,-2-14 0,1 19 0,0 1 0,0-2 0,0 0 15,1 0-15,-1-1 0,-1-17 0,4 15 0,0 0 0,0 1 0,-4-16 0,4 11 16,-1 1-16,0 0 0,2-5 0,0-3 0,-1 1 0,-4-5 15,9-5-15,-1-1 0,1 0 0</inkml:trace>
  <inkml:trace contextRef="#ctx0" brushRef="#br0" timeOffset="6117.114">7090 920 0,'0'0'0,"0"0"0,0 0 15,0 0-15,0 0 16,11 85 0,-3-1-16,-4-5 15,-4-79 1,0 0-16,0 0 0,0 0 0,1 28 16,-1 0-16,0-1 0,4-1 0,-2-1 15,0 0-15,-2-25 0,5 22 16,-1 0-16,0 0 0,1-5 15,-2 1-15,0-1 0,-3-17 0,2 13 0,0-1 16,-1 0-16,3-5 0,-3 0 0,0 1 16,-1-8-16,1 3 0,0 0 15,0 0-15,1 0 0,-2-3 16,0 1-16,0-1 0,-1-3 0,1 1 16,0 0-16,0 2 0,3-15 0,1 0 0,-1 2 0,-4-5 0,1 2 15,0 0-15,0 16 0,-7-13 0,3 2 0,0-2 0,-1 7 16,0 0-16,0-1 0,5 7 0,-10-5 0,1 1 0,0 0 0,9 4 15,-13-2-15,1 1 0,0 1 0,-5 4 0,1 2 0,1-1 16,15-5-16,-18 6 0,3-1 0,-1 1 0,0 3 0,3 2 16,0 0-16,13-11 0,-10 10 0,1 1 0,1-1 15,3 2-15,1-1 0,0-1 0,4-10 0,1 11 0,-1-1 16,0 1-16,4-3 0,-2 0 0,0-1 16,-2-7-16,9 8 0,-1-1 0,-1 0 0,3-1 0,0 1 0,1-2 15,-11-5-15,15 1 0,0-1 0,-1 0 0,-14 0 0,21-5 16,-3-1-16,1 0 0,-2-6 0,-1 2 15,1-3-15</inkml:trace>
  <inkml:trace contextRef="#ctx0" brushRef="#br0" timeOffset="6436.325">7370 1395 0,'0'0'0,"0"0"0,0 0 16,0 0-16,0 0 16,0 0-1,54-35-15,-54 35 0,0 0 16,0 0-16,16-11 0,1 1 0,-1-1 0,-16 11 15,13-11-15,-4 1 0,3 1 0,-6-1 16,-1 0-16,0 0 0,-5 10 0,4-9 0,0-1 0,0 2 16,-4 8-16,2-7 0,-2 0 0,0 1 15,-7 2-15,3 0 0,-1 0 16,5 4-16,-7 0 0,-2 0 16,1 0-16,-2 5 0,0-1 0,-1 2 15,11-6-15,-11 8 16,2 1-16,-1-1 0,10-8 15,-10 12-15,1 0 16,-1 0-16,2 2 0,2 0 0,0 0 0,6-14 16,-2 14-16,2 0 0,0-1 0,3 4 0,1-3 0,-1 1 0,-3-15 0,8 18 0,0-2 0,1 0 15,-9-16-15,13 13 0,0 1 0,-1-1 0,7-6 0,-2 0 0,1 1 0,-18-8 0,22-4 0,0 2 0,0-1 0,-7-1 16,0 0-16,-1-1 0,-5 2 0,-3 1 0,0 0 0</inkml:trace>
  <inkml:trace contextRef="#ctx0" brushRef="#br0" timeOffset="7126.7">7790 1232 0,'0'0'0,"0"0"15,0 0-15,0 0 16,0 75-16,-3-8 16,-2-21-1,5-46-15,0 0 0,0 0 16,0 0-16,-1 8 0,0 0 0,0-1 0,1-7 0,-2 5 16,2-1-16,0-1 0,0-1 0,0-2 0,0 0 0,0 0 15,4-5-15,-1 2 0,-1-1 16,3-5-16,-1 1 0,0 0 0,-4 8 0,9-15 15,0 1-15,-1 0 0,-8 14 16,10-20-16,0 4 0,-1-4 16,0 5-16,0 0 15,1 0-15,-10 15 0,8-10 0,-2-1 16,0 1-16,-6 10 0,6-7 16,-2 1-16,0 1 0,-4 5 0,5 2 15,1-1-15,-1-1 0,3 8 0,-2-1 0,0 0 0,-6-7 0,6 16 16,-2 1-16,0-3 0,1 3 0,-1-1 0,0 0 15,-4-16-15,1 20 0,0-2 16,0 1-16,-1-19 0,-2 15 0,2 0 0,0 0 0,-1-5 16,0-3-16,0 0 0,1-7 0,-1 5 0,0-4 0,-1 2 15,4-7-15,-1 1 0,0 0 0,-1 3 16,5-10-16,0 0 0,0 0 0,-5 10 16,12-18-16,-3 3 0,0-2 0,4-6 15,-2 1-15,0-2 16,-11 24-16,12-26 0,-1-2 15,1 0-15,-5 10 0,0-1 0,0 1 16,8-12-16,-1 1 0,1 0 0,-15 29 0,14-28 0,0 2 16,-1-1-16,-13 27 0,12-19 0,-1 1 15,-1 0-15,-10 18 0,8-12 0,2 2 0,-2-3 16,0 9-16,-1 3 0,1-2 16,-8 3-16,5 1 0,-1 2 15,0-1-15,-4-2 0,5 10 0,-1-1 0,1 0 0,-5-9 16,5 17-16,0 0 0,0-1 0,-2 5 0,0 1 15,0-1-15,-3-21 0,1 30 0,-1-3 16,0 2-16,0-29 0,1 28 0,-1 1 0,0-1 16,-4 0-16,0-2 0,0 1 15,4-27-15,-4 25 16,0-2-16,0 2 16,-4-7-16,3 0 0,0-1 15,5-17-15,-4 9 0,1-2 0,0 2 16,2-6-16,0-1 0,0 1 0</inkml:trace>
  <inkml:trace contextRef="#ctx0" brushRef="#br0" timeOffset="7218.063">8260 1262 0,'0'0'0,"0"0"0,57-8 0,-22 3 0,-22 2 0</inkml:trace>
  <inkml:trace contextRef="#ctx0" brushRef="#br0" timeOffset="9729.699">9501 458 0,'0'0'16,"0"0"-16,0 0 0,5 73 16,1 16-1,0 15-15,3 29 16,3 53-16,-12-186 0,0 0 15,0 0-15,6 65 0,-3-1 0,0 0 16,-3-64-16,-3 50 16,0 2-16,0-2 0,3-50 0,-3 23 15,1 1-15,0-1 0,2-23 0,-3 19 0,0 0 0,0 1 0,3-20 0,-2 8 0,1 2 0,0-2 16,1-8-16,9 4 0,-1-1 0,1 0 0,-9-3 0,7 2 0,-2-2 16,0 1-16,-5-1 0,2 0 15,1 0-15,-1 0 0,-2 0 0,2 0 0,-2 0 0,0 0 16</inkml:trace>
  <inkml:trace contextRef="#ctx0" brushRef="#br0" timeOffset="9963.085">9886 1135 0,'0'0'16,"0"0"-16,0 0 0,17 67 15,-1 5-15,-8-13 16,0-4 0,-8-55-16,0 0 0,0 0 15,0 0-15,-1 17 0,0-1 16,0 1-16,1-17 0,-3 17 0,1 0 16,0-1-16,-3-5 0,2 1 0,-1 0 0,2-6 0,0 0 0,-1 0 15</inkml:trace>
  <inkml:trace contextRef="#ctx0" brushRef="#br0" timeOffset="10109.09">9837 931 0,'0'0'0,"0"0"0,26-58 15</inkml:trace>
  <inkml:trace contextRef="#ctx0" brushRef="#br0" timeOffset="10359.994">10170 728 0,'0'0'0,"0"0"16,32 84-16,-3 8 15,-8-11-15,-5 2 16,-14-2-16,-2-81 16,0 0-16,0 0 0,3 31 0,-1-2 0,1-1 0,-3-28 15,1 25-15,0-1 0,0 1 0,0-1 16,-1-2-16,0 1 0,0-23 0,-3 19 16,2 0-16,-1 1 0,-1-9 0,2 0 15,0 0-15,0-7 0,0 1 0,0 0 0</inkml:trace>
  <inkml:trace contextRef="#ctx0" brushRef="#br0" timeOffset="10674.696">10536 1010 0,'0'0'0,"0"0"0,0 0 0,0 0 15,0 0-15,-78 19 16,-5 4-1,83-23-15,0 0 16,0 0-16,-19 8 0,1-4 0,1 2 16,8-2-16,-1 0 0,1-2 0,-1 3 0,-1-2 0,1 2 0,10-5 0,-6 5 0,0 1 0,-1 0 0,7-6 15,-2 7-15,0-2 0,0 1 0,2-6 0,5 5 16,1 0-16,-1-1 0,-5-4 0,9 7 0,-2-1 16,0 1-16,8 2 0,-3 0 0,1-2 0,5 5 0,-1 0 15,-1-1-15,-16-11 0,17 13 0,-3-2 16,1 0-16,-15-11 0,14 13 15,1-2-15,-1 0 0,0 1 0,-2 0 16,1-1-16,-13-11 0,10 11 0,-2-1 0,0 0 16,-8-10-16,8 3 0,-1 0 15,0 1-15</inkml:trace>
  <inkml:trace contextRef="#ctx0" brushRef="#br0" timeOffset="11033.107">10693 1236 0,'0'0'0,"0"0"0,0 0 0,0 0 16,64-4 0,-3-8-1,-6-9-15,-55 21 0,0 0 16,0 0-16,0 0 0,16-8 0,0 0 0,-1-1 16,-15 9-16,14-10 0,-2 1 15,1-1-15,-4 0 0,-2-1 16,2 0-16,-9 11 15,6-11-15,-3 1 16,0-2-16,-3 12 0,-2-10 16,1 1-16,0 1 0,-7 1 0,2 0 0,0 1 15,6 6-15,-13-3 0,0 1 16,1-2-16,12 4 16,-17 5-16,3-1 0,-1-1 0,-6 4 0,0 2 0,0-1 15,21-8-15,-18 10 0,0 2 0,1-1 0,1 4 16,3-2-16,-1 1 0,14-14 15,-11 13-15,0 0 0,1-1 0,10-12 16,-3 13-16,1-1 0,0 0 0,6 2 0,0-1 0,0 1 0,-4-14 0,9 13 0,-1-1 0,0 0 0,-8-12 16,13 11-16,-1 0 0,0 0 0,9-4 0,0-2 0,-1 1 0,-20-6 0,25 0 0,-2 0 0,0 0 0,-8-3 0,0 2 0,-1 1 0</inkml:trace>
  <inkml:trace contextRef="#ctx0" brushRef="#br0" timeOffset="11356.064">11461 924 0,'0'0'0,"0"0"0,0 0 0,0 0 16,-70 18-1,0 0-15,19 5 16,23-7 0,28-16-16,0 0 0,0 0 0,0 0 0,0 11 15,0-3-15,0 1 0,5 3 0,0 1 0,0-2 0,-5-11 0,9 14 16,-1-2-16,0 1 0,-8-13 0,15 15 15,-3 0-15,0-1 0,2 1 0,-2-2 16,1 2-16,-13-15 0,14 15 0,-1-2 16,-1 0-16,-12-13 0,8 13 0,-2-1 15,1-1-15,-9 2 0,2-1 0,0-3 0,-5 1 16,2-2-16,0 3 0,3-11 16,-11 9-16,2 1 0,-1-2 0,10-8 15,-19 8-15,1 1 0,0-2 0</inkml:trace>
  <inkml:trace contextRef="#ctx0" brushRef="#br0" timeOffset="12493.214">12682 862 0,'0'0'0,"0"0"0,0 0 16,-61 5-1,24-1-15,-13 29 16,23-13-16,27-20 16,0 0-16,0 0 0,0 0 0,-4 3 0,1-1 0,0 0 15,2 1-15,-1-3 0,1 1 0,8 12 0,-2-1 16,0 2-16,-5-14 0,4 7 0,-1 1 0,0-1 16,-3-7-16,19 20 0,-3-1 0,1 0 0,-17-19 15,23 21-15,-1 1 0,1-1 16,-23-21-16,13 10 0,-2 0 0,-1 0 0,-10-10 0,12 16 15,-2 0-15,0 0 0,-10-16 16,7 9-16,-3-1 0,0 0 0,-1-5 0,-2 2 0,0-3 0,-1-2 0,-11 18 0,0-1 16,1 1-16,10-18 0,-7 9 0,1 1 15,-1 0-15,7-10 16,-14 11-16,1 0 0,1-1 0,12-10 0,-8 5 16,2 1-16,-1-1 0,7-5 0,-20 5 0,-1-1 0,0 0 15,21-4-15,-11 1 0,0 2 0,-1-2 0,12-1 16,-12-7-16,0 2 0,1-2 0,11 7 0,0 0 0</inkml:trace>
  <inkml:trace contextRef="#ctx0" brushRef="#br0" timeOffset="12861.891">13031 1016 0,'0'0'0,"0"0"15,0 0-15,0 0 16,0 0-16,-31 81 15,6-5 1,25-76-16,0 0 0,0 0 0,0 0 0,-8 23 16,2-2-16,-1 1 0,4-6 15,1 0 1,0 1-16,2-17 0,0 13 0,0 0 0,0 0 16,0-13-16,6 12 0,0-2 0,-1 2 0,8-5 15,0-1-15,-1 0 0,-12-6 16,17 2-16,0-1 0,0 1 0,-17-2 15,18-7-15,0 2 0,-1 0 0,1-9 0,-3 1 0,1 0 0,-16 13 16,13-21-16,1 2 0,-1-2 0,-13 21 0,9-24 0,-2 2 0,0-2 0,-2 3 0,-2 0 0,0 1 0,-3 20 16,-6-17-16,2 1 0,0-1 0,4 17 0,-8-13 0,-1 1 0,1 0 0,-1 5 0,-1 1 15,1-1-15,9 7 16,-13-5-16,1 0 0,1 3 0,11 2 0,-13-2 0,-1 1 0,1 1 16,-3 5-16,3 0 0,-1-1 0,14-4 15,-11 8-15,2-4 0,-1 2 0,9-5 0,0-1 16,0 0-16</inkml:trace>
  <inkml:trace contextRef="#ctx0" brushRef="#br0" timeOffset="13485.548">13386 936 0,'0'0'0,"0"0"0,23 62 15,-15-3 1,-9-2-16,-3-5 15,-2-5-15,6-47 16,0 0-16,0 0 0,-2 10 0,1-1 16,0 1-16,1-10 0,-2 6 0,2-2 0,0 0 0,-1-1 0,1-1 0,0 1 15,0-3-15,-1 0 0,1 0 0,0 0 0,0 0 16,4-7-16,0 1 0,0 0 0,3-5 0,0-2 0,-1 2 16,-6 11-16,8-19 0,0 0 0,1 1 0,-9 18 15,9-19-15,0-2 0,1 0 0,1 5 0,-2-3 16,1 2-16,-10 17 0,8-11 0,-1 2 0,0 1 15,-7 8-15,9-5 0,-3 2 0,0 0 0,-2 4 0,-1 1 16,0-1-16,-3-1 0,6 10 0,-1-3 0,-1 0 16,2 6-16,-1 0 0,0 1 0,-5-14 0,2 17 15,0 1-15,1-1 0,0 0 0,0-1 16,0 1-16,-3-17 0,5 16 0,-2 0 0,0-2 16,-3-14-16,4 11 0,-1-2 0,1 1 0,-4-3 0,0-1 0,0 0 15,0-6-15,2 1 0,-2 1 0,0-1 16,0-1-16,1 0 0,0 0 0,0 0 0,2-5 15,-1-1-15,0 1 0,-2 5 0,6-14 0,0 0 0,1 1 16,-7 13-16,10-22 0,-1 0 16,3 0-16,2-3 0,-1 2 0,0 0 15,-13 23-15,16-21 0,-2 1 16,-1 1-16,-1 6 0,-3 0 0,0 1 16,-9 12-16,10-9 0,-3 0 0,0 2 15,-7 7-15,8-2 0,-1 1 0,1-1 16,1 13-16,-2-3 0,0 1 15,-7-9-15,4 14 0,-2 0 0,0-1 16,-2-13-16,4 20 0,-2-3 0,0 1 0,2 2 0,0 1 0,0 0 0,-4-21 16,2 19-16,-2-1 0,0 1 0,0-19 0,2 16 15,-1 1-15,0 0 0,0-4 16,-1-1-16,0 1 0,0-13 0,-3 7 0,1 0 0,1-1 16,1-6-16,-4-3 0,1 0 15,0 2-15</inkml:trace>
  <inkml:trace contextRef="#ctx0" brushRef="#br0" timeOffset="13781.618">14115 1155 0,'0'0'16,"0"0"-16,0 0 0,0 0 0,0 0 15,0 0-15,52-34 16,-52 34-16,0 0 0,0 0 0,14-13 16,1 0-16,-1 1 15,-14 12-15,12-13 0,-12 13 0,11-12 0,0-1 0,-11 13 16,7-10-16,-1-2 0,0 2 0,-1-3 0,-1 4 15,0-2-15,-4 11 0,2-9 16,-1 2-16,0-1 0,-1 8 0,-4 0 0,2-1 16,0 1-16,-7 5 0,0 1 0,-1-2 15,10-4-15,-15 13 0,0-3 0,1 2 16,14-12-16,-15 13 0,3 1 0,0-1 16,-2 5-16,3-1 0,-1 0 15,12-17-15,-9 16 0,2 1 16,0-1-16,7-16 0,-1 17 0,1-1 0,0 0 15,7 0-15,-1 0 0,0-1 16,-6-15-16,13 15 0,-1-1 0,0 1 0,-12-15 16,22 7-16,-1-1 0,0 0 0,10-7 0,-2 1 0,1-1 0</inkml:trace>
  <inkml:trace contextRef="#ctx0" brushRef="#br0" timeOffset="14173.718">15310 805 0,'0'0'0,"0"0"16,0 0-16,0 0 16,0 0-16,0 0 15,0 0 1,0 0-16,0 0 0,0 0 16,0 0-16,0 0 0,0 0 0,0 0 0,0 0 15,-38 7-15,-1 1 0,1-2 31,13 4-31,3-1 0,22-9 0,-23 10 16,23-10-16,-3 11 0,-1 2 0,2-1 0,2-12 16,9 13-16,0-3 0,1 0 0,10 5 0,0-3 0,-1 0 15,-19-12-15,25 17 0,-2-2 0,0 1 0,-1 1 0,-1-2 0,0 0 0,-21-15 16,17 13-16,1 1 0,0-1 0,-8 0 0,-1 0 0,0 0 0,-9-13 0,6 11 16,-3 1-16,0-1 0,-3-11 0,1 11 0,0-1 15,0 2-15,-7-2 0,1 0 0,-1 0 0,6-10 0,-7 7 16,2 1-16,0-1 0,-6 0 0,2-2 0,0 3 0,9-8 0,-13 3 15,3 0-15,-1 1 0,-2-2 0,1-1 0,0-1 0,12 0 16,-11-3-16,3 2 0,0 0 0,2-12 0,1 3 16,1-2-16</inkml:trace>
  <inkml:trace contextRef="#ctx0" brushRef="#br0" timeOffset="14530.698">15705 927 0,'0'0'0,"0"0"0,1 57 16,8 14 0,-3-8-16,-10-10 15,7-11-15,-3-42 16,0 0-16,0 0 0,2 11 0,0 1 0,0-2 0,-2-10 16,9 8-16,-3-2 0,0 0 0,3-4 15,1-2-15,-1 0 0,-9 0 0,14-2 0,1-4 0,-1 1 16,3-5-16,-3 1 0,1 0 0,-15 9 0,13-16 15,0 1-15,-1-1 0,-12 16 0,10-19 16,1-1-16,-1 0 0,-4 1 0,1-1 16,-1-1-16,-6 21 0,6-16 0,-2 0 0,0 0 0,-2 5 0,-1 0 15,-1 0-15,0 11 0,2-6 0,-2-1 0,0 0 0,-2 7 0,2 0 16,-1 0-16,1 0 0,-1 8 16,0 1-16,0-1 0,1-8 0,-1 13 0,1-2 15,0 0-15,1 7 0,0-3 0,0 0 0,-1-15 0,1 18 0,0 1 16,-1-1-16,3 2 0,-2 0 0,0 0 15,-1-20-15,6 19 0,-1 0 0,0 1 0,0-8 0,0 1 16,-1-3-16,-4-10 0,8 3 0,-3 0 0,-1 0 16</inkml:trace>
  <inkml:trace contextRef="#ctx0" brushRef="#br0" timeOffset="14949.581">16218 608 0,'0'0'0,"0"0"0,0 0 16,32 65 0,-25 4-16,-15 1 15,4 1-15,-2-13 16,6-58-16,0 0 0,0 0 16,-2 17-16,1-2 0,0 1 0,-1-3 0,1-1 0,0 1 15,1-13-15,0 8 0,0-1 0,0 0 0,1-3 16,-1-2-16,0 3 0,0-5 0,0 1 0,0 1 15,0-2-15,1 1 0,-1-1 0,0 0 0,0 0 16,7-4-16,0-1 0,1 2 16,-8 3-16,12-9 0,0 1 15,1-2-15,5 1 0,1-2 0,0 1 16,-19 10-16,19-7 0,-1-1 16,-1 2-16,-17 6 0,19-3 15,2 2-15,-2-1 0,-2 5 0,-1 0 0,1-2 0,-4 9 16,1-2-16,-1 1 0,-13-9 0,7 12 0,0-1 0,-1 2 0,-6-13 0,1 15 0,0 0 0,0-1 0,-6 1 0,2-1 0,0 0 15,3-14-15,-10 10 0,3 1 0,0-2 0,-6-1 0,1 0 0,0 0 16,12-8-16,-15 7 0,1 0 16,-1 1-16,-2-4 0,1 1 0,1-1 0,15-4 0,-19 2 0,1-1 15,1 0-15,17-1 0,-18-5 0,1 2 0,-1-2 16,3-3-16,1-1 0,0 1 0</inkml:trace>
  <inkml:trace contextRef="#ctx0" brushRef="#br0" timeOffset="15163.027">16667 887 0,'0'0'0,"0"0"0,37 55 15,5 19 1,-20-5-16,-9 7 16,-7-2-16,-12-2 15,6-72 1,0 0-16,0 0 0,0 0 0,-5 24 0,0 0 0,1-1 0,4-23 0,-4 25 0,2-1 15,0 0-15,-5-2 0,-1 0 0,1-1 0,7-21 0,-11 14 16,-2-1-16,3-1 0,-6-7 0,1-3 0,1 2 0,0-11 16,2-1-16,1 2 0</inkml:trace>
  <inkml:trace contextRef="#ctx0" brushRef="#br0" timeOffset="15313.844">16636 802 0,'0'0'0,"0"0"0,0 0 16,0 0-1,46-48-15</inkml:trace>
  <inkml:trace contextRef="#ctx0" brushRef="#br0" timeOffset="15661.548">16867 960 0,'0'0'0,"0"0"0,43 32 15,-10-7-15,-7-13 16,5-17 0,3-8-16,-34 13 0,0 0 15,0 0-15,13-8 0,0 0 16,-1-1-16,-12 9 0,14-12 0,-2 2 0,-1-2 0,-11 12 0,13-16 0,-4 3 15,0-2-15,-1 3 0,-1 0 0,0-1 0,-7 13 16,3-10-16,-3 0 0,2 0 0,-7 4 0,1 0 16,0 0-16,4 6 0,-10-1 0,2 0 0,0 1 0,-8 3 15,1 0-15,-1 0 0,16-3 0,-16 8 0,-1-1 16,1 0-16,0 3 0,2-1 0,-1 0 0,15-9 16,-12 11-16,1-1 0,-1 1 0,0 4 0,2-1 0,-1 0 15,11-14-15,-3 16 0,0-1 0,0 1 0,6 0 16,-1 1-16,0-2 0,-2-15 0,9 17 0,1-4 0,-1 2 15,11-5-15,-3 2 0,1-2 0,-18-10 16,29 5-16,-2-2 0,-1 1 0,-6-1 0,0-3 16,-1 0-16</inkml:trace>
  <inkml:trace contextRef="#ctx0" brushRef="#br0" timeOffset="15867.47">17411 788 0,'0'0'0,"0"0"0,0 0 0,0 0 0,-12 67 16,7-11 0,9-9-16,-4-47 15,0 0 1,0 0-16,7 15 0,-1-2 16,0 1-16,-6-14 0,14 14 0,-2-1 0,1-1 0,4-2 15,1 1-15,-1-1 0,-17-10 0,22 8 0,0-1 16,-1-1-16,4-9 0,-1 0 0,0 1 0,-24 2 15,22-12-15,3 1 0,-1 0 0</inkml:trace>
  <inkml:trace contextRef="#ctx0" brushRef="#br0" timeOffset="16109.704">17862 421 0,'0'0'0,"0"0"0,0 0 0,0 0 15,1 76-15,-5 6 16,7-1-1,-3-81-15,0 0 0,0 0 0,0 0 0,-2 26 0,2-1 16,0 2-16,3 1 16,-2-1-16,0 3 0,-1-30 15,4 26-15,-1 1 0,0-1 16,5 1-16,0-2 0,-1 1 0,-7-26 16,5 20-16,-2 0 0,0 1 0,-4-10 0,1 0 0,0-1 0,-1-4 15,0 0-15,0-3 16</inkml:trace>
  <inkml:trace contextRef="#ctx0" brushRef="#br0" timeOffset="16474.684">17737 920 0,'0'0'0,"0"0"15,0 0-15,70-11 16,10-7 0,0 4-16,-5-5 15,-4-9-15,-71 28 0,0 0 0,0 0 16,14-6-16,1-1 0,-1 1 0,-14 6 0,20-13 15,0 1-15,-1 0 0,-6-1 0,1 1 0,0 1 16,-14 11-16,6-10 0,-1 0 0,0 2 0,-7 2 16,2-2-16,0 3 0,0 5 0,-7-5 0,0 4 15,-1-2-15,8 3 0,-9 1 0,1-1 0,-1 2 16,0 1-16,0 0 0,0-2 16,9-1-16,-8 4 0,3 0 0,0 1 0,0 1 0,0 1 0,0-1 15,5-6-15,1 9 0,-1 0 0,0-2 16,9 5-16,-2 0 0,0 0 0,-7-12 15,14 15-15,-3-1 0,0 2 0,3-1 0,-3 0 0,1-1 0,-12-14 16,7 17-16,0-3 0,-1 1 0,-6-15 0,4 15 0,-3-1 16,1 3-16,-11-4 0,2 0 0,0 0 15,7-13-15,-17 12 0,3-1 16,-1-1-16,-3-5 0,0 2 16,1 0-16,17-7 0,-19 1 0,2-1 15,1 2-15</inkml:trace>
  <inkml:trace contextRef="#ctx0" brushRef="#br0" timeOffset="37873.128">2521 2882 0,'0'0'15,"0"0"-15,0 0 0,0 0 0,0 0 16,0 0-16,19 49 15,-7-17 1,-12-32-16,0 0 0,0 0 0,4 27 16,0 1-16,0-1 0,-4-27 0,0 0 15,3 16-15,-2 0 0,0 0 0,-1-16 0,4 36 16,-2-1-16,0 0 0,-2-35 0,6 37 16,-4-2-16,1 1 0,-3-36 0,6 36 0,-2 0 0,1-1 0,-5-35 0,5 51 0,0 0 0,-1 0 15,-4-51-15,5 53 0,0-1 0,0 1 0,6-13 16,-3 2-16,0 1 0,-8-43 0,5 18 0,-1 2 15,1-1-15,-5-19 0,6 13 0,-2-1 0,1-1 0,-5-11 16,2 7-16,0-1 0,0-1 16,-2-5-16,9 7 0,-1 3 0,1-3 15,-9-7-15,5 4 0,-1 1 0,1-1 16,-5-4-16,2 2 0,0-1 0,0 1 16,-2-2-16,1 1 0,-1-1 0,0 2 0,8-10 0,-1 3 15,1-2-15,-8 7 0,4-4 0,0 1 16,0-1-16,-4 4 0,8-19 0,-2 1 0,2-2 0,-8 20 0,5-10 0,-1-1 0,0 0 15,-4 11-15,8-29 0,1 1 0,-1-1 0,-8 29 0,6-32 0,-1 2 16,0-1-16,-5 31 0,8-32 0,-2 2 0,0-1 16,-6 31-16,10-30 0,-3 0 15,0-2-15,-7 32 0,8-34 0,-2 2 16,0-1-16,4-1 0,-1 1 16,0 0-16,-9 33 0,9-31 0,0 0 0,-1 1 0,-8 30 0,5-14 0,-1-1 15,-1 1-15,-3 14 0,9-30 0,-1 1 16,-3-1-16,-5 30 0,7-16 0,-3 0 0,1 0 15,-5 16-15,5-18 0,1 0 0,-2 1 0,-4 17 0,4-10 16,0 1-16,-3-2 0,-1 11 0,1-2 0,0-1 16,0 0-16,-1 3 0,1-3 15,-1 2-15,0 1 0,2 0 16,-2 0-16,0 0 0,0 0 16,0 0-16,0 0 0,0 0 0,0 0 15,0 0-15,0 0 16,0 0-16,0 0 15</inkml:trace>
  <inkml:trace contextRef="#ctx0" brushRef="#br0" timeOffset="38172.134">2299 3636 0,'0'0'0,"0"0"0,0 0 15,0 0-15,52-16 16,9-5 0,8 4-16,10-4 15,-79 21-15,0 0 16,0 0-16,29-7 0,-1 2 0,0-2 15,-28 7-15,28-5 0,-1 2 0,1-2 0,0 0 0,0 1 16,-2-1-16,-26 5 0,29-3 0,-4 0 0,1 0 0,-2 4 0,-2-1 0,1 1 16,-23-1-16,20 4 0,0-2 0,1 2 0,-8-5 15,2 0-15,0 0 0</inkml:trace>
  <inkml:trace contextRef="#ctx0" brushRef="#br0" timeOffset="38966.191">3219 3617 0,'0'0'0,"0"0"16,0 0-16,0 0 15,0 0-15,0 0 16,0 0-1,0 0-15,0 0 0,0 0 0,0 0 0,0 0 0,0 0 16,16-17-16,-4 1 0,2-1 0,-14 17 16,14-11-16,-1-2 0,-1 1 31,-12 12-31,10-5 0,-10 5 0,12-4 0,-3 0 0,-1 1 0,0 2 16,1 0-16,-9 1 0,9 3 15,-2 1-15,-1-2 0,4 5 16,-3 1-16,0-2 0,-7-6 15,6 13-15,0-2 0,-1 1 16,-5-12-16,4 16 0,0 0 16,-2-1-16,-3 2 0,0-1 0,1 0 0,-8 1 15,3-2-15,-1 1 0,6-16 0,-7 16 16,2 1-16,0-1 0,5-16 0,-8 16 16,0 0-16,1 0 0,-2 1 15,2-2-15,-1 0 0,-1-1 0,0 0 0,-1-1 0,10-13 0,-12 15 16,1-3-16,-1 2 0,12-14 0,-12 9 0,2 1 0,-1 0 0,1-3 0,1 1 15,-1-1-15,2-1 0,2-1 0,0 1 0,0-4 0,4 1 0,-2 0 16,2-2-16,0 1 0,1-1 0,1-1 0,-3 2 0,3-2 0,0 0 0,3-5 0,-1 2 16,0 0-16,-2 3 0,5-7 0,-3 0 0,2 0 0,2-3 15,-1 0-15,1 1 16,-6 9-16,5-14 0,4-1 0,-2 1 16,3-3-16,0 2 0,0-1 0,-10 16 0,16-21 0,-1 1 0,-1 0 15,-14 20-15,15-19 0,-1-1 0,0 1 0,3-1 0,0 0 0,-1 0 0,-16 20 0,16-19 0,-1-2 0,1 1 16,-1 1-16,-1 2 0,-1-2 0,0 4 0,-3 1 0,0-1 0,-10 15 0,11-12 0,-3 0 15,0 1-15,-8 11 0,7-11 0,1 3 0,-1 0 0,-2 1 0,-2 0 0,0 2 0,-3 5 0,2-6 16,0 2-16,0-1 0,-2 5 0,2-2 0,-2 1 16,0 1-16,-1 0 0,0 0 0,-1 0 0,2 0 0,-5 8 15,0-2-15,0 0 0,-2 5 16,-1 0-16,2 0 0,6-11 16,-10 13-16,2 0 0,-1 1 15,9-14-15,-11 17 0,1-1 0,-1 1 0,0-1 16,1 1-16,-1 0 0,11-17 0,-11 21 0,2-3 0,-1 1 0,10-19 0,-5 18 0,2 0 0,0 1 0,3-19 0,4 19 15,-2 1-15,0-1 0,-2-19 16,9 18-16,-1 0 0,0 0 0,-8-18 0,11 17 0,1-1 0,-1 1 16,-11-17-16,15 14 0,-4-2 0,0 2 15,-11-14-15,15 11 0,-2 1 0,1-2 16,-14-10-16,15 7 0,0 1 0,-1 0 0,6-7 16,-3 0-16,1 1 0,-1-6 0,-1 2 0,-1-2 0,-15 4 15,13-7-15,-5 0 0,1 0 0</inkml:trace>
  <inkml:trace contextRef="#ctx0" brushRef="#br0" timeOffset="40613.026">4588 2557 0,'0'0'0,"0"0"16,0 0-16,0 0 15,0 0 1,0 0-16,0 0 16,0 0-16,0 0 0,0 0 0,0 0 15,-18-20-15,2 0 0,-1 1 0,7 6 0,-1 1 16,1 1-16,10 11 0,-24-3 15,1 1-15,-1-1 0,24 3 16,-15-1-16,2 0 0,-1 0 0,14 1 0,-17 8 0,0-3 0,1 1 0,16-6 0,-9 4 0,0-1 16,1 0-16,8-3 0,-11 21 0,-1 0 0,3-1 15,9-20-15,-11 26 0,0-1 0,1 0 16,10-25-16,-9 30 0,1-2 0,2 1 0,6-29 16,-7 32-16,1-1 0,0 0 0,6-31 0,-5 36 15,2-3-15,0 1 0,3-34 16,3 34-16,-1 0 0,0 0 15,-2-34-15,6 38 0,-2-1 0,0 1 0,-4-38 0,4 46 0,-3 0 16,3-2-16,-4 2 0,1 1 0,0 0 0,-1-47 0,-2 49 16,0 1-16,0 0 0,-2 0 0,0 0 0,0 1 15,4-51-15,-8 50 0,2-1 16,2 0-16,2-5 16,0 0-16,0 0 0,2-44 0,3 40 0,-2 1 15,0-1-15,-1-40 0,5 37 0,-1-1 0,1 1 0,-5-37 16,7 32-16,-2 0 0,0 0 0,-5-32 0,4 14 0,-2 3 0,0-3 0,-2-14 0,9 25 15,-2-2-15,-1 1 0,-6-24 0,7 12 0,-3 1 0,0-1 0,-4-12 16,19 16-16,-2 1 0,-1-1 0,-16-16 0,11 9 0,-1-1 0,0 0 0,-10-8 16,29 10-16,1-2 0,-2 2 0,-28-10 0,18 5 0,-3 0 15,1-1-15,17 0 0,-2-2 0,0 3 0,-31-5 16,18 0-16,-1 2 0,0 0 0,-17-2 0,25-3 16,1 2-16,0-3 0,-26 4 0,13-1 0,1-1 0,-1 1 15,-13 1-15,0 0 0,15-19 0,-2 3 0,1 0 16</inkml:trace>
  <inkml:trace contextRef="#ctx0" brushRef="#br0" timeOffset="41129.742">5369 3275 0,'0'0'0,"0"0"0,0 0 0,-83 7 15,3 10 1,11 7-16,13 4 16,56-28-1,0 0-15,0 0 0,-13 10 0,2 0 0,0 1 0,3-3 16,3 2-16,0-2 0,5-8 0,0 10 16,0 3-16,0-2 0,0-11 0,7 9 15,-2 2-15,1 0 0,5 3 0,-2-1 0,2 0 16,-11-13-16,15 16 0,0-3 0,-1 1 15,6 0-15,-5 1 0,2 0 0,-17-15 0,14 16 0,0-1 0,-1 0 0,-4 2 0,1-2 16,-1 0-16,-9-15 0,5 17 0,-1-1 0,0 1 16,-6-3-16,1-1 0,0 0 0,1-13 0,-7 12 0,0 0 15,2-1-15,5-11 0,-12 11 0,2-1 0,0 2 0,-5-1 0,3-1 16,-1 0-16,0-3 0,-1 0 0,1 1 0,13-8 16,-14 6-16,1-2 0,1 0 0,-3-1 0,1-1 15,-1 0-15,2-6 0,-1 1 0,1-1 0,13 4 16,-7-11-16,2 0 0,1 0 15,0 0-15,3 3 0,0 0 0,1 8 0</inkml:trace>
  <inkml:trace contextRef="#ctx0" brushRef="#br0" timeOffset="41355.827">5585 3286 0,'0'0'0,"0"0"0,0 0 0,10 57 0,1 0 16,-4 5-16,-1 1 16,-6 4-1,0-67-15,0 0 16,0 0-16,-2 24 0,2-1 0,0 2 0,0-25 0,-2 21 16,2 2-16,0-2 0,-4 4 0,0-1 0,0-1 0,4-23 0,-10 24 0,3-1 15,0-1-15,-4-11 0,1-1 0,1 1 0,9-11 16</inkml:trace>
  <inkml:trace contextRef="#ctx0" brushRef="#br0" timeOffset="41497.09">5386 3723 0,'0'0'0,"0"0"16,0 0-16,0 0 0,89-40 15,4-8 1,-17 2-16,-76 46 15,0 0-15,0 0 0</inkml:trace>
  <inkml:trace contextRef="#ctx0" brushRef="#br0" timeOffset="41845.93">5853 3510 0,'0'0'0,"0"0"0,4 54 16,-1 5-16,2 1 15,8-1 1,-4-4-16,-9-55 0,0 0 15,0 0-15,0 0 0,6 15 0,-1 0 16,0 0-16,-5-15 0,6 12 0,-1 0 0,0 1 0,0-7 16,-2 1-16,-1 0 0,-2-7 0,7-1 0,-2 1 15,0 0-15,-5 0 0,8-10 0,-1 3 0,1-2 0,3-9 16,0 2-16,1 0 0,-12 16 0,12-21 0,-2 1 16,1-1-16,-11 21 0,10-18 0,-2 1 0,1-2 15,-9 19-15,5-16 0,-1 1 0,0 0 0,-1 5 16,-2 1-16,0 0 0,-1 9 0,2-5 0,-2 2 0,0-3 15,0 6-15,0-1 0,0 0 0,0-1 0,0 2 16,2 6-16,-1-1 0,0 1 0,-4 6 0,2 1 16,0-1-16,1-12 0,-3 18 0,2-3 0,0 2 15,1-17-15,-1 20 0,0 0 0,0-1 0,0 4 16,1 1-16,0-1 0,0-23 0,-1 19 0,1-2 0,0 2 16,1-11-16,-1 0 0,0 0 0,0-8 0,4-3 15,-2-2-15,0 1 0</inkml:trace>
  <inkml:trace contextRef="#ctx0" brushRef="#br0" timeOffset="42299.842">6469 3254 0,'0'0'0,"0"0"15,0 0-15,15 70 16,-8 4-1,-20 10-15,6-9 16,3-6-16,4-69 0,0 0 16,0 0-16,-4 22 0,2-2 0,0 1 0,2-21 15,-2 21-15,2-2 0,0 2 0,0-21 0,-1 14 16,1 1-16,0-1 0,0-14 0,1 9 0,-1 0 16,0-2-16,2-2 0,-2-2 0,0 0 0,0-3 0,4-4 15,-1 1-15,0-1 0,3-8 0,0-1 0,0 1 0,-6 12 16,6-18-16,-1 2 15,0-2-15,-5 18 0,2-15 0,-1 1 0,0-1 0,-4 1 16,2 2-16,0-1 0,1 13 0,-8-8 0,0-1 0,1 1 0,-8 5 16,-1 2-16,1-2 0,15 3 0,-21 7 15,1-2-15,1 1 16,-5 3-16,0 0 0,2 0 0,22-9 16,-21 9-16,0-1 0,0 1 0,21-9 0,-17 10 0,1-1 0,1 1 15,6 1-15,1 0 0,1 0 0,7-11 0,-3 10 0,1-2 0,0 2 0,2-10 0,3 8 16,-1 1-16,2-1 0,6 0 0,1-2 0,-1 2 15,-10-8-15,21 3 0,-3-1 0,1 0 0,-19-2 16,28-5-16,-2 1 0,0 1 0,4-8 0,0-2 16,0 2-16,-11 2 0,0 0 0,-2 2 15</inkml:trace>
  <inkml:trace contextRef="#ctx0" brushRef="#br0" timeOffset="42634.851">6731 3708 0,'0'0'0,"0"0"16,0 0-16,0 0 0,53-22 16,2-8-1,-8-1-15,-47 31 16,0 0-16,0 0 0,0 0 0,13-12 0,-2 0 16,3 0-16,-5 1 15,0-1-15,1 0 0,-10 12 0,7-11 0,-2 2 0,0-2 0,-5 11 16,2-9-16,-1 1 0,0 0 0,-6 3 15,2 1-15,0 0 0,3 4 0,-10 1 0,-1 0 0,1-1 0,10 0 0,-14 4 0,1 0 0,0-1 0,-2 5 16,2-1-16,-1 0 0,1 7 16,-1-2-16,1 2 0,13-14 15,-11 16-15,1-1 0,1 0 16,9-15-16,-7 18 16,2-2-16,-1 1 15,8 4-15,-2-2 0,0 1 0,0-20 16,8 18-16,-2 0 0,0-1 15,10-4-15,-1 1 0,1-1 16</inkml:trace>
  <inkml:trace contextRef="#ctx0" brushRef="#br0" timeOffset="42947.607">7147 3506 0,'0'0'0,"0"0"0,0 0 16,6 70-16,1-3 16,-3-10-1,-6-24-15,2-33 16,0 0-16,0 0 0,-1 5 0,0 0 15,0 2-15,1-7 0,-2 1 0,2 2 0,0 0 0,0-3 16,1-1-16,0 1 16,0 0-16,-1 0 0,3-8 0,-2 3 0,0-2 0,5-7 0,-3 0 15,0-1-15,-3 15 0,6-18 0,-1 0 16,0 0-16,-5 18 0,8-19 0,-3 2 0,0-1 16,4 1-16,-2 3 0,1-1 0,-8 15 15,7-10-15,0 1 0,0 0 0,-7 9 0,10-2 16,-3 0-16,0 1 15,1 7-15,-1-1 0,-1 0 0,-6-5 0,7 12 0,0-1 0,1 0 0,0 3 0,-1 1 0,0 0 0,-7-15 0,6 23 0,-1-3 0,-1 3 16,0-1-16,-1-1 0,0 1 0,-3-22 16,-3 19-16,2-2 0,0-1 0,-4-1 0,1-3 0,-1 0 15,5-12-15,-4 4 0,0 1 0,0-1 0,4-4 16,-3-8-16,3 3 0,0-2 0,5-8 0,-3 0 16,0 0-16</inkml:trace>
  <inkml:trace contextRef="#ctx0" brushRef="#br0" timeOffset="43168.866">7665 3189 0,'0'0'0,"0"0"0,0 0 16,30 54-16,-5 17 16,-7 7-16,-10-2 15,-8-76-15,0 0 0,0 0 16,5 27-16,-1-2 0,-1 1 0,-3-26 0,2 25 15,-1-1-15,0-1 0,-1-23 0,-2 25 0,1 0 16,0 0-16,-6-5 0,1 0 16,0-1-16,6-19 0,-7 9 0,0-2 0,-1 1 0,8-8 0</inkml:trace>
  <inkml:trace contextRef="#ctx0" brushRef="#br0" timeOffset="43303.887">7592 3611 0,'0'0'0,"0"0"0,83 5 16,12-7-1,-9-11-15</inkml:trace>
  <inkml:trace contextRef="#ctx0" brushRef="#br0" timeOffset="43725.058">8304 2968 0,'0'0'0,"0"0"16,0 0-16,0 0 16,0 0-1,0 0-15,0 0 16,0 0-16,0 0 0,0 0 0,0 0 16,0 0-16,0 0 0,0 0 0,-18 6 0,-1-1 15,1-1-15,3 6 0,2 1 0,-1-1 0,14-10 0,-12 19 16,2-1-16,-1-1 15,1 8-15,1 0 0,-1 2 0,10-27 16,-9 31-16,2 0 0,-1 1 0,8-32 0,-7 37 0,-1 0 0,2-2 16,2 5-16,1 1 0,-1-2 0,4-39 0,-2 43 15,1-3-15,0 1 0,11 0 0,-2 0 0,0-1 16,8-3-16,-2-1 0,1 0 16,-15-36-16,19 27 0,0-2 0,-1 1 0,3-13 0,-2 0 0,-1-1 15</inkml:trace>
  <inkml:trace contextRef="#ctx0" brushRef="#br0" timeOffset="44018.09">8669 3217 0,'0'0'0,"0"0"0,0 0 16,-49 54 0,-2 10-1,1 1-15,-3-9 16,53-56-16,0 0 16,0 0-16,-22 19 0,1-2 0,1 1 15,20-18-15,-21 13 0,1 1 0,1-1 0,19-13 0,-14 6 16,1-2-16,-1-1 0,7-2 15,1-1-15,0 0 0</inkml:trace>
  <inkml:trace contextRef="#ctx0" brushRef="#br0" timeOffset="44197.776">8389 3274 0,'0'0'0,"0"0"0,0 0 16,29 46-1,9 13 1,2 5-16,1 0 15,-41-64-15,0 0 0,0 0 16,11 22-16,-1 0 0,1 0 16,-11-22-1,7 14-15,1 0 0,-1-1 16</inkml:trace>
  <inkml:trace contextRef="#ctx0" brushRef="#br0" timeOffset="44381.244">8717 2892 0,'0'0'0,"73"57"0,-73-57 0,81 77 16,-8 21-16,-28 17 16,-25 2-16,-39-11 15,19-106-15,0 0 0,0 0 0,-22 42 0,2-3 16,0 2-16,-19-1 0,0 0 0,0-1 0,39-39 0,-36 30 15,0-2-15,-1 0 0</inkml:trace>
  <inkml:trace contextRef="#ctx0" brushRef="#br0" timeOffset="46528.589">9309 3435 0,'0'0'0,"0"0"0,0 0 15,0 0-15,58 28 16,-23-10-16,37 1 31,-72-19-31,0 0 0,0 0 0,0 0 0,0 0 0,30 2 0,-2 0 16,0-2-16,-28 0 16,33 0-16,0 0 15,0 0-15,-33 0 0,39-2 0,-1 1 16,0 0-16,-38 1 0,43-1 0,-3 1 0,0 0 0,-40 0 15,41 3-15,1-1 0,-1 0 0,-41-2 0,39 1 0,-1-1 0,1 1 0,-20 1 16,-2-2-16,1 1 0,-18-1 0,7 0 0,-1 0 0,0 0 0,-6 0 0</inkml:trace>
  <inkml:trace contextRef="#ctx0" brushRef="#br0" timeOffset="46956.17">9971 3276 0,'0'0'0,"0"0"16,0 0-16,0 0 15,0 0-15,96 28 16,-4 7 15,-92-35-31,0 0 0,0 0 0,0 0 0,28 9 0,-2-1 0,1 0 16,-2-2-16,0-1 0,0 2 0,-25-7 15,23 4-15,0-1 0,0 1 0,-23-4 16,19 5-16,-1-2 0,1 0 0,-5 1 0,1-2 16,-1 1-16,-14-3 0,9 2 15,-1-2-15,-1 2 16,-7-2-16,3 5 0,0 1 0,0 1 0,-2 0 0,-1 1 16,0 1-16,0-9 0,-7 14 0,2 0 0,0 0 0,5-14 15,-12 19-15,1 0 0,0 2 0,-7 0 16,2-2-16,-1 2 15,17-21-15,-25 24 0,4 1 16,0-2 0,-5 2-16,1-1 0,0-1 15,-2 4-15,1-1 0,-1 1 16,27-27-16,-23 19 0,1 2 16,1-2-16</inkml:trace>
  <inkml:trace contextRef="#ctx0" brushRef="#br0" timeOffset="48961.102">11013 2541 0,'0'0'0,"0"0"16,0 0-16,0 0 16,0 0-1,68 18-15,-28-7 31,-40-11-31,0 0 0,0 0 0,0 0 0,0 0 0,27 3 16,-2 0-16,-1 0 0,-24-3 0,15 1 0,-2 0 16,1 0-16,-14-1 0,0 0 0,22-3 15,-1-2 1,0 2-16,-21 3 16,11-1-16,1-2 0,-1 2 0,-11 1 15,4-3-15,0 2 0,0 0 0,-4 1 0,13 6 16,-2 0-16,0-2 0,-11-4 0,8 4 15,-2-1-15,0-1 0,-6-2 0,7 23 0,0-2 16,-1-1-16,-6-20 0,3 28 0,-1-2 0,0 1 16,-2-27-16,0 0 0,3 33 0,-2 0 0,0-1 15,-1-32-15,-6 38 0,1-1 0,0 0 0,5-37 16,-5 40-16,2-3 0,0 2 16,-1 2-16,0 0 0,2 1 0,2-42 0,-4 39 0,1 0 0,0 0 15,3-39-15,1 37 0,-1 1 0,0-1 0,0-37 0,6 33 16,-2 1-16,0 0 0,-4-34 0,9 32 0,0 1 15,-1-2-15,-8-31 0,6 17 0,-2-2 0,0 2 0,-4-17 16,6 25-16,-3 1 0,2 0 0,-5-26 0,3 14 16,-1-1-16,0 0 0,-2-13 0,1 6 0,0-2 0,0 2 15,-1-6-15,1 2 0,-1 0 0,0 0 0,0-2 0,0 0 0,0 0 16,0 0-16,0 0 0,0 2 0,0-2 0,0 0 0,0 0 0,0 0 0,0 0 0,0 0 16,-8 7-16,2-3 0,0 2 0,6-6 0,-6 3 0,2 0 15,0 2-15,4-5 0,-25-5 0,0 2 0,1 0 16,-7-1-16,1 0 0,0-1 15,30 5-15,-34-3 0,2 0 0,0 0 16,32 3-16,-33-2 0,1 1 0,0 0 16,32 1-16,-15-1 0,-1 1 0,1-1 0,15 1 15,-33 2-15,2 0 0,0 0 0,31-2 16,-18 1-16,2 1 0,-1-2 16</inkml:trace>
  <inkml:trace contextRef="#ctx0" brushRef="#br0" timeOffset="49186.793">11414 3241 0,'0'0'0,"0"0"16,0 0-16,0 0 0,0 0 16,0 0-16,-80-3 15,80 3-15,0 0 0,0 0 0,-20 1 16,3-1-16,-1 0 0,18 0 15,-8 0-15,-1 0 0,1 0 0,-16 9 0,3-3 0,-2 0 16,23-6-16,-23 11 0,1 2 0,-1-2 16,23-11-16,-23 12 0,1-1 0,1 2 15,6-5-15,1-1 0,-1 1 0</inkml:trace>
  <inkml:trace contextRef="#ctx0" brushRef="#br0" timeOffset="50079.662">11765 3324 0,'0'0'0,"0"0"0,0 0 16,0 0-1,0 0-15,0 0 16,-8 66-16,8-66 16,0 0-16,0 0 0,-3 21 0,1 0 15,0-2-15,2-19 0,-3 17 16,1-2-16,2 0 0,3 0 16,-1 1-16,0-2 0,-2-14 15,5 14-15,-2-1 0,0-1 16,2-1-16,0 2 0,0-3 0,-1-3 15,1-1-15,-1 0 0,-4-6 0,16 8 16,-1-1-16,-1-1 0,-14-6 0,19 2 0,-2 0 16,1-2-16,-2-3 15,1 2-15,-1-2 0,-16 3 16,17-7-16,0 1 0,-1 1 0,-16 5 0,15-10 16,-2 1-16,0 0 0,0-3 0,-2 1 0,1-2 15,-12 13-15,11-15 0,-2 0 0,1 1 0,-10 14 16,8-16-16,0 2 0,0-1 0,-4 1 0,1 2 15,-1-2-15,-4 14 0,2-11 0,0 0 0,0 2 0,-2 9 0,1-7 0,-1 0 0,0 0 0,0 7 0,-2-7 0,2 2 0,0-2 0,0 7 16,-1-4-16,0 0 0,0 1 0,-1 0 0,2 2 0,0-1 0,0 2 0,-2 0 0,2 0 0,0 0 0,0 0 0,-3 3 0,2 1 0,0-1 0,-1 8 16,1-1-16,0 0 0,1-10 0,2 16 0,-2-1 15,0 1-15,0-16 0,3 20 0,-2-1 0,0-1 0,-3 3 16,2-2-16,0 1 0,0-20 0,1 25 0,0-2 16,0 1-16,-1-24 0,3 26 0,-2-1 0,0 0 0,-1-25 15,1 26-15,0 2 0,0 0 0,2 3 0,-1 1 16,0-2-16,-2-30 0,0 29 0,0 1 0,0-1 15,0-29-15,-4 26 0,2 1 0,0 0 0,-4-7 16,1 3-16,-1-1 0,6-22 0,-9 21 0,2 0 16,0 1-16,-1-9 0,3-1 0,0 1 0,-12 3 0,2 0 15,-1-1-15,16-15 0,-19 11 0,1 0 0,0 2 16,18-13-16,-20 4 0,2 0 0,1 2 0,17-6 16,-17 1-16,4 1 0,-2 0 0,15-2 0,-11 5 0,-1 0 15,1-1-15,3-5 0,1-2 16,0 1-16,7 2 0,-6-6 0,2 0 0,0 2 0,1-3 15,1 2-15,0-2 0,2 7 0,5-20 0,-1 2 16,0 0-16,-4 18 0,12-24 0,-3 1 0,0 0 16,-9 23-16,16-23 0,-3-1 0,1 0 0,-14 24 15,0 0-15,19-25 0,1 1 0,-1-1 16,5-1-16,1 0 0,0 0 0,-25 26 0,24-24 16,-3 1-16,1-2 0</inkml:trace>
  <inkml:trace contextRef="#ctx0" brushRef="#br0" timeOffset="51361.196">13046 2731 0,'0'0'0,"0"0"0,0 0 15,0 0 1,-69-14-16,-17 23 16,3 15-1,83-24-15,0 0 0,0 0 0,0 0 16,-14 6-16,2-2 0,-1 0 0,13-4 0,-23 12 15,1 0-15,0-1 0,22-11 0,-13 7 0,1-1 0,1 0 0,11-6 0,-9 18 16,0-2-16,1 0 0,8-16 0,-5 9 0,2 0 16,0 0-16,3-9 0,15 21 15,-1-1-15,-1 1 0,-13-21 0,20 22 16,-2-2-16,1 2 0,-19-22 0,10 12 0,1-2 0,-1 0 16,-10-10-16,26 23 0,-1 2 15,-2-1-15,-23-24 0,16 14 0,-3-1 0,1-1 0,-14-12 0,15 31 16,-1-4-16,-1 0 0,-13-27 0,7 17 15,0-2-15,-1 0 16,-6-15-16,-5 25 0,2 0 0,0 0 16,3-25-16,-5 14 0,3-1 0,0 0 15,2-13-15,-15 16 0,0-1 0,1 1 0,14-16 0,-8 7 0,-1 2 0,1-1 0,8-8 0,-18 8 0,2 1 16,-1-1-16,17-8 0,-9 5 0,0-1 16,-1 0-16,10-4 0,-17-2 0,-1-2 0,1 2 0,17 2 15,-10-1-15,1-1 0,0 0 0</inkml:trace>
  <inkml:trace contextRef="#ctx0" brushRef="#br0" timeOffset="51748.718">13124 3113 0,'0'0'0,"0"0"15,6 74-15,0 2 31,5-22-31,1-11 0,2-21 16,-14-22-16,0 0 16,0 0-16,0 0 15,5 3-15,-2-1 0,0 1 0,5-5 16,-2 0-16,1 1 0,-7 1 0,12-9 0,-2 1 0,1 1 16,-11 7-16,11-12 0,-1-1 0,3 0 0,-6 4 15,-1 1-15,2-3 0,-3 7 0,-2 1 0,0-1 0,0 1 16,-2 3-16,0-3 0,7-16 0,0 1 0,1 0 15,-9 18-15,8-17 0,-1 0 16,0 2-16,-7 15 0,6-10 0,-3 2 0,0-1 16,0 7-16,-1 2 0,0-2 0,-2 2 15,2 8-15,-1 0 0,0-1 0,-3 8 0,1-1 16,0-2-16,1-12 0,2 20 0,-1-2 16,0 1-16,-1-19 0,5 22 0,1-1 0,-1 0 15,-1-1-15,-1 0 0,0-2 0,-3-18 16,3 20-16,0-3 0,0 0 0,-3-17 0,4 16 0,0-2 0,-1 1 15,-4-9-15,0 1 0,0-1 0</inkml:trace>
  <inkml:trace contextRef="#ctx0" brushRef="#br0" timeOffset="52162.983">13585 2946 0,'0'0'0,"0"0"16,0 0-16,0 0 15,0 0-15,24 85 16,-22 1-1,-2-86-15,0 0 0,0 0 0,-1 28 0,0-1 0,0 0 16,0-10-16,1-1 0,0 1 0,0-17 0,3 24 0,0-1 16,0 1-16,0-2 0,0-1 0,0-1 0,-3-20 15,3 14-15,-2 0 0,-1 0 0,0-14 0,2 7 16,-1 0-16,0-1 0,-1-6 0,0 5 0,0-4 16,0 2-16,0-3 0,0 2 0,0-1 0,0-1 15,4-10-15,-2 1 0,0 0 0,-2 9 16,6-15-16,-1 1 0,0-1 0,2-2 0,1 2 0,-1-2 0,-7 17 15,10-12-15,-1 1 0,-1-1 0,-8 12 16,8-8-16,0 4 0,1-3 0,1 6 0,-2-1 0,1-1 16,-9 3-16,11 6 0,-1 0 0,0-2 0,-10-4 15,12 9-15,-1 0 0,1-1 0,-6 5 0,-2-4 16,0 2-16,-4-11 0,3 12 0,0 0 0,0 1 0,-3-13 16,1 12-16,-1-2 0,0 0 0,-4-1 0,0 0 15,0-2-15,4-7 0,-9 6 0,-1 0 0,1-1 16,9-5-16,-12 3 0,0-1 0,1 1 0,-1-1 0,-1-1 15,1 0-15,12-1 0,-17-1 0,3 0 0,-1 1 16,15 0-16,-13-5 0,2 0 0,-1 1 0,4-11 16,1 1-16,-1-1 0</inkml:trace>
  <inkml:trace contextRef="#ctx0" brushRef="#br0" timeOffset="52382.06">13945 3164 0,'0'0'0,"0"0"0,39 50 0,-6 17 16,-16 5 0,-17-5-1,0 1-15,0-68 16,0 0-16,0 0 0,4 23 0,-2 0 0,0-1 16,-2-22-16,0 23 0,0-1 15,0 1-15,-6-2 0,-1 1 0,3-1 16,4-21-16,-9 21 0,0-1 0,-1 1 0,10-21 15,-12 8-15,-1 1 0,1 0 0</inkml:trace>
  <inkml:trace contextRef="#ctx0" brushRef="#br0" timeOffset="52499.864">13943 3212 0,'0'0'0,"0"0"0,0 0 16</inkml:trace>
  <inkml:trace contextRef="#ctx0" brushRef="#br0" timeOffset="52873.055">14140 3333 0,'0'0'0,"0"0"0,0 0 16,0 0-16,0 0 15,89-9-15,-24-12 16,-65 21-16,0 0 16,0 0-16,14-11 0,0 1 15,-1 1-15,-13 9 16,10-12-16,-2 0 0,0 2 0,-8 10 0,5-10 0,-2 1 0,0 0 16,-3-1-16,0 2 0,0 0 0,0 8 0,-6-4 0,2 2 0,0-1 0,4 3 0,-11 1 15,0-1-15,1 0 0,-7 7 0,2-2 0,-1 1 16,16-6-16,-15 12 0,-1-1 15,1 0-15,15-11 0,-14 14 0,2 0 0,0 0 16,4 3-16,3-1 0,0 0 0,5-16 0,-3 18 16,2 0-16,0-1 0,3-1 15,-1 1-15,0-3 0,-1-14 16,8 17-16,1 0 0,-1-1 16,-8-16-16,18 9 0,0 0 15,0 0-15,7-11 0,0 0 16,0 1-16</inkml:trace>
  <inkml:trace contextRef="#ctx0" brushRef="#br0" timeOffset="53059.154">14658 3122 0,'0'0'0,"0"0"15,-42 36-15,5 5 16,20 3 0,8-3-16,16-7 15,-7-34-15,0 0 0,0 0 0,0 0 16,8 13-16,0-1 0,0 1 15,5-5-15,-1 1 0,1 0 16,-13-9-16,20 1 0,-1 1 0,-1-2 0,7-6 16,0 0-16,0 0 0,-8-1 0,0 3 15,-1-2-15</inkml:trace>
  <inkml:trace contextRef="#ctx0" brushRef="#br0" timeOffset="53230.282">15030 2773 0,'0'0'15,"0"0"-15,0 0 0,0 0 0,-22 79 16,7 0 0,14-11-16,10 7 15,-9-75-15,0 0 0,0 0 0,0 0 16,4 27-16,0 1 0,0-3 0,-3 2 0,-1-4 0,0 2 16,0-25-16,2 22 0,-1 1 0,0-2 0,-1-21 15,0 22-15,0 0 0,0-1 0,-3-9 0,2 1 0,0-3 16,1-10-16</inkml:trace>
  <inkml:trace contextRef="#ctx0" brushRef="#br0" timeOffset="53423.079">14857 3198 0,'0'0'0,"0"0"15,52-5-15,12 2 16,11-5-1,12-4-15,5-13 0,-92 25 16,0 0-16,0 0 16</inkml:trace>
  <inkml:trace contextRef="#ctx0" brushRef="#br0" timeOffset="53613.628">15543 2656 0,'0'0'0,"0"0"0,-34 43 0,-3 20 16,4 10-16,-7 13 15,10 7 1,30-93-16,0 0 0,0 0 0,-4 37 16,1-2-16,-1 1 0,4-36 15,3 34-15,-3-2 0,0 1 0,3 2 0,-2 0 0,0-2 16,-1-33-16,7 32 0,0-1 0,0 0 0,-7-31 0,15 22 0,-1 0 0,1-1 15</inkml:trace>
  <inkml:trace contextRef="#ctx0" brushRef="#br0" timeOffset="54117.369">15774 2935 0,'0'0'0,"0"0"16,-12 72-16,3-17 16,9-13-1,7-17-15,6-11 16,-13-14-16,0 0 0,0 0 0,0 0 16,7 2-16,0 0 0,1-1 0,4-4 0,-1 0 0,1 0 15,-12 3-15,15-10 0,-1 1 0,-1 1 0,-13 8 16,18-15-16,-3 1 0,1-1 0,1-3 0,-1 1 0,-1-2 0,-15 19 15,13-19-15,-2 0 0,0 0 0,-11 19 0,10-14 16,-3 0-16,0 1 0,-3 6 16,1-1-16,-1 2 0,-1 2 0,-2 1 0,0 0 0,0 2 15,-1-1-15,0 1 0,0 1 0,-2 6 16,0 0-16,0 0 0,-2 6 0,0 1 16,1-2-16,3-11 0,-2 19 0,1-3 15,0 2-15,-2 4 0,1 0 0,2 0 0,0-22 0,-4 27 0,2-2 0,0 0 0,2 1 0,0 2 16,0-1-16,0-27 0,5 26 0,-2 0 0,0-1 0,-3-25 15,2 22-15,-1 1 0,0-1 0,-1-3 16,0 1-16,0-1 0,0-19 0,-4 17 0,1 0 16,2-1-16,1-16 0,-6 17 0,2-3 15,-1 2-15,-1-4 0,0 1 16,0-1-16,6-12 0,-6 6 0,-1 0 16,1-2-16,6-4 0,-11 4 0,2 1 0,-1-2 15,-3-6-15,0 0 0,1 0 0,12 3 16,-10-13-16,0 0 0,1 1 0</inkml:trace>
  <inkml:trace contextRef="#ctx0" brushRef="#br0" timeOffset="54370.734">16191 2495 0,'0'0'0,"0"0"0,44 72 16,9 29-16,-2 18 15,-25 5-15,-27 8 16,-34-5-16,35-127 0,0 0 16,-20 44-16,1-1 0,-1-1 0,20-42 0,-31 43 15,1-2-15,0-1 0,-6-7 16,1-1-16,0 0 0</inkml:trace>
  <inkml:trace contextRef="#ctx0" brushRef="#br0" timeOffset="59023.77">17027 2693 0,'0'0'0,"0"0"0,0 0 0,0 0 16,0 0-16,0 0 15,0 0-15,0 0 16,0 0-16,0 0 0,0 0 0,-11 27 0,3-2 0,0 0 16,8-25-16,-8 31 0,-1-1 15,1 1-15,2 2 0,1-2 0,-1 3 16,6-34 0,-4 30-16,0-2 0,0 3 0,4-31 15,-2 15-15,0-1 0,0 0 0,2-14 16,-17 32-16,3 0 0,-1-1 15,15-31-15,-9 17 0,0 0 16,-1 1-16,10-18 0,-4 7 0,1 0 0,0 0 0</inkml:trace>
  <inkml:trace contextRef="#ctx0" brushRef="#br0" timeOffset="59297.012">16996 2636 0,'0'0'0,"0"0"0,0 0 16,0 0-16,0 0 16,0 0-16,0 0 15,61 32 1,-61-32-16,0 0 0,0 0 0,0 0 0,16 15 0,1 0 16,-1 0-16,-3 1 0,-2 0 15,0 1-15,-11-17 0,10 19 0,-2-1 0,0 1 0,-8-19 0,11 23 0,-1-1 16,0 0-16,-2-1 0,1 0 0,-1 1 0,-8-22 15,5 22-15,0 0 0,1 0 0,0 5 0,0-2 16,0 0-16,-6-25 0,4 23 0,-2 1 0,0-1 16,-1-8-16,0-2 0,1 1 0</inkml:trace>
  <inkml:trace contextRef="#ctx0" brushRef="#br0" timeOffset="63655.958">17953 2264 0,'0'0'0,"0"0"0,0 0 16,0 0-16,0 0 15,0 0-15,0 0 16,0 0 0,0 0-16,0 0 0,0 0 0,0 0 0,0 0 0,0 0 15,0 0-15,0 0 0,0 0 0,0 0 0,0 0 16,2 35-16,0-2 0,0 1 0,-2-34 15,1 20 1,0 1-16,-1-2 0,0-19 0,0 0 0,-4 35 0,1-1 16,0 1-16,3-35 0,-3 19 0,-1 0 15,1 0-15,3-19 0,-7 33 0,2 0 0,0-1 16,5-32-16,-4 18 0,1-1 0,-1 0 16,4-17-16,-4 26 0,2 0 0,0 1 15,2-27-15,-2 13 0,1 1 16,0 0-16,1-14 0,3 17 0,0 1 0,0 0 15,-3-18-15,3 8 0,-2 1 16,1-1-16,-2-8 0,1 6 0,0-4 16,0 1-16,-1-3 0,0 3 0,0-3 15,0 0-15,0 0 0,1 1 0,-1-1 16,0 0-16,0 0 0,8-7 0,-1 3 0,2-3 0,-9 7 0,7-3 0,-2-2 16,0 2-16,6-7 0,0 1 0,-1 0 0,-10 9 15,6-5-15,-1-1 0,1 1 0,-6 5 0,16-6 0,-1 2 16,-1-1-16,-14 5 0,8-2 0,1-1 0,-1 2 0,-8 1 0,17-2 0,1 2 0,0 0 0,-18 0 0,9 0 0,0 0 0,0 0 0,-9 0 15,21 5-15,-1-2 0,-1 1 0,-19-4 0,12 2 0,-2 0 0,0 1 0,-10-3 0,15-11 0,-1 0 0,1 1 0,-15 10 16,7-7-16,0 0 0,1 0 0,-8 7 16,0 0-16</inkml:trace>
  <inkml:trace contextRef="#ctx0" brushRef="#br0" timeOffset="63827.154">18457 2566 0,'0'0'0,"0"0"0,0 0 16,0 0-16,7 57 15,5 5 1,-4-12-16,-5-3 16,-3-47-16,0 0 0,0 0 0,0 0 0,-3 13 15,1 2-15,0-1 0,2-14 16,-4 12-16,0-3 0,-1 2 0,1-10 0,0 1 0,0-2 16</inkml:trace>
  <inkml:trace contextRef="#ctx0" brushRef="#br0" timeOffset="63950.42">18477 2311 0,'0'0'0,"0"0"0,0 0 16</inkml:trace>
  <inkml:trace contextRef="#ctx0" brushRef="#br0" timeOffset="64197.674">18721 2141 0,'0'0'16,"45"83"-16,-28 9 16,0-5-16,7 5 15,-16-7-15,-8 1 16,3-2-1,-3-84-15,0 0 0,0 0 16,0 0-16,3 35 0,2 0 0,-2 1 0,-5-6 16,0 0-16,-2-1 0,1-11 15,0 0-15,0-1 16</inkml:trace>
  <inkml:trace contextRef="#ctx0" brushRef="#br0" timeOffset="64479.715">19159 2541 0,'0'0'0,"0"0"0,0 0 0,0 0 0,0 0 16,0 0-16,-96 32 15,1-1 1,25-9-16,70-22 0,0 0 16,0 0-16,-14 5 0,1-1 0,-1 0 0,14-4 0,-9 3 15,-1 0-15,3 0 0,2-2 0,2 0 0,0 0 16,3-1-16,-2 3 0,1-1 0,0 1 0,6 2 0,-2-1 15,0 2-15,-3-6 0,7 8 0,1-1 16,-1 1-16,5 2 0,-1 0 0,-1-1 16,-10-9-16,18 15 0,-2-4 0,2 1 0,-3 1 0,0 1 0,-1-1 15,-14-13-15,12 12 0,1-1 0,-1 0 16,5 5-16,-2-2 0,1 2 0,-16-16 0,17 15 0,-1 2 16,-1-1-16,1 1 0,-3 0 0,1-2 15,-14-15-15,11 11 0,-2 0 0,0-1 0,-2-9 0,-1 0 0,0-1 16</inkml:trace>
  <inkml:trace contextRef="#ctx0" brushRef="#br0" timeOffset="64873.659">19284 2751 0,'0'0'0,"0"0"16,74 2-16,-1-18 15,-16-5 1,-12-13-16,-10 0 16,-35 34-16,0 0 0,0 0 15,9-13-15,1 1 0,-1-1 16,-9 13-16,5-11 16,-2 3-16,0-4 0,-5 6 0,1-1 15,0 1-15,1 6 0,-9-4 16,1 2-16,-1 0 0,-4 6 15,0 0-15,-1-1 16,14-3-16,-22 7 0,3-1 16,-2 0-16,-1 4 15,2-1-15,-1 0 0,21-9 16,-18 14-16,1-3 0,0 2 0,4 3 0,0-1 16,-1-1-16,14-14 0,-8 20 0,1-2 0,-1-1 0,5 1 0,2 0 15,0-1-15,1-17 0,8 21 0,0-1 0,-1 0 0,3-6 16,-1 1-16,-1-2 0,-8-13 0,19 9 0,-1 1 0,0-2 0,8-7 0,0-1 0,0 0 0,-7-1 15,-2-1-15,1 0 0,-18 2 0</inkml:trace>
  <inkml:trace contextRef="#ctx0" brushRef="#br0" timeOffset="65078.851">19938 2524 0,'0'0'0,"0"0"0,0 0 0,0 0 15,0 0 1,0 0-16,-28 46 16,19 11-1,9-57-15,0 0 0,0 0 0,7 18 0,-2-2 16,1 1-16,-6-17 0,7 15 0,-2 2 15,0-2-15,1 1 0,1-1 0,-1-1 16,-6-14-16,-2 17 0,2-2 0,0 1 0,-3-2 0,-2-1 0,1-1 0,4-12 0,-9 14 16,2 0-16,0-2 0,-7-2 0,2 0 0,-1 0 0,13-10 15,-14 7-15,-1 0 0,1-3 0,-6-7 16,3 2-16,-1-4 0,5 1 0,1 3 0,1-4 16</inkml:trace>
  <inkml:trace contextRef="#ctx0" brushRef="#br0" timeOffset="65363.555">20639 2129 0,'0'0'0,"0"0"0,0 0 0,0 0 16,-67 45-16,-5 17 15,28-22-15,-26 50 16,70-90-16,0 0 0,0 0 0,-22 33 0,2 1 16,1-1-16,19-33 0,-13 33 0,3 3 0,0-3 15,3 4-15,3 0 0,0 0 0,4-37 0,3 41 16,-2 2-16,0 0 0,14-2 0,-3-1 0,1 0 16,10 0-16,1-1 0,0 0 0,7-10 0,-2-2 0,0 1 15,4-15-15,-2-1 0,0-2 0,-31-10 0,31-2 16,-1 2-16,0-1 0</inkml:trace>
  <inkml:trace contextRef="#ctx0" brushRef="#br0" timeOffset="65751.128">20808 2388 0,'0'0'0,"0"0"0,0 0 15,0 0-15,35 62 16,-22 5 0,-24 1-16,-12-10 15,23-58-15,0 0 16,0 0-16,-13 23 0,3-3 15,0 2-15,-2-1 0,3-1 0,0-1 16,-5 0-16,2-2 0,0 2 16,12-19-16,-15 16 15,2-1-15,-1 1 0,2-7 16,2-1-16,-1 0 16,11-8-16,-8 3 0,2-2 15,0-1-15,7-4 0,-1 1 16,0-1-16</inkml:trace>
  <inkml:trace contextRef="#ctx0" brushRef="#br0" timeOffset="66172.444">20984 2435 0,'0'0'0,"0"0"0,0 0 0,0 0 16,0 0-16,0 0 15,0 0-15,-46 54 16,46-54-16,0 0 0,0 0 16,-14 17-16,1 0 15,-1-1-15,14-16 0,0 0 0,-12 16 0,1 0 0,-1 0 16,4 1-16,0 0 0,-1 0 0,9-17 15,-7 22-15,3 1 0,-1-1 16,-1 2-16,2-3 0,-1 1 0,5-22 0,-1 19 16,1 0-16,0 0 0,1-7 0,-1-1 0,0 1 15,0-6-15,0 0 0,0-1 0</inkml:trace>
  <inkml:trace contextRef="#ctx0" brushRef="#br0" timeOffset="66998.815">20793 2401 0,'0'0'0,"0"0"0,0 0 0,0 0 15,0 0-15,0 0 16,0 0 0,0 0-16,0 0 0,0 0 0,0 0 15,0 0-15,0 0 0,0 0 16,0 0-16,0 0 0,0 0 0,-2 7 0,1-1 16,0 0-16,1-6 0,-1 4 0,0 0 0,0 0 0,1-4 15,-2 11-15,0 1 0,0 0 0,0-5 0,1 1 0,0-2 16,1-6-16,-2 22 0,2-3 0,0 1 0,0-20 0,0 12 15,0 0-15,0-1 0,0-11 0,2 23 0,-1 0 0,0 0 0,2-10 16,-3-1-16,0 1 0,0-13 0,2 20 16,0 2-16,0-1 0,-2-21 0,1 12 15,0-2-15,0 2 0,-1-12 16,2 19-16,0-1 0,0 0 0,-2-18 0,2 11 0,-1-1 16,0 0-16,5 7 0,0-1 15,-1 0-15,-5-16 0,3 9 0,0 0 16,0-1-16,-3-8 0,1 3 15,0 1-15,0-2 0,0 0 0,-1-2 0,0 1 0,0-1 0,0 0 0</inkml:trace>
  <inkml:trace contextRef="#ctx0" brushRef="#br0" timeOffset="67298.921">20973 2422 0,'0'0'0,"0"0"0,0 0 0,0 0 16,0 0-16,0 0 16,0 0-1,0 0-15,0 0 0,0 0 0,0 0 0,0 0 0,0 0 16,0 0-16,0 0 0,0 0 0,0 0 0,0 0 16,-18 23-16,1 0 0,-1 0 0,2 2 15,0 0-15,1 0 0,15-25 16,-17 23-16,4 1 0,-2-1 0,1 1 0,0 1 0,1-3 15,-3 2-15,1-1 0,-1 0 0,16-23 16,-18 23-16,1 0 0,1-1 0,-2-3 0,0-2 0,1 1 0,17-18 0,-15 12 16,1-2-16,-1 1 0,6-5 15,2-1-15,0 1 0</inkml:trace>
  <inkml:trace contextRef="#ctx0" brushRef="#br0" timeOffset="67761.241">21148 2824 0,'0'0'0,"0"0"0,0 0 16,0 0-16,0 0 15,18 75 1,-10-6-16,-9-16 16,1-53-16,0 0 0,0 0 15,-8 17-15,2-1 16,0 0-16,6-16 15,-11 12-15,2-1 0,-1 0 0,0-5 0,1-3 0,0 1 0</inkml:trace>
  <inkml:trace contextRef="#ctx0" brushRef="#br0" timeOffset="68350.111">21483 2505 0,'0'0'0,"0"0"0,0 0 0,0 0 0,-5 65 0,-7-11 16,-1-10 0,11-9-16,16-14 15,-14-21-15,0 0 0,0 0 16,7 4-16,-1-3 0,0 2 15,5-2-15,-1-1 0,0 0 0,-10 0 0,17-1 0,-3-2 0,1 2 16,5-6-16,-3 2 0,1-1 0,-1-6 0,1 2 0,-1 0 0,-17 10 16,18-18-16,0 1 0,-1 1 0,-2-6 15,-1 2-15,0-2 0,-14 22 16,14-18-16,-2-1 16,1 0-16,-3 3 0,-2 1 0,1 0 15,-9 15-15,7-10 0,-2 2 0,0 0 16,-5 8-16,3-6 0,0 1 0,0 1 0,-1 2 15,-2 2-15,0-1 16,0 1-16,-7 1 0,2 1 0,0 0 0,-1 8 16,1-1-16,-1 0 0,6-9 0,-7 17 0,1-1 15,2 0-15,-2 5 0,2 0 0,-1-1 16,-3 4-16,2 1 0,0-1 16,6-24-16,-3 26 0,0 2 0,-1-2 15,1 6-15,3 0 0,0 0 0,0-32 16,-2 26-16,0 0 0,0 0 15,-1-3-15,1 1 0,0 1 16,2-25-16,-4 19 0,1 1 0,0-1 0,-3-6 0,2-1 0,0 2 0,0-8 0,2 1 0,0-1 0,1-3 0,0 0 0,0 0 16,-1-2-16,2 0 0,0 0 0,0 0 0,0-1 0,0 0 0,-4-1 0,1 0 0,1 0 0,2 1 0,-5-4 0,1 1 15,0-1-15,-7-8 0,1-1 0,1 1 0,9 12 0,-11-12 0,0 0 0,1-1 0,3 4 0,1-1 0,-1 1 0,7 9 0,-1-10 0,0-1 16,0 1-16,9-1 0,-1 0 0,-1 0 0,-6 11 0,15-13 16,-1 2-16,-1-2 0,11-2 0,-2 3 0,-1-2 15</inkml:trace>
  <inkml:trace contextRef="#ctx0" brushRef="#br0" timeOffset="68593.872">22091 1989 0,'0'0'0,"82"79"15,5 20-15,-12 13 0,-75-112 0,55 112 0,-29 3 16,-30 9-16,-28 16 16,32-140-1,0 0-15,0 0 0,-28 55 0,-1 1 16,0-2-16,-25 7 0,1-1 16,1-1-16,-23-18 0,3-4 15,-1 2-15</inkml:trace>
  <inkml:trace contextRef="#ctx0" brushRef="#br0" timeOffset="72408.671">22585 1330 0,'0'0'0,"0"0"0,0 0 0,0 0 0,52-31 16,-19 12 0,20 21-16,-23 2 15,-30-4-15,0 0 0,0 0 16,0 0-16,25 9 0,1-2 0,0 1 15,-26-8-15,16 6 0,-2-2 16,0 0-16,-14-4 0,18 11 0,-2-1 16,-1 0-16,-6-4 0,-1 0 0,-1-1 15,-7-5-15,7 13 0,-1-5 0,1 4 0,-7-12 0,3 6 16,0 1-16,0-2 0,-3-5 0,4 16 0,-1 0 0,0 0 16,-3-16-16,2 8 0,-1 1 0,0 0 0,4 18 0,1 3 0,-1-2 15,-5-28-15,4 34 0,-1-1 16,0-1-16,-3-32 0,3 32 0,-2-2 0,0 1 0,-1-31 15,3 33-15,-1-1 0,1 0 0,-1 1 0,-1-1 0,0 0 0,-1-32 0,0 38 0,2-1 0,-1 2 0,-1-39 16,8 41-16,-2-1 0,0 1 0,0 1 0,-1 0 16,0-1-16,0 3 0,0 1 0,0-1 0,-5-44 15,11 43-15,-3 0 0,0 0 0,-1-4 0,-2-1 16,0-1-16,-5-37 0,4 37 0,0-3 0,0 2 16,-4-36-16,3 35 0,-1-1 0,0 1 15,-2-35-15,2 30 0,-1 0 16,0 1-16,-1-31 0,1 15 0,-1-1 15,0 1-15,3 13 0,0 0 16,0-1-16,-3-27 0,2 15 0,0 0 0,-1 0 0,-1-15 16,4 20-16,0-1 15,1 0-15,-5-19 0,2 11 0,0-2 0,0 1 0,-7 4 16,1-2-16,1 1 0,3-13 0,-4 8 0,2-2 0,0 2 16,2-8-16,-20 11 0,3 0 0,-1 0 0,18-11 15,-28 9-15,2 0 0,-1-2 0,27-7 0,-40 6 16,2-1-16,0 0 0,-14 3 0,1 0 0,-1-1 0,-16 4 15,1 1-15,1-1 0,66-11 0,-73 11 0,1-2 0,-1 1 0,-11 1 16,1-1-16,0 0 0</inkml:trace>
  <inkml:trace contextRef="#ctx0" brushRef="#br0" timeOffset="96697.915">315 5229 0,'0'0'0,"0"0"0,0 0 0,0 0 16,9-55-16,-4 21 16,14-9-1,-19 43 1,0 0-16,0 0 0,0 0 0,4-9 0,0 3 0,-2-1 0,-2 7 0,8-14 0,-3 3 0,0-3 15,-1 7-15,-1 0 0,0 2 0,-3 5 16,2-4-16,-2 1 0,1 1 0,-1 2 16,-10-4-16,0 1 0,-1 0 0,11 3 15,-6-3-15,1 2 0,-2-1 0,-17 13 0,2-1 16,1 0-16,21-10 0,-13 8 0,2-3 0,-3 1 0,-4 5 0,1 0 16,0 0-16,17-11 0,-10 6 0,1-1 15,1 1-15,8-6 0,-3 18 0,-2 0 16,0 1-16,3-9 0,0 2 0,2-3 15,0-9-15,14 25 0,-2-2 0,3 1 0,-15-24 0,9 14 0,-1-1 16,0-1-16,-8-12 0,24 24 0,-2-4 16,0 3-16,-22-23 0,14 13 0,-1-1 15,0 0-15,-13-12 0,15 22 0,2 0 16,0-1-16,-17-21 0,9 14 16,0-3-16,0 1 0,-5 12 15,-1-4-15,-1 2 0,-2-22 16,0 13-16,0-2 0,0 0 0,0-11 15,-12 18-15,-1-3 0,0 1 0,7-7 0,-1-2 0,-1 2 0,8-9 0,-20 9 0,3 0 16,-2-1-16,19-8 0,-14 5 16,5 0-16,-2-1 0,11-4 0,-18 0 0,2 0 0,-3 0 15,9-2-15,1 2 0,-1 0 0,3-20 0,0 0 16,1-1-16,2 7 0,2 2 0,-2-1 0</inkml:trace>
  <inkml:trace contextRef="#ctx0" brushRef="#br0" timeOffset="96900.194">558 5174 0,'0'0'0,"0"0"0,0 0 15,0 0-15,0 0 16,26 71 0,-1 6-1,-17-4-15,-8-73 16,0 0-16,0 0 0,5 25 0,-3-1 16,0 1-16,3-2 0,-3-1 15,1 1-15,-3-23 0,5 21 0,-3 2 16,0-3-16,-4 0 0,2-2 15,0 1-15,0-19 16,-4 12-16,1-1 0,2-2 0</inkml:trace>
  <inkml:trace contextRef="#ctx0" brushRef="#br0" timeOffset="97022.572">560 5562 0,'0'0'0,"0"0"0,0 0 15,0 0-15,0 0 16,64-37-16,-8-1 15,-23 15-15,-33 23 0,0 0 0,0 0 16</inkml:trace>
  <inkml:trace contextRef="#ctx0" brushRef="#br0" timeOffset="97331.69">801 5502 0,'0'0'0,"0"0"16,0 0-16,0 0 16,0 0-1,0 0-15,0 0 16,60 17-16,-60-17 0,0 0 15,0 0-15,18 1 0,0 1 0,-1-1 32,0-5-32,-3-2 0,-14 6 0,15-5 0,-15 5 0,12-8 0,-1 0 15,-1 1-15,-10 7 0,8-8 16,0 0-16,-1 0 0,-2 1 0,-2 1 0,0-1 16,-3 7-16,-1-4 0,1 0 0,0 0 15,-5 2-15,2 0 0,0 2 0,3 0 16,-6 1-16,-1 0 0,2 0 0,-6 4 0,1 0 15,1-1-15,9-4 0,-10 11 0,0-1 0,-2 1 0,3 2 0,0 0 0,-1-1 16,10-12-16,-6 14 0,-1-1 0,1 2 16,4 1-16,-1 0 0,1-1 0,2-15 15,4 15-15,-1 1 0,1-1 0,3-4 0,1 0 16,1 1-16,-9-12 0,17 0 0,-3 2 0,0-2 0,-3-2 16,0 0-16,-1-1 0</inkml:trace>
  <inkml:trace contextRef="#ctx0" brushRef="#br0" timeOffset="97455.339">1256 5497 0,'0'0'0,"0"0"0,0 0 0,9 55 0,0 18 16,-4 14-16,-3 4 16,-2-91-16,0 0 0,0 0 15,1 20-15,-1-1 0,0 0 0,-3 11 16,0-2-16,1 2 0,2-30 0,-5 26 0,1-1 0,0 0 16,0-11-16,0 0 0,1-1 0</inkml:trace>
  <inkml:trace contextRef="#ctx0" brushRef="#br0" timeOffset="97716.655">1246 5542 0,'0'0'0,"0"0"0,0 0 0,0 0 16,68-21-16,0 19 15,-14 15 1,-16 9-1,-15-1-15,-23-21 0,0 0 0,0 0 16,6 8-16,-3 0 16,1 0-16,-4-1 0,0 0 0,0-1 15,0-6-15,-6 9 0,0-2 0,1 0 0,5-7 0,-10 8 0,2-1 0,-1 0 0,-5-3 0,0-1 16,1 1-16,13-4 0,-14-5 0,0-1 16,1 0-16,3 1 0,3-1 0,1 0 0</inkml:trace>
  <inkml:trace contextRef="#ctx0" brushRef="#br0" timeOffset="97898.888">1760 5256 0,'0'0'0,"0"0"16,0 0-16,31 62 16,-12 8-16,-19-6 15,-12-2-15,12-62 16,0 0-16,0 0 0,-7 22 15,-1-2-15,3-1 0,-2-6 16,4-2-16,-2 0 16</inkml:trace>
  <inkml:trace contextRef="#ctx0" brushRef="#br0" timeOffset="98043.669">2095 5666 0,'0'0'0,"0"0"0,71-19 0,6 5 16,-7 1 0,-30 3-16</inkml:trace>
  <inkml:trace contextRef="#ctx0" brushRef="#br0" timeOffset="101692.715">2898 5298 0,'0'0'16,"0"0"-16,0 0 0,0 0 0,42 46 15,-15-19 1,8 41-1,-35-68-15,0 0 0,0 0 0,0 0 0,0 0 0,9 14 0,-5-3 16,1 2-16,-5-13 0,5 29 16,-1-3-16,0 0 0,-4-26 15,2 16-15,0-1 16,0-1-16,-2-14 0,0 0 16,5 29-16,-3 2 0,0-3 0,-2-28 15,3 17-15,-2 0 0,1-2 0,-2-15 16,5 24-16,0-1 0,0 0 0,-5-23 0,6 12 15,-4 1-15,1-2 0,-3-11 0,1 5 0,0 0 0,0 0 0,-1-5 0,3 11 0,-3 2 0,3-1 16,-3-12-16,1 7 0,0 0 0,0 0 0,2-5 0,-3 0 0,0 1 0,0-3 16,8-13-16,0 1 0,0-2 0,-8 14 0,6-8 0,-1 0 0,1 0 0,-6 8 0,9-24 0,-1 0 0,0-1 15,-8 25-15,7-14 0,-3 1 0,0 1 0,3-19 16,1 3-16,-1 0 0,-7 28 0,7-32 0,0 1 0,0-1 16,-7 32-16,0 0 0,8-30 0,-2-1 15,0 1-15,-3 15 0,0 1 16,0-1-16,7-14 0,-4 1 0,1-1 0,-7 29 15,5-16-15,-1 0 0,0 1 0,-4 15 0,10-21 16,-3-1-16,0 1 0,-7 21 0,4-11 0,0 0 0,2 0 16,-6 11-16,1-6 0,0 3 15,0-2-15,1 4 0,-2 0 0,0 0 0,0 1 0,0-1 16,0 1-16,0 0 0,0 0 0,0 0 0,0 0 16</inkml:trace>
  <inkml:trace contextRef="#ctx0" brushRef="#br0" timeOffset="102052.544">2779 5668 0,'0'0'0,"0"0"0,0 0 15,0 0-15,73-32 16,6 4-16,-6 9 16,-73 19-16,0 0 0,0 0 15,0 0-15,27-7 0,-1 1 0,0 0 0,-26 6 16,26-4-16,-2 0 0,-1 0 0,6 0 15,-2 1-15,0-2 0,-27 5 0,30-2 0,0-1 16,-2 0 0,-8 1-16,-1 1 0,1-1 15</inkml:trace>
  <inkml:trace contextRef="#ctx0" brushRef="#br0" timeOffset="103146.626">4082 5378 0,'0'0'0,"0"0"16,52-18-16,-22 6 15,24-16 1,-25 12-16,15-19 16,-44 35-1,0 0-15,0 0 0,9-6 0,-1-1 16,-1 1-16,-7 6 0,4-4 0,-2 2 0,0 0 0,-2 2 16,0 0-16,-4-9 0,2 2 0,-2 1 0,1 0 15,1 3-15,0-1 0,2 4 16,-21 7-16,-1-1 0,2 0 15,20-6-15,-13 5 0,1-1 0,-1 0 0,13-4 0,0 0 0,-22 11 0,-1 0 0,0-1 16,23-10-16,-12 6 0,0-1 16,-1 1-16,13-6 0,-16 13 0,3 0 15,0 2-15,13-15 0,-9 7 0,3 1 0,1-1 16,5-7-16,8 10 0,0-1 0,1 2 0,-9-11 16,7 4-16,-2 1 0,1-1 0,-4-1 0,0 0 15,1-3-15,-3 0 0,16 4 0,1 0 0,-1-1 16,-16-3-16,9 3 0,1-2 0,0 1 0,-10-2 0,4 2 15,-1-2-15,1 0 0,-4 0 0,-7 16 0,3 0 0,-2 0 0,6-16 0,-4 9 0,1 1 0,-2-2 0,5-8 0,-18 22 16,1-1-16,-1 0 0,18-21 0,-12 12 0,3-1 0,0 0 16,9-11-16,-13 16 0,2 0 0,0-1 15,11-15-15,-7 8 0,1 1 0,0-1 0,10 13 0,-1 1 16,0-1-16,-3-21 0,3 12 0,1 0 0,-1 0 16,-3-12-16,19 11 0,-2-3 0,1 3 0,-18-11 15,12 6-15,-1-2 0,1 0 0,-12-4 0,31-2 16,-2-1-16,0 0 0,-29 3 0,16-1 0,1-1 0,-1 0 15,-16 2-15,27-19 0,-4 1 0,3-1 0,-26 19 16,0 0-16,21-25 0,-1 0 0,-1 0 0</inkml:trace>
  <inkml:trace contextRef="#ctx0" brushRef="#br0" timeOffset="103373.568">4525 5235 0,'0'0'0,"0"0"15,0 0-15,1 58 16,8 11 0,2 7-16,-2-7 15,-9-69-15,0 0 0,0 0 0,3 24 16,-2-2-16,0 0 0,-1-22 0,1 25 0,-1-3 0,0 1 16,0-23-16,-2 20 0,2 1 0,0 0 15,-4-1-15,2 0 0,0-1 0,2-19 16,-6 13-16,3-2 0,0 1 0,1-10 15,1 0-15,0 0 0</inkml:trace>
  <inkml:trace contextRef="#ctx0" brushRef="#br0" timeOffset="103547.041">4709 5582 0,'0'0'0,"0"0"0,0 0 0,0 0 16,0 0-16,5 65 15,-14-17 1,9-48-16,0 0 0,0 0 0,0 0 0,0 0 0,-8 9 0,3-2 16,0 1-16,-1-11 0,1 1 0,-1 0 0,6 2 15</inkml:trace>
  <inkml:trace contextRef="#ctx0" brushRef="#br0" timeOffset="103672.735">4720 5365 0,'0'0'0,"0"0"0,0 0 0,0 0 0,0 0 16</inkml:trace>
  <inkml:trace contextRef="#ctx0" brushRef="#br0" timeOffset="104199.653">4837 5564 0,'0'0'0,"0"0"0,0 0 16,7 58-16,-1-10 16,-5-23-1,-1-12-15,0-13 16,0 0-16,0 0 0,1-2 16,-1 2-16,0-2 0,0 2 0,1-4 15,0-2-15,0 1 0,2-6 16,-2 1-16,0-1 0,-1 11 15,5-14-15,-3 2 0,2-2 0,-4 14 0,8-13 16,-1 0-16,0 0 0,1 1 0,-1 0 16,0 0-16,-7 12 0,10-7 0,-3 0 15,0 1-15,1 4 0,1 1 0,-1 1 0,-8 0 0,10 4 16,1 0-16,-1 0 16,-10-4-16,11 13 0,0-3 0,-2 2 15,-3 3-15,-1 0 0,1 0 0,-6-15 16,2 15-16,0 0 0,0 0 0,-2-15 0,-2 13 0,0 1 15,0-2-15,-2-3 0,3-1 0,0 0 0,1-8 0,-2 5 0,1-3 16,0 2-16,1-4 0,-1 2 0,1-2 0,0 2 0,1-6 16,0-1-16,0 2 0,-1 3 0,2-10 0,0 0 0,0-2 15,3-1-15,-3-1 0,0 1 0,-2 13 0,5-15 16,0 0-16,0 0 0,0 5 16,-1 2-16,-1-2 0,0 6 0,-2-1 0,0 0 15,1 5-15,-1-3 0,0 2 0,-1 1 0,16-7 0,-1 1 0,-1 0 0,-14 6 16,18-3-16,-1 1 0,-1-1 0,0 9 15,-3 0-15,2 0 0,-15-6 0,9 10 0,-1-1 0,0 2 16,-8-11-16,4 12 0,1 1 16,-2 0-16,-3 0 0,0 0 0,0 0 0,0-13 0,-2 10 0,-1 0 15,-1 0-15,4-10 0,-7 8 0,1 0 0,0-1 0,0-8 0,1 1 16,1 0-16,2-9 0,1 1 0,0-2 16</inkml:trace>
  <inkml:trace contextRef="#ctx0" brushRef="#br0" timeOffset="104334.509">5396 5450 0,'0'0'0,"0"0"15,0 0-15,3 62 16,2 2 0,-3-14-16,-13-10 15,-8-18-15,19-22 16,0 0-16,0 0 0,-6-5 0,2 3 16,0-3-16</inkml:trace>
  <inkml:trace contextRef="#ctx0" brushRef="#br0" timeOffset="104452.072">5434 5268 0,'0'0'0,"0"0"15,0 0 1,0 0-16</inkml:trace>
  <inkml:trace contextRef="#ctx0" brushRef="#br0" timeOffset="104801.061">5559 5501 0,'0'0'0,"0"0"0,17 50 15,-8-2-15,-6-12 16,-10-13-16,0-15 16,0-16-1,7 8-15,0 0 0,0 0 0,0 0 16,-3-8-16,3-1 0,0 1 0,3-4 0,-2-1 15,0 1-15,-1 12 16,6-17-16,-2-1 16,0 1-16,5-2 0,0-2 0,-1 2 15,-8 19-15,11-17 0,-1 0 0,-1-1 16,-9 18 0,10-11-16,0-1 0,-1 2 0,1 3 0,-2 1 15,1 1-15,-9 5 0,11 1 0,-3-1 16,3 2-16,0 7 0,0-2 0,1 0 0,-12-7 0,10 15 0,0-3 15,1 1-15,-11-13 0,6 16 0,1-2 0,-1 2 0,-2 1 0,-3-1 0,0 1 16,-1-17-16,-6 13 0,2 2 0,0-1 16,4-14-16,-5 13 0,0-2 0,0 0 0,1-4 0,-1-2 0,1 1 0,4-6 15,-1 0-15,1-1 0,0 1 0</inkml:trace>
  <inkml:trace contextRef="#ctx0" brushRef="#br0" timeOffset="105173.295">6135 5398 0,'0'0'0,"0"0"0,-47 46 16,10 5-1,12-4 1,18-10-16,9-10 0,-2-27 16,0 0-16,0 0 0,0 0 15,4 5-15,0 1 0,-1 0 0,-3-6 0,10 2 0,-2-1 16,1 1-16,5-7 0,-2 2 0,1-1 15,-13 4-15,13-9 0,1 2 0,-1-1 0,-3 1 0,-1 3 0,-1-3 16,1-10-16,1 1 0,-2 1 0,-8 15 0,10-18 16,-2 2-16,1-1 0,-9 17 0,6-12 0,0-1 0,0 1 0,-3 6 15,1-1-15,-1 1 0,-3 6 0,1-2 0,-1 0 16,0 0-16,0 2 0,-1 4 0,1-2 16,0 2-16,-1 6 0,0-1 15,0 1-15,1-10 0,-3 17 0,3-1 0,0 0 0,5 0 16,-3 2-16,0-2 0,2-1 0,-1 0 0,0 0 15,-3-15-15,5 12 0,-2 0 0,0-1 0,-3-11 16,2 7-16,3-3 0,-2 1 0,1-5 16,-2-1-16,0 1 0,-2 0 0,6-11 0,-2 1 15,0-1-15</inkml:trace>
  <inkml:trace contextRef="#ctx0" brushRef="#br0" timeOffset="105362.457">6470 5003 0,'0'0'0,"0"0"0,0 0 16,28 57-16,-8 22 16,-3 1-1,-4-1-15,-13-79 16,0 0-16,0 0 0,0 30 16,0-2-16,0-1 0,0-27 0,-2 25 15,1 0-15,0-1 0,-7-3 0,1-1 0,0 1 0,7-21 0,-10 9 16,1 1-16,0 1 0</inkml:trace>
  <inkml:trace contextRef="#ctx0" brushRef="#br0" timeOffset="105483.924">6356 5387 0,'0'0'0,"0"0"16,0 0-16,58-31 15,-18 7 1</inkml:trace>
  <inkml:trace contextRef="#ctx0" brushRef="#br0" timeOffset="105616.991">6710 5311 0,'0'0'0,"22"60"0,-10 13 32,-6-5-32,-8-2 0,-7-24 15,-5-29-15,14-13 0,0 0 0,0 0 16,0 0-16</inkml:trace>
  <inkml:trace contextRef="#ctx0" brushRef="#br0" timeOffset="105765.191">6756 5110 0,'0'0'0,"0"0"0,0 0 16,0 0-16</inkml:trace>
  <inkml:trace contextRef="#ctx0" brushRef="#br0" timeOffset="106068.761">6906 5256 0,'0'0'0,"6"64"0,-6-64 0,-2 70 0,5-9 16,0-18-16,13-5 15,5-9 1,-21-29-16,0 0 0,0 0 0,11 6 0,-1-1 16,1 1-16,-11-6 0,14 3 0,-1-2 0,1 0 15,-14-1-15,16-2 0,-1 2 16,-1-3-16,0-6 16,-1 2-16,1-1 0,-14 8 0,13-15 0,0 2 0,-1-1 15,-12 14-15,9-20 0,-2 1 0,1 0 0,-6 0 16,-1 1-16,-1 1 0,0 17 15,-6-15-15,0 0 0,1 2 0,-1 5 0,1-1 0,0 1 0,1 5 16,2-1-16,-1 1 0,3 3 0,-1-1 0,0 0 16,0 1-16,-23-5 0,0 3 15,0-3-15,24 5 0,-27-4 0,2 0 0,1 1 0,8-1 0,2 0 16,-1 1-16,15 3 0,-3-5 0,2 0 0,-1 1 0</inkml:trace>
  <inkml:trace contextRef="#ctx0" brushRef="#br0" timeOffset="106445.552">7302 5242 0,'0'0'0,"0"0"0,30 75 0,-13-3 16,-6-8-1,-10-11 1,-4-15-16,3-38 0,0 0 16,0 0-16,-1 6 0,0 0 0,0 0 0,1-6 15,-1 5-15,0-2 0,-1 2 0,5-5 16,-3 1-16,0-1 0,0 0 0,5-7 0,-2 2 0,2-1 15,-5 6-15,7-12 0,0 2 0,0-1 0,3-6 0,-1 3 16,1-2-16,-10 16 0,10-20 16,0 0-16,1 1 0,-11 19 0,11-19 15,-2-2-15,1 2 0,-10 19 0,10-16 0,0 0 16,1-1-16,-4 7 0,0 1 16,0 0-16,-7 9 15,5-4-15,-1 0 0,-1 1 0,-3 3 0,8 9 0,-2-1 0,0-1 16,3 11-16,-1-1 0,0-1 0,1 9 0,-2-2 15,1 1-15,-8-24 16,2 23-16,0-1 0,0 1 0,-2-23 16,-2 20-16,1 0 0,0-1 15,-5-2-15,2-1 0,0 0 0,4-16 0,-2 5 16,1-1-16,0-1 0</inkml:trace>
  <inkml:trace contextRef="#ctx0" brushRef="#br0" timeOffset="106541.609">7873 5385 0,'0'0'0,"0"0"0</inkml:trace>
  <inkml:trace contextRef="#ctx0" brushRef="#br0" timeOffset="121113.15">8372 3994 0,'0'0'0,"0"0"0,0 0 15,0 0-15,52-6 16,-21 1-16,28 1 16,-59 4-1,0 0-15,0 0 0,12-1 0,-3-1 16,0 1-16,-9 1 0</inkml:trace>
  <inkml:trace contextRef="#ctx0" brushRef="#br0" timeOffset="121281.944">8450 4067 0,'0'0'0,"0"0"0,0 0 16,0 0-1,0 0-15,0 0 16</inkml:trace>
  <inkml:trace contextRef="#ctx0" brushRef="#br0" timeOffset="137214.815">3148 6533 0,'0'0'0,"0"0"16,0 0-1,0 0-15,0 0 16,0 0-16,0 0 16,0 0-16,0 0 0,0 0 0,0 0 15,0 0-15,0 0 0,0 0 0,0 0 0,0 0 16,0 0-16,0 0 0,-34-5 0,2-1 0,0 1 15,32 5-15,-21-4 0,3 1 16,-3 0-16,21 3 0,-27 10 0,0-1 0,0 0 16,27-9-16,-15 4 0,1 3 0,1-2 15,13-5-15,-11 15 0,0 0 16,3 0-16,8-15 0,-6 10 0,3-3 0,-3 1 16,6-8-16,15 17 0,-2-1 0,1 1 0,-14-17 15,21 15-15,0 2 0,0 1 16,-21-18-16,25 17 0,-3-1 0,1 2 15,-12-9-15,1-2 0,-1 2 0,-11-9 0,23 20 16,-2 1-16,-1-1 0,-20-20 16,12 11-16,-1 1 0,-1 0 0,-10-12 0,8 21 0,-2 1 15,0-1-15,-6-21 0,4 14 0,-2-5 0,0 2 0,-2-11 16,-9 19-16,0-3 0,-1 2 16,10-18-16,-6 9 0,2 0 0,-2 0 15,6-9-15,-24 8 0,0 0 16,1-1-16,23-7 15,-14 6-15,1-3 0,-1 0 0,14-3 16,-28 2-16,2-2 0,1 0 0,9 2 16,3-2-16,-3 0 0,16 0 15,-14-14-15,-3-2 0,2 1 0,15 15 16,-9-10-16,2 2 0,0-1 0,7 9 0,2-17 16,-2-1-16,0 1 0</inkml:trace>
  <inkml:trace contextRef="#ctx0" brushRef="#br0" timeOffset="137373.018">3376 6526 0,'0'0'0,"0"0"15,0 0-15,0 0 0,5 63 16,-10 5 0,7 0-16,-2-68 0,0 0 0,0 0 0,0 25 15,0-2-15,0 1 0,0-24 0,4 22 0,-3-1 16,0 1-16,3 1 0,-1-1 0,1 0 0,-4-22 16,3 22-16,1-1 0,0 1 0,-2 0 0,-1 0 15,1-2-15,-2-20 0,-3 20 0,2-1 0,0-1 16,-3-7-16,2-2 0,0 2 0,0-6 0,1-2 0,-2 0 15,3-3-15</inkml:trace>
  <inkml:trace contextRef="#ctx0" brushRef="#br0" timeOffset="137920.522">3221 6982 0,'0'0'16,"0"0"-16,0 0 0,0 0 0,73-51 15,9 5 1,-10 8-16,-72 38 0,0 0 16,0 0-16,17-8 0,1-1 0,-1 1 0,-17 8 0,16-7 15,-3 2-15,1-2 0,-2 2 0,0 1 0,-1 1 16,-11 3-16,9-2 0,-1 1 0,-1-2 0,-1 7 16,-2-1-16,-1 1 15,-3-4-15,6 7 0,-4 0 0,2-1 0,-4 6 16,0-1-16,0 0 0,0-11 0,-5 14 0,4 1 15,-2 0-15,3-15 0,-4 16 0,1-1 0,0 0 0,1 2 16,0 0-16,0-2 0,2-15 16,0 18-16,0-3 0,0 1 0,2-4 0,0-2 0,0 2 15,-2-12-15,5 8 0,-1 0 0,0 0 16,4-4-16,-3 0 0,0 0 0,-5-4 0,10-1 0,-1 1 16,-1-1-16,4-5 0,1 0 0,-1 1 15,-12 5-15,14-12 16,0 1-16,-1 0 0,2-4 0,-4 2 0,2 0 15,-13 13-15,13-17 0,-2 1 0,1-1 16,-2 3-16,-2-3 0,1 2 16,-9 15-16,6-12 0,-2 2 15,0-3-15,0 7 0,-2 0 16,0-1-16,-2 7 0,2-4 0,0 1 16,-1 0-16,-1 2 0,0 1 15,0 0-15,0 0 16,-1 2-16,1 1 0,0-1 15,1 7-15,0 0 0,0 0 0,-1-9 0,-2 14 16,2-1-16,0-1 0,-1 5 0,1-2 0,0 2 0,0-17 16,1 16-16,0 1 0,0 1 0,0-5 0,1-2 15,-2-1-15,1-4 0,-1 0 0,0-2 0,1-1 0,-1 0 0,0-2 0</inkml:trace>
  <inkml:trace contextRef="#ctx0" brushRef="#br0" timeOffset="138371.09">4278 6485 0,'0'0'0,"0"0"0,19 61 16,-4 17-1,-4-2-15,-8-1 16,-4-10-16,-10-6 16,11-59-16,0 0 15,0 0-15,0 0 0,-3 15 16,0 0-16,2 0 0,0-5 15,1 0-15,0 1 0,0-11 0,0 7 0,0 0 0,0 1 0,0-8 0,0 4 0,0 0 0,0 1 0,2-5 0,-2 0 0,2 1 16,-2-1-16,4-6 0,-1 1 0,-2-1 0,3-9 16,-1 3-16,0-1 0,-3 13 0,1-15 0,0 1 15,0 0-15,-1 14 0,-1-10 0,0 0 0,0 0 16,-4 0-16,1 0 0,0 1 0,-5 1 16,0 0-16,1 1 0,8 7 15,-14-2-15,1 1 0,1-1 0,12 2 0,-16 2 16,3-1-16,-1 0 0,-2 3 15,-1-1-15,1 1 0,16-4 0,-17 7 0,2-1 0,-1 0 16,2 2-16,0 0 0,2-3 0,12-5 16,-11 10-16,1 0 0,1-2 0,9-8 0,-6 9 0,1 0 0,-1-1 15,4 1-15,1-1 0,0 0 16,1-8-16,5 8 0,0 0 0,-1-2 0,8 2 0,-2 0 16,1-1-16,-11-7 0,18 7 0,0-2 0,0 1 15,7-4-15,-2 0 0,1-1 0,-24-1 0,30-7 16,-2-1-16,0 1 0</inkml:trace>
  <inkml:trace contextRef="#ctx0" brushRef="#br0" timeOffset="138698.852">4524 6903 0,'0'0'0,"0"0"0,0 0 0,0 0 16,0 0-16,0 0 16,50-45-1,-50 45-15,0 0 0,0 0 0,0 0 0,18-14 16,-3-2-1,1 2-15,-2 2 0,-14 12 0,13-13 16,0 2-16,-13 11 0,0 0 0,11-11 0,-11 11 0,10-10 0,0-1 0,-3 2 16,1 1-16,-1 0 0,-7 8 15,4-7-15,0 1 0,0-1 0,-5 3 0,1 1 16,0 0-16,0 3 0,-6-2 0,2 1 0,0-1 16,-7 5-16,1-1 0,0 1 0,10-3 15,-13 6-15,1 1 0,0-2 0,-4 8 16,2-5-1,-1 3-15,15-11 16,-14 14-16,1 1 0,-1-1 0,2 2 16,1-2-16,0 1 0,11-15 0,-9 17 0,2-2 0,0 0 0,5 3 0,1-1 15,0 0-15,1-17 0,4 16 0,-2-2 0,0 1 0,9-2 0,-1-1 0,-1 1 0,-9-13 0,18 5 0,-3 1 16,1-3-16,4-6 0,1-1 0,0-1 0</inkml:trace>
  <inkml:trace contextRef="#ctx0" brushRef="#br0" timeOffset="139063.167">4908 6700 0,'0'0'0,"0"0"0,0 0 0,1 67 16,-1 5-1,0-10-15,0-13 0,0-49 16,0 0-16,0 0 16,-1 11-16,0 0 0,0 0 15,1-11-15,-1 7 0,-1 0 0,1-1 16,0-2-16,0-1 0,0 0 0,1-3 0,1 1 0,-1-1 0,0 1 15,2-6-15,-2-1 0,0 2 0,0 4 0,3-12 0,-2 2 0,1-2 16,2-7-16,-1 1 0,0 0 16,-3 18-16,8-22 0,-3 2 0,1-3 0,1 2 0,2-1 0,-1 0 0,-8 22 0,8-19 0,0-1 15,1 1-15,1 4 0,-2 1 0,1 1 16,-9 13-16,8-9 0,-3 1 0,2 0 0,0 2 0,-1 2 16,-1-3-16,-5 7 15,8 0-15,-1 0 0,1 0 0,0 4 0,-1-1 0,0 1 0,-7-4 0,6 11 16,1 0-16,-1 0 0,0 7 0,0 0 0,0-2 0,-6-16 15,8 23-15,-3-2 0,0 0 0,-5-21 0,6 25 16,0-1-16,1 1 0,-6-2 0,-1 2 0,0-1 0,0-24 16,-4 22-16,-1-1 0,1 0 0,-6-2 0,3 0 15,-3-1-15,10-18 0,-10 13 0,0 0 0,-1 0 16,2-10-16,2 1 0,0-1 0</inkml:trace>
  <inkml:trace contextRef="#ctx0" brushRef="#br0" timeOffset="139339.932">5454 6437 0,'0'0'0,"0"0"16,0 0-16,0 0 15,24 77 1,-18 11-16,-8-2 15,-6 1-15,8-87 16,0 0-16,0 0 0,0 0 0,-4 28 16,1-2-16,0 1 0,0-1 15,0-1-15,0 0 0,3-25 16,-7 22-16,2 2 0,-1-2 0,0-8 16,1 0-16,0 1 0,2-8 0,0-2 0,0 0 0</inkml:trace>
  <inkml:trace contextRef="#ctx0" brushRef="#br0" timeOffset="139469.692">5263 6836 0,'0'0'0,"0"0"0,0 0 0,75-17 15,18 10 1,19-4 0,5-11-16</inkml:trace>
  <inkml:trace contextRef="#ctx0" brushRef="#br0" timeOffset="142138.943">6264 6304 0,'0'0'0,"0"0"0,0 0 16,0 0-16,0 0 15,0 0-15,0 0 16,0 0-16,0 0 0,0 0 0,0 0 16,-25 12-16,1 3 0,-1-2 0,-2 6 15,1-1-15,0 1 16,26-19-16,-26 25 0,2 0 0,-1 0 0,25-25 15,-25 32-15,1-2 0,0 0 16,2 7-16,1-3 0,0 1 0,21-35 16,-18 37-16,-1 0 0,1-1 0,18-36 15,-12 33-15,1 2 0,-1-3 0,12-32 0,-7 36 16,1-1-16,0-1 0,6-34 0,2 37 0,-2-4 16,0 3-16,11 1 0,0-1 0,-1 0 15,-10-36-15,18 38 0,1-1 0,0 0 16,3-4-16,-1-2 0,0 2 0,-21-33 0,11 16 15,-1-2-15,1 1 0,11-6 0,-2 1 0,1-1 0</inkml:trace>
  <inkml:trace contextRef="#ctx0" brushRef="#br0" timeOffset="142416.604">6389 6650 0,'0'0'0,"0"0"0,0 0 16,0 0-16,-3 96 15,-5 4 1,-2-11-16,10-89 0,0 0 0,0 0 16,0 0-16,-5 23 0,3-1 0,0 1 15,-3-4-15,1 0 16,0 0-16,4-19 0,-6 15 0,-1-4 0,1 2 15,-1-7-15,1-1 0,0 0 0,6-5 0,-9-1 0,3-1 16,-1 0-16,2-2 0,1 1 0,-1 0 16,3 1-16,0 1 0,0 0 0</inkml:trace>
  <inkml:trace contextRef="#ctx0" brushRef="#br0" timeOffset="142613.29">6369 6681 0,'0'0'0,"0"0"0,31-67 0,-2 17 15,-2 21 1,1 15-16,1 14 15,-29 0-15,0 0 0,0 0 0,0 0 0,9 7 16,-1 0-16,0 2 0,1 4 0,0-1 16,-1 1-16,-8-13 0,7 20 0,0 0 0,1-1 15,-2 11-15,-1-1 0,0 0 16,-5-29-16,4 29 0,-1 2 0,1-1 0,-2-12 16,0 0-16,-1 2 0,1 11 0,-1-1 0,0 1 0,-1-31 15,-2 33-15,0 0 0,2-1 0,-7-6 0,1 0 0,0 1 16,6-27-16,-7 10 0,0 0 0,-1 0 0,8-10 0</inkml:trace>
  <inkml:trace contextRef="#ctx0" brushRef="#br0" timeOffset="142753.862">6438 6946 0,'0'0'0,"0"0"0,0 0 16,0 0-16,96-25 15</inkml:trace>
  <inkml:trace contextRef="#ctx0" brushRef="#br0" timeOffset="142994.742">6925 6400 0,'0'0'0,"0"0"0,0 0 16,21 82-16,-5 7 16,-7-9-16,-6 4 15,-3-84 1,0 0-16,0 0 0,2 31 0,-2-1 16,0 0-16,-3-2 0,2-1 15,0 0-15,1-27 0,-4 27 0,2-2 0,-1 0 16,3-25-16,-4 25 0,1 0 0,0-2 0,-1-5 0,1-3 0,0 1 0,2-13 0,1-1 15,0-1-15</inkml:trace>
  <inkml:trace contextRef="#ctx0" brushRef="#br0" timeOffset="143165.743">7176 6805 0,'0'0'0,"0"0"15,0 0-15,0 0 16,1 76-1,-8-6 1,-9-24-16,16-46 0,0 0 0,0 0 0,-6 7 16,2-1-16,0 0 0,-1-3 0,3-1 0,0 2 15</inkml:trace>
  <inkml:trace contextRef="#ctx0" brushRef="#br0" timeOffset="143300.042">7226 6554 0,'0'0'0,"0"0"0,0 0 0</inkml:trace>
  <inkml:trace contextRef="#ctx0" brushRef="#br0" timeOffset="143770.978">7485 6602 0,'0'0'0,"0"0"0,-26 59 0,-3 6 31,11-3-31,4-3 16,12-7-16,2-52 0,0 0 15,0 0-15,5 15 0,-1 0 16,0 0-16,9 1 0,-3 0 0,0-1 16,-10-15-16,18 12 0,-1-1 0,-1 0 0,-16-11 0,26 8 0,-2-1 0,-1 1 0,6-6 0,-2-1 15,0 0-15,-27-1 0,30-9 16,-3-1-16,2 2 16,-29 8-16,26-17 0,-2 0 0,-1 1 15,-1-8-15,0 2 0,-1 0 16,-5 0-16,-3 3 0,1-1 15,-14 20-15,7-15 0,0 0 0,1 0 0,-8 15 16,1-13-16,0 1 0,0 1 0,-6 3 0,2-1 0,0 1 16,3 8-16,-9-5 0,2 1 0,0-1 15,7 5-15,-15-1 0,3-1 0,-1 0 0,-4 6 0,1-1 0,1 0 0,15-3 0,-16 7 0,3-1 0,-1 0 16,14-6-16,-11 7 0,2 0 0,-1 1 0,5 3 0,0 2 0,0-1 0,5-12 0,3 16 0,-2-1 0,0 0 0,-1-15 16,7 15-16,0-1 0,1 2 0,8-3 0,-2 0 0,1 0 15,-15-13-15,23 12 0,-1-1 0,-1 1 0,-21-12 16,26 9-16,0-1 0,0 1 0,2-7 15,-1 0-15,-1 0 0</inkml:trace>
  <inkml:trace contextRef="#ctx0" brushRef="#br0" timeOffset="143992.52">8193 6208 0,'0'0'0,"61"11"16,17 33-1,6 30-15,-16 28 0,-21 17 16,-35 6-16,-12-125 16,0 0-16,0 0 0,-9 39 15,2-1-15,-1 2 0,-12-1 0,-1-2 0,0 1 16,-17 3-16,0 0 0,0-2 0,38-39 0,-58 40 0,0-2 0,0 0 15</inkml:trace>
  <inkml:trace contextRef="#ctx0" brushRef="#br0" timeOffset="145263.182">8822 6666 0,'0'0'0,"0"0"0,0 0 16,0 0-16,0 0 15,94 5 1,-39-3 0,-55-2-16,0 0 0,0 0 15,33 2-15,0-2 16,0 0-16,-33 0 0,36 0 0,0 0 0,-1 0 15,-35 0-15,37-2 0,-2 2 0,0 0 0,-35 0 0,37 2 0,0-2 0,-1 0 0,-36 0 0,35 0 0,0 0 0,0 0 16,-35 0-16,43 0 0,-1 0 0,0 0 0,-42 0 16,46 1-16,-2-1 0,1 0 0,-45 0 15,23 2-15,-2-2 0,2 0 0,-23 0 0,20 3 16,-3-2-16,1 0 0,-18-1 16,10 2-16,-2-1 15,1 1-15,-9-2 0,3 0 0,0 0 16,0 0-16,-2 1 0,0-1 0,0 0 0,0 0 15,-1 0-15,0 0 0,0 0 16</inkml:trace>
  <inkml:trace contextRef="#ctx0" brushRef="#br0" timeOffset="145661.625">9679 6496 0,'0'0'0,"0"0"0,0 0 0,0 0 15,0 0-15,0 0 16,0 0-16,0 0 0,0 0 0,0 0 16,0 0-16,0 0 0,0 0 0,0 0 0,20 11 0,-2-2 15,1 1-15,-19-10 0,23 7 0,-3 1 16,3-2-16,-23-6 0,25 7 0,-1 0 16,-1 1-16,1-5 0,-2 1 15,0 1-15,-22-5 0,20 2 0,-1 0 0,-1 2 16,-1-2-16,0 1 0,-1-1 0,-16-2 15,12 5-15,1 0 0,-1-3 0,-3 1 0,-1 0 0,0 0 16,-8-3-16,5 4 0,-1-4 0,0 2 0,0-1 0,-3 0 16,0-1-16,-1 0 0,1 0 0,-1 0 0,0 0 15,0 1-15,0-1 0,0 0 16,0 0-16,-5 5 0,1-1 16,1 0-16,-3 6 0,0-1 15,0 1 1,6-10-16,-16 15 15,2 2-15,-1-2 0,15-15 16,-21 20-16,0 2 0,0-3 0,-13 11 0,1-1 0,0-1 0,-9 3 16,1 1-16,1-1 0,5-9 0,1 2 0,0-2 0</inkml:trace>
  <inkml:trace contextRef="#ctx0" brushRef="#br0" timeOffset="147754.868">10166 5728 0,'0'0'0,"76"8"0,-30-4 15,79-4-15,-55-1 16,25-18-1,-44 10-15,-51 9 16,0 0-16,0 0 0,0 0 0,26-10 0,-2 0 16,-1 0-16,-23 10 0,13-6 0,-1 1 0,1-1 15,-13 6-15,0 0 0,6-3 16,-2 0-16,0 2 0,-4 1 0,3-1 0,-2 1 16,0 0-16,-1 0 0,1 0 0,-1 0 0,0 0 0,1-2 0,-1 2 0,0 0 15,0 0-15,0 0 0,0 0 0,0 0 0,0 0 0,0 0 16,0 0-16,-2 29 0,0-1 0,0 0 0,2-28 15,-3 43-15,1 0 0,0-1 0,2-42 0,-4 49 0,0-2 16,-2 0-16,6-47 16,0 0-16,-4 54 0,-1-1 0,0 0 0,5-53 0,-4 29 15,2-3-15,0-1 0,2-25 16,4 40-16,-2 1 0,0-3 0,-2-38 31,6 41-31,-2 0 0,0 0 16,-4-41-16,6 40 15,-1-1-15,0 0 0,-5-39 16,4 39-16,-1-2 16,0 2-16,-3-39 0,2 17 0,-1 1 15,0 0-15,-1-18 16,2 30-16,-1 0 0,0-1 0,-1-29 16,3 16-16,-3 1 0,0-1 15,0-16-15,0 6 0,0 0 16,0-1-16,0-5 15,0 3-15,0-1 0,0-1 0,0-1 0,0 1 0,0 0 16,0-1-16,0 0 0,0 0 0,0 0 0,0 0 0,0 0 0,0 0 16,0 0-16,0 0 0,-6 9 0,1-3 0,0 2 0,5-8 15,-4 4-15,1-1 0,0 1 0,3-4 0,-21-3 16,1 0-16,1 0 0,19 3 0,-13-2 16,2-1-16,0 0 0,-19-2 0,1-2 15,0 1-15,29 6 0,-18-2 0,3-3 0,-1 3 16,16 2-16,-30-6 0,1 0 15,0 1-15</inkml:trace>
  <inkml:trace contextRef="#ctx0" brushRef="#br0" timeOffset="147906.96">10726 6303 0,'0'0'0,"0"0"15,0 0 1,0 0-16,-70 11 16,-3 6-16,9 2 15,64-19-15,0 0 0,0 0 16,-19 8-16,-1 2 0,0-2 0,20-8 15,-19 12-15,0-2 0,1 0 0,1-2 16,2 2-16,-1-1 0,16-9 0,-10 4 0,1 1 0,1-1 16</inkml:trace>
  <inkml:trace contextRef="#ctx0" brushRef="#br0" timeOffset="148593.19">10984 6439 0,'0'0'0,"0"0"0,0 0 16,-1 63-16,5 4 15,-3-17 1,1-5-1,-2-45-15,0 0 0,0 0 0,8 12 0,-2 0 16,0 0-16,-6-12 0,9 8 16,-1 0-16,0 1 0,6-5 15,-1 0-15,0 2 0,-13-6 0,21 1 0,-2 0 16,-1 1-16,-18-2 0,23-4 0,-1 1 0,-1 0 0,2-4 0,-1 0 16,0 0-16,-22 7 0,18-12 15,0 1-15,-1 0 0,-17 11 0,14-14 16,-2 1-16,1 1 0,-13 12 0,9-15 0,-1-1 0,0 2 0,0-1 0,-3 0 0,0 1 15,-5 14-15,5-13 0,-2 2 16,0-1-16,-1 2 0,-1 0 0,0 1 16,-1 3-16,0 2 0,0-2 0,0 6 0,-1-6 0,1 1 0,0 1 15,-1 1-15,1 0 0,0 0 0,0 3 0,0-1 0,0-1 0,0 1 16,0 1-16,-3 4 0,2 0 0,0-1 0,-1 8 0,2-2 0,0 0 0,0-9 16,0 17-16,0-1 0,0 1 0,0-17 0,4 22 15,-2 1-15,0 0 0,-2-23 0,5 27 0,-3 0 0,0-2 16,1 7-16,-1-2 0,0 1 0,-2-31 0,2 33 15,0 1-15,0-1 0,-2-33 0,5 33 0,-2 1 16,1-1-16,0-1 0,0-2 0,-1 2 0,-3-32 0,1 29 16,-1-1-16,0 0 0,0-28 0,-3 24 0,0-1 15,0 1-15,3-24 0,-5 19 0,2-2 0,0 1 16,-5-3-16,2-1 0,0 0 0,6-14 0,-9 6 16,2-1-16,0 1 0,7-6 0,-11 2 0,0-1 15,1-1-15,10 0 0,-15-6 0,1 2 0,-1-1 16,1-4-16,-1 0 0,3 1 0,12 8 0,-11-9 15,1-1-15,1 1 0,3-2 0,1 3 0,0-2 16,5 10-16,-1-14 0,1 1 0,0 0 0,0 13 0,7-18 16,-1 3-16,0-1 0,11-2 0,-3 3 0,1-2 15,-15 17-15,22-16 0,0 3 0,0-2 0,-22 15 16,15-16-16,1 2 0,-1 0 0,-15 14 0,21-14 0,-1 1 16,-1 0-16,-19 13 0,17-12 0,-1 0 0,1-1 15</inkml:trace>
  <inkml:trace contextRef="#ctx0" brushRef="#br0" timeOffset="148907.27">12288 5547 0,'0'0'0,"0"0"0,0 0 0,0 0 0,0 0 15,0 0 1,0 0-16,0 0 15,0 0-15,0 0 0,0 0 0,0 0 16,0 0-16,0 0 0,0 0 0,-12 14 0,1 0 16,0 0-16</inkml:trace>
  <inkml:trace contextRef="#ctx0" brushRef="#br0" timeOffset="151533.01">12257 6203 0,'0'0'0,"0"0"0,56-39 16,-21 16-1,25-30 1,-25 23-16,1-24 15,-36 54-15,0 0 0,0 0 0,7-11 16,-1 1 0,1 2-16,-7 8 0,-3-18 15,-1 0-15,1 1 0,3 17 0,-2-10 0,0 1 16,0 0-16,2 9 0,0 0 0,-22-9 16,3 1-16,-1 0 0,20 8 0,-27 0 15,0 0-15,1-2 0,26 2 0,-15 2 0,2-2 16,-1 0-16,14 0 0,-26 13 0,1-1 15,-1 0-15,26-12 0,-16 7 0,3-1 0,-1 1 16,14-7-16,-12 21 0,-1-2 0,1 0 16,12-19-16,0 0 0,-7 12 0,2-1 0,0 0 0,5-11 0,15 28 0,1 0 15,-2-2-15,-14-26 0,24 30 0,-3-3 16,1 1-16,-22-28 0,21 28 0,-2 0 16,1 0-16,-20-28 0,20 27 0,-3 1 15,1-2-15,-18-26 0,9 13 0,-1-1 16,1 1-16,-9-13 15,5 28-15,-1-1 0,0 1 0,-4-28 16,3 16-16,-2-1 0,0 1 0,-1-16 0,-9 16 16,0 0-16,-1 0 0,10-16 0,-7 9 0,1-2 0,2 1 15,4-8-15,-15 5 16,2-2-16,0-1 0,13-2 16,-9 2-16,2-1 0,0-1 15,7 0-15,-4 2 0,2-2 0,0 0 0,2 0 16,-21-12-16,0 1 0,0 2 0,21 9 15,-13-7-15,2 0 0,-1 1 0,7 4 0,0 0 0,2-1 16,3 3-16</inkml:trace>
  <inkml:trace contextRef="#ctx0" brushRef="#br0" timeOffset="151859.94">12700 6221 0,'0'0'0,"14"61"0,-9 1 0,-2-9 16,-2-5-16,5-5 16,5-8-1,-11-35-15,0 0 0,0 0 0,7 10 0,-3-1 16,0 0-16,-4-9 0,7 3 0,0 1 0,1 1 15,4-8-15,-2 1 0,1 2 0,-11 0 0,14-8 0,1 0 16,-1 1-16,-14 7 0,17-14 0,-1-1 0,1 1 16,-17 14-16,15-18 0,-1 0 0,-1 1 0,1-3 15,-2 1-15,0 0 16,-12 19-16,10-19 0,-1 2 0,-1 1 0,-8 16 0,5-13 0,1 1 0,-1-1 0,-1 7 16,-2-1-16,0 0 0,-2 7 0,2-3 15,-1-1-15,0 3 0,-1-2 0,0 3 0,0 0 0,0 0 16,-2 4-16,1 0 0,0 0 15,1-4-15,-2 11 0,1 2 0,0-2 16,-1 10-16,1-1 0,0 1 16,1-21-16,-2 23 0,0 0 0,-1 1 0,3-24 15,-3 23-15,1-2 0,0 2 0,1-1 16,0-1-16,0-1 0,1-20 16,-3 19-16,1-3 0,0 1 0,2-17 15,-3 8-15,1-1 0,0 1 0,4-16 0,-1 1 0,0 0 16</inkml:trace>
  <inkml:trace contextRef="#ctx0" brushRef="#br0" timeOffset="152338.542">13159 5849 0,'0'0'0,"0"0"0,0 0 16,0 0 0,6 73-16,0 13 15,-2 6 1,-4-92-16,0 0 0,0 0 0,-2 28 0,0 1 15,1 0-15,1-29 16,1 28-16,1-3 16,-1 2-16,-1-27 0,-1 27 0,1-1 15,0-1-15,-4-1 0,3-1 16,0 1-16,1-24 0,-2 18 0,2-1 0,0 2 16,0-19-16,-2 10 0,2 0 0,0 2 15,-2-7-15,2-1 0,0 2 16,0-6-16,2 0 0,-2 0 0,0 0 15,0 0-15,6-6 0,0 0 0,-1 0 16,7-7-16,-2 2 0,1-1 0,4-3 0,-1 1 0,-1 1 16,-13 13-16,15-12 0,-1 2 0,1 0 0,-15 10 0,15-9 15,1 1 1,-1 0-16,-1 5 0,-2 0 0,0 0 16,-12 3-16,15 0 0,-3 2 15,1-2-15,-13 0 0,11 5 0,-1 0 16,1-1-16,-5 9 0,0-2 0,0 1 0,-6-12 0,3 13 15,-1 0-15,1-1 0,-3-12 0,-2 13 0,2-1 0,0 1 16,0-13-16,-6 12 0,2 0 0,0-1 0,-6 0 16,-1-1-16,3-1 0,8-9 0,-11 7 0,0-1 0,1 0 0,10-6 15,-15 5-15,1-1 0,1-1 0,-6-3 0,1 0 0,1 0 0,17 0 16,-21-4-16,3 1 0,-1-2 0,19 5 0,-17-12 0,3 0 16,-1 1-16,6 1 0,1 1 0,-1 0 0</inkml:trace>
  <inkml:trace contextRef="#ctx0" brushRef="#br0" timeOffset="152529.789">13629 6246 0,'0'0'0,"0"0"0,0 0 0,15 64 16,-5 14 0,-1-2-16,-13-3 15,4-73-15,0 0 0,0 0 0,0 0 16,-3 23-16,1-1 0,0 0 0,-4-1 0,2 0 16,0 1-16,4-22 0,-6 21 0,1 0 0,0 1 15,-3-3-15,2-1 0,-1 1 0,7-19 16,-10 15-16,2 1 0,0-2 0,8-14 15,-14 11-15,2-2 0,-1 0 0,0-14 0,-1 2 16,1 0-16</inkml:trace>
  <inkml:trace contextRef="#ctx0" brushRef="#br0" timeOffset="152672.107">13544 6119 0,'0'0'0,"0"0"15,0 0-15,0 0 16</inkml:trace>
  <inkml:trace contextRef="#ctx0" brushRef="#br0" timeOffset="153076.308">13735 6394 0,'0'0'0,"0"0"0,0 0 16,0 0-16,0 0 16,68-2-1,-7-15-15,-61 17 0,0 0 16,0 0-16,0 0 0,15-12 16,1 0-16,-1 0 0,-3-1 15,-2 0-15,1 0 16,-11 13-16,10-14 0,-2 2 0,0-2 15,-8 14-15,6-10 0,-3-1 0,2-1 0,-2 2 16,-2 1-16,0 1 0,-1 8 16,-2-5-16,1 1 0,0-1 0,1 5 0,-7-4 0,1 3 15,1-2-15,-9 7 0,1 0 0,1 1 0,12-5 16,-13 9-16,0-1 0,1 1 16,-2 3-1,3 0-15,0 0 0,11-12 0,-12 15 16,2-2-16,0 1 0,10-14 0,-6 16 0,1-1 15,0 2-15,1-2 16,1 2-16,0-1 0,3-16 0,5 17 16,-2 0-16,0-1 0,-3-16 0,9 13 0,0-1 0,-1 0 0,11-8 15,-2 1-15,1-2 0,-5-2 0,1 0 16,-1-1-16</inkml:trace>
  <inkml:trace contextRef="#ctx0" brushRef="#br0" timeOffset="153269.497">14322 6113 0,'0'0'0,"0"0"0,0 0 16,-39 48-16,0 2 15,17 2-15,18-8 16,4-44-16,0 0 0,0 0 16,4 16-16,-1 0 0,0 1 0,-3-17 0,7 16 0,-2-1 15,0 0-15,8-1 0,-2-1 0,0-1 0,-11-12 0,19 9 16,0-1-16,-1-1 0,-18-7 16,24-1-16,0 1 0,0 0 15,-7-2-15,-1-2 0,-2 3 0</inkml:trace>
  <inkml:trace contextRef="#ctx0" brushRef="#br0" timeOffset="153452.228">14649 5782 0,'0'0'0,"0"0"0,0 0 16,-7 94-1,3 6-15,-1-1 16,8-4-1,-3-95-15,0 0 0,0 0 0,0 0 0,-1 32 0,1-1 0,0 0 16,-4-2-16,2-1 0,0 1 16,2-29-16,-4 25 0,0 0 0,1 0 15,3-25-15,-9 15 16,2 1-16,0-2 0,7-14 0,-8 2 0,1-1 16,0 0-16</inkml:trace>
  <inkml:trace contextRef="#ctx0" brushRef="#br0" timeOffset="153572.482">14518 6239 0,'0'0'0,"0"0"16,0 0-16,0 0 16,76-14-16,22-11 15,-9-6 1,-89 31-16,0 0 0</inkml:trace>
  <inkml:trace contextRef="#ctx0" brushRef="#br0" timeOffset="153911.66">15196 5664 0,'0'0'0,"0"0"15,0 0-15,-52 49 16,0 17-1,15 2-15,7 6 16,30-74-16,0 0 16,0 0-16,0 0 0,-10 28 0,2-1 0,0 1 15,8-28-15,2 34 0,-2 1 16,0-1 0,-2 0-16,2 1 0,0-1 0,0-34 15,1 36-15,-1 0 0,0 1 16,10-2-16,-2 0 0,1 1 0,-9-36 0,16 32 0,1 0 15,-1 0-15,3-9 0,0-3 0,-1 1 16</inkml:trace>
  <inkml:trace contextRef="#ctx0" brushRef="#br0" timeOffset="154445.574">15382 5991 0,'0'0'0,"0"0"15,0 0-15,-8 67 16,5 0 0,14-7-1,4-17-15,-15-43 16,0 0-16,0 0 0,0 0 16,6 11-16,0 0 0,0-1 15,8 0-15,-2-2 16,1 0-16,-13-8 0,17 3 0,1 1 15,-1-1-15,-17-3 0,19-2 0,-1-1 16,1 1-16,1-10 16,-3 1-16,1 1 0,-18 10 15,15-17-15,-1 2 16,-1-2-16,-13 17 0,14-15 0,-3-1 16,0 1-16,-1-2 0,-1 0 15,0 1-15,-9 16 0,5-14 16,2 0-16,-2 0 0,-5 14 0,4-9 0,-2 0 15,0 2-15,0 2 0,0-1 0,0 2 0,-2 4 16,0-1-16,0-1 0,0 1 0,0 1 16,-1 3-16,1 0 0,0-1 0,-6 9 15,1-2-15,0 1 0,5-10 0,-5 18 0,0-1 0,1 0 16,4-17-16,-3 22 0,1-1 0,0 2 16,0 4-16,0 1 0,0 0 0,2-28 0,-4 33 0,1 1 0,0-2 15,3-32-15,-7 32 0,3 1 0,0-1 0,2-3 16,2 1-16,0-3 0,0-27 0,-3 25 0,0-2 0,2 0 0,1-23 0,-5 21 0,-1-1 0,1 0 0,-1-4 15,1-2-15,0 1 0,5-15 0,-6 10 0,0 1 0,1-2 0,5-9 0,-6 7 0,0-1 0,0 1 0,1-5 0,1-1 16,-1 1-16,5-2 0,-1-2 0,-1 2 0,0-1 0,1-5 0,1 2 16,0-1-16,0 5 0,-1-10 0,1 1 0,0 0 0,0 9 0,3-14 0,-1 2 15,0-1-15,-2 13 0,12-17 0,-2 1 0,0 0 0,0 5 0,-2 0 0,0 2 0,-3 3 16,-1 1-16,0 0 0</inkml:trace>
  <inkml:trace contextRef="#ctx0" brushRef="#br0" timeOffset="154679.537">15962 5588 0,'0'0'0,"53"61"0,28 34 16,-30-3 0,-26 16-16,-17-2 15,-13 0-15,5-106 0,0 0 16,0 0-16,0 0 0,-11 36 0,1 0 0,1 0 0,-8 0 15,4-3-15,-1 3 16,-10-2-16,1-2 0,0 2 0,-1-6 16,1-1-16,0 0 0,23-27 0,-19 18 0,2-2 15,-1 1-15</inkml:trace>
  <inkml:trace contextRef="#ctx0" brushRef="#br0" timeOffset="155032.016">16852 6015 0,'0'0'0,"0"0"16,1 68-16,-12 6 15,-8-7-15,-4 3 16,2-13 0,21-57 15,0 0-31,0 0 16,-9 18-16,1 0 0,0-1 15,8-17-15,-8 15 16,0-1-16,1 1 0,-2-5 0,0 1 15,3-2-15,6-9 0,-5 3 16,1-1-16,0 0 0</inkml:trace>
  <inkml:trace contextRef="#ctx0" brushRef="#br0" timeOffset="155203.657">16883 6063 0,'0'0'0,"0"0"0,0 0 0,26-55 16,-5 16-16,-11 17 16,-7 14-16,4 15 15,-7-7-15,0 0 0,0 0 0,4 7 16,-2-3-16,0 2 0,-2-6 0,7 9 0,-3 1 15,0-1-15,2 6 0,-2 0 0,0 0 0,-4-15 16,9 24-16,-2-1 0,0 0 0,0 0 0,1 1 0,-1 0 16,-7-24-16,8 25 0,-2-1 0,0 0 15,0 5-15,-3-2 0,0 0 0,-3-27 0,0 27 0,0 1 16,0-2-16,0-26 0,-4 15 0,2-1 0,0 0 16</inkml:trace>
  <inkml:trace contextRef="#ctx0" brushRef="#br0" timeOffset="157066.23">17405 5426 0,'0'0'15,"0"0"-15,0 0 0,0 0 16,0 0-1,26 55-15,-10-24 16,-11 56 0,-5-87-16,0 0 0,0 0 0,0 0 0,0 0 15,-7 32-15,2-2 0,0 0 16,5-30-16,-7 34 0,-1-2 16,1 0-16,7-32 0,-4 34 0,0 0 15,0 0-15,4-34 0,-5 35 0,2 0 0,-1-1 0,4-34 16,-3 38-16,0-2 0,0 1 0,3-37 15,-2 34-15,2 2 0,0-1 0,0-35 0,-3 33 0,0 0 0,0 0 16,3-33-16,-2 15 0,1 1 16,0 0-16,1-16 0,-6 26 0,3-1 0,0 2 15,0-12-15,1-1 0,0 0 16,2-14-16,-2 5 16,2 0-16,0 1 0,0-6 0,-1 1 0,1 1 0,0-1 0,0-1 15,0 2-15,0-2 0,0 1 0,0-1 0,0 0 0,0 0 16,0 0-16,2 5 0,-1-3 0,0 2 0,-1-4 15,2 2-15,-2 0 0,0 1 0,0-3 0,9-6 0,0 1 0,-1 0 16,-8 5-16,5-3 0,0-1 0,0 2 16,15-10-16,-2 2 0,-1-2 0,-17 12 15,12-6-15,-2 0 0,0-1 0,-10 7 16,20-4-16,0-1 0,-2 0 16,-18 5-16,0 0 0,14-2 0,-4 0 0,0-1 0,-10 3 15,12 3-15,-2 0 0,0 0 0,-10-3 16,5 3-16,1-2 0,-1 1 0,-5-2 0,3 2 0,-1-1 0,0 0 0,-2-1 0,7 9 15,1-1-15,-1 0 16,-7-8-16,5 5 0,-2 0 16,0-1-16,-3-4 0,3 3 0,-2-1 15,0 0-15,-1-2 0,9-2 0,-1 2 0,0-1 0,-3 0 0,-1 1 16,1 0-16,-5 0 0</inkml:trace>
  <inkml:trace contextRef="#ctx0" brushRef="#br0" timeOffset="157212.895">17876 6169 0,'0'0'0,"0"0"0,0 0 15,11 58-15,-6 4 16,-4-5 0,-6-5-16,5-52 0,0 0 15,0 0-15,-1 19 0,0 1 0,0 0 16,1-20-16,-2 17 0,1-2 0,0 2 0,-1-7 16,2 0-16,-1-1 0,0-3 0,1-3 0,0 2 0</inkml:trace>
  <inkml:trace contextRef="#ctx0" brushRef="#br0" timeOffset="157363.796">17811 5941 0,'0'0'0,"0"0"0,0 0 16,0 0-16,0 0 15</inkml:trace>
  <inkml:trace contextRef="#ctx0" brushRef="#br0" timeOffset="157723.867">18020 5616 0,'0'0'0,"0"0"0,0 0 15,11 67-15,3 10 32,-13-2-32,3 4 0,-4-79 15,0 0-15,0 0 16,-1 26-16,1 2 0,0-1 16,0-27-16,1 26 15,0 0-15,0 0 0,-1-26 16,5 33-16,-2-1 0,0-1 0,-2 2 15,-1-2-15,0 2 0,0-33 16,0 29-16,0 0 16,0 0-16,0-29 0,-5 26 0,2 1 15,0-1-15,-1-4 0,1 0 16,0-1-16,3-21 16,-4 10-16,-1 0 0,1-1 0,1-4 15,0-3-15,0 0 0</inkml:trace>
  <inkml:trace contextRef="#ctx0" brushRef="#br0" timeOffset="157914.638">18286 6046 0,'0'0'0,"0"0"15,0 0-15,0 0 16,0 0-16,-71 4 16,9 0-16,14 6 15,48-10-15,0 0 0,0 0 0,0 0 0,-13 5 16,3-2-16,0 0 0,10-3 0,-8 6 0,1-2 16,0 1-16,0 5 0,1-3 0,1 1 0,3 2 15,0 1-15,0-2 0,2-9 0,4 13 0,-2-2 0,0 1 16,-2-12-16,10 15 0,-3 0 0,0 0 0,7 0 15,-1 2-15,0 0 0,-13-17 0,19 16 0,0 1 16,-1 0-16,-4-6 0,-2-1 0,1 1 0,-6-5 16,-2-1-16,0-1 0,-2-1 0,-1-3 0,0 1 15</inkml:trace>
  <inkml:trace contextRef="#ctx0" brushRef="#br0" timeOffset="158279.693">18395 6274 0,'0'0'0,"0"0"0,0 0 15,79-24 1,-7-2-16,-16-4 16,-12-6-1,-44 36-15,0 0 0,0 0 0,0 0 0,13-12 16,-2 2-16,0-1 0,-11 11 15,10-10-15,-3 1 0,0-2 16,-7 11-16,3-10 0,-2 0 0,0-1 0,-6 1 16,0 1-16,0 0 0,-6 2 0,2 1 15,0-1-15,9 7 0,-14-2 0,1 1 0,0-1 0,2 2 0,2 0 16,0 0-16,-9 7 0,2-3 0,-1 2 0,17-6 0,-19 7 0,3 1 16,-1-1-16,17-7 0,-15 13 0,-1-1 0,1-2 0,15-10 15,-12 18-15,1-1 0,-1 1 16,9 2-16,-2 0 0,1 1 0,4-21 0,1 20 0,-1 0 15,0-1-15,7 0 0,-3-1 0,2 0 0,-6-18 0,11 19 0,0-1 0,-1 1 16,11-7-16,-3-2 0,1 2 0,-19-12 0,25 1 16,-1-1-16,1 0 0</inkml:trace>
  <inkml:trace contextRef="#ctx0" brushRef="#br0" timeOffset="158595.932">19011 5989 0,'0'0'0,"0"0"0,0 0 0,0 0 16,0 0-16,0 0 16,0 0-1,-40 40-15,40-40 0,0 0 16,0 0-16,0 0 0,-5 17 0,2-1 0,-1 0 0,10 1 16,-1 0-16,0-1 0,-5-16 0,11 17 15,-1 2-15,-1-1 0,1-1 16,1-2-16,-1 2 0,-10-17 15,4 18-15,-1-3 0,0 2 0,-1-8 0,-2 2 16,0-1-16,-11 5 0,2 0 0,-1 1 16,10-16-16,-14 16 0,-1-1 15,1 0-15,-7-5 0,3-1 16,-2 1-16,20-10 0,-20 1 16,2 1-16,-1 1 0,4-10 0,1 1 15,1-2-15</inkml:trace>
  <inkml:trace contextRef="#ctx0" brushRef="#br0" timeOffset="158977.116">19700 5202 0,'0'0'0,"0"0"0,0 0 0,0 0 0,0 0 15,-63 66-15,-12 10 16,1 18 0,74-94-16,0 0 0,0 0 15,-24 37-15,2-1 0,0 0 16,22-36-16,-17 34 0,0-1 16,1-1-16,1 5 15,2-1-15,-1-1 0,5 5 16,1 1-16,0-2 0,10 4 15,0 0-15,0 0 0,-2-43 0,4 41 16,-1-2-16,2 2 0,4-1 16,0 2-16,-1-2 0,6 0 15,0 0-15,-1 0 0,9-2 16,-2-1-16,-1 0 0,7-2 0,-2-1 0,0 0 0,3-7 16,-3-2-16,1 2 0,-25-27 0,26 16 0,-1-1 0,0 2 15,-25-17-15,23 4 0,0 0 0,0 1 0</inkml:trace>
  <inkml:trace contextRef="#ctx0" brushRef="#br0" timeOffset="159165.722">19823 5817 0,'0'0'0,"0"0"0,0 0 0,0 0 16,7 74-1,-4 11 1,-3-5-16,0-80 0,0 0 0,0 0 15,1 22-15,-1 1 0,0 0 0,-1-2 16,1 1-16,0 0 0,0-22 0,-3 21 0,1 0 0,0-1 0,-6-3 16,2-2-16,0 2 0,6-17 0,-7 6 0,-1-1 0,1 0 15</inkml:trace>
  <inkml:trace contextRef="#ctx0" brushRef="#br0" timeOffset="159445.993">19805 5719 0,'0'0'0,"0"0"15,49-26-15,2 14 16,-5 17 0,-4 12-16,-1 18 15,-41-35-15,0 0 0,0 0 0,13 18 0,-2-1 16,0-1-16,-11-16 0,10 23 0,-3-2 15,0 0-15,-7-21 0,6 29 0,1-2 0,-1 1 16,-3 6-16,-1 0 0,0 0 0,-2-34 16,0 35-16,0-2 0,0 3 0,-2-4 0,0 0 15,-1 1-15,3-33 0,-4 33 0,0-1 0,-1-2 16,5-30-16,-5 27 0,0-1 0,0 1 0,-1-8 0,1-1 0,-1 1 16</inkml:trace>
  <inkml:trace contextRef="#ctx0" brushRef="#br0" timeOffset="159624.782">19909 6090 0,'0'0'0,"0"0"16,0 0-16,77-33 15,11-6-15,-35 14 16</inkml:trace>
  <inkml:trace contextRef="#ctx0" brushRef="#br0" timeOffset="159869.641">20373 5694 0,'0'0'0,"0"0"16,0 0-16,0 0 16,0 0-1,0 0-15,16 71 16,-16-71-16,0 0 0,0 0 0,5 17 15,-2 1-15,0-2 0,1 13 0,-1 1 16,1-2-16,0 2 0,-2 2 0,0 0 0,-2-32 16,3 31-16,0-1 0,0 2 15,-2 3-15,0 0 0,-1-1 0,0-34 16,0 33-16,0-2 0,0 2 0,0-33 0,-4 28 16,0-2-16,0-1 0,-2-10 15,1 1 1,1-1-16,4-15 0,-3 4 0,1 1 0,0-3 15</inkml:trace>
  <inkml:trace contextRef="#ctx0" brushRef="#br0" timeOffset="160013.148">20526 6131 0,'0'0'0,"0"0"0,0 0 0,0 0 16,15 57 0,-11-3-1,-11-14-15,7-40 16,0 0-16,0 0 0,-4 7 0,-1-1 0,1 0 0,4-6 15,-4-2-15,0 0 0,-1 0 0</inkml:trace>
  <inkml:trace contextRef="#ctx0" brushRef="#br0" timeOffset="160168.671">20556 5806 0,'0'0'0,"0"0"0,0 0 0,0 0 0,0 0 16</inkml:trace>
  <inkml:trace contextRef="#ctx0" brushRef="#br0" timeOffset="160620.387">20714 5839 0,'0'0'0,"0"0"0,0 0 0,0 0 0,0 0 0,-19 64 16,-2 2-16,8-6 15,13-60-15,0 0 0,0 0 0,-4 21 16,1-3-16,1 1 0,2-19 16,2 20-16,1 0 15,-1-1-15,-2-19 0,7 18 0,-2-1 16,0 1-16,5-1 0,1-1 0,-1 1 0,-2-8 0,0 1 15,1 0-15,-9-10 0,21 3 0,-2-1 0,1 3 16,4-10-16,-1 4 0,1 0 0,-24 1 0,21-6 16,0 0-16,-1 0 0,0-7 0,-2 0 15,1 1-15,-19 12 0,16-19 0,-1-1 16,1 3-16,-4-4 16,1 1-16,0 0 0,-13 20 0,7-17 0,0 1 15,1-2-15,-8 18 0,5-13 0,-2 0 0,0 0 0,-7 2 16,2 2-16,0 0 0,2 9 0,-10-6 0,3 1 0,-1-2 0,-7 6 0,1 0 0,-1-1 0,15 2 15,-16 4-15,1 0 0,1 0 0,14-4 0,-17 4 0,2 2 0,-1-1 16,3 2-16,2 0 0,-1-1 0,12-6 0,-7 11 0,1-3 0,0 2 16,5 0-16,0-1 0,-1 1 0,2-10 0,4 9 0,-1-1 0,0 0 15,-3-8-15,9 10 0,-1-1 0,1 2 0,5-2 0,0-1 0,-1 0 0,-13-8 16,23 8-16,-1-3 0,0 2 0,4-3 0,-1-2 16,-1 1-16,-24-3 0,21 2 0,0-2 15,0 2-15,-8-2 0,-2 1 0,1-1 0,-5 0 0,-3 0 16,2 0-16,-4 0 0,1 0 0,-1 0 0</inkml:trace>
  <inkml:trace contextRef="#ctx0" brushRef="#br0" timeOffset="161067.318">21424 6176 0,'0'0'0,"0"0"0,22 77 16,-12 3 0,-26-9-16,-39-13 15,-28-20-15,83-38 16,0 0-16,0 0 0</inkml:trace>
  <inkml:trace contextRef="#ctx0" brushRef="#br0" timeOffset="162199.052">21726 5641 0,'0'0'0,"0"0"0,0 0 0,0 0 15,-10 53 1,4-21-16,-10 46 16,16-78-1,0 0-15,0 0 0,0 0 0,0 0 0,-3 15 0,0-1 0,0 0 0,3-14 16,1 23-16,-1 0 0,0 0 0,0-23 0,1 13 15,-1-3-15,0 2 16,7 2-16,0 0 16,1-2-16,-8-12 0,5 7 15,-1-1-15,0 1 0,-2-4 16,-1-1-16,0 1 0,-1-3 0,22-3 0,-2 1 16,-1 1-16,-19 1 0,26-10 15,-2 1-15,2-2 0,-26 11 16,22-17-16,1 1 0,0-2 0,-23 18 15,12-10-15,-1 2 0,-1 0 0,-10 8 16,15-25-16,0 1 0,-1 0 16,-14 24-16,9-14 0,-1 1 0,0 1 15,-2-7-15,1 0 0,-1-1 16,-6 20-16,4-10 16,-2 0-16,0 1 0,-2 9 0,1-6 0,0 3 0,0-1 15,-1 4-15,1-1 0,-1-1 0,0 1 0,0 1 0,1-1 16,-1 1-16,0 0 0,-4 6 0,0 0 0,-1 1 0,5-7 0,-2 4 0,0-1 15,0 1-15,2-4 0,-2 31 0,1-2 0,-1 0 0,4 8 0,-1-1 0,0-3 16,-1-33-16,-1 42 0,0-4 0,-1 1 0,2-39 0,2 39 0,-2-1 0,0 2 0,0-40 0,0 47 0,0 0 0,0 0 0,0-47 16,-3 47-16,2-2 0,0 3 0,1-48 0,-1 21 0,0 2 0,0-2 0,1-21 0,-9 12 0,4 1 0,-1-1 0,6-12 15,-6 5-15,3 1 0,0-3 0,3-3 0,-3 3 0,2-2 0,0 1 0,1-2 0,-13-2 0,1 2 0,1 0 0,11 0 16,-7-1-16,-1 1 0,1 0 0,-10-12 16,0 1-16,1-2 0,16 13 0,-10-6 15,1-1-15,0 0 0,9 7 0,-11-13 16,1 1-16,0-1 0,4 5 0,1 1 0,0-1 0,5 8 0,5-26 15,-2-2-15,1 2 0,-4 26 0,4-17 0,-2 1 16,0 0-16,-2 16 0,23-30 0,-2 0 16,1 0-16,4-3 15,-2 0-15,-1 0 0,-23 33 0,0 0 0,13-15 16,-2-2-16,0 0 0</inkml:trace>
  <inkml:trace contextRef="#ctx0" brushRef="#br0" timeOffset="162391.819">22180 5325 0,'0'0'0,"0"0"0,55 29 16,-22-12-16,35 56 0,2 47 0,-44 6 16,-26-126-16,0 0 0,0 0 0,0 0 15,-6 46-15,0 0 0,0-2 0,6-44 0,-20 53 16,1 0-16,1 0 0,-17 0 0,2-1 0,-1 0 15,34-52-15,-39 41 0,0 1 16,0-1-16</inkml:trace>
  <inkml:trace contextRef="#ctx0" brushRef="#br0" timeOffset="172761.252">315 7988 0,'0'0'0,"0"0"0,0 0 0,0 0 16,26-49-16,-11 20 15,-5 17 1,-10 12-16,0 0 0,0 0 0,0 0 0,2-2 16,-2 2-16,0-2 0,2-7 0,-1-1 0,0 1 15,-1 9-15,3-6 0,-3 0 0,1 2 0,-1 4 16,-16 1-16,3 1 0,-2-1 0,5 0 16,1 1-16,1 0 0,8-2 15,-21 12-15,1 1 0,1-1 0,19-12 0,-13 7 0,3 0 16,0 2-16,-6 11 0,3 0 0,-1 0 0,14-20 0,-7 14 0,0-3 0,0 0 15,7-11-15,3 25 0,0 0 0,0 0 0,11 0 0,-2 0 16,-1-1-16,-11-24 0,18 24 0,-2-2 16,1 1-16,-17-23 15,9 11-15,-1 1 0,2-2 0,6 16 16,0 0-16,-1-1 0,-15-25 0,9 15 16,0 0-16,-1-1 0,-8-14 0,4 28 0,1 0 15,-2 0-15,-1-14 0,1 2 16,-1-1-16,-2-15 0,-10 24 0,1 0 0,1-2 15,8-22-15,-5 14 0,-1-1 16,2-3-16,4-10 16,-22 15-16,1 0 0,0-2 15,10-6-15,-1-1 0,0 2 16,12-8-16,-29 3 0,2 1 0,1 0 0,26-4 0,-16 0 0,0 2 16,1-2-16,-6-14 0,3 1 0,-3 0 15,21 13-15,-8-25 16,-1 1-16,1-1 0,4 12 0,3 0 15,-1 0-15,2 13 0,-2-6 0,2 2 0,0-1 0</inkml:trace>
  <inkml:trace contextRef="#ctx0" brushRef="#br0" timeOffset="172898.93">560 7971 0,'0'0'0,"0"0"0,0 0 0,0 0 16,0 0-16,27 45 15,-6 14 1,-16 7-16,-5-66 0,0 0 0,0 0 0,0 0 16,2 23-16,-1-2 0,0 3 0,2-1 0,-1 2 15,-2-1-15,0 2 0,0 0 0,0-1 0,0 1 16,0-1-16,0 0 0,0-25 0,0 23 0,0 1 15,0-1-15,-2 2 0,2 0 0,0 0 0,2-6 16,-2 1-16,0 0 0,2-10 0,-2 2 0,0-1 16</inkml:trace>
  <inkml:trace contextRef="#ctx0" brushRef="#br0" timeOffset="173093.274">608 8407 0,'0'0'16,"0"0"-16,0 0 0,78-13 15,12 1 1,-8 1-16,-15-5 16,-67 16-16,0 0 0,0 0 0,0 0 0</inkml:trace>
  <inkml:trace contextRef="#ctx0" brushRef="#br0" timeOffset="173501.177">1031 8479 0,'0'0'0,"0"0"0,0 0 0,0 0 15,0 0-15,59 6 16,-1-8-1,-3-16-15,-55 18 0,0 0 16,0 0-16,0 0 0,13-10 0,2 3 16,-1-1-16,-3-3 15,0 1-15,-2 1 0,1-3 16,-5 0-16,1 1 16,-6 11-16,3-11 15,-1 0-15,0-1 0,-6 4 0,1 0 16,0 1-16,-5 0 0,-2 0 0,1 0 0,9 7 15,-14-5-15,3 1 0,-1 0 0,-2 5 0,1 0 16,-1-1-16,14 0 0,-17 5 0,4 0 16,-2-3-16,0 7 0,2-1 15,0 0-15,0 4 0,2-1 0,-1 1 16,4 2-16,1-1 0,-2 2 16,9-15-16,-7 18 0,3-1 0,1 1 0,5 0 15,-2 0-15,1 0 0,8 1 0,-4-2 0,1 0 16,-6-17-16,12 15 0,0 0 0,-1-1 0,9-7 0,-5 1 0,2-2 0,6-8 15,-3 0-15,1 0 0,-6-2 0,0 0 0,-3 2 0,-4-2 0,-1 3 0,0-2 0</inkml:trace>
  <inkml:trace contextRef="#ctx0" brushRef="#br0" timeOffset="173651.305">1556 8348 0,'0'0'0,"0"0"0,0 0 16,-6 60-16,0 21 15,-1 3-15,-4 8 16,0 3 0,11-95-16,0 0 0,0 0 0,-7 29 15,2-1-15,-1 1 0,-1-3 16,2-1-16,0 1 0,1-9 0,1 0 15,1-1-15,2-16 0,-3 6 0,-1-2 0,3 0 0,1-10 16,0 1-16,0 0 0</inkml:trace>
  <inkml:trace contextRef="#ctx0" brushRef="#br0" timeOffset="173899.402">1490 8397 0,'0'0'0,"0"0"15,0 0-15,0 0 16,0 0-16,55-25 15,19 18 1,-6 15-16,-68-8 16,0 0-16,0 0 15,18 7-15,0 0 0,-1 0 0,-17-7 16,14 10-16,-2-1 16,2 1-16,-5 1 15,-3 1-15,1-2 0,-7-10 0,2 12 0,-1-2 16,0 1-16,-7 0 0,0-1 0,1 1 0,5-11 0,-15 8 0,2 1 0,0-1 0,-8 0 0,2-2 15,1 2-15,-5-5 0,1-2 0,1 0 0,21-1 0,-18-5 0,1 1 16,2-2-16,4 1 0,3-1 0,-1 1 0</inkml:trace>
  <inkml:trace contextRef="#ctx0" brushRef="#br0" timeOffset="174194.588">2083 8186 0,'0'0'0,"0"0"0,0 0 16,63-21-1,3 11-15,-5 23 16,-15 20-16,-18 10 16,-28-43-16,0 0 0,0 0 0,4 10 15,1 1-15,-2-3 16,1-2-16,-3-1 0,0-1 16,-14 15-16,3 0 15,-1 1-15,11-20 0,-16 19 0,1 0 0,1 0 16,-3-5-16,2 0 15,1 1-15,14-15 0,-16 9 0,3 1 0,0 1 16,2-2-16,0 0 0,1 0 0,10-9 0,-7 7 0,1-2 0,-1-1 0,4 0 0,0-1 0,1-1 0,1-1 16,0 1-16,0-1 0,1-1 0,3 3 0,0-1 0,0 1 0,10 1 0,-2 0 0,1 1 15,-12-5-15,19 4 0,1-1 0,1 1 0,6-3 0,1-1 0,1 0 0,-29 0 16,30-5-16,0 1 0,0 0 0,-4-4 0,0-1 0,0 2 0,-26 7 16</inkml:trace>
  <inkml:trace contextRef="#ctx0" brushRef="#br0" timeOffset="174348.381">2737 8465 0,'0'0'0,"0"0"0,77-9 16,17 1-16,2-1 16,-5-7-1,-27-3-15</inkml:trace>
  <inkml:trace contextRef="#ctx0" brushRef="#br0" timeOffset="181037.103">4089 8319 0,'0'0'0,"0"0"0,0 0 0,0 0 16,0 0-16,0 0 16,0 0-1,6-56-15,-6 56 16,0 0-16,0 0 0,1-12 0,0 1 0,0-1 0,-1 12 15,2-5-15,-2 1 0,0 0 0,0 4 0,-17-2 16,1 1-16,1-1 0,15 2 16,-11 0-16,3 0 0,-2-1 0,10 1 15,-24 12-15,-1-4 0,0 3 16,25-11-16,-15 7 0,2-1 0,-1 0 16,-8 11-16,3 1 0,-1-2 0,20-16 15,-11 11-15,1-3 0,0 2 0,10-10 16,-1 18-16,1-2 0,-2 2 0,2-18 0,2 9 15,-2 1-15,0-1 0,23 7 0,0-1 0,-1 1 0,-22-16 0,16 9 0,-3-1 0,0 0 0,-13-8 0,27 19 0,0-1 16,1 0-16,-28-18 0,14 10 0,1-1 0,-1 1 0,4 12 0,1 0 0,0 0 16,-19-22-16,10 12 0,1 0 0,-1-1 15,-10-11-15,2 22 0,-1-3 0,0 1 0,-1-20 16,0 11-16,0 0 0,0-1 0,-21 5 16,-1-2-16,0 1 0,22-14 0,-29 10 0,1-2 0,-1 0 0,29-8 0,-29 3 15,-1-2-15,0 1 0,30-2 0,-15 0 16,0 0-16,1 0 0,-14-7 0,0 2 0,0 0 0,28 5 15,-16-5-15,1 2 0,1 0 0,4-19 0,2 2 16,0 0-16,3 7 0,2 1 0,0 0 0,3 12 16,0 0-16,18-40 0,1 2 0,-1 0 0</inkml:trace>
  <inkml:trace contextRef="#ctx0" brushRef="#br0" timeOffset="181263.208">4441 8219 0,'0'0'0,"0"0"0,0 0 16,0 0 0,18 88-16,-5 1 15,-3-6-15,-10-83 16,0 0-16,0 0 0,0 0 0,3 25 0,-2 2 0,1-1 16,0-1-16,-1-1 0,0 0 0,0 0 0,-1-1 15,0 0-15,0-23 0,0 23 0,0-2 0,0 0 16,-4-1-16,0-2 0,1 1 0,3-19 0,-5 9 15,2 1-15,0-1 0,-1-5 0,3-1 0,-1 0 16</inkml:trace>
  <inkml:trace contextRef="#ctx0" brushRef="#br0" timeOffset="181782.03">4320 8635 0,'0'0'0,"0"0"15,0 0-15,0 0 16,0 0-1,82-26-15,9-2 16,-91 28-16,0 0 16,0 0-16,0 0 0,0 0 0,29-9 0,0 2 15,-1-2-15,-2 0 0,-1 0 16,0 0-16,-25 9 16,22-8-16,-3 0 0,1 0 15,-7 4-15,0-1 0,-1-1 16,-12 6-16,8-2 0,-1-1 0,-1 3 15,-3-3-15,-1 3 0,0-1 0,-2 1 0,2-2 0,-2 2 0,0 0 0,0 4 0,0-1 0,0 1 16,0-4-16,-2 10 0,2 0 0,0-1 0,-2 6 0,1-3 0,0-1 0,1-11 0,-3 16 0,1 0 0,0-1 0,-1 2 0,2 0 0,0-1 0,1-16 0,2 17 16,-2-3-16,0 2 0,4-1 0,-1 1 0,0-1 15,-3-15-15,5 13 0,0 0 0,0 1 0,5-4 16,-2-2-16,0 2 0,-8-10 0,15 2 0,-3-1 16,1 2-16,3-9 0,0 3 0,-1 0 0,-15 3 15,17-11-15,-3 3 0,1-3 0,-3-2 0,0 0 16,1 0-16,-13 13 0,10-17 0,0 1 0,1-1 0,-5-2 15,1 1-15,-1 0 0,-6 18 0,6-16 0,-5 1 16,1 1-16,0 3 0,-2 0 0,0 1 0,0 10 0,1-7 16,-1 2-16,0-1 0,1 1 15,-1 2-15,0 0 0,0 3 0,-1 2 0,1-1 0,0-1 16,-1 6-16,1 0 0,0 0 0,0-6 0,2 14 0,-2-2 16,0 2-16,3 4 0,-2 0 0,0 0 0,-1-18 15,6 21-15,-1-1 0,1 2 0,-2 0 0,1 0 16,-1-1-16,1 1 0,-1-1 0,0 1 0,-4-22 15,4 20-15,-4-2 0,2 1 0,-2-4 0,0-1 16,0 0-16,0-14 0,3 3 0,-2 1 0,1-1 0,1-3 16,-2 0-16,0 0 0</inkml:trace>
  <inkml:trace contextRef="#ctx0" brushRef="#br0" timeOffset="183019.373">5474 8072 0,'0'0'0,"0"0"0,0 0 0,0 0 16,40 54-16,-17-21 15,0 55 1,-23-88-16,0 0 0,0 0 0,6 18 0,-2-1 15,0-1-15,-4-16 0,-2 33 16,1-2-16,0 0 0,1-31 16,-1 17-16,0 1 0,0-2 15,1-16-15,2 32 0,-1-1 0,0 0 0,-1-31 0,2 16 0,-1 1 0,0 0 0,1 10 16,0-1-16,0 1 0,-2-27 0,0 15 0,2 0 0,-1-1 0,-1-14 0,2 6 0,-2-1 16,0 1-16,0-6 0,0 1 0,0 1 15,0 0-15,0-1 0,0-1 0,0 0 0,0 0 0,0 0 0,0 0 16,0 0-16,4 5 0,-1-4 0,1 1 15,-1 1-15,-2-2 0,0 0 0,-1-1 16,-2-12-16,0 2 16,-1-1-16,3 11 0,-3-6 0,2-1 0,0 1 0,-1-6 15,1 1-15,0 0 0,1 11 0,-2-7 16,2 0-16,0 2 0,0 5 0,-18-5 0,-1 0 0,0 1 0,19 4 16,-11-3-16,1 0 0,-1 2 0,-14 7 0,1-3 0,-1 1 15,25-4-15,-14 5 0,0-2 0,0 0 0,14-3 16,-17 8-16,1 2 0,1-1 0,15-9 15,-9 5-15,0 1 0,1-1 0,8-5 0,-4 11 0,0-1 16,0 2-16,4-12 0,-3 6 0,1 0 0,2 0 16,8 4-16,-1 0 0,0 1 0,-7-11 15,5 6-15,0-1 0,-1 0 0,-4-5 16,21 6-16,-1-2 0,0 0 16,-20-4-16,12 3 0,-1-1 0,1 1 15,25-12-15,-2 1 0,0 1 0,-35 7 16,34-13-16,-2 1 0,0 0 0,-15 5 15,-3 1-15,1 1 0</inkml:trace>
  <inkml:trace contextRef="#ctx0" brushRef="#br0" timeOffset="183291.877">5874 8682 0,'0'0'0,"0"0"0,0 0 16,0 0-16,0 0 16,0 0-16,58-42 15,-2-2 1,-56 44-16,0 0 0,0 0 0,15-14 0,-1 3 0,1-1 15,-15 12-15,9-9 0,0 0 0,1 2 0,-6 0 16,0 1-16,0 1 0,-4 5 0,-5-6 0,2 3 16,0-1-16,-9-1 0,3 1 0,0 0 15,9 4-15,-14 0 0,1 0 0,-1 0 16,-4 4-16,1-1 0,1 1 0,16-4 0,-19 6 0,2 0 0,1-1 16,-1 3-16,2 0 0,-1-1 0,16-7 0,-12 11 0,0 1 15,-1-3-15,5 6 0,2-2 0,0 1 16,6-14-16,-5 15 0,2 2 0,0-1 0,5 0 0,0-1 15,0 1-15,11 0 0,-1-1 0,1 0 0,-13-15 0,21 9 16,-1-1-16,0 1 0,7-7 0,-1-1 16,0 1-16,-6-4 0,-3 1 0,1 1 0</inkml:trace>
  <inkml:trace contextRef="#ctx0" brushRef="#br0" timeOffset="183712.708">6270 8504 0,'0'0'0,"0"0"0,0 0 15,0 0-15,0 0 16,1 78-16,-6-6 16,5-72-16,0 0 15,0 0-15,0 0 0,-2 19 0,2-1 0,0 0 0,-2-6 0,1-1 16,0-1-16,1-10 0,-2 6 0,0 2 0,0-1 0,-1-4 16,2 0-16,-1 0 0,2-3 0,0 1 0,-1 1 15,0-1-15,2-2 0,-1-1 0,0 2 0,0 0 16,1-7-16,-1 0 0,2 0 0,1-5 0,0-2 15,0 3-15,-3 11 0,7-19 0,-1 1 0,1 0 0,3-2 16,0 1-16,1-1 0,-11 20 0,10-16 16,0 0-16,1 1 0,-11 15 0,10-11 0,-2 2 0,1 0 15,0 3-15,0 2 0,0-1 0,-9 5 0,11-1 16,-3-1-16,0 0 0,3 10 0,1-2 0,-1 1 0,-11-7 16,10 13-16,-1-1 0,0 1 0,0 5 15,-2 0-15,0 1 0,-7-19 0,6 22 0,0 2 0,1-2 16,-4 4-16,-1-1 0,0 0 0,-2-25 0,-2 24 15,1-1-15,0-1 0,-3-3 0,0-2 0,-1 1 16,5-18-16,-8 15 0,2 0 0,0-1 0,6-14 16,-8 7-16,2 2 0,0-4 0,1-10 15,0 1-15,0 0 0,3-13 0,2 0 16,-2 2-16,2 15 0,6-26 0,-2 2 16,0 0-16</inkml:trace>
  <inkml:trace contextRef="#ctx0" brushRef="#br0" timeOffset="183896.335">6769 8185 0,'0'0'0,"0"0"0,0 0 15,22 50-15,-1 19 16,-12 17 0,1 1-16,-10-87 0,0 0 15,0 0-15,-2 27 0,0 1 0,1-1 0,-2-1 16,1-2-16,0 1 0,2-25 0,-4 24 15,2-1-15,0 0 0,-2-4 0,0-2 0,0 1 0,4-18 0,-4 7 0,2 1 16,0-1-16</inkml:trace>
  <inkml:trace contextRef="#ctx0" brushRef="#br0" timeOffset="184046.09">6663 8576 0,'0'0'0,"0"0"0,0 0 0,57 0 15,24 3 1,16-3-16,2-14 16,-11-10-16,-88 24 0,0 0 0,0 0 15,28-12-15,-1 0 0,-1-1 0</inkml:trace>
  <inkml:trace contextRef="#ctx0" brushRef="#br0" timeOffset="184277.749">7561 8121 0,'0'0'0,"0"0"15,0 0 1,0 0-16,0 0 16,-72-6-16,1 29 15,71-23-15,0 0 0,0 0 16,0 0-16,-23 18 0,1 1 0,0-1 0,6 7 0,1-2 16,1 1-16,14-24 0,-13 31 0,-1-1 15,1 1-15,4 2 0,3 0 0,0-1 0,6-32 0,-1 37 16,1-1-16,0 1 0,7 1 0,-1-1 0,1-1 15,6 1-15,-1-2 0,1 1 0,-13-36 0,17 30 0,0 0 16,2 1-16,3-14 0,1 0 0,0 0 0</inkml:trace>
  <inkml:trace contextRef="#ctx0" brushRef="#br0" timeOffset="184697.707">7724 8314 0,'0'0'0,"0"0"0,5 64 16,4 10-1,-2-9-15,-3-3 16,-4-11-16,-3-16 16,3-35-16,0 0 0,0 0 0,0 0 0,-1 7 15,0-1-15,0 0 0,0-4 0,1 1 16,0-1-16,0-2 0,1-1 0,0 0 0,0 0 0,5-8 15,1 1-15,-1 1 0,-6 7 0,8-18 0,0 0 16,0 0-16,1-7 0,-2 0 0,0 0 0,-7 25 16,9-30-16,-2 1 0,0 0 0,1 1 15,0 1-15,-1 0 0,-7 27 0,7-19 0,-2 1 0,0 0 0,1 6 16,-1 0-16,0-1 0,-5 13 0,7-8 16,-2-1-16,1 0 0,1 4 0,-1 1 0,2-1 0,-8 5 15,11 2-15,-1-2 0,0 0 0,3 9 0,-2-2 16,0 0-16,-11-7 0,13 15 0,-2 1 15,1-1-15,0 6 0,-2 0 0,1-2 0,-11-19 0,8 27 0,0-1 16,0-1-16,-1 3 0,-2-1 0,0 1 0,-5-28 16,5 28-16,-2 2 0,0-1 15,-5-3-15,2 0 0,0 0 0,0-26 16,-6 24-16,1-1 0,0-1 0,-4-10 0,3-2 0,0 1 0,6-11 0,-5-2 0,0 1 16,0 0-16</inkml:trace>
  <inkml:trace contextRef="#ctx0" brushRef="#br0" timeOffset="184848.789">7822 8559 0,'0'0'0,"0"0"15,0 0-15,0 0 16,0 0-16,107-28 16,-6-15-1</inkml:trace>
  <inkml:trace contextRef="#ctx0" brushRef="#br0" timeOffset="185068.403">8355 8165 0,'0'0'0,"0"0"0,0 0 16,5 81 0,2 11-16,-4 0 15,-3-1 1,0-91-16,0 0 15,0 0-15,0 0 0,0 29 0,0-3 16,0 1-16,2-1 0,-1-1 0,2 1 0,-3-26 0,-3 24 16,2 0-16,0 0 0,-1-4 0,2-2 0,0-1 15,0-17-15,3 8 0,0-2 0,0 0 16,0-4-16,0-2 0,0 2 0</inkml:trace>
  <inkml:trace contextRef="#ctx0" brushRef="#br0" timeOffset="185218.047">8540 8493 0,'0'0'0,"0"0"0,0 0 16,0 0-16,22 68 16,-6 11-16,-14-12 15,-2-67-15,0 0 0,0 0 16,-4 19-16,2-1 0,0 1 0,2-19 0,-4 10 16,1 2-16,0-1 0,-1-9 0,0 0 0,-1-1 15,2-4-15,1 2 0,0 0 0</inkml:trace>
  <inkml:trace contextRef="#ctx0" brushRef="#br0" timeOffset="185350.555">8599 8260 0,'0'0'0,"0"0"16,0 0-16,0 0 16,0 0-16</inkml:trace>
  <inkml:trace contextRef="#ctx0" brushRef="#br0" timeOffset="185748.473">8807 8282 0,'0'0'0,"0"0"0,-24 83 0,-1-2 15,3-13-15,15-9 16,14-1-1,-7-58-15,0 0 0,0 0 0,0 0 0,10 19 0,-2 0 16,0-1-16,6-1 0,-2-2 0,1 1 0,-13-16 0,20 13 16,0-1-16,-1 1 0,7-4 0,-2-2 0,0 0 15,-24-7-15,27 0 0,-1 0 0,-1 0 0,0-11 16,-1 3-16,0-1 0,-24 9 0,19-20 0,1 2 16,-1 0-16,-19 18 0,16-26 0,-1 1 0,-1 0 0,-4 3 15,-1 0-15,-1 1 0,-8 21 0,2-18 0,0 1 16,-1 0-16,-4 5 0,0 1 0,0-2 0,3 13 15,-9-7-15,-1 0 0,1 1 0,-3 3 0,-1 2 16,1-1-16,12 2 0,-15 5 0,3-1 16,-1 1-16,1 4 0,0 0 0,-1-1 15,13-8-15,-8 13 0,1-1 0,0 0 0,7-12 0,-3 17 0,2 0 16,0 0-16,8 1 0,-3 0 0,0-1 0,-4-17 0,12 20 16,0 0-16,-1 0 0,10-1 0,-3-1 0,1-1 15,-19-17-15,23 12 0,-2-3 0,3 3 0,2-12 16,-2 0-16,-1 0 15</inkml:trace>
  <inkml:trace contextRef="#ctx0" brushRef="#br0" timeOffset="185955.968">9453 7966 0,'0'0'0,"0"0"0,76 71 0,22 38 15,-19 16 1,-15 13-16,-22 5 16,-37-4-16,-5-139 15,0 0-15,0 0 0,-20 47 0,2-1 0,1-1 16,17-45-16,-42 44 0,2 0 0,0 0 0,-18-9 0,2-3 16,0 1-16</inkml:trace>
  <inkml:trace contextRef="#ctx0" brushRef="#br0" timeOffset="192587.611">10631 8098 0,'0'0'0,"0"0"0,0 0 15,0 0-15,10 56 16,-3-22-16,5 45 15,-6-35 1,-6-44-16,0 0 16,0 0-16,2 29 0,-2-1 0,0 0 0,0-28 15,1 16-15,-1 0 0,0-1 0,0-15 0,-10 26 0,2 1 0,-1-2 0,9-25 16,-5 14-16,0-1 0,0 0 0,2-6 0,1-2 0,0 1 16,2-6-16,0 0 0</inkml:trace>
  <inkml:trace contextRef="#ctx0" brushRef="#br0" timeOffset="192867.622">10557 8160 0,'0'0'0,"23"-57"0,17-4 16,12 15 0,9 16-16,3 12 15,-8 18-15,-56 0 16,0 0-16,0 0 0,18 8 0,-2-1 0,1-2 15,-17-5-15,11 13 0,1 0 0,-1-2 0,-11-11 16,10 18-16,0-1 0,-1-2 16,-5 10-16,0-1 0,0 1 15,-4-25-15,2 30 0,-2-1 16,0 1-16,0-30 0,-2 30 0,2 2 16,0 0-16,-4-1 0,2-1 0,0 1 15,2-31-15,-5 30 0,0-1 0,0-1 0,-2-1 0,3-1 16,-1 1-16,5-27 0,-7 19 0,1 1 0,-1-1 0,0-12 15,0 1-15,0-2 0</inkml:trace>
  <inkml:trace contextRef="#ctx0" brushRef="#br0" timeOffset="193001.35">10696 8450 0,'0'0'0,"0"0"0,0 0 15,66-47 1,17-3-16</inkml:trace>
  <inkml:trace contextRef="#ctx0" brushRef="#br0" timeOffset="193164.879">11177 8283 0,'0'0'0,"0"0"0,0 0 16,15 70-16,2 7 15,-2 3 1,-2 3-16,1-5 15,-14-78-15,0 0 0,0 0 0,0 0 0,2 22 0,-2 1 16,0 1-16,-4-4 0,1-1 0,-1 2 0,2-9 16,-1-1-16,0 1 0,-1-6 0,3-1 0,0 0 15</inkml:trace>
  <inkml:trace contextRef="#ctx0" brushRef="#br0" timeOffset="193413.798">11185 8331 0,'0'0'0,"0"0"16,0 0-16,0 0 16,59-66-1,13 30-15,-9 35 16,-63 1-16,0 0 0,0 0 16,20 9-16,0 0 0,-1-1 0,-19-8 0,15 15 15,-1-1-15,1 0 0,-6 2 0,-1 0 16,0 1-16,-8-17 0,3 19 0,-1 0 0,0-1 0,-2-18 0,-4 19 0,-2-2 15,3 1-15,3-18 0,-8 16 0,0 1 0,-1-2 16,-5-3-16,1-1 0,-1 0 0,14-11 0,-17 3 16,0-1-16,3-1 0</inkml:trace>
  <inkml:trace contextRef="#ctx0" brushRef="#br0" timeOffset="193596.658">11660 8291 0,'0'0'0,"0"0"0,37 66 16,-2 14-16,-12 1 16,-7 4-1,-13-6-15,-3-79 0,0 0 16,0 0-16,0 0 0,-3 26 0,2-1 0,-1 0 0,2-25 16,-6 21-16,-1 1 0,1-1 0,-1-8 0,0-2 0,0 2 15</inkml:trace>
  <inkml:trace contextRef="#ctx0" brushRef="#br0" timeOffset="193845.028">11724 8204 0,'0'0'0,"0"0"16,0 0-16,56-33 15,3 22 1,-4 23-16,-7 31 15,-48-43-15,0 0 0,0 0 0,11 19 16,-2-1-16,1 1 0,-10-19 0,6 19 0,-1 1 0,0-1 16,-5-19-16,2 21 0,-2 0 0,0-2 0,0-19 15,-7 19-15,1 0 0,-1 0 16,-7-1-16,3-4 0,-2 3 0,13-17 0,-18 8 0,-1 2 0,0-2 16,19-8-16,-23-3 0,2 1 0,-1 0 0,2-15 15,1 2-15,0-1 0</inkml:trace>
  <inkml:trace contextRef="#ctx0" brushRef="#br0" timeOffset="194048.936">12148 7834 0,'0'0'0,"0"0"0,20 67 15,0 19-15,-11 12 16,-4 2-1,-7-6-15,2-94 0,0 0 16,0 0-16,0 0 0,-3 28 0,0-1 0,0-1 0,0-4 16,1-1-16,1-1 0,1-20 0,4 8 0,-2 0 15,0 0-15</inkml:trace>
  <inkml:trace contextRef="#ctx0" brushRef="#br0" timeOffset="194499.107">12423 8254 0,'0'0'0,"0"0"16,12 60-16,-2-7 16,1-16-1,3-18-15,7-23 16,-21 4-16,0 0 0,0 0 0,11-9 0,-1 2 16,0 0-16,-10 7 0,13-11 0,-3 1 0,0 0 15,-10 10-15,11-14 0,-1 2 0,0-1 16,2-4-16,-3-1 0,0 0 0,-9 18 0,11-17 15,-1 1-15,0-1 0,-2 7 0,-1 0 16,0 0-16,-4 5 0,-1 1 0,2-2 0,-4 6 16,3-2-16,-2 1 0,0-2 0,1 8 0,-2-2 0,0 2 0,0-5 0,-1 13 15,1 2-15,0-2 0,2 8 0,-1-1 16,0 1-16,-1-21 0,2 26 16,0 0-16,0 1 0,-2-27 0,0 31 0,0 1 15,0 0-15,3 0 0,-1 0 0,-1-1 16,-1-31-16,5 31 0,-3-3 0,0 2 0,-4-5 0,2 0 0,0-2 15,0-23-15,-3 19 0,1-2 0,0 0 16,2-17-16,-4 12 0,0-2 0,0 0 0,-2-2 0,0-1 0,1 0 16,5-7-16,-9 2 0,1 0 0,-1 2 0,-2-8 15,2 3-15,-1 0 0,10 1 0,-13-6 0,1 1 16,-1-1-16,13 6 0,-14-11 0,0 0 0,1 0 16,2-4-16,1 0 0,2-1 15,8 16-15,-4-22 0,2 2 0,0-2 0,2 22 0,7-25 0,-1 1 16,0-1-16,14 0 0,-1 2 0,-1-2 0,10 4 0,0 0 0,0 1 0,-28 20 15,33-19-15,-2 2 0,0-2 0</inkml:trace>
  <inkml:trace contextRef="#ctx0" brushRef="#br0" timeOffset="195651.231">13400 7783 0,'0'0'0,"0"0"0,0 0 16,36 99-1,9 42-15,-10-7 16,-20-72-1,-14-10-15,-1-52 16,0 0-16,0 0 0,0 0 0,-2 8 0,2 1 16,0-1-16,0-8 0,-8 13 0,0 0 15,-1 0-15,9-13 0,-6 6 16,2 1-16,0-1 0,4-6 16,-2 4-16,0-2 0,0 1 0,2-3 15,-6-15-15,2 1 0,-1-1 0,5 15 16,-3-23-16,0-1 0,0 0 0,5-7 0,-2 1 15,0 0-15,0 30 0,2-34 16,-1 4-16,0-2 0,-1 32 0,3-32 0,0 0 0,-1 1 16,-2 31-16,1-16 0,0 1 0,0 1 0,-1 14 0,6-28 15,-1 1-15,0 1 0,-5 26 0,3-15 0,0 0 16,0 2-16,-3 13 0,9-14 0,-2 2 0,0-1 16,-7 13-16,4-7 0,0 2 0,0-1 0,-4 6 0,14 4 15,0-1-15,0 0 0,-14-3 0,8 4 0,-1-1 0,0 0 0,-7-3 0,20 27 16,-1-2-16,-1 1 15,-18-26-15,17 28 0,-2 0 0,1 1 16,-16-29-16,0 0 0,8 16 0,-1-2 0,1-1 0,-8-13 16,9 28-16,-1-1 0,0-1 15,-8-26-15,6 14 0,-2 1 0,0-1 0,-4-14 0,3 7 0,-2-1 0,0 0 0,-1-6 0,1 1 0,-1 1 16,0-1-16,1 1 0,-1-2 0,0 1 0,0-1 0,4-9 0,0 2 0,1-1 0,-5 8 0,6-19 0,0 0 0,0 0 16,-6 19-16,8-26 0,-1 1 0,-1-1 0,-6 26 0,4-14 0,-1 1 15,0 1-15,-3 12 0,13-27 0,-2 2 16,0-1-16,-11 26 0,9-14 0,-3 0 0,0 1 15,-6 13-15,11-12 0,0 1 0,-1 0 0,-10 11 0,7-6 16,-2 1-16,1 0 0,-6 5 0,14 10 0,0 2 16,1-2-16,-15-10 0,9 7 0,-2 0 0,1 0 0,-8-7 15,14 26-15,-1 2 16,-1 0-16,-12-28 0,9 31 0,1 0 0,-1 1 0,-9-32 16,6 31-16,-2 1 0,0-1 0,-4-31 0,3 17 0,-1-2 15,-1 1-15,-1-16 0,2 27 0,-2 0 0,0-1 0,0-26 16,1 15-16,-1 0 0,0 0 0,0-15 15,0 6-15,0-1 0,0 1 16,0-6-16,6-5 0,-2 1 0,0-2 0</inkml:trace>
  <inkml:trace contextRef="#ctx0" brushRef="#br0" timeOffset="196029.073">14278 7968 0,'0'0'0,"0"0"0,0 0 0,0 0 0,-5 60 16,2-23-16,-5 29 15,2-29 1,6-37-16,0 0 16,0 0-16,0 0 0,4 17 0,-1-1 15,0 0-15,-3-16 16,2 9-16,0-1 0,0 0 0,-2-8 16,17 5-16,-1 1 0,1-1 15,-17-5-15,24-4 0,-2 2 16,1 0-16,-23 2 0,26-15 15,-1 1-15,0 0 16,-25 14-16,21-25 0,0 3 16,0-3-16,-21 25 15,10-27-15,0-1 0,1 0 0,-11 28 16,4-14-16,0-1 16,0 2-16,-4 13 0,-8-17 0,0-1 15,1 1-15,2 7 0,0 2 0,0-3 0,5 11 16,-31 5-16,2-1 0,0-1 0,29-3 0,-34 10 15,0 2-15,0-3 0,34-9 0,0 0 0,-19 7 0,2-2 16,1 1-16,-7 5 0,1 0 0,1 0 0</inkml:trace>
  <inkml:trace contextRef="#ctx0" brushRef="#br0" timeOffset="196458.224">14915 7897 0,'0'0'0,"0"0"0,0 0 0,0 0 0,0 0 16,0 0-1,0 0 1,0 0-16,0 0 0,0 0 0,0 0 0,0 0 0,0 0 15,0 0-15,-27 22 0,2-1 0,1 2 0,3 0 16,0 1-16,1-1 0,20-23 0,0 0 0,-16 24 0,16-24 0,-13 22 16,-1 1-16,14-23 15,-9 21-15,2 0 0,-1-1 0,6-2 0,1 0 16,0 0-16,1-18 0,5 14 0,-1 1 0,-1-1 0,7-4 0,-2-3 0,1 0 16,-9-7-16,14 1 15,-1-1-15,1 0 0,3-8 0,-1 1 16,-1-1-16,-15 8 0,19-16 0,0 1 0,-1 0 0,-1-9 0,0 0 0,0 1 15,-17 23-15,16-33 0,1 0 0,0 1 0,-4-7 0,0-1 0,1 0 16,-5 0-16,-2-1 0,1 3 0,-8 38 0,6-37 0,-2 4 16,0 0-16,0 5 0,-2 2 0,0-1 0,-2 27 0,2-20 0,-2-1 15,0 2-15,-2 6 0,1 1 0,0 0 0,1 12 16,-2-7-16,1 2 0,0-2 0,1 7 0,-2-2 16,2 0-16,0 0 0,0 8 0,0 0 0,0 0 15,0-6-15,4 16 0,-2 0 0,0-1 0,-2 10 0,0-1 16,0-1-16,0-23 0,3 35 0,-2-1 0,1 0 15,-2-34-15,1 38 0,-1 1 0,0-1 0,-4 0 16,3 1-16,0 0 0,1-39 16,-4 36-16,1 0 0,0-1 0,-2-7 0,2 0 0,0-1 15,1-10-15,0-2 0,-1 1 16,3-16-16</inkml:trace>
  <inkml:trace contextRef="#ctx0" brushRef="#br0" timeOffset="197538.933">15259 7851 0,'0'0'0,"0"0"0,0 0 16,0 0-1,0 0-15,-4 72 16,2-27 0,2-45-16,0 0 0,0 0 15,0 0-15,7 28 0,0-2 16,-1 0-16,-6-26 0,4 15 15,0 0-15,-1-1 0,-3-14 0,8 17 16,-1-1-16,-1 0 0,-6-16 16,5 7-16,-2 2 15,0-1-15,-3-8 0,14 7 16,-3-1-16,0 1 16,-11-7-16,9 3 0,-3 0 15,0 0-15,-6-3 16,23-10-16,-2-1 15,1 1-15,-9 2 16,-1 1-16,0 3 0,-12 4 16,24-25-16,-1 2 0,0 0 15,-23 23-15,13-13 0,-3 0 16,3 0-16,-13 13 0,15-21 16,0 1-16,-1-2 0,-14 22 15,7-11-15,1-1 0,-1 3 16,-7 9-16,3-5 0,0 0 0,-1 1 0,-2 4 15,1-2-15,0 1 0,0 0 0,-1 1 16,0 0-16,0 0 0,0 0 0,0 0 0,2 2 16,0 1-16,0 0 15,-2-3-15,3 0 0,-2 3 16,0-1-16,-1-2 0,4 20 0,-2 1 16,-1 0-16,-1-21 15,4 12-15,-3-1 0,0 2 0,3 13 16,-1 0-16,0-1 0,-3-25 15,3 14-15,-2 1 0,1 0 16,-2-15-16,2 7 0,-2-2 0,0-1 0</inkml:trace>
  <inkml:trace contextRef="#ctx0" brushRef="#br0" timeOffset="197741.563">16073 7868 0,'0'0'0,"0"0"0,0 0 0,0 0 0,0 0 0,-56 3 0,24 14 16,32-17-16,0 0 0,0 0 0,0 0 0,-4 9 0,1 0 0,-1 0 0,4-9 16,6 14 62,-2 0-78,0 0 0,-4-14 0,12 21 0,0-3 0,-12-18 0,11 19 0,-11-19 0,0 0 0,12 21 0,0 0 0,-12-21 0,11 19 0,-4 1 0,-7-20 0,8 18 0,-1 0 0,-7-18 0,0 0 0,0 19 0,0-19 0,0 17 0,0 0 15,0-17-15,0 0 0,-10 15 0,10-15 0,-9 14 0,1 0 0,8-14 0,-14 12 0,-1-2 0,15-10 0,-14 11 0,14-11 0,0 0 0,-19 4 0,1 2 0,18-6 0,-17 2 0,17-2 0,0 0 0,-20-2 16,3-3-16,17 5 0,-18-3 0,5-9 0,13 12 0,-14-11 0,1-1 0,13 12 0</inkml:trace>
  <inkml:trace contextRef="#ctx0" brushRef="#br0" timeOffset="197912.023">16924 7494 0,'0'0'0,"0"0"0,0 0 16,19 67-1,-10 11-15,4 9 16,0 0-16,-13-87 16,0 0-16,0 0 0,0 0 0,3 29 0,-1 0 0,0-2 15,2 3-15,-1-3 0,-1 2 0,-2-29 16,1 28-16,0 0 0,0-2 0,-2-2 15,0 0-15,0-1 0,1-23 16,-2 11-16,2 1 0,0-1 0</inkml:trace>
  <inkml:trace contextRef="#ctx0" brushRef="#br0" timeOffset="198266.641">16769 7481 0,'0'0'0,"0"0"0,36-54 0,17 9 16,2 21-16,6 24 15,6 17-15,-67-17 16,0 0 0,0 0-16,22 10 0,-1 2 0,-1-1 15,-20-11 1,18 15-16,-3-1 0,1 0 0,-16-14 15,9 18-15,-1-2 0,1 0 0,-5 4 16,-2 1-16,0 1 16,-2-22-16,-5 21 0,1 1 15,-1 0-15,-6 0 0,1-2 0,-1 0 16,11-20-16,-20 19 0,1-1 16,1 1-16,18-19 15,-26 18-15,0 0 0,2 0 16,-3-5-16,1 0 15,1 0-15,7-7 0,1 1 16,1 0-16</inkml:trace>
  <inkml:trace contextRef="#ctx0" brushRef="#br0" timeOffset="198549.276">17393 7812 0,'0'0'0,"0"0"0,0 0 0,-19 53 0,1 5 16,0-2 0,4-12-16,14-44 15,0 0-15,0 0 0,-2 15 0,1-2 0,0 1 0,1-4 16,0-1-16,0 1 0,0-6 0,0 2 15,0-1-15,1-2 0,-1-1 0,0 0 0,0-2 0,21-1 16,-1 0-16,-1 0 0,7-5 0,-1 0 0,0 2 16,-25 4-16,21-10 0,-1 1 0,0 0 0,-20 9 15,13-11-15,0 1 0,1-1 0,-7 2 0,-1 0 16,1-1-16,-7 10 16,2-11-16,-2 1 0,0 0 0,-9-1 0,2 1 15,0-1-15,7 11 0,-17-10 0,2 0 16,-1 1-16,16 9 0,-19-7 0,-1 0 0,0 0 0,-2 1 15,3 0-15,-1 0 0,20 6 0,-17-5 0,-1 3 16,1-2-16,1 1 0,2-1 0,-1 3 0,15 1 0,-9-6 0,1 1 0,-1 1 0,9 4 0,5-9 16,-2 2-16,0 0 0,2 1 0,0 0 15,0 0-15</inkml:trace>
  <inkml:trace contextRef="#ctx0" brushRef="#br0" timeOffset="198959.609">17703 7675 0,'0'0'0,"0"0"15,0 0-15,0 0 16,42 55-1,-9 15 1,-15 2-16,-18-72 0,0 0 0,0 0 0,2 22 16,-2-1-16,0 0 0,0-21 15,3 19-15,-2 1 0,-1 1 0,0-21 0,2 14 0,-1 2 16,0-1-16,-2-6 0,1 0 0,0-2 0,0-7 16,-3 7-16,2-2 0,-1 1 0,2-6 0,-2 3 0,1 0 0,0-1 15,2-3-15,-1 1 0,0-1 0,0 1 0,1-8 16,-1-1-16,0 1 0,4-9 0,-1-1 0,0 1 15,-3 17-15,7-23 0,-1 2 16,1-2-16,4 2 0,-2 0 0,1 1 0,-10 20 16,11-17-16,0 1 0,1 0 0,-12 16 15,11-10-15,0 0 0,1-1 16,1 8-16,0-1 0,-1 1 0,-12 3 16,11 2-16,1-2 0,-1 1 15,-11-1-15,11 8 0,-1 0 16,0-2-16,-2 6 15,1-1-15,-1-1 0,-8-10 16,9 16-16,0 0 0,-1-2 0,-8-14 0,3 18 0,0 0 0,0-1 0,-5 3 0,2-4 0,0 1 16,0-17-16,-4 15 0,0 1 0,0-1 0,-5-8 0,1-2 0,0 1 0,-2-13 15,3 1-15,0 1 0,2-2 0,1 0 0,0 0 0</inkml:trace>
  <inkml:trace contextRef="#ctx0" brushRef="#br0" timeOffset="199343.503">18232 7854 0,'0'0'0,"0"0"0,0 0 0,54-19 16,-3-1 0,-7-4-16,-9-7 0,-9-4 15,-26 35-15,0 0 0,0 0 16,6-10-16,-2-1 0,0 1 0,-4 10 0,2-11 16,-1 1-16,0 2 0,-1 8 0,-2-8 15,1 2-15,0 1 0,-5-1 0,1 1 0,-2 1 0,7 4 16,-13 1-16,0 0 0,-1 1 0,14-2 15,-17 5-15,0-1 0,1 0 16,-2 5 0,1 0-16,1 1 0,16-10 0,-18 15 0,3 1 15,-1-2-15,16-14 16,-11 20-16,2-1 0,-1 1 0,3 4 16,0-2-16,0 0 15,7-22-15,-1 23 0,1-2 0,0 2 16,7 0-16,-2-1 0,0 1 15,-5-23-15,15 15 0,-1 2 16,0 0-16,-14-17 16,21 8-16,-1 0 0,0-1 15,-6-4-15,-1-1 16,1 3 0</inkml:trace>
  <inkml:trace contextRef="#ctx0" brushRef="#br0" timeOffset="199678.993">18620 7635 0,'0'0'0,"0"0"0,0 0 0,28 72 0,-7 6 15,-15-3-15,3-13 0,-9-62 0,0 0 0,0 0 16,0 0-16,2 18 0,-1-1 16,0 1-1,-1-18-15,1 12 0,-1-1 0,0 0 16,-3-4-16,1 0 0,1-1 0,1-6 0,-2 5 0,0-2 16,0 0-16,4-5 0,-1 2 0,0-1 0,-1 1 15,0-8-15,0 1 0,0 0 0,1-7 0,0 1 0,0 0 16,-1 13-16,6-21 0,-1 1 0,0 1 15,-5 19-15,8-25 0,-2 2 0,1 0 0,1-2 16,0 0-16,0 2 0,-8 23 0,11-23 0,-1 2 16,0-1-16,1 7 0,-3 1 15,0-1-15,-8 15 0,10-10 0,-1 0 0,0 1 16,-9 9-16,10-3 0,-2-1 0,0 1 0,3 9 0,0-3 16,-1 1-16,-10-4 0,10 13 0,1 1 0,-1-1 0,-2 6 0,1-2 15,-1 1-15,-8-18 0,8 24 0,0-2 0,1 0 0,-4 0 0,0-1 16,0-1-16,-5-20 0,3 22 0,-2 0 0,0 0 0,-3-2 0,2-1 0,0-1 0,0-18 15,-3 15-15,0 1 0,0-1 0,3-15 0,-3 9 0,1-1 0,0 0 0,0-7 0,2-1 0,0 0 0,0-3 16,0 1-16,0 0 0</inkml:trace>
  <inkml:trace contextRef="#ctx0" brushRef="#br0" timeOffset="199995.33">19526 7586 0,'0'0'0,"0"0"0,0 0 0,0 0 15,0 0-15,0 0 16,0 0-16,-48 27 16,48-27-16,0 0 0,0 0 0,-9 5 0,0 0 15,-2 1-15,8 12 0,1 1 16,0 0-16,2-19 15,0 0-15,3 23 0,-1-1 0,0 0 16,6-1-16,-3 2 16,0 0-16,-5-23 15,2 22-15,0-1 0,0 1 0,-3 1 16,0-1-16,0 2 16,-1-10-16,1 1 15,0-1-15,1-14 16,-28 15-16,2-1 0,0 1 0,-10-7 0,0 1 0,0-1 15</inkml:trace>
  <inkml:trace contextRef="#ctx0" brushRef="#br0" timeOffset="204535.709">7129 9379 0,'0'0'0,"0"0"0,0 0 16,0 0-1,0 0-15,0 0 16,0 0-16,0 0 15,0 0-15,0 0 0,0 0 0,0 0 16,0 0-16,0 0 0,0 0 0,16 5 0,-3-1 16,1-1-16,-5 0 0,-1 1 0,0-2 0,-8-2 0,28 2 15,-2-1-15,0 0 0,-26-1 0,16 1 16,-1 0-16,1 0 0,-16-1 16,31-5-16,-2 1 0,-1-1 0,-28 5 0,18-3 15,-2 1-15,-1-1 0,-15 3 16,24-6-16,-1 0 0,-1 2 0,-8 0 0,-3 1 15,0 0-15,-11 3 16,6-1-16,-2 0 0,0-2 0,-4 3 0,11-4 0,1 1 0,-1-1 16,-11 4-16,7-3 0,-2 0 0,1 1 0,-3 1 0,-1 0 0,0 1 15,-2 0-15,1-2 0,0 2 16,0 0-16,-1-1 0,0 1 0,0 0 0,0 0 0,-4 8 0,0 0 16,-2-2-16,6-6 0,-3 5 0,1-1 0,0 1 15,2-5-15,-5 19 0,0 0 0,0-1 16,2-6-16,1-2 0,0 0 15,2-10-15,-3 27 0,3-1 0,0 1 16,0-27-16,0 14 0,0 2 0,0-2 16,0-14-16,4 34 0,-3 0 15,0-1-15,-1-33 16,4 34-16,-2 0 0,0-1 0,-2-33 16,3 32-16,0-1 15,0-1-15,-3-30 0,2 33 0,0-3 16,0 2-16,-2-32 0,3 30 0,0 0 15,-1-1-15,0-14 0,-1 0 0,0-1 0,-1-14 16,3 37-16,0 0 0,0-1 16,-3-36-16,3 21 15,-2-1-15,0 0 16,-1-20-16,-3 25 0,2 0 16,0 0-16,1-25 15,-2 14-15,1-2 0,0 1 0,0-8 0,1 0 16,0-1-16,0-4 0,-8-6 0,1 2 0,1-2 15,6 6-15,-5-5 0,2 1 0,0 1 0,3 3 0,-17-1 0,3-1 0,-1 2 0,15 0 0,-9-1 16,1 1-16,0 0 0,-23 0 0,1 0 0,0 0 0,30 0 0,-18 0 0,0 0 0,1 0 0,17 0 0,-35-2 0,2 1 0,0 1 0,33 0 0,-19-3 0,-1 2 0,3 1 16,17 0-16,-28 1 0,2-1 0,0 1 0,12 1 0,0-2 0,1 0 0,13 0 0,-14-9 0,2 3 0,0 0 0,12 6 0,-7-4 0,1 0 0,0-1 0</inkml:trace>
  <inkml:trace contextRef="#ctx0" brushRef="#br0" timeOffset="204800.745">7722 9810 0,'0'0'0,"0"0"0,0 0 15,0 0-15,0 0 16,0 0 0,-74 19-16,74-19 0,0 0 15,0 0-15,-14 5 0,-1-3 0,1 2 16,14-4-16,-33 7 0,2 0 0,0-1 0,31-6 15,-45 11-15,3-3 0,-1 2 0,43-10 0,-44 8 0,3 1 16,-2 1-16,22-5 0,1 0 0,0-1 0,20-4 16,-9 4-16,1-1 0,-1 0 0,5-1 0,2 0 0,0 0 15,2-2-15</inkml:trace>
  <inkml:trace contextRef="#ctx0" brushRef="#br0" timeOffset="205709.91">7991 9853 0,'0'0'0,"0"0"0,0 0 0,-14 53 15,1 0 1,4-8-16,7-2 15,5-9-15,-3-34 0,0 0 16,0 0-16,0 0 0,4 11 0,-2-1 0,0 0 16,6-3-16,-2 1 0,0-1 0,-6-7 0,8 8 15,1-2-15,-1 2 0,5-4 0,-1 2 0,-1-1 0,2-4 0,1 0 0,-1 1 16,-13-2-16,14-2 0,-3 1 0,0 0 0,0-4 16,1 1-16,0 1 0,-12 3 0,13-9 15,-2 1-15,1 0 0,-2-1 0,-1 0 0,1 1 16,-10 8-16,10-12 0,-2 1 0,1-1 0,-1 1 15,-1-1-15,0-1 0,-7 13 16,8-14-16,-3 1 0,0 0 16,-2 1-16,-1 0 0,0 0 15,-2 12-15,1-11 0,0 1 16,0 0-16,-1 2 0,0 1 16,0-2-16,0 4 0,0 1 0,0 0 15,0 2-15,0 1 16,0 0-16,0-1 0,0 1 0,0 0 15,0 1-15,0 0 0,0 0 0,-2-1 0,2 0 0,0 0 16,-1 3-16,1 0 0,0 1 0,1 0 16,0 1-16,0 0 0,-1-4 15,3 10-15,-2 1 0,0-3 16,4 9-16,-2-3 0,0 1 16,-3-15-16,3 19 0,0 0 0,-1-1 15,2 4-15,-2-2 0,0 1 0,-2-21 16,2 24-16,-1 0 15,0 0-15,4 1 0,-3 0 0,0 0 16,-2-25-16,2 30 0,0-3 0,0 1 0,0-1 16,-1-1-16,0 0 0,-1-26 15,1 24-15,0 0 0,0 0 0,1-1 0,-2 0 0,0 1 16,-2-3-16,1 0 0,0-1 16,1-20-16,-3 17 0,0 0 0,0-1 0,-3-3 15,0-1-15,1 1 0,5-13 0,-7 9 0,0 0 0,0 1 16,-2-4-16,2 0 0,0-2 0,-1-1 15,0 0-15,1-2 0,7-1 0,-9 0 16,-1-1-16,1 1 0,1-3 0,0 1 0,-1 0 0,9 2 0,-6-4 16,0-1-16,0 1 0,-2-3 0,3 2 0,0-1 0,5 6 0,-5-9 0,0 2 0,0 0 0,2-8 15,2 2-15,-1-1 0,2 14 0,9-19 0,-2 0 0,0 1 0,-7 18 16,15-20-16,-1 2 0,1-1 0,-15 19 0,23-18 0,-1 1 16,0 0-16,3 3 0,-2-1 0,1 1 0,-24 14 0,27-17 0,-2 2 0,0 1 0</inkml:trace>
  <inkml:trace contextRef="#ctx0" brushRef="#br0" timeOffset="-213897.763">9305 9636 0,'0'0'0,"0"0"0,0 0 0,0 0 15,36-57-15,-15 24 16,7-4 0,-28 37-16,0 0 0,0 0 15,0 0-15,5-6 0,0 0 0,0 1 0,-3 2 16,0 0-16,0 1 0,-2 2 16,-7-6-16,2 1 0,0 1 15,5 4-15,-4-3 0,1 0 0,-1 0 0,4 3 0,-17 5 0,-1-1 16,1 0-16,17-4 0,-11 4 0,1-2 0,0 3 0,10-5 15,-16 13-15,2 1 16,-1 0-16,15-14 0,-8 9 0,0-2 0,0 0 16,8-7-16,4 24 0,0-3 0,0 1 15,-4-22-15,3 13 0,0-1 0,0 1 0,-3-13 0,18 28 0,-2 0 16,0 1-16,4 2 0,-2 0 16,0-1-16,-18-30 0,16 29 15,-1 1-15,-1-1 0,-14-29 0,8 14 16,-1 0-16,-1 0 0,-6-14 15,5 28-15,-1-1 0,0-1 0,-4-26 0,2 15 0,0 1 16,0-3-16,-2-13 0,-9 19 0,0-1 0,0 0 0,9-18 16,-7 10-16,1-1 0,0 0 0,-18 0 0,1-1 0,1 1 0,22-9 15,-14 4-15,1 1 0,-1-1 0,14-4 0,-29-4 0,2 1 16,-1-1-16,28 4 0,-16-3 0,1 0 0,-1 0 16,16 3-16,-20-15 0,1 2 0,-1-3 0,20 16 0,-11-9 0,0 2 0,1-2 15,14-16-15,0 0 0,1 0 0,-5 25 0,4-14 0,-1 0 0,0 0 0</inkml:trace>
  <inkml:trace contextRef="#ctx0" brushRef="#br0" timeOffset="-213461.844">9587 9771 0,'0'0'0,"0"0"0,0 0 16,0 0-1,0 0-15,11 70 0,-3-3 32,-8-67-32,0 0 0,0 0 0,0 0 0,3 20 0,0-1 0,0 2 0,-3-21 15,5 17-15,-2 0 0,0 0 0,4-2 16,-3-2-16,0 0 0,-4-13 0,9 11 0,0-3 0,1 2 15,1-6-15,0-1 0,1 1 0,-12-4 0,14-2 16,1 1-16,-1 1 0,3-7 16,-1 1-16,1-1 0,-17 7 0,17-12 0,-1-2 15,-1 3-15,1-6 0,-3 2 16,1-2-16,-14 17 0,11-18 16,0 3-16,-1-2 0,-2 4 0,-2-3 15,-1 2-15,-5 14 0,6-12 0,-3 2 16,0 0-16,-3 10 0,1-9 0,0 2 0,0-1 0,0 3 15,-1 2-15,0-1 0,0 4 0,0-2 0,0 0 0,0 1 0,-1 3 0,0-1 16,0 0-16,1-1 0,-1 8 16,1-1-16,0 0 15,-1 8-15,0 0 0,0 0 16,1-15-16,-1 19 0,0 0 16,0 0-16,4 1 15,-2 0-15,0-1 0,-1-19 0,3 22 0,0-3 16,0 1-16,1-2 0,0 0 0,1 1 15,-5-19-15,4 12 0,-1 0 0,0 1 0,1-10 0,-1 0 0,-1-1 0,-2-2 16,5-7-16,-2 0 0,1-2 0,-1 2 0,-1-1 16,0 1-16</inkml:trace>
  <inkml:trace contextRef="#ctx0" brushRef="#br0" timeOffset="-213090.774">10135 9587 0,'0'0'0,"0"0"0,0 0 16,0 0-16,0 0 16,18 75-16,-3 13 15,-15-88-15,0 0 0,0 0 16,4 29-16,-2 1 0,0-2 0,-2-28 0,3 25 0,-3-2 15,2 1-15,1-3 0,-1-1 0,-1 1 0,-1-21 16,1 14-16,0 1 0,0 0 0,-1-15 0,-1 10 16,1-1-16,0 0 0,2-4 0,-2-1 0,0 0 15,0-4-15,2 1 0,-1 0 0,0 0 0,7-10 16,-2 2-16,0 0 0,0 0 0,-1 1 16,0 1-16,-5 5 0,19-13 0,-3 1 0,1 0 0,1 2 15,1 0-15,-1 0 16,-1 6-16,0 0 0,-1 0 0,-16 4 15,15 2-15,-2 0 0,0 1 0,0 5 0,1-1 0,0 1 0,-14-8 0,13 12 16,-1 1-16,-1-1 0,-3 3 0,0-2 0,1 1 16,-9-14-16,5 14 0,0-1 0,0 2 0,-4-3 0,-1-1 0,0-1 0,0-10 15,-6 12-15,1-1 0,0-1 0,-9-1 0,3-1 16,0 0-16,11-8 0,-18 6 0,1-1 0,1 0 16,-6-2-16,3 1 0,-1-1 0,20-3 0,-19-1 0,1 1 15,-1-2-15,4-2 0,0 0 0,1-1 0,14 5 16,-12-9-16,3 0 0,0 1 0,8-10 0,0 2 15,0 0-15,1 16 16,9-22-16,-1 1 0,0 0 0,13-2 0,-2 0 0,-1 1 16</inkml:trace>
  <inkml:trace contextRef="#ctx0" brushRef="#br0" timeOffset="-212898.902">10798 9866 0,'0'0'0,"0"0"0,0 0 0,0 0 0,14 73 16,-6 9-1,-5 1-15,-3 0 16,0-83-16,0 0 16,0 0-16,0 0 0,-2 25 0,1 0 0,0 0 15,-2-1-15,2-1 0,0 1 16,-3-4-16,2 0 0,0-1 0,2-19 16,-7 12-16,3-1 0,-1-1 0,-3-14 0,1-1 15,-1 1-15</inkml:trace>
  <inkml:trace contextRef="#ctx0" brushRef="#br0" timeOffset="-212783.76">10598 9733 0,'0'0'0,"0"0"0,0 0 0,0 0 16,63-46 0,8 10-16</inkml:trace>
  <inkml:trace contextRef="#ctx0" brushRef="#br0" timeOffset="-212234.869">11070 9975 0,'0'0'0,"0"0"15,0 0 1,0 0-16,57 11 16,-4-18 15,-2-18-31,-51 25 0,0 0 0,0 0 0,0 0 0,0 0 0,0 0 0,17-13 15,-3 1-15,1 0 0,-4-1 0,1 2 0,-1-1 0,-11 12 0,8-12 0,0 2 16,-1-1-16,-3 3 0,0 0 0,-1 1 0,-3 7 0,3-6 0,-3 1 0,0 0 16,-4 0-16,2 3 0,0-2 0,2 4 0,-10-1 0,1 1 15,1-1-15,-7 6 0,1-2 0,1 0 0,-5 9 0,3-2 16,-1 1-16,16-11 0,-16 14 16,0 3-16,1-3 0,15-14 0,-16 19 0,3-1 15,-1 0-15,7 3 0,1-3 0,0 1 16,6-19-16,-2 21 0,2-3 0,0 1 15,8-3-15,-2-1 0,0-1 0,-6-14 16,19 8-16,-2-1 0,1 0 0,11-8 0,-1 0 0,0 1 0,-28 0 16,35-9-16,0 1 0,0 1 0,2-9 0,-2 1 0,1 1 0,0-9 15,-2 3-15,-1-1 0,-2-3 0,-1 0 0,0-1 0,-6 0 16,-2 0-16,0 0 0,-6 8 16,-2 0-16,1 1 0,-8 13 0,-1-2 0,0 1 0,-10 6 0,1 1 15,0-1-15,3-2 0,-5 2 0,1 1 0,-1-1 0,5-2 0,-5 4 16,0-2-16,0 1 15,5-3-15,-11 2 0,1 1 0,1 0 0,-2 5 16,-1 1-16,1-1 0,11-8 0,-13 13 0,3-1 16,0 1-16,10-13 0,-6 19 0,-1-1 15,1-1-15,7 3 0,-1-3 0,0 1 0,0-18 16,9 17-16,-2 0 0,0 1 16,-7-18-16,20 11 0,-3 1 15,1 1-15,-18-13 0,31 4 0,-1 1 16,0-2-16,8-9 0,-2 0 0,0 0 0,2-14 0,-3 0 0,0 1 15,-35 19-15,31-33 0,-2-2 0,0 2 16</inkml:trace>
  <inkml:trace contextRef="#ctx0" brushRef="#br0" timeOffset="-212021.845">12209 9371 0,'0'0'0,"0"0"16,0 0-16,4 61 0,-5 14 15,4 14-15,4 5 16,-1 3-16,-6-97 15,0 0-15,0 0 0,4 32 0,-1 0 16,0 1-16,-3-33 0,5 33 0,-2 0 16,0-1-16,0-5 15,-2-2 1,0 0-16,-1-25 0,-2 12 16,-1-3-16,1 2 15</inkml:trace>
  <inkml:trace contextRef="#ctx0" brushRef="#br0" timeOffset="-211920.922">11949 9829 0,'0'0'0,"0"0"0,0 0 0,0 0 16,97-10-1,25-8-15,-5 2 16</inkml:trace>
  <inkml:trace contextRef="#ctx0" brushRef="#br0" timeOffset="-211655.951">12929 9254 0,'0'0'0,"0"0"0,0 0 0,-41 44 0,2 20 31,1 14-31,6 8 15,11 7-15,21-93 0,0 0 0,0 0 0,-5 31 16,2 0-16,0 1 16,6-1-16,-1 0 0,0-2 0,-2-29 15,10 34-15,-1-1 0,-1-2 16,8-4-16,0-2 0,-1-1 0,-15-24 16,22 18-16,0-3 0,-1 2 0,3-15 0,-2 1 0,0-1 15</inkml:trace>
  <inkml:trace contextRef="#ctx0" brushRef="#br0" timeOffset="-211125.759">13150 9543 0,'0'0'0,"0"0"0,0 0 16,0 0-16,-1 60 16,2 1 15,14-4-31,-15-57 0,0 0 0,0 0 0,0 0 0,0 0 15,13 15-15,-3 0 0,0 0 16,7-4-16,-3-1 0,1 0 0,-15-10 16,20 3-16,0-1 0,0-1 15,4-6-15,-2 1 0,1 0 0,-23 4 0,23-11 16,-3 3-16,1-1 0,-4-9 0,-1 3 0,1-1 16,-17 16-16,12-22 0,1 2 0,-1 0 0,-4 3 0,-1-1 15,1 0-15,-8 18 0,3-14 0,-1 1 0,2-1 0,-5 5 0,0 1 0,-1-1 0,2 9 0,-3-3 0,1 0 0,0-1 0,2 4 0,-6 0 16,3 0-16,0 0 0,-4 8 0,3-1 0,-1 1 15,5-8-15,-8 17 0,3 0 0,0-1 0,0 11 0,2-4 0,0 2 16,3-25-16,-1 35 0,1-1 0,0 0 0,3 3 16,0 1-16,0 0 0,-3-38 0,6 38 0,-1 0 15,1-1-15,-1-2 0,-1 0 0,0 0 0,-4-35 16,5 31-16,-2-2 0,0 1 0,-3-8 16,0-1-16,0 1 0,0-22 0,-3 15 0,0 0 0,0 0 0,-2-7 15,0 0-15,0-1 0,-3-4 0,2 2 16,0-2-16,-3-6 0,0 3 0,1-1 0,8 1 15,-10-8-15,0 2 0,1-1 0,-1-7 0,-1 1 0,1-1 16,10 14-16,-11-21 0,1 2 0,1 0 0,2-3 16,0-1-16,-1 2 0,8 21 0,-1-25 0,0 0 15,0 1-15,8-4 0,-2 0 0,0 0 0,-5 28 16,14-32-16,0 2 0,-1 0 0,7-3 0,0 1 0,-1-1 16,5 0-16,0-3 0,-1 1 0,-1-1 0,-1-1 15,0 0-15,-6 3 0,1 1 0,-1 0 0,-15 33 16,14-32-16,0 1 0,-1 0 0</inkml:trace>
  <inkml:trace contextRef="#ctx0" brushRef="#br0" timeOffset="-210916.335">13778 9181 0,'0'0'0,"0"0"0,0 0 0,0 0 0,66 59 16,-16 16 0,-10 13-16,-9 9 15,-31-97-15,0 0 0,0 0 0,3 35 0,-2 1 16,0-1-16,-1-35 0,-7 40 0,2-2 15,0 1-15,-14 5 0,1-1 0,-2 0 0,-11-2 0,0 0 16,0 0-16,-3-9 0,2 0 0,0-1 0,2-11 0,0 1 16,0-2-16,30-19 0,-25 13 0,1-1 0,1 1 15</inkml:trace>
  <inkml:trace contextRef="#ctx0" brushRef="#br0" timeOffset="-210499.406">14727 9309 0,'0'0'0,"0"0"16,0 0-16,0 0 0,-3 62 15,-5 2-15,-5-1 16,-2-3-16,15-60 15,0 0-15,0 0 0,-9 20 0,3-1 16,-1 1-16,7-20 0,-8 18 0,-1-1 0,0 0 0,9-17 16,-10 15-16,1-2 0,-1 0 15,10-13-15,-12 9 0,-1-1 16,1 0-16,12-8 0,-11 5 16,0-3-16,1 2 0,3-10 15,0 1-15,-1 0 0</inkml:trace>
  <inkml:trace contextRef="#ctx0" brushRef="#br0" timeOffset="-210324.597">14638 9443 0,'0'0'0,"0"0"0,0 0 16,0 0-16,0 0 0,0 0 16,0 0-16,0 0 15,0 0-15,0 0 0,0 0 0,0 0 16,0 0-16,0 0 0,0 0 0,0 0 16,0 0-16,0 0 0,26-12 0,0 0 0,0 1 0,-26 11 15,20 1-15,0-1 0,0 0 0,-6 13 16,0-2-16,1 0 0,-15-11 15,14 23-15,1 0 0,-1-1 0,-1 7 0,-2-3 0,1 1 0,-12-27 0,9 29 0,2 1 16,0 0-16,-1 2 0,-1-1 0,0 0 0,-1-12 0,-3 1 16,0-1-16</inkml:trace>
  <inkml:trace contextRef="#ctx0" brushRef="#br0" timeOffset="-208977.728">15645 9068 0,'0'0'0,"0"0"16,0 0-16,0 0 0,0 0 15,0 0-15,43 66 16,-13 22 15,-30-88-31,0 0 0,0 0 0,0 0 0,0 0 0,5 32 0,-1-1 0,1-1 0,-5-30 16,3 33-16,-2-1 0,0 1 0,-1-33 15,-1 33-15,1-2 0,0 1 0,0-32 16,-2 32-16,0-2 0,-2 2 0,4-32 16,0 15-16,-1-1 0,0 1 0,1-15 0,-5 29 0,1-1 0,0 1 0,4-29 0,-3 15 0,1 2 0,0-2 15,2-15-15,-1 20 0,1-2 0,0-1 0,0-17 16,1 11-16,-1-3 0,0 2 0,0-10 0,0 3 15,0 1-15,0-2 0,0-2 0,18 2 16,1-1-16,0-1 0,-19 0 0,11 0 0,-1 0 0,1 0 16,-11 0-16,24-4 0,1 1 0,0 0 0,-25 3 0,13-4 15,1 1-15,-1 1 0,-13 2 0,17-2 16,-1 1-16,1 0 0,-17 1 0,9 0 0,-2 0 16,1 0-16,-8 0 0,13-2 0,1 2 0,-2-1 0,-12 1 15,9 0-15,-2 0 0,-1 0 0,-6 0 0,13-6 16,1 3-16,-1-1 0,-5 2 15,-2 1-15,0-3 0,-6 4 16,12-21-16,-3 1 0,1-1 0</inkml:trace>
  <inkml:trace contextRef="#ctx0" brushRef="#br0" timeOffset="-208790.856">16256 9484 0,'0'0'0,"0"0"0,0 0 16,9 69-16,0 3 15,-1 1 1,-3-3-16,-5-70 0,0 0 0,0 0 16,-1 21-16,0-1 0,0 0 0,1-20 0,-6 15 15,3 0-15,0-1 0,-2-9 0,2-1 16,0-1-16,3-3 0,-4-6 0,0 0 16,-1 0-16</inkml:trace>
  <inkml:trace contextRef="#ctx0" brushRef="#br0" timeOffset="-208653.491">16170 9321 0,'0'0'0,"0"0"0,0 0 0,14-61 16,11 1 0</inkml:trace>
  <inkml:trace contextRef="#ctx0" brushRef="#br0" timeOffset="-208413.801">16419 9019 0,'0'0'0,"0"0"0,0 0 16,15 77-16,11 18 15,-13 5-15,1 6 16,-2 2-1,-12-108-15,0 0 0,0 0 0,5 37 0,-1 0 0,0-1 16,-4-36-16,3 35 0,0 0 0,0 1 0,-3-36 16,0 33-16,0 0 0,0 1 0,0-8 15,0 0-15,0 1 0,0-27 16,2 15-16,-1 0 16,2 1-16</inkml:trace>
  <inkml:trace contextRef="#ctx0" brushRef="#br0" timeOffset="-208125.662">16821 9423 0,'0'0'0,"0"0"15,0 0 1,0 0-16,-84 2 16,12-1-1,18 2-15,54-3 0,0 0 0,0 0 16,0 0-16,-10 2 0,1-2 0,-1 1 0,10-1 15,-5 1-15,1-1 0,0 0 0,2 1 0,1 0 16,0 1-16,1-2 16,2 4-16,-1 2 0,0-1 0,6 6 0,-1-1 15,0 1-15,-6-11 16,9 14-16,-3 1 0,0 0 0,-6-15 0,10 18 0,1-3 0,-1 2 16,5 2-16,-2 0 0,0 0 0,4 1 15,-3 1-15,1-1 0,-15-20 0,15 19 16,-1 0-16,-1 1 0,0-5 0,-4 0 0,2-1 0,-11-14 0,11 8 0,-3 1 0,0-2 15</inkml:trace>
  <inkml:trace contextRef="#ctx0" brushRef="#br0" timeOffset="-207740.841">16938 9619 0,'0'0'0,"0"0"0,0 0 0,0 0 15,0 0-15,81-21 16,2-1-1,-83 22-15,0 0 0,0 0 0,23-8 0,0 0 16,-1 1-16,-22 7 0,20-7 0,-2-2 0,-1 1 16,-4 0-16,-2 1 0,0-1 0,-4 0 0,-1 0 0,-1 2 15,-5 6-15,2-8 0,-2 0 16,0 0-16,0 8 0,-5-6 0,2 0 16,0 0-16,-8 4 0,2 0 0,0-1 15,9 3-15,-17 0 0,3 2 0,-1-2 0,-1 4 16,-1 1-16,0-3 0,17-2 15,-19 11-15,1-3 0,1 1 0,0 3 0,2 0 16,-1-1-16,16-11 16,-12 14-16,-1 0 15,1-1-15,5 4 0,2-2 0,-1 1 16,6-16-16,-2 17 0,2 0 0,0 0 0,7 0 16,-1-1-16,0 0 0,-6-16 15,16 15-15,-1-1 0,-1 1 0,13-8 0,0 1 16,0-1-16,-27-7 0,35-1 0,1 1 0,-1 0 15</inkml:trace>
  <inkml:trace contextRef="#ctx0" brushRef="#br0" timeOffset="-207536.872">17593 9426 0,'0'0'0,"0"0"0,0 0 0,0 0 0,-60-17 15,15 13 1,22 24 0,23-20-16,0 0 0,0 0 0,0 0 0,0 13 0,0-1 15,0 0-15,0-12 0,10 18 0,-2 0 16,1 1-16,6 1 0,1 0 0,-1 1 0,-15-21 15,17 22-15,-1 0 0,0 0 0,-2-1 0,-1-1 0,-1 1 0,-6-4 0,-1 2 0,1-1 0,-6-18 16,-1 16-16,0-2 0,0 0 0,-9-1 16,2-2-16,0 1 0,8-12 0,-16 6 0,3-1 0,-1 1 15,-5-10-15,1 1 0,1-1 0,17 4 0,-18-12 16,0 0-16,1 0 0,3-5 0,1 1 0,0-2 0,5 7 16,1-1-16,0 1 0</inkml:trace>
  <inkml:trace contextRef="#ctx0" brushRef="#br0" timeOffset="-207216.69">18245 8915 0,'0'0'0,"0"0"15,0 0-15,0 0 16,-56 45-16,0 11 15,-1 18 1,11 12-16,46-86 16,0 0-16,0 0 0,-14 28 0,0 2 15,1 1-15,13-31 0,-13 33 16,3 1-16,0-1 0,4 5 16,0-1-16,1 1 0,5-38 15,-4 43-15,4 0 16,-1-2-16,9 5 0,1-1 0,-1-1 15,11 1-15,-2-1 0,1-1 0,3-9 16,1 0-16,0-2 0,5-10 0,-3 0 0,1 2 0,2-16 0,-1 1 0,0 0 0</inkml:trace>
  <inkml:trace contextRef="#ctx0" brushRef="#br0" timeOffset="-207008.204">18390 9287 0,'0'0'0,"0"0"0,0 0 0,0 0 15,14 63-15,1 12 16,-4 4-16,-7 1 16,-4-80-1,0 0-15,0 0 0,3 23 0,-2 0 16,-1 1-16,0-24 16,-1 21-16,1-2 15,0 2-15,-5-8 0,2 0 0,0 1 16,3-14-16,-4 5 0,0 0 0,-1-2 0,2-8 0,-1 0 0,1 0 0</inkml:trace>
  <inkml:trace contextRef="#ctx0" brushRef="#br0" timeOffset="-206773.703">18383 9113 0,'0'0'0,"0"0"16,0 0-16,50-28 16,12 16-1,-7 21-15,1 25 16,-6 18-16,-50-52 0,0 0 0,0 0 0,0 0 0,16 22 15,0-1-15,-1 1 0,-1 6 0,-3 0 0,0-1 16,-11-27-16,13 32 0,-2 0 0,0 1 0,-5 2 16,-1 1-16,0-2 0,-5-34 0,1 36 0,0-1 15,0-2 1,-3-1-16,1-1 0,0 0 0,1-31 0,-6 24 0,3-1 16,-2-1-16,-2-13 0,1 0 0,0 0 0,2-6 15,0-1-15,-1 0 0</inkml:trace>
  <inkml:trace contextRef="#ctx0" brushRef="#br0" timeOffset="-206614.754">18374 9486 0,'0'0'0,"0"0"0,0 0 16,0 0-16,79-14 16,14 0-16,-1 2 15,-8-12-15,-84 24 16,0 0-16,18-6 0,-1 0 0,-1 1 0,-7 2 15,-2 1-15,0 0 0</inkml:trace>
  <inkml:trace contextRef="#ctx0" brushRef="#br0" timeOffset="-206445.322">18935 9103 0,'0'0'0,"0"0"0,0 0 16,0 0-16,0 73 15,4 15 1,10 5-16,6 1 15,-20-94-15,0 0 0,0 0 0,6 33 16,-2-2-16,0 0 0,-2-1 0,-1 0 16,0 0-16,-1-30 0,6 26 0,-3-1 0,0 1 15,2-5-15,-2-1 0,0-1 0,1-7 0,-2-1 0,0 0 0</inkml:trace>
  <inkml:trace contextRef="#ctx0" brushRef="#br0" timeOffset="-206255.616">19157 9467 0,'0'0'0,"0"0"0,15 52 0,1 7 16,-5-6 0,-8 1-16,-6-22 15,0-26-15,3-6 16,0 0-16,0 0 0,-1 0 0,1 0 0,0-1 0</inkml:trace>
  <inkml:trace contextRef="#ctx0" brushRef="#br0" timeOffset="-206121.656">19230 9279 0,'0'0'0,"0"0"0,0 0 15,0 0-15,0 0 16,0 0-16</inkml:trace>
  <inkml:trace contextRef="#ctx0" brushRef="#br0" timeOffset="-205656.158">19491 9281 0,'0'0'15,"0"0"-15,0 0 0,0 0 0,0 0 16,-47 62-1,1-1 1,13-7-16,33-54 0,0 0 0,0 0 16,-7 17-16,1-1 0,0 0 0,6-16 0,-2 15 0,0-1 15,2 1-15,6 0 16,0-2-16,0 2 16,10-3-16,-3 0 15,1-1-15,-14-11 16,24 10-16,-2-2 0,1-1 15,5-2-15,-1-2 0,2 1 0,-10-2 16,0-1-16,0 1 16,-19-2-16,24-9 0,1 1 15,-1 1-15,-1-8 0,-2 1 16,1 0-16,-22 14 0,18-20 0,-2 1 0,1 0 16,-4-1-16,-1 1 0,-1 1 0,-11 18 0,8-17 0,-2 2 0,1 0 15,-4 7-15,0-1 0,0 0 0,-8-1 0,2 2 0,0 0 0,-8 0 0,1 1 0,0 1 0,10 6 0,-13-4 0,2 1 16,-1 0-16,-2 5 0,2-1 0,-1 2 0,1 3 0,-1-1 0,1 1 0,12-6 0,-9 8 0,0 0 0,1 1 0,8-9 0,-5 11 0,1 0 0,0 0 0,3 1 0,0-1 0,0 1 15,6 1-15,-2 0 0,0-2 0,-3-11 0,12 14 0,-1 0 0,-1-1 0,11-1 16,-3 1-16,1-1 0,-19-12 0,25 8 0,-1-1 0,1 1 16,2-5-16,-2 0 0,1-1 0,-26-2 0,26-4 15,-3 2-15,1-2 16,-3-6-16,0 0 0,-1 0 0,-7 2 16,-2 0-16,2 0 0</inkml:trace>
  <inkml:trace contextRef="#ctx0" brushRef="#br0" timeOffset="-205493.821">20229 9462 0,'0'0'0,"34"43"0,-5 14 16,-12 7 0,-6 8-16,-13 1 15,-27-9 1,-7-14-16,36-50 0,0 0 16,0 0-16,-16 9 0,1 0 0,1 0 0,14-9 15,-17 2-15,2-1 16,-1 1-16,5-3 0,0 1 0,1 0 0</inkml:trace>
  <inkml:trace contextRef="#ctx0" brushRef="#br0" timeOffset="-204798.046">20496 9182 0,'0'0'15,"0"0"-15,0 0 0,-13 51 16,3 14 0,-3-5-16,4-9 15,4-13 1,5-38-16,0 0 0,0 0 0,2 9 0,-2 0 16,0-1-16,6-3 0,-2-1 0,0 0 0,-4-4 15,11 2-15,-1-1 0,0 0 0,8-7 16,-3 2-16,1 1 15,-16 3-15,18-10 0,-1 2 0,-1 0 0,0-4 0,-3-1 16,1 2-16,-14 11 0,14-21 0,-1 2 0,-1 1 0,1-4 0,-2 1 0,0 0 0,-11 21 0,10-20 0,-1 3 16,0 0-16,-4 4 0,1 1 0,-1-1 0,-5 13 15,3-7-15,0 1 0,0 0 0,-1 3 0,-1 0 0,0 0 16,-1 3-16,-2 2 0,2-1 16,0-1-16,-2 8 0,2 1 15,0-1-15,0-8 0,-1 16 0,0-1 0,0 0 0,0 9 0,1-1 0,0-1 16,0-22-16,-1 30 0,1-3 0,0 0 0,-2 5 0,2 1 0,0-1 15,0-32-15,3 37 0,-1-2 0,0 0 0,-4 0 16,1-2-16,0 0 0,1-33 16,-1 28-16,0-1 0,0 0 15,-2-5-15,-1-2 16,1 1 0,-3-6-16,0-2 15,0 0-15,6-13 16,-11 9-16,2-2 0,0 1 15,-5-4-15,3-1 0,0 0 16,11-3-16,-13-4 0,1-1 16,0 1-16,-1-6 0,2 0 0,-2 0 15,13 10-15,-8-14 0,1 1 16,0 1-16,0-5 0,2 0 16,0 0-16,5 17 0,-2-20 15,2 2-15,0-1 0,6 0 0,0 0 0,1 0 16,-7 19-16,13-18 0,0 2 15,1 0-15,8 0 16,-3 2-16,1 0 0,-20 14 16,24-18-16,-1 3 0,1-1 0,-7 6 15,-3 0-15,1-1 0,12-14 0,-2 0 16,1 1-16,1-8 0,-2 3 0,0-1 16</inkml:trace>
  <inkml:trace contextRef="#ctx0" brushRef="#br0" timeOffset="-204690.179">21031 8610 0,'0'0'0,"0"0"0,50 34 15,15 27-15,3 43 0,-1 34 0,-67-138 0,41 163 0,-33 9 0,-8-172 0,0 0 0,0 0 0,0 0 0,0 0 0,-11 62 0,2-1 0,-1 0 16,-15 2-16,1-1 0,-1 1 0,-14-2 0,-2-1 0,1 0 15,-20-1-15,2 0 0,0-2 0,-16-4 0,2-1 16,-2-1-16</inkml:trace>
  <inkml:trace contextRef="#ctx0" brushRef="#br0" timeOffset="-199253.034">8745 10408 0,'0'0'0,"0"0"0,0 0 0,0 0 16,0 0 0,0 0-16,0 0 15,-64-7 1,64 7-16,0 0 0,0 0 0,0 0 0,-16-1 0,5-1 16,-2 2-16,-20 4 0,1-1 0,0 0 15,32-3-15,-41 5 0,2 0 16,-1 0-16,40-5 0,-52 6 0,-1-1 0,-1 1 15,54-6-15,-69 7 0,0 0 0,-1 1 0,-10 3 0,0-2 0,1 1 0,2-2 0,3 1 0,-1 0 16,75-9-16,-71 7 0,0 1 0,-1-1 16,-1-1-16,1-1 0,-1 1 0,-4 1 15,1-3-15,1 0 0,75-4 0,-76 3 16,3 1-16,0-3 0,-1 1 0,3 0 0,0 0 16,71-2-16,-76 1 0,3-1 15,-1 1 1,74-1-16,-88 2 0,-1-2 0,0 1 15</inkml:trace>
  <inkml:trace contextRef="#ctx0" brushRef="#br0" timeOffset="-191463.129">443 10834 0,'0'0'0,"0"0"0,0 0 16,0 0-16,0 0 16,-6-55-16,2 23 15,-28 10 1,32 22-16,0 0 0,0 0 0,0 0 15,-5-3-15,-3-1 0,2 1 0,6 3 16,-18-3-16,-3 0 0,2-1 0,8 2 16,0 0-16,1 1 0,10 1 0,-18 4 0,0 0 15,2-1-15,5 1 0,2-3 16,0 2-16,9-3 0,-12 10 0,2-1 16,0 0-16,4-2 15,0-2-15,1 1 0,5-6 0,2 14 0,-2 1 16,0 0-16,1-7 0,-1 0 0,0 1 15,0-9-15,13 19 0,-2-1 0,0 1 0,-11-19 0,9 10 0,-3 1 0,0 0 0,8 11 0,0-1 0,-3 0 0,-11-21 16,9 12-16,-2-1 0,0-1 0,5 15 0,1-1 0,-1-1 0,-12-23 0,7 14 0,0-2 0,-1 1 0,-6-13 0,5 26 16,-2 0-16,1-1 0,-2-10 0,0-1 0,0 0 15,-2-14-15,-10 19 0,1-2 0,-1 2 0,3-9 0,2-2 16,1 2-16,4-10 16,-20 9-16,2 0 0,-1 1 15,8-5-15,1-1 0,1 1 0,9-5 0,-23 5 0,3 1 0,-3-1 16,10-2-16,1 0 0,1-2 0,11-1 15,-19-7-15,3 0 0,-1 1 0,7 1 0,3 0 0,-3 0 0,10 5 16,-6-20-16,3-1 0,-1 0 0,0 10 0,3-1 0,0-1 0</inkml:trace>
  <inkml:trace contextRef="#ctx0" brushRef="#br0" timeOffset="-191230.233">697 10847 0,'0'0'16,"0"0"-16,0 0 0,27 58 0,-8 12 31,-15 5-31,-6 3 0,-2-3 16,4-75-16,0 0 0,0 0 0,-2 27 0,-1-2 15,1 0-15,2 0 0,0 0 0,0 0 0,0-25 16,-7 26-16,3 1 0,1-1 0,-4-4 0,1 2 0,0-2 15,-1-8-15,5-2 0,-1 1 0,2-12 16,1 0-16,0-1 0</inkml:trace>
  <inkml:trace contextRef="#ctx0" brushRef="#br0" timeOffset="-191016.96">565 11298 0,'0'0'0,"0"0"15,0 0-15,0 0 0,0 0 16,0 0-16,103-30 16,-5 2-1,-98 28-15,0 0 0,19-6 0,1 2 16,-3-3-16,-7 6 16,-3-2-16,0 1 0,-3 1 0,0 1 0,0-1 15</inkml:trace>
  <inkml:trace contextRef="#ctx0" brushRef="#br0" timeOffset="-190654.499">994 11294 0,'0'0'0,"0"0"0,0 0 0,0 0 16,0 0 0,0 0-16,0 0 15,65 4-15,-65-4 0,0 0 0,0 0 16,25-4-16,-4 0 0,1 0 0,-22 4 0,19-8 16,-2-1-16,0 1 0,-3-5 0,-1 2 0,1-1 0,-7 2 15,0-1-15,0 0 0,-3 4 0,-2-2 0,0 1 16,-5-2-16,0 2 0,1 0 0,-7 2 0,2-1 15,-1 0-15,8 7 0,-11-1 0,1-2 0,-1 2 0,-3 1 16,1 0-16,2 0 0,-3 5 0,0 0 16,1 0-16,-1 2 0,-1-3 0,0 2 0,4 3 0,-2 0 15,0-2-15,3 6 0,3-1 0,-3-1 16,10-11-16,-6 17 0,0-2 16,2 0-16,3 5 0,0-4 15,0 3-15,8 2 0,3 0 16,-3 0-16,9 3 0,-3-2 15,2 0-15,8-3 0,-3 0 16,3-1-16,-23-18 16,26 11-16,1-2 15,0 2-15,0-13 0,1 1 16,0-1-16,-10-2 0,-1 1 0,2 0 16</inkml:trace>
  <inkml:trace contextRef="#ctx0" brushRef="#br0" timeOffset="-190543.226">1464 11205 0,'0'0'0,"0"0"0,0 0 0,0 61 0,4 21 15,6 20-15,4 17 0,-5 10 16,-9-129-16,0 0 0,0 0 0,-4 40 16,4-1-16,0 1 0,-4-8 0,1-1 15,2 0-15,-2-9 0,0-1 0,0 0 0,1-13 0,0-1 16,1 0-16,4-11 0,-3-1 0,2 1 0,0-3 0,-1 2 16,0-1-16</inkml:trace>
  <inkml:trace contextRef="#ctx0" brushRef="#br0" timeOffset="-190301.45">1366 11244 0,'0'0'0,"0"0"0,0 0 0,80-25 16,1 22 0,-2 26-16,-8 14 15,-17 9-15,-54-46 0,0 0 0,0 0 0,0 0 16,17 18-16,-5 1 0,1-2 0,-5 2 0,0-1 15,-2 2-15,-8-1 16,1-2-16,0 2 0,1-19 16,-11 18-16,-1-1 0,1 0 0,-8-2 0,-1 1 0,0 0 15,-5-8-15,1 1 0,-1-1 0,2-12 0,2 1 16,0 1-16</inkml:trace>
  <inkml:trace contextRef="#ctx0" brushRef="#br0" timeOffset="-189272.091">2326 11127 0,'0'0'0,"0"0"0,0 0 16,0 0-16,55-27 15,-20 13-15,24 21 16,-29 0-16,-30-7 15,0 0-15,0 0 16,15 18-16,-3 0 0,0-1 0,-12-17 16,8 11-16,0-2 0,-2 2 0,-6-11 0,0 21 0,0 0 0,0 1 0,-1-9 15,1-2-15,0 1 0,0-12 0,-10 16 0,1 0 0,2 1 0,7-17 16,-6 8-16,0 1 0,2-1 0,4-8 16,-13 10-16,2-1 0,0 0 0,3-4 0,3-1 0,-2 1 15,7-5-15,-2 1 0,0 1 0,-1 0 16,3-2-16,-2 1 0,2-1 0,0 0 0,-13 6 0,3-2 0,0 0 15,10-4-15,-6 3 0,-1 0 0,1 0 16,3-2-16,1 0 0,0 1 0,13-2 16,-2 0-16,0 0 0,-9 0 15,6-2-15,0 2 0,0 0 0,-6 0 0,19 12 0,-5 0 16,2 0-16,-5-6 0,-4 1 0,2 0 16,-9-7-16,16 21 0,-2-2 15,1 0-15,-15-19 0,9 11 0,-1 0 16,-1 0-16,0 10 0,-2 1 0,-1-1 0,-4-21 15,7 12-15,-6-1 0,1 1 0,-2-12 0,-7 15 16,1 1-16,1-1 0,0-7 0,2 0 16,0-1-16,3-7 0,-18 9 0,0 0 15,0-1-15,18-8 0,-10 6 0,-1-1 0,1-1 0,-16-1 0,2 0 0,-1 2 0,25-5 16,-16 1-16,3 1 0,-1 0 0,14-2 0,-30-1 0,2-1 0,0 1 0,13 0 0,-1 0 16,1 0-16,15 1 0,-11-9 0,0 2 15,1 0-15,5 2 0,1 1 0,0 0 0</inkml:trace>
  <inkml:trace contextRef="#ctx0" brushRef="#br0" timeOffset="-189095.916">3152 11711 0,'0'0'0,"0"0"0,64 8 15,12-1 1,0-8-16,-5-9 16</inkml:trace>
  <inkml:trace contextRef="#ctx0" brushRef="#br0" timeOffset="-175339.924">3859 11123 0,'0'0'0,"0"0"0,0 0 0,0 0 15,0 0-15,0 0 16,0 0-16,0 0 16,0 0-16,0 0 0,0 0 0,0 0 15,0 0-15,0 0 0,0 0 0,0 0 0,0 0 16,0 0-16,0 0 0,23 2 0,1-2 0,-2 0 16,-7 0-16,-2 0 0,1 0 15,-14 0-15,29 2 0,-29-2 0,27 1 0,-1 0 0,-26-1 16,18 1-16,-5-1 0,2 0 0,8 0 15,-3 0-15,1 0 0,-21 0 16,11-1-16,1 1 16,-1 0-16,-11 0 0,4 0 0,0 0 15,1 0-15,-3 0 0,-1 0 0,0 0 0,-1 0 0,1 0 0,-1 0 16,0 0-16,6 5 0,-1 1 0,0-2 0,-5-4 0,3 4 0,0-2 0,0 2 0,0 9 16,-3 0-16,0-2 0,0-11 15,0 7-15,0 1 0,0 0 0,-5 9 0,3 2 0,0-1 0,2-18 0,-2 11 0,1-1 0,1-1 16,0-9-16,-6 25 0,3-1 0,0-1 0,3-23 0,-2 14 0,0-1 15,0 1-15,-1 16 0,0 1 0,1 0 0,2-31 16,-1 17-16,0 0 0,-1 1 0,2 15 16,-1 1-16,0-1 0,1-33 0,0 19 0,0-2 0,0 1 0,0-18 15,-3 31-15,3-2 0,0 2 0,0-14 0,0 0 0,0-1 0,0-16 16,1 20-16,1 0 0,-2 1 0,1-11 16,-1 0-16,0 1 0,0-11 0,1 5 0,-1-2 15,0 1-15,0-4 0,0 2 0,0-1 0,0 1 0,-2 8 16,2-1-16,0 0 0,0-2 0,0-1 0,0-1 15,0-5-15,0 3 0,0 0 0,0-1 0,-2-2 16,2 0-16,0 2 0,0-1 0,0-1 0,0 0 0,-6-7 16,1 1-16,0 0 0,5 6 0,-6-4 0,4-1 15,-1 3-15,-9-6 0,0 0 0,-1 1 0,13 7 16,-9-4-16,3 0 0,0 0 0,-13-3 0,0-1 16,0 2-16,19 6 0,-13-5 0,4 0 0,-2 1 0,-9-3 15,0 2-15,1-2 0,19 7 0,-13-4 0,3 1 16,-1-1-16,-6-8 0,0 0 0,1 0 0,16 12 15,-10-8-15,1 2 0,0 0 0,9 6 0,-4-18 16,1 1-16,-1 1 0,3 6 0,0 0 0,0 1 0,1 9 16</inkml:trace>
  <inkml:trace contextRef="#ctx0" brushRef="#br0" timeOffset="-175174.847">4349 11513 0,'0'0'0,"0"0"0,0 0 16,0 0-16,0 0 0,-90 21 16,-55 2-1,-31-8-15,176-15 16,0 0-16,0 0 0,-48-1 0,4 1 0,-3 0 0</inkml:trace>
  <inkml:trace contextRef="#ctx0" brushRef="#br0" timeOffset="-173671.548">4824 11355 0,'0'0'0,"0"0"0,0 0 16,0 0-16,0 0 15,0 0-15,74-24 16,-31 11 0,-43 13-16,0 0 0,0 0 0,0 0 15,0 0-15,20-12 0,0 2 0,-3 0 0,-6 4 16,-1-1-16,-1 2 0,-9 5 16,4-12-16,0 3 0,0-1 0,-4 10 0,3-7 0,-1 2 0,-2-1 0,-10 1 15,1 0-15,0-1 0,9 6 0,-7-3 0,1 1 0,0-1 0,6 3 16,-22 10-16,3-1 0,-1-2 0,8-2 0,0 0 15,1 1-15,-6 7 0,1-1 0,-1-1 0,17-11 0,-19 21 16,0-3-16,1 1 0,18-19 0,-11 11 0,3-1 16,0 0-16,2 10 0,1-1 0,0 0 0,5-19 15,-3 11-15,2-1 0,0 1 0,1-11 16,18 16-16,-2 0 0,1 0 0,-6-8 16,-2 0-16,1-1 0,-10-7 0,24 13 0,-1-3 15,0 1-15,-23-11 0,14 6 0,-1 0 0,-1-2 0,-7-1 16,0 0-16,1-1 0,-6-2 0,8 11 0,-1 0 15,-2-2-15,-5-9 0,7 7 0,-5-1 0,1-1 0,-12 12 0,2-1 16,0 0-16,7-16 0,-6 9 0,2 1 0,-1-1 0,5-9 16,-17 21-16,-1 0 0,1-1 15,5-9-15,3 0 0,0 1 16,9-12-16,-15 21 0,3-1 16,0 1-16,12-21 15,-9 10-15,2 1 0,2 0 16,9 11-16,0 0 0,0 0 15,-4-22-15,3 12 0,0 1 0,1-1 16,19 5-16,0-1 0,0 1 0,-23-17 16,29 11-16,-1-3 15,0 3-15,-28-11 0,14 3 0,0 1 0,1 0 16,16-17-16,-1-2 0,0 2 0</inkml:trace>
  <inkml:trace contextRef="#ctx0" brushRef="#br0" timeOffset="-173508.408">5384 11316 0,'0'0'0,"0"0"16,0 0-16,0 0 0,0 0 15,0 0-15,3 81 16,4 13 0,-7-94-16,0 0 0,0 0 0,2 31 0,0-2 0,0 1 15,-2-30-15,1 31 0,0 0 0,0 0 16,1 2-16,-2-2 0,0 2 0,3 1 0,-2-2 16,2 0-16,-3-32 0,2 29 0,-2-1 0,0 1 0,-5-8 15,4 0-15,-2 0 0,1-8 0,0 0 0,0-1 0,1-5 16,-1-1-16,2 0 0</inkml:trace>
  <inkml:trace contextRef="#ctx0" brushRef="#br0" timeOffset="-173309.956">5601 11734 0,'0'0'0,"0"0"16,0 0-16,0 0 15,0 0-15,14 75 16,-6-9-1,-5-13-15,-3-53 0,0 0 0,0 0 0,0 0 16,-1 13-16,0 0 0,0-1 0,-2-5 16,1-1-16,0-1 0,0-9 0,1-1 0,0 0 15,-1 0-15,2 1 0,0-1 0</inkml:trace>
  <inkml:trace contextRef="#ctx0" brushRef="#br0" timeOffset="-173183.023">5700 11402 0,'0'0'0,"0"0"0,0 0 16,0 0-16,0 0 15,0 0-15</inkml:trace>
  <inkml:trace contextRef="#ctx0" brushRef="#br0" timeOffset="-172659.44">5809 11730 0,'0'0'0,"0"0"16,0 0-16,0 0 16,7 64-16,-4-21 15,-11-24 1,0-20-16,8 1 16,0 0-16,0 0 15,2-21-15,-2-1 0,0 1 0,1 8 16,0 0-16,0 1 0,-1 12 15,-1-6-15,1 0 0,0 2 16,4-11-16,-1 2 0,-1 1 0,-2 12 0,8-14 0,-2 0 0,0 3 0,2-3 0,-4 1 0,2 1 0,0 4 0,-1-3 0,0 3 0,-5 8 0,6-4 16,-2 2-16,0-1 0,2 6 0,0-1 0,0 2 15,4 5-15,-3 1 0,0-3 0,-7-7 0,8 12 16,1 1-16,-1-1 0,-1 1 0,-1 0 16,1 0-16,0 2 0,-1-1 0,0 0 15,-6-14-15,4 13 0,0-1 0,-1 1 0,0-4 16,-2 0-16,0-1 0,0-3 0,-1 0 15,0-3-15,2 1 0,-2-1 0,0-1 0,0-1 0,0-1 0,0 1 0,0 0 16,-2-5-16,2 1 0,0 0 0,0-7 0,0 1 0,0-1 16,0 11-16,0-17 0,0 2 15,0-1-15,5 0 0,-2-2 0,0 2 0,3 3 16,-1 1-16,-1-1 0,1 4 0,-2 0 0,0 1 16,-3 8-16,6-5 0,-2 2 0,1 0 0,2 3 0,0 1 0,0 1 0,4 6 15,-3-3-15,0 1 0,-8-6 0,10 14 0,0-1 0,-1-1 0,1 3 16,-1 0-16,-1-1 0,-1 3 0,-1-3 0,1 0 15,-7-14-15,5 15 0,-2-1 0,0 0 0,-3-2 16,0-2-16,0 0 0,-3-3 0,2-1 0,0 0 16,1-6-16,-2 2 0,0-1 15,0-1-15,3-6 0,-1-1 0,0-1 16,5-6-16,-2 0 0,0 0 0,4-8 0,-2 1 0,1-1 16</inkml:trace>
  <inkml:trace contextRef="#ctx0" brushRef="#br0" timeOffset="-172499.688">6370 11550 0,'0'0'0,"0"0"0,25 69 16,-4 6 0,-6-7-16,-9-11 15,-8-3-15,-8-14 16,10-40-16,0 0 0,0 0 0,-4 10 0,1-3 16,0 1-16,3-8 15,-3 2-15,1-2 0,-1 1 0,7-11 16,-3 2-16,0-2 15</inkml:trace>
  <inkml:trace contextRef="#ctx0" brushRef="#br0" timeOffset="-172399.344">6395 11395 0,'0'0'0,"0"0"16,0 0-16,0 0 16,0 0-16</inkml:trace>
  <inkml:trace contextRef="#ctx0" brushRef="#br0" timeOffset="-172065.483">6621 11603 0,'0'0'0,"0"0"0,14 56 0,-2-4 16,-6-4-16,-5-11 16,-4-9-16,-1-15 15,4-13 1,0 0-16,0 0 0,0 0 0,-3 3 15,3-2-15,0 1 0,0-4 0,0-1 0,0 1 0,4-4 16,-3 1-16,0-1 0,4-4 0,-2-3 0,0 1 0,-3 12 0,6-16 16,-1 0-16,1 1 0,1-4 0,-1 1 15,0 1-15,5-1 0,-2 2 0,-1-2 0,-8 18 0,10-12 0,-2 2 16,-1-1-16,-1 4 0,-1 0 0,1 2 0,-2 1 0,0 1 0,0 0 16,-4 3-16,4 0 0,0 0 0,0 0 0,3 10 15,-2-3-15,0-1 0,0 8 0,0-1 0,0-1 16,-5-12-16,3 19 0,1-1 0,-1 0 0,0-1 0,-1 2 15,0-3-15,-4 2 0,1-2 0,0 0 0,-3-1 16,-1-1-16,1-1 0,4-13 0,-5 10 0,0-1 16,0-2-16,3-4 0,-1 0 0,2 0 0,1-3 15,0 0-15,0 1 0</inkml:trace>
  <inkml:trace contextRef="#ctx0" brushRef="#br0" timeOffset="-171658.123">7210 11594 0,'0'0'0,"0"0"0,0 0 15,-59 12-15,5 11 16,9 6 0,14 1-16,9 1 15,22-31-15,0 0 0,0 0 0,-4 11 0,1-3 16,2 2-16,2-2 0,-1-1 0,0 1 0,0-8 0,9 6 15,-3-2-15,1 1 0,4-3 0,-1 0 16,1 1-16,3-5 0,-2 1 0,1 1 0,-13 0 16,15-7-16,0 1 0,-1-2 0,-1-3 0,-2-1 15,0 0-15,-1-2 0,-1 2 16,0-2-16,-9 14 0,9-11 0,-3-2 16,0 2-16,-2 2 0,0 0 15,0 2-15,0 2 0,-2 0 0,0 0 0,-2 5 16,1-3-16,0 2 0,0-1 0,-3 4 0,2-1 0,0 2 0,-3 4 0,1-1 0,2 0 0,0-6 0,-3 11 0,3-2 15,0 0-15,3 4 0,-3 0 0,0-1 0,2 2 16,-1 1-16,0-2 16,-1-13-16,4 12 0,-2-1 15,0 0-15,2-1 0,-1-1 16,0 0-16,0-5 0,1 2 0,0-1 0,-4-5 0,6-4 16,-2 3-16,0-1 0,4-6 0,-1-1 0,-1 0 0,-1 2 15,-1 0-15,0-1 0</inkml:trace>
  <inkml:trace contextRef="#ctx0" brushRef="#br0" timeOffset="-171482.14">7459 11246 0,'0'0'0,"0"0"16,0 0-16,0 0 15,36 48-15,-11 21 32,-6 16-32,-19-85 15,0 0-15,0 0 0,3 30 0,0 1 0,-1-2 0,-2 1 0,-1-1 0,0 0 16,-2-11-16,2 1 0,0-1 0,0-11 0,0 3 0,0-3 0,-10 13 15,1-1-15,-1 0 0,1-4 0,1-2 0,0 1 16</inkml:trace>
  <inkml:trace contextRef="#ctx0" brushRef="#br0" timeOffset="-171230.816">7410 11615 0,'0'0'0,"0"0"0,0 0 0,68-29 0,-4-1 15,-12-1 1,-5 6-16,-8 9 16,-39 16-16,0 0 0,0 0 0,11-3 0,-1 2 15,0 1-15,-2 1 0,0 2 0,-1-1 0,-1 6 0,0 1 16,1-1-16,-7-8 0,5 14 0,-2-2 0,0 1 0,-1 6 16,-1-2-16,0 1 0,-2 3 0,0-2 0,0 2 15,0 2-15,1 1 0,0-2 0,0-22 0,-2 21 16,2 1-16,-1-2 0,-1-4 0,1-1 0,0-1 15,0-7-15,0 0 0,0 0 0,3-8 16,0 1-16,0 0 0</inkml:trace>
  <inkml:trace contextRef="#ctx0" brushRef="#br0" timeOffset="-171096.92">7812 11368 0,'0'0'0,"0"0"0,0 0 0,0 0 15,0 0-15,0 0 16</inkml:trace>
  <inkml:trace contextRef="#ctx0" brushRef="#br0" timeOffset="-170757.763">7981 11448 0,'0'0'0,"0"0"0,0 0 0,0 0 0,0 0 16,-16 71-16,-3-13 15,4-13-15,10-12 16,5-33-16,0 0 16,0 0-16,3 8 0,-2 1 0,0 0 15,6-2-15,-1 0 0,0 1 0,-6-8 16,11 3-16,-1 2 0,-1-3 0,2 0 16,1-1-16,-1-1 0,1-3 0,0-1 15,-1 1-15,-11 3 0,12-8 16,-3 0-16,0 1 0,-1-7 0,1 3 0,-1-3 15,-8 14 1,2-16-16,1 1 0,-1 0 0,-5-2 0,1 2 16,2-1-16,-6 0 0,0 1 0,-1-1 0,7 16 15,-10-15-15,2 2 0,0-1 0,-3 1 16,2 3-16,0-1 0,9 11 16,-11-11-16,2 0 0,0 1 0,-1 1 0,3 1 15,0-1-15,3 2 0,2 0 0,0 0 0,2 7 16,5-5-16,-1 0 0,0 0 0</inkml:trace>
  <inkml:trace contextRef="#ctx0" brushRef="#br0" timeOffset="-170499.119">8246 11419 0,'0'0'0,"12"52"16,-3 8-16,-5 3 16,-4-7-16,1-7 15,-1-16-15,0-33 16,0 0-16,0 0 0,2 6 0,-2 1 0,0 0 16,3-3-16,-3-1 0,0 0 0,0-3 0,3-3 15,-1 1-15,0 0 0,4-4 0,-2-2 0,0 1 16,2-4-16,1 0 0,-1-1 0,-6 12 15,9-16-15,-1 1 0,1-1 16,-1-1-16,-1 0 0,0-2 16,5 2-16,-3 0 0,0-1 0,-9 18 15,12-14-15,-3 1 0,-1 0 0,2 3 0,-3 0 0,0 2 0,-1 3 0,1 1 0,-1 0 0,-6 4 0,6 2 0,0-1 0,0 1 16,2 10-16,-1-2 0,-1 1 16,3 10-16,-1 1 0,-1-1 0,-2 9 0,-1-1 15,0-1-15,-4-28 0,-1 31 0,0-1 0,0 0 0,-7-3 0,4-1 16,-1 0-16,-3-7 0,1 1 0,0-2 15</inkml:trace>
  <inkml:trace contextRef="#ctx0" brushRef="#br0" timeOffset="-166758.302">9599 12011 0,'0'0'0,"0"0"0,0 0 0,0 0 15,0 0-15,0 0 16,0 0-16,-23-49 16,23 49-16,0 0 0,0 0 0,0 0 15,-6-11-15,1 0 0,1 1 0,-12 8 0,-1 0 16,1 1-16,16 1 0,-10 0 15,1 0-15,0 0 0,-15 11 0,2-3 16,1 3-16,21-11 0,-14 6 0,2 1 0,-1-2 0,13-5 0,-24 17 0,0-2 16,0 1-16,9-6 15,3-1-15,0 0 0,12-9 16,-17 16-16,1 0 0,-1 0 0,9-7 0,0 0 16,-1 0-16,9-9 0,-6 12 0,1-1 15,0 0-15,5-11 0,-3 7 0,1-2 0,-1 1 16,12 4-16,-3-2 0,0 1 0,-6-9 0,4 5 15,0-1-15,1 1 0,-5-5 0,18 8 0,0 0 0,-1 0 0,-6-3 0,-1-1 0,0 1 16,-10-5-16,24 6 0,0 2 0,0-2 0,-11-1 0,-1-2 0,1 0 0,-13-3 0,18 13 0,-1 0 16,0 0-16,-17-13 0,9 6 0,-1 1 0,0 0 15,3 11-15,-1-1 0,0 0 0,-10-17 0,6 9 16,-1 0-16,0 0 0,-2 11 0,-2 1 0,0 0 0,-1-21 16,2 11-16,-2 0 0,0 0 0,0-11 0,-7 19 15,2 1-15,0-1 0,-1-9 0,3 0 0,0-1 16,3-9-16,-16 15 0,1 0 15,1-1-15,4-6 0,2-1 0,0 0 0,8-7 0,-21 9 16,1 1-16,-1-1 0,21-9 0,-13 5 0,2-1 16,0 0-16,-14-1 0,0 0 0,0 0 15,25-3-15,-15 2 0,1-1 0,1-1 0,-10-2 16,1-1-16,3 1 0,19 2 16,-13-2-16,3 1 0,0-1 0,0-9 0,1 1 15,0-1-15,9 11 0,-5-6 0,1 0 16,-1-1-16</inkml:trace>
  <inkml:trace contextRef="#ctx0" brushRef="#br0" timeOffset="-166293.155">9724 12280 0,'0'0'0,"0"0"0,0 0 15,11 60-15,-3 3 16,6-5 0,1-10-16,6-4 0,-21-44 15,0 0-15,0 0 0,0 0 0,7 10 16,-2 2-16,2-1 0,3-3 0,-3 2 0,0-2 0,4-2 0,-1-2 16,0 0-16,4-5 0,-3 0 15,0-1-15,2-5 0,-1 0 0,1 0 0,-13 7 0,15-13 16,-1 4-16,-1-3 0,1-7 0,-1 1 0,-1 0 15,2-4-15,-2 1 0,0 0 0,0 3 0,-3 0 0,0 1 16,-9 17-16,8-15 0,-2 1 0,0 1 0,-3 2 16,-1 2-16,0-2 0,0 5 0,-2 1 15,0-1-15,-1 1 0,1 1 0,0 1 0,0 0 16,0 0-16,0 2 0,0 1 0,0 0 0,0 0 0,0 0 0,-1 2 16,0 3-16,0-4 0,1 10 15,0-3-15,0 1 0,0-9 0,2 14 0,-2 0 16,0-1-16,-1 7 0,1-3 0,0 1 15,0 4-15,0 0 16,0 0-16,3 0 0,0 0 0,1 0 16,1 0-16,-2 0 0,0-1 0,-3-21 15,4 21-15,-1-2 0,0 0 0,1-5 16,1 1-16,-1-1 0,2-7 0,-1-1 0,0 0 16</inkml:trace>
  <inkml:trace contextRef="#ctx0" brushRef="#br0" timeOffset="-165819.509">10262 11881 0,'0'0'0,"0"0"0,0 0 16,0 0-16,0 0 16,16 87-1,-2 4 1,0-6-16,-14-85 0,0 0 0,0 0 0,5 30 0,-1-1 15,0-1-15,0-1 0,-1 1 0,0-3 16,0 0-16,-2-2 0,0 2 16,-1-4-16,0-1 0,0 1 15,0-21-15,-2 16 0,1 0 0,0 0 16,-1-5-16,1-1 0,0 0 16,-2-4-16,2-1 15,0-1-15,-1-6 0,1 2 0,0 0 16,1 0-16,-3-7 0,2 2 0,0 0 0,0-5 15,0-1-15,0-1 0,2-3 0,-1 1 0,0-1 16,4 1-16,0 1 0,0 1 0,-4 12 0,8-12 0,-2 0 0,1 1 0,0 3 0,-1 1 0,0-1 0,1 2 0,-1 1 0,-1-1 0,4 6 16,-2 0-16,1 0 0,-8 0 0,8 4 0,0 0 0,0-1 0,2 6 0,-2-1 0,0-1 0,3 3 15,-3 1-15,0-2 0,-1 4 0,0-2 0,-1 2 16,-1 2-16,0-1 0,0 0 0,-5-14 0,4 15 0,-2-2 16,-1 0-16,-2 1 0,0-3 0,0 1 15,-3-2-15,0 1 0,0-1 0,-4-2 0,0 0 0,1 0 16,7-8-16,-12 7 0,-1-2 0,1 1 0,-1-3 0,-1-2 15,1 1-15,-3-7 0,3 0 0,-2 1 0,1-8 16,0 1-16,1 2 0,4-8 0,0 1 0,1-1 16,8 17-16,-3-20 0,2 1 0,0-1 0,10-3 15,1-1-15,-1 1 0</inkml:trace>
  <inkml:trace contextRef="#ctx0" brushRef="#br0" timeOffset="-165578.729">10712 12157 0,'0'0'0,"0"0"0,0 0 16,0 0-16,30 76 16,-1 2-1,-10 9-15,-7-4 16,-12-83-16,0 0 0,0 0 0,1 28 0,-1-1 0,0 0 16,0 1-16,0 0 0,0 0 0,0-28 0,-1 28 15,1-1-15,0 1 0,-3-2 0,2 2 0,0-1 16,-4-5-16,1 0 0,0-1 0,-4-3 0,1 0 0,1 0 15,6-18-15,-9 8 0,0 2 0,-2-2 0,2-12 16,-1-1-16,-1 1 0,3-15 16,1 0-16,0 1 0</inkml:trace>
  <inkml:trace contextRef="#ctx0" brushRef="#br0" timeOffset="-165448.54">10562 12113 0,'0'0'0,"0"0"0,0 0 0,0 0 0,0 0 0,75-54 16</inkml:trace>
  <inkml:trace contextRef="#ctx0" brushRef="#br0" timeOffset="-165094.604">10967 12415 0,'0'0'0,"0"0"15,0 0-15,0 0 0,0 0 16,59-48-16,-3-3 31,-16 9-31,-40 42 0,0 0 0,0 0 0,8-12 0,0 3 16,1-3-16,-9 12 0,7-7 0,-2-1 0,0 1 15,-1 0-15,-1 2 0,-1 0 0,-6 0 0,3 0 16,0 0-16,-4 2 0,1 1 0,0 0 0,4 2 0,-9 1 16,0-1-16,1 0 0,-3 5 0,1-1 0,1 0 15,-2 4-15,-1-1 0,1 0 0,0 3 0,1 1 0,1-1 16,9-10-16,-9 14 0,-1-1 0,1 0 0,2 3 16,2 0-16,0 1 0,4 0 15,1-1-15,0 2 0,4 0 16,-2-3-16,0 2 0,-2-17 0,8 16 0,-1-1 15,1 0-15,8-3 0,-1 1 0,-1 0 0,7-6 0,-3 1 16,1-2-16,5-4 0,-3-2 0,1 0 0,0-6 0,0 1 16,-1 0-16</inkml:trace>
  <inkml:trace contextRef="#ctx0" brushRef="#br0" timeOffset="-164882.109">11554 12157 0,'0'0'0,"0"0"0,0 0 16,0 0-16,0 0 15,0 0-15,0 0 16,-39 52-16,39-52 16,0 0-16,0 0 0,-11 21 0,5-1 0,-1 1 15,3-2-15,0-2 0,0 1 0,2-2 16,2 1-16,0-1 0,0-16 0,6 17 0,-2 0 0,0 0 0,6-4 16,0 2-16,-1-1 0,6-4 0,0 0 0,-1 0 15,-14-10-15,20 4 0,-1 0 0,-1 0 0,2-10 16,-1-1-16,1 1 0</inkml:trace>
  <inkml:trace contextRef="#ctx0" brushRef="#br0" timeOffset="-164630.708">11914 11688 0,'0'0'0,"0"0"0,0 0 0,0 0 16,0 0-16,15 92 15,-2 14 1,0-2-16,-13-104 16,0 0-16,0 0 0,4 34 0,0 0 15,0-1-15,4 3 0,-3-2 16,0 1-16,-1-1 0,-2-2 0,0 0 0,-2 0 16,0-2-16,0 1 0,0-31 15,-2 26-15,0 1 0,0-1 0,-4-8 0,2 1 0,0-2 0,-2-9 16,3-3-16,0 0 0</inkml:trace>
  <inkml:trace contextRef="#ctx0" brushRef="#br0" timeOffset="-164516.024">11684 12206 0,'0'0'0,"0"0"0,0 0 0,47-24 16,-66 33-16,139-37 15,11 7-15,-14 2 16,-117 19-16</inkml:trace>
  <inkml:trace contextRef="#ctx0" brushRef="#br0" timeOffset="-160589.953">14723 11329 0,'0'0'0,"0"0"0,66 50 0,6 26 16,-14 17 0,-15 26-16,-18 11 15,-25 7-15,0-137 16,0 0-16,0 0 0,-9 45 0,0 0 0,-2 0 0,-9 1 15,-2 0-15,0-1 0,-15 2 0,2-2 0,0 0 0,-18-1 0,1-1 0,-1 2 16,-13-7-16,1 0 0,-1 1 16</inkml:trace>
  <inkml:trace contextRef="#ctx0" brushRef="#br0" timeOffset="-158486.582">15613 12000 0,'0'0'0,"0"0"0,0 0 16,-3 65-16,1-25 16,-2 35-1,3-36-15,-14 26 16,15-65-16,0 0 16,0 0-16,0 0 0,-5 11 15,2 1-15,0 0 0,-6-1 0,2-1 16,0 0-16,7-10 0,-4 5 0,0-1 15,-1 0-15,2-1 0,2-1 0,0-1 16,-1-1-16,2 1 0,0 1 0</inkml:trace>
  <inkml:trace contextRef="#ctx0" brushRef="#br0" timeOffset="-158188.953">15569 11970 0,'0'0'0,"0"0"0,0 0 0,0 0 16,0 0-16,0 0 15,0 0-15,0 0 16,0 0-16,0 0 0,0 0 0,26-29 0,0 1 15,-1 1-15,-25 27 0,18-19 0,1 2 16,0-1-16,-8 14 0,-1 0 0,1-1 0,-2 11 0,0-1 16,1 1-16,-10-6 0,11 11 0,-2 0 0,1 0 15,-2 6-15,0-3 0,0 2 0,2 4 0,-1-1 16,0 1-16,2 2 16,-2 0-16,0 0 0,-1 0 15,-1 1-15,1-1 16,0 0-16,-1-2 0,1 2 15,-8-22-15,6 20 0,0-1 16,0 0-16,-1-3 0,-1 0 0,-1 0 0,2-7 0,-1 0 0,0 0 0</inkml:trace>
  <inkml:trace contextRef="#ctx0" brushRef="#br0" timeOffset="-156466.942">16395 11312 0,'0'0'0,"0"0"0,0 0 16,0 0-16,0 0 15,0 0-15,0 0 16,0 0 0,0 0-16,0 0 0,0 0 0,0 0 0,7 24 15,-1 1-15,-1 0 0,0-11 0,-2-1 0,0 3 16,-3-16-16,6 28 0,-2-1 0,1 1 16,-1-13-16,-2 0 0,0 0 0,-2-15 0,4 25 15,-1-1-15,0 0 16,-3-24-16,3 13 0,-2-1 0,0 1 0,1 6 15,-1-1-15,0 1 0,-1-19 16,3 9-16,-3 0 0,0 0 0,2 6 0,-2-1 16,0-1-16,0-13 0,1 7 0,-1 2 15,0-2-15,0-7 0,0 3 0,0-1 16,0 1-16,0-2 0,0-1 0,0 1 16,0-1-16,0 0 0,0 0 0,0 0 0,0 2 15,0-2-15,0 0 0,0 0 0,0 0 0,0 0 0,0 0 16,5 6-16,-1-3 0,0 1 0,-1-1 15,-1 0-15,0 0 0,-1-3 0,0 2 0,0-1 0,-1-1 0,1 1 16,-1-1-16,0 0 0,0 0 16,0 0-16,0 0 0,0 0 0,0 0 15,0 0-15,0 0 0,0 0 16,0 0-16,0 0 0,0 0 0,0 0 0,0 0 16,0 0-16,0 0 0,0 0 0,0 0 0,0 0 0,0 0 0,0 0 15,0 3-15,0 1 16,0 0-16,1-2 0,-1 0 0,0-1 0,0 1 0,0-2 15,0 1-15,0 0 0,0-1 0,0 0 0,0 0 0,-3 19 0,2 0 0,0 0 16,0-7-16,0-1 0,0 0 0,1-11 0,-2 19 16,1-3-16,0 2 0,-1-8 0,2-1 0,0 1 0,0-10 15,-1 14-15,0-1 0,0 0 0,1-13 16,-1 7-16,1 1 0,0-2 0,0-3 0,0-1 16,0 1-16,0-3 0,0 1 0,0 0 0,0-1 15,0 0-15,0 12 0,0 1 16,0-1-16,0-4 0,0-2 0,0 2 0,0-4 15,0-2-15,0 1 16,0-3-16,0 1 0,0 0 0</inkml:trace>
  <inkml:trace contextRef="#ctx0" brushRef="#br0" timeOffset="-156119.429">16479 12190 0,'0'0'0,"0"0"15,0 0-15,0 0 0,0 0 0,0 0 0,0 0 0,52-24 0,6 5 16,0 5-16,-58 14 0,0 0 0,0 0 16,17-2-16,-2 1 0,1 0 0,-16 1 0,13 0 15,1 0-15,-1 0 0,0 1 0,-3-1 0,0 1 16,-1-1-16,-3 1 0,0 0 0,-6-1 15,4-3-15,-2 1 0,0-1 0,-2-2 0,0 1 0,0-1 16,-2-4-16,1-2 0,0 1 0</inkml:trace>
  <inkml:trace contextRef="#ctx0" brushRef="#br0" timeOffset="-155983.15">16831 11861 0,'0'0'0,"0"0"0,0 0 16,0 0-1,0 0-15,0 0 16,0 0-16,0 0 15,0 0-15,0 0 0,0 0 0,0 0 0,0 0 16,0 0-16,0 0 0,11 23 0,-2-1 0,0 0 16,-2 5-16,-1-2 0,-1 0 0,0-1 15,-1-1-15,0 0 0,-4-23 0,3 21 0,0-1 16,1 1-16,-1-3 0,0-1 0,0 1 0,0-9 16,-1 1-16,0 0 0,2-11 0,-2 1 0,-1 0 0,-1 0 0,4-13 15,0 1-15,-1 0 0</inkml:trace>
  <inkml:trace contextRef="#ctx0" brushRef="#br0" timeOffset="-155932.954">16869 11441 0,'0'0'0,"0"0"0,0 0 15,0 0-15,0 0 16,0 0-16,0 0 15</inkml:trace>
  <inkml:trace contextRef="#ctx0" brushRef="#br0" timeOffset="-155718.554">17104 11230 0,'0'0'0,"0"0"0,0 0 0,20 57 16,3 12 0,0 13-16,-6 5 0,-7 4 15,-10-91-15,0 0 0,0 0 0,5 34 16,-1 0-16,1 0 0,-1 0 0,0 0 0,0-1 16,-4-33-16,4 37 0,0-2 0,0 2 0,0-3 15,-2 1-15,0-1 0,0-2 16,-2 1-16,0-1 0,-3-5 0,2 0 0,0 0 0,-3-11 15,3 0-15,0-1 16,0-8-16,0 1 0,0-1 0,0-4 0,1 0 16,0-1-16</inkml:trace>
  <inkml:trace contextRef="#ctx0" brushRef="#br0" timeOffset="-155303.66">17521 11659 0,'0'0'16,"0"0"-16,0 0 0,0 0 0,0 0 0,0 0 15,0 0 1,-49 16-16,49-16 0,0 0 16,0 0-16,0 0 0,-17 6 15,-1-1-15,0 0 0,1 0 203,3 0-203,0 0 0,2 0 0,-1-1 0,1 0 0,-1 1 0,4 1 0,-1-2 0,10-4 0,-12 4 0,2 1 0,10-5 0,-10 3 0,1 1 0,9-4 0,0 0 0,0 0 0,0 0 0,-7 3 0,7-3 0,0 0 0,0 0 0,-7 2 0,7-2 0,0 0 0,-4 2 0,4-2 0,-4 2 0,0 0 0,4-2 0,0 0 0,-2 1 0,2-1 0,0 1 0,0 2 0,0-3 0,5 4 0,-3 0 0,0 0 0,-2-4 0,6 3 0,0 0 0,-6-3 0,6 3 0,5 3 16,-11-6-16,9 6 0,0 0 0,-9-6 0,13 6 0,-3 1 0,-10-7 0,9 7 0,-9-7 0,0 0 0,0 0 0,14 9 0,-14-9 0,10 9 0,0 0 0,-10-9 0,12 10 0,-2 0 0,-10-10 0,0 0 0,10 9 0,-10-9 0,10 10 0,-2-1 0,-8-9 0,8 11 0,0 0 0,-2 0 0,0 0 0,-6-11 0,0 0 0,6 11 0,-6-11 0,5 8 0,0 3 0,-5-11 0,8 10 0,-3-1 0,0-1 0,0-1 0,-1 0 0,0-1 0,1-4 0,-2-1 0,0 0 0,1-7 0,-1 2 16,0-2-16,-3 6 0,0 0 0,0 0 0,0 0 0,0 0 0,5-11 0,-5 11 0,0 0 0,0 0 0,5-12 0,-5 12 0,0 0 0,6-11 0,-6 11 0</inkml:trace>
  <inkml:trace contextRef="#ctx0" brushRef="#br0" timeOffset="-154930.241">17594 11796 0,'0'0'0,"0"0"0,0 0 15,0 0 1,0 0-16,65 7 0,-2-4 31,-4-4-31,-59 1 0,0 0 0,0 0 0,18-3 0,-2 1 0,1 1 16,-17 1-16,15-7 0,0 2 0,-1-1 0,0-2 0,-1-2 16,1 2-16,-3-3 0,0-1 0,1 0 15,-12 12-15,9-11 0,-2 1 16,0-2-16,-5 2 0,0 1 0,-1 0 0,-8-1 0,2 1 0,-1-1 15,6 10-15,-8-6 0,-1-2 0,0 3 0,-2-1 16,-1 1-16,1 1 0,-3 2 0,-1 1 0,1-1 0,14 2 16,-16 2-16,1-1 0,-1 1 0,3 1 15,0-1-15,1 1 0,1 4 0,-1 1 16,1-1-16,0 4 0,2 0 16,0 0-16,9-11 0,-8 16 0,0 0 0,3-1 0,3 4 15,0-3-15,0 2 0,5 1 16,-1 0-16,0 1 15,-2-20-15,11 19 0,-3 1 16,0-1-16,6 0 0,-2 0 0,0-1 16,7-5-16,0 1 0,-1-2 0,7-3 0,0-1 0,0-1 0,1-7 0,0 0 0,0 0 15,-26 0-15,26-8 0,-1 0 0,-1-1 0,0-5 0,0-1 16,0 0-16</inkml:trace>
  <inkml:trace contextRef="#ctx0" brushRef="#br0" timeOffset="-154636.564">18362 11581 0,'0'0'16,"0"0"-16,0 0 0,0 0 0,-60-26 15,11 8 1,18 18-16,14 3 16,17-3-16,0 0 0,0 0 0,-5 7 15,0-1-15,-1 0 0,4 4 0,2 1 0,0-1 16,0-10-16,4 14 0,-1 0 0,-1-2 0,6 7 0,-2 0 16,0-1-16,4 5 0,-2-1 0,0 0 0,-8-22 0,9 24 0,-1-1 15,-1-1-15,-1 0 0,-1 1 0,0-2 0,-5 0 16,0-1-16,0-1 0,-5-1 0,2 0 0,0-1 0,3-17 15,-6 12-15,0 2 0,-1-1 0,-2-6 0,0-1 16,0 0-16,-7-4 0,3-2 0,-1 0 16,14 0-16,-14-6 0,-1-2 0,1 2 0,-2-10 15,2 2-15,-1-1 0,5-5 0,0 2 0,-1-2 0,11 20 16,-5-22-16,2 0 0,0 0 0,8-3 16,0 1-16,0 0 0</inkml:trace>
  <inkml:trace contextRef="#ctx0" brushRef="#br0" timeOffset="-154317.977">18890 11087 0,'0'0'16,"0"0"-16,0 0 0,0 0 15,0 0 1,-55 32-16,0 16 15,-1 12 1,56-60-16,0 0 0,0 0 0,0 0 0,-16 27 16,2-2-16,-1 1 0,1 3 0,1 0 15,1 0-15,-1 8 0,1-1 16,1-1-16,3 12 0,-1-3 0,1 1 16,7 5-16,1 0 31,0-2-31,6 2 0,-2-2 0,0 1 0,10 0 15,-2 0-15,1 0 0,7-5 0,-1 0 0,0-1 16,0-8-16,1 1 0,0-1 0,2-10 16,1 1-16,0-1 15</inkml:trace>
  <inkml:trace contextRef="#ctx0" brushRef="#br0" timeOffset="-152906.404">18829 11732 0,'0'0'0,"0"0"0,0 0 16,25 56-16,-12-23 0,10 23 16,-10-27-1,-9-18-15,-4-11 0,0 0 0,0 0 0,2 2 16,-2-2-16,0 2 0,0-1 0,0-1 0,0 1 16,0-1-16,0 0 0,0 0 0,0 0 0,0 0 0,0 0 15</inkml:trace>
  <inkml:trace contextRef="#ctx0" brushRef="#br0" timeOffset="-152646.152">18847 11576 0,'0'0'0,"0"0"0,0 0 0,0 0 15,16-57-15,0 5 32,3 16-32,8 11 0,-27 25 15,0 0 1,0 0-16,10-6 0,-3 0 0,2 0 15,-9 6-15,10 0 0,0-2 16,-1 2-16,5 2 0,-3 1 0,0-1 0,2 5 0,-1-1 0,0 0 0,-12-6 16,14 13-16,-2-1 0,1 1 0,-2 4 15,-2 0-15,1-1 0,0 2 0,-2 0 0,1-1 0,-1 5 0,0-2 16,0 1-16,0 3 0,-2-2 0,0 0 0,-1 2 0,-2-1 0,0 1 0,-3-24 0,3 24 0,-2-1 0,-1 0 0,5 1 0,-4-3 16,0 2-16,-3-3 0,2 1 0,0-2 0,-2-9 0,-1 1 15,1-1-15,-1-13 0,0 2 0,0-1 0</inkml:trace>
  <inkml:trace contextRef="#ctx0" brushRef="#br0" timeOffset="-152445.977">18909 11796 0,'0'0'0,"0"0"0,0 0 0,0 0 0,0 0 15,0 0-15,94-15 16,-28 3-16,-66 12 15,0 0-15,0 0 0,29-7 0,-1-1 0,0 0 16,0-4-16,-2 0 0,0-1 0,-1-2 0,-1 1 16,0-1-16,-4-2 0,-1 0 15,0 1-15</inkml:trace>
  <inkml:trace contextRef="#ctx0" brushRef="#br0" timeOffset="-152221.789">19446 11412 0,'0'0'0,"0"0"0,0 0 16,0 0-16,0 0 15,0 0-15,0 0 16,0 0-16,0 0 0,0 0 0,3 22 16,0 0-16,-1 0 0,5 5 0,-2-2 0,0 0 15,2 3-15,-1 0 0,1-3 0,-7-25 0,6 27 16,-2 0-16,2-1 0,-1 2 0,1-3 16,-1 2-16,-1-1 0,2 1 0,-1-2 15,-5-25-15,2 22 0,0 0 0,0-2 16,0-2-16,-2-1 0,0 0 0,5-10 0,-3-1 15,2-1-15,-4-5 16,7-2-16,-2 1 0,0-1 0</inkml:trace>
  <inkml:trace contextRef="#ctx0" brushRef="#br0" timeOffset="-152046.909">19648 11746 0,'0'0'0,"0"0"0,0 0 15,0 0-15,0 0 16,0 0-16,14 79 15,2-3 1,-16-76-16,0 0 0,0 0 0,0 0 16,4 22-16,0-1 0,0 1 0,0-7 15,0 1-15,1 0 0,-5-16 16,4 6-16,-1 0 0,-1 0 0,2-4 0,-3 1 0,0-2 0</inkml:trace>
  <inkml:trace contextRef="#ctx0" brushRef="#br0" timeOffset="-151925.832">19665 11538 0,'0'0'0,"0"0"0,0 0 0,0 0 15,0 0 1</inkml:trace>
  <inkml:trace contextRef="#ctx0" brushRef="#br0" timeOffset="-151433.595">19934 11680 0,'0'0'0,"0"0"0,0 0 0,0 0 0,0 0 16,0 0 0,-39 56-16,8-4 15,31-52-15,0 0 0,0 0 0,0 0 16,-7 14-16,1-1 0,0 0 0,5-1 15,1-2-15,0 2 0,3-1 0,-1-1 16,0 0-16,7 1 0,-2-2 16,0 2-1,6-4-15,-1 0 0,0 2 16,-12-9-16,19 4 0,-3 1 0,1 0 16,4-5-16,-1 1 0,1-1 0,0-1 15,-1-3-15,0 2 0,3-6 16,-2 1-16,1-1 0,-22 8 0,20-14 0,-2 1 0,1 1 0,-4-6 15,0 2-15,-1-1 0,-2 0 0,-2 1 0,0 1 0,-3 1 0,-3-1 0,0 1 0,-4 14 0,0-13 0,0 0 0,0 1 0,-6 1 0,2 0 0,-1 0 0,-2 2 0,0 1 16,2 1-16,5 7 0,-8-5 0,0 1 0,1 0 0,-1 1 0,1 1 0,-2 1 0,1 0 0,1 1 0,0 0 16,0 4-16,1-1 0,0 0 0,6-3 0,-5 7 15,0-1-15,-1 0 0,2 4 0,1-1 16,0 0-16,4 1 0,-1 0 16,0 1-16,0-11 0,5 13 0,-1-1 0,1 0 0,4 2 0,0 1 15,1 0-15,5-2 0,-1 1 0,1 0 16,4-2-16,-3-2 0,1 1 0,-17-11 0,17 7 0,0 0 0,-1 0 0,1-4 15,-1-1-15,1-1 0,-1-3 0,0-1 0,-1 2 16,0-6-16,-3 2 16,1 0-16,-4-4 0,-1 0 0,1 1 0,-9 8 15,7-8-15,0-1 0,0-1 0</inkml:trace>
  <inkml:trace contextRef="#ctx0" brushRef="#br0" timeOffset="-151261.877">20651 11936 0,'0'0'0,"0"0"0,9 67 0,-1 10 15,-12-7-15,-9-1 16,-10-14 0,-12-12-16,35-43 0,0 0 15,0 0-15,-11 9 0,2-1 0,-1 1 0,-1-9 16,2 0-16,0 0 0</inkml:trace>
  <inkml:trace contextRef="#ctx0" brushRef="#br0" timeOffset="-148667.733">23083 10834 0,'0'0'0,"0"0"0,0 0 0,59 60 16,5 29-16,-12 33 15,-7 19-15,-20 10 16,-23 8-16,-40 0 16,38-159-16,0 0 0,0 0 0,-26 55 0,1 0 15,1-1-15,-24 3 0,3-5 0,-1 4 0,-32-3 16,0 0-16,1 0 0,-24-13 0,3-2 16,0 1-16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9T06:16:50.52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630 1,'-67'55,"-148"176,215-231,-8 13,-1 0,-1-1,0-1,0 1,-1-1,0-1,-1 0,0-1,-1 0,0-1,-9 4,12-5,0-1,0 2,1-1,0 1,0 1,1-1,0 2,0-1,1 1,0 0,1 0,0 1,-2 7,0-5,-2 10,1-1,0 1,2 0,1 1,0 0,2 0,1 0,0 16,-23 170,28 25,-1-227,2 1,-1 0,1-1,1 1,0-1,0 0,0 0,1 0,0-1,1 1,-1-1,1-1,1 1,-1-1,1 0,1 0,47 54,15 64,-66-118,1 0,-1-1,1 0,1 0,-1 0,1-1,0 0,0 0,0 0,0-1,1 0,-1 0,1 0,0-1,0 0,0-1,0 1,0-1,0-1,0 1,0-1,0 0,0-1,1 0,-1 0,0 0,0-1,-1 0,2-1,40 0,-19 1,-19 1,0 0,0 1,0 0,0 0,0 1,0 0,-1 1,1 0,0 1,-1 0,7 3,0 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9T06:16:54.253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0,'369'0,"-217"31,-142-26,0 1,-1 0,0 0,0 1,0 1,-1 0,0 0,0 0,-1 1,5 8,56 94,35 67,-45-61,-47-98,0 0,-2 0,0 1,-1 0,-1 1,-1 0,-1 0,-1 0,-1 1,-1-1,0 1,-2 0,-1-1,0 1,-4 18,2 36,-1 231,-1-290,0 0,-1 0,-1 0,0-1,-1 0,-1-1,0 0,-2 1,-40 76,35-62,-1 0,-2-1,-1 0,-2-2,0 0,-2-2,0-1,-25 18,31-30,-1-1,0-1,0-1,-1-1,-1-1,1 0,-1-2,0 0,0-1,-1-2,1 0,-1-1,1-1,-1-1,0-1,-12-3,-55 2,64 3,2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9T06:17:38.78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845 446,'-101'21,"-50"60,119-58,26-20,4-2,-1 0,0 0,0 0,1 0,-1 0,0 1,1-1,-1 1,1-1,0 1,-1 0,1 0,0 0,0 0,0 1,1-1,-1 0,0 1,1 0,0-1,0 1,-1 0,1-1,1 1,-1 0,0 0,1 0,0 0,-1 0,1 0,0 0,0-1,1 1,-1 0,1 0,-1 0,1 0,0 0,0-1,0 1,1 1,69 114,-66-111,0 0,0-1,1 1,-1-1,2-1,-1 1,1-1,-1 0,1-1,1 1,-1-1,1-1,-1 1,1-1,0-1,0 1,0-2,1 1,-1-1,0 0,1-1,-1 1,1-2,-1 1,0-1,1-1,-1 1,0-1,1-1,34 1,-18 2,-19 1,0 0,0-1,0 0,-1 0,1 0,0-1,0 0,0 0,0-1,-1 1,1-1,-1-1,1 1,-1-1,0 0,6-8</inkml:trace>
  <inkml:trace contextRef="#ctx0" brushRef="#br0" timeOffset="3051.439">374 0,'-107'39,"77"-23,12-5,0 0,1 2,0 0,1 1,1 1,0 0,1 1,0 1,2 0,0 1,1 0,0 1,2 0,-5 14,8-14,1 0,0 0,2 1,1-1,0 1,1-1,1 1,1 0,3 13,-2 33,-1 197,42-167,-21-60,-15-24,-1-1,1 1,1-1,0-1,0 0,1 0,1 0,-1-1,2 0,-1-1,1 0,0-1,1 0,0-1,0 0,8 2,189 18,-183-26,-4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09T06:17:45.764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386 0,'-18'3,"0"0,1 0,0 2,0 0,0 1,1 1,0 1,0 0,-13 9,27-16,-166 104,165-103,0 0,1 0,-1 0,1 1,0-1,-1 1,1 0,0 0,0-1,1 1,-1 0,1 0,-1 1,1-1,0 0,0 0,1 1,-1-1,1 0,-1 1,1-1,0 1,0-1,1 0,-1 1,1-1,-1 0,1 1,0-1,0 0,1 0,-1 0,1 0,-1 0,1 0,0 0,0 0,0-1,1 1,-1-1,1 1,-1-1,4 2,18 36,-22-35,0 0,0 0,0 0,1-1,0 1,0-1,0 0,0 0,1 0,-1 0,1-1,0 0,0 1,1-1,-1-1,0 1,1 0,0-1,0 0,-1 0,1-1,0 1,4-1,200-2,79-51,-225 35,-52 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28:47.831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7363 12268 1024 0,'0'0'0'0,"0"0"0"0,0 0 0 0,0 0 0 0,0 0 0 0,0 0 0 0,0 0 0 0,0 0 0 0,0 0 0 0,0 0 0 0,0 0 0 0,0 0 0 0,0 0 0 0,0 0 0 0,0 0 0 0,0 0 0 0,0 0 0 0,0 0 0 0,0 0 0 0,0 0 0 0,0 0 0 0,0 0 0 0,0 0 0 0,0 0 0 0,0 0 0 0,0 0 0 0,0 0 0 0,0 0 0 0,0 0 0 0,0 0 0 0,0 0 0 0,0 0 256 0,0 0-256 0,0 0 0 0,0 0 0 0,0 0 0 0,0 0 0 0,0 0 0 0,0 0 0 0,0 0 0 16,0 0 0-16,0 0 0 0,0 0 0 0,0 0 0 0,0 0 0 0,0 0 0 0,0 0 0 0,0 0 0 0,0 0 0 0,0 0 0 0,0 0 0 0,0 0 0 0,0 0 144 0,0 0-144 0,0 0 0 0,0 0 0 0,0 0 0 0,0 0 0 0,0 0 0 0,0 0 0 0,0 0 0 0,0 0 0 0,0 0 0 0,0 0 0 0,0 0 1 0,0 0-1 0,0 0 0 0,0 0 0 0,0 0 0 0,0 0 0 0,0 0 0 0,0 0-8 16,0 0 8-16,0 0 0 0,0 0 41 15,0 0-41-15,0 0 0 0,0 0 62 0,0 0-62 0,0 0 0 0,0 0 83 16,0 0-83-16,0 0 0 0,0 0 91 16,0 0-91-16,0 0 0 0,0 0-5 0,0 0 5 0,0 0 0 0,0 0-46 15,0 0 46-15,0 0 0 0,0 0-92 16,0 0 92-16,0 0 0 0,0 0-27 0,0 0 27 0,0 0 0 0,-2 7 77 15,-2 2-77-15,-2 4 0 0,2-10 135 0,0-3-135 16,-1-3 0-16,-2 3 79 0,2 1-79 0,-4 1 0 0,1-1-51 16,1-1 51-16,0-1 0 0,-1 1-130 0,-2 0 130 0,-1 0 0 0,2 1-112 15,-2 0 112-15,0 0 0 0,0 0 9 16,-2-1-9-16,0-1 0 0,0 2 97 0,0 0-97 0,-3 1 0 0,2-1 138 16,-1-1-138-16,-3 1 0 0,1 0 65 0,1 1-65 0,-4 0 0 15,2-2-14-15,-2 0 14 0,-2 0 0 0,3 0-65 16,0 0 65-16,0 2 0 0,0-2-77 0,-2 2 77 0,-2-1 0 0,3 1-33 15,-2-1 33-15,-1 3 0 0,2-3 14 0,-2 0-14 0,-2-1 0 16,2 1 52-16,-2 1-52 0,0 0 0 0,2-2 25 16,-3 2-25-16,0 2 0 0,1-4 3 0,0 2-3 0,-2 1 0 0,1-1-2 15,1-1 2-15,-1-1 0 0,0 2-7 16,0 0 7-16,-2 1 0 0,0-1 16 0,-1 0-16 0,-2 1 0 0,2 0 3 16,0-2-3-16,-2 0 0 0,2 1-2 15,-1 1 2-15,-1-1 0 0,1 1 256 0,-1-1-256 0,-3 3 0 0,2-2-256 16,1 0 256-16,0-1 0 0,0 1-63 15,-2 0 63-15,-1-2 0 0,4 1-42 0,2 1 42 0,2-1 0 16,0 0-46-16,1 0 46 0,0 0 0 0,2-1-22 0,0-1 22 16,0-1 0-16,3 1-18 0,-1 0 18 0,2 0 0 0,1 0 16 15,0 0-16-15,2 0 0 0,0 0 34 16,2 0-34-16,0 0 0 0,0 0 256 0,0 0-256 0,1 0 0 0,1 0 66 16,1-2-66-16,2 1 0 0,-1 1-85 0,2 0 85 0,1 0 0 0,1 0-69 15,1-1 69-15,0-1 0 0,0 1 13 0,2 1-13 16,-1 1 0-16,1-1 105 0,1 0-105 0,0 0 0 0,1-1 123 15,1 0-123-15,-1 0 0 0,0 1 55 16,2 0-55-16,-1 0 0 0,0 0-2 0,2 0 2 0,-2 0 0 0,2 0-49 16,-1 0 49-16,0 0 0 0,0 0-50 0,0 0 50 0,0 0 0 0,0 0 9 15,0 0-9-15,0 0 0 0,0 0 61 0,0 0-61 0,0 0 0 0,0 0 102 16,0 0-102 0,0 0 0-16,0 0 90 0,0 0-90 0,0 0 0 0,0 0 99 0,1 0-99 15,-1 0 0-15,0 0 107 0,-2 0-107 0,1 0 0 0,0 1 184 0,2-1-184 16,-1 2 0-16,-1-1 177 0,0-1-177 15,0-1 0-15,0 0 113 0,0 0-113 0,0 0 0 0,-1 0-27 0,-1-2 27 0,-2 1 0 0,3 0-1857 32,1 3 1857-32,1 0 0 0</inkml:trace>
  <inkml:trace contextRef="#ctx0" brushRef="#br0" timeOffset="11454.831">17047 7089 1024 0,'0'0'0'15,"0"0"0"-15,0 0 0 0,0 0 0 0,0 0 227 0,0 0-227 0,0 0 0 0,0 0-1 16,0 0 1-16,0 0 0 0,0 0 118 0,0 0-118 0,0 0 0 0,0 0 238 0,0 0-238 0,0 0 0 0,0 0 256 16,0 0-256-16,0 0 0 0,0 0 126 15,0 0-126-15,0 0 0 0,0 0-25 0,0 0 25 0,0 0 0 0,0 0-118 16,0 0 118-16,0 0 0 0,0 0-71 15,0 0 71-15,0 0 0 0,0 14 92 0,-2 7-92 16,1 4 0-16,0-15 156 0,2-9-156 0,-1-5 0 16,0 5 152-16,2 1-152 0,-1-2 0 0,0 1 54 0,1 0-54 0,1 1 0 0,-1-2 29 15,-2 1-29-15,1 1 0 0,0-2-7 0,1 1 7 0,1 0 0 0,-1 0-26 0,0 2 26 32,0 0 0-32,0-2-9 0,2-2 9 0,0 1 0 0,-1 0 86 15,-2 1-86-15,1 1 0 0,0-2 171 0,1-1-171 0,1-1 0 0,-1 1 218 16,1 1-218-16,2-2 0 0,-3 1 194 15,2-2-194-15,1 1 0 0,-1-1 171 0,-1 0-171 0,-1-1 0 0,2 1 132 16,-1-1-132-16,0-2 0 0,1 1 43 0,1 1-43 16,1-2 0-16,0 0-4 0,-3 0 4 0,1-1 0 0,0 1 45 15,0-2-45-15,0-1 0 0,1 2 141 0,-1-2-141 16,0 0 0-16,0 1 168 0,1 1-168 0,2 0 0 0,-3 0 151 16,2-1-151-16,0-2 0 0,0 3 178 0,-1-1-178 0,0-3 0 0,0 4 164 15,0 0-164-15,0 0 0 0,1 0 22 16,-1 0-22-16,0 1 0 0,0 0 0 0,0 0 0 0,1 0 0 0,-2 0 0 15,2 0 0-15,0 2 0 0,-1-2 0 0,0 2 0 0,-2-2 0 0,1 1 0 16,-2 1 0-16,1 0 0 0,0-1 0 16,-1 1 0-16,0 1 0 0,2 0 0 0,-3 1 0 15,1 1 0-15,0-2 0 0,-2 1 0 0,1 0 0 0,-1 2 0 0,-1 0 0 0,-1 0 0 16,1 0-49-16,0 0 49 0,0 0 0 0,0 0-256 16,0 0 256-16,0 0 0 0,0 1-202 0,-2 0 202 0,1 1 0 0,0-2-2564 15,2 0 2564-15,-1 0 0 0</inkml:trace>
  <inkml:trace contextRef="#ctx0" brushRef="#br0" timeOffset="23906.671">1641 6517 1024 0,'0'0'0'0,"0"0"0"0,0 0 0 0,0 0 0 0,0 0 113 0,0 0-113 0,0 0 0 0,0 0-24 16,0 0 24-16,0 0 0 0,0 0 45 15,0 0-45-15,0 0 0 0,0 0-78 0,0 0 78 0,0 0 0 0,0 0-56 16,0 0 56-16,0 0 0 0,0 0 0 0,0 0 0 16,0 0 0-16,0 0 0 0,0 0 0 0,0 0 0 0,0 0 0 15,0 0 0-15,0 0 0 0,6 7 216 0,2 4-216 0,3 2 0 16,-7-7 162-16,-4-3-162 0,-1-1 0 0,2 0-29 16,1 1 29-16,0 0 0 0,2-1-146 0,-2 2 146 0,0 1 0 0,0-2-198 15,0 0 198-15,0-1 0 0,0 1-5 16,0-1 5-16,0-1 0 0,0 0 27 0,0 2-27 0,0-1 0 0,0 0 187 15,0 0-187-15,1-1 0 0,-1-1 120 0,1 1-120 0,1 1 0 0,-1-2-26 16,-2 0 26-16,1 0 0 0,0-1-134 16,0 0 134-16,0 0 0 0,0-1-89 0,1 1 89 0,2-1 0 0,-3 1 2 15,2-2-2-15,0-2 0 0,-1 2 77 0,2 1-77 16,0-2 0-16,0 0 93 0,-1-1-93 0,0-2 0 0,0 2 95 16,0-3-95-16,3-1 0 0,-2 2 72 0,2 0-72 0,0-1 0 15,-1 1-36-15,0-2 36 0,0-1 0 0,1 2-112 0,-1-1 112 16,0-1 0-16,-1 0-141 0,2 0 141 0,1-2 0 0,-1 1-29 15,-2 0 29-15,1-2 0 0,0 2 129 0,1 1-129 16,-1 0 0-16,0 0 226 0,1-1-226 0,2-1 0 0,-2 2 227 16,-2-2-227-16,0 1 0 0,2 0 119 0,1 1-119 0,1 1 0 0,-2 1 11 15,-1-1-11-15,1 1 0 0,0 1-80 0,-2 0 80 16,1 0 0-16,-1-1-66 0,-1 2 66 0,0 0 0 0,-1 2 70 16,0-2-70-16,0 1 0 0,0 1 195 0,-2 0-195 0,1-1 0 0,0 0 256 15,0 1-256-15,0 1 0 0,0-1 181 0,-2 1-181 16,1 0 0-16,0 0 112 0,-2 2-112 0,1-2 0 0,0 2 33 15,2 0-33-15,-1 0 0 0,-1 1 86 16,-1-1-86-16,-1-1 0 0,1 2 97 0,0 0-97 0,0 0 0 16,0 0 51-16,-1 0-51 0,-1 0 0 0,1 0-48 0,0 0 48 0,0 0 0 0,1 0-1705 15,1 0 1705-15,1 0 0 0</inkml:trace>
  <inkml:trace contextRef="#ctx0" brushRef="#br0" timeOffset="34141.315">1717 11342 1024 0,'0'0'0'0,"0"0"0"0,0 0 0 0,0 0 0 0,0 0 256 0,0 0-256 15,0 0 0-15,0 0 256 0,0 0-256 0,0 0 0 0,0 0-256 16,0 0 256-16,0 0 0 0,0 4 175 0,-2 3-175 0,1 4 0 0,1-6 256 16,1-2-256-16,1 1 0 0,-1 1 256 0,0 1-256 0,0 2 0 0,0-2 256 15,0 4-256-15,0 0 0 0,0 0 256 16,0 3-256-16,0 1 0 0,-1-1-256 16,2 1 256-16,-1 1 0 0,0 2-256 0,-2 1 256 0,1 3 0 15,0-2-256-15,0 1 256 0,0 2 0 0,0-2-256 0,0 2 256 0,0 2 0 16,0-1-256-16,0 1 256 0,0 2 0 0,0-2-175 15,0-1 175-15,0 2 0 0,0 0 0 0,0 0 0 0,0 4 0 0,0-4 256 16,2-1-256-16,-1-1 0 0,0 1 256 0,-1 1-256 0,1 2 0 0,0-2 117 16,2-1-117-16,0 0 0 0,-1 0-115 15,-1-1 115-15,0-1 0 0,1 0 210 0,-2-1-210 0,1-1 0 0,0 1 256 16,1 0-256-16,1 1 0 0,-1-2-12 0,-2 0 12 0,1-3 0 16,0 0-256-16,0 0 256 0,0-1 0 0,0-1-256 0,-2-2 256 15,1 0 0-15,0-2-256 16,0-1 256-16,0-2 0 0,0-1-200 0,-2-1 200 0,1-1 0 0,0-2 0 15,2 0 0-15,-1-2 0 0,0-2 0 0,-2-2 0 0,1 0 0 16,0-2 99-16,0-2-99 0,0-3 0 0,0 2 256 0,2-3-256 0,-1-1 0 0,0 8-355 16,0 4 355-16,0 4 0 0</inkml:trace>
  <inkml:trace contextRef="#ctx0" brushRef="#br0" timeOffset="39351.849">7032 11362 1024 0,'0'0'0'0,"0"0"0"0,0 0 0 0,0 0 0 16,0 0 110-16,0 0-110 0,0 0 0 0,0 0 107 0,0 0-107 16,0 0 0-16,9 3 75 0,3 1-75 0,5 2 0 0,-9-5 76 0,-4 1-76 15,-1-2 0-15,3 0 54 0,3 0-54 0,2 0 0 0,-2 0-46 16,1 2 46-16,2 0 0 0,-1-3-60 15,3-1 60-15,2 1 0 0,-2-1-62 0,0 0 62 0,2 0 0 0,-1 1 81 16,2-2-81-16,1 0 0 0,0 2 184 16,0-1-184-16,2-1 0 0,-2 1 169 0,1 2-169 0,1-1 0 0,0 0 105 15,0-1-105-15,3-1 0 0,-2 0-18 16,-1 3 18-16,2-1 0 0,-1 0-77 0,1 0 77 16,0 0 0-16,-1 1-52 0,1-3 52 0,1 0 0 0,0 2 18 0,1-1-18 0,2 2 0 0,-2-1 88 15,1 0-88-15,1 0 0 0,-1 1 120 16,-1-2-120-16,0-1 0 0,-2 3 82 0,3 0-82 0,0 0 0 0,-1 0 40 15,1 0-40-15,0-2 0 0,0 2-14 0,1 1 14 0,3 0 0 0,-3 1-27 16,-1-2 27-16,-2-2 0 0,2 4 18 16,1-2-18-16,2 3 0 0,-2-3 41 0,2 0-41 0,0 0 0 0,-2 1 60 15,1 1-60-15,1 1 0 0,-1-1 22 0,-1-4-22 16,0 2 0-16,0 2 27 0,2-1-27 16,-1 2 0-16,0-1 74 0,-1 0-74 0,0 1 0 0,0-2 79 0,-1-1-79 0,-2 2 0 0,2-2 45 15,1 1-45-15,3 1 0 0,-3-2-2 16,-1 1 2-16,-2 1 0 0,2-1 20 0,0 0-20 0,4 0 0 15,-4-1 47-15,-1 0-47 0,-1 0 0 0,2 0 105 0,1 2-105 0,2-1 0 0,-2-1 79 32,0 2-79-32,0-1 0 0,0 0 67 0,2 1-67 0,0-1 0 0,0-1-51 15,0 1 51-15,4 1 0 0,-3-2-88 0,0 1 88 0,1 1 0 0,-1-2-112 16,0 0 112-16,1 0 0 0,-1 0-34 16,-1 1 34-16,2 1 0 0,-2-1 44 0,-1-1-44 0,0 2 0 0,1-2 118 15,1 2-118-15,2-1 0 0,-3-1 90 0,-1 0-90 16,0 0 0-16,-1 0 31 0,1 0-31 0,1 0 0 0,-1 0 256 15,-1 0-256-15,0 0 0 0,1 0 256 0,1 2-256 16,2-1 0-16,0 1-256 0,2-1 256 0,3 2 0 0,-3-2-256 0,-1 1 256 0,0-1 0 0,0 0-197 31,0-1 197-31,1 2 0 0,-1-2-68 0,2 0 68 0,0 0 0 0,-2 0-67 16,0 0 67-16,-1 0 0 0,-1 0-38 0,-1 0 38 0,-1 0 0 0,0-2 40 16,1 2-40-16,1-1 0 0,-1 0 102 0,-2-1-102 0,2 1 0 0,0 1 114 31,1 0-114-31,2 0 0 0,-3 0 78 0,-1 0-78 0,0 0 0 0,-1 0-6 15,0-1 6-15,0-1 0 0,0 2-115 0,2 0 115 0,0 0 0 0,-3 0-161 16,-1-1 161-16,-1-1 0 0,2 1-179 16,1-1 179-16,2 2 0 0,-4-2-102 0,0 1 102 0,-1 0 0 0,2 0-5 15,2 1 5-15,1-1 0 0,-3 0 123 16,2-1-123-16,2 0 0 0,-2 2 196 0,-1-1-196 0,-1 0 0 0,2 0 166 16,3 1-166-16,2 1 0 0,-3-1 45 0,1 0-45 15,1 0 0-15,-1 0-113 0,-2 0 113 0,1 0 0 0,0 0-202 16,1 0 202-16,3 0 0 0,-2 0-201 0,-1 0 201 0,-1 0 0 0,0-1-95 15,2 0 95-15,1 0 0 0,-2 0 30 16,1 1-30-16,2 1 0 0,-2-1 129 0,-1 0-129 0,-1 0 0 16,2 0 20-16,2 0-20 0,1 0 0 0,-1-2 58 0,-2 1-58 15,0-3 0-15,1 4-5 0,1-2 5 0,2 2 0 0,-2-2-46 16,0-1 46-16,1 1 0 0,-1 0-14 0,0 3 14 0,-1 0 0 16,1-3 14-16,1 0-14 0,3-1 0 0,-3 2 60 15,-1 1-60-15,0 1 0 0,0-2 64 0,0 1-64 0,1-2 0 0,0 2 54 16,1 1-54-16,2 1 0 0,-1-1-17 0,-2-1 17 0,0-1 0 15,0 2-33-15,0 0 33 0,1 0 0 0,0-1-9 16,2 0 9-16,2 0 0 0,-2 0 256 16,-1 2-256-16,0-1 0 0,3 0-172 0,2 0 172 0,2 0 0 15,-1 1 3-15,0-2-3 0,2 2 0 0,-2-1-13 16,1-1 13-16,4-1 0 0,-4 1 13 0,2 0-13 0,-1 0 0 0,-2 1 41 16,4-1-41-16,0 2 0 0,-2-2 18 15,-1 0-18-15,0 0 0 0,-1 0 27 0,1 0-27 0,3 0 0 0,-3 0-15 16,1-2 15-16,-2 1 0 0,1-2-13 0,-2 0 13 0,0-1 0 0,1 2 4 15,1 0-4-15,1 0 0 0,-1 0 43 16,0 0-43-16,4 0 0 0,-3 0 9 0,-2 1-9 0,3 0 0 0,-2 0-29 16,3 1 29-16,0 1 0 0,-1-2-66 0,-3 1 66 0,2-2 0 15,0 2-39-15,1-1 39 0,4-1 0 0,-3 1 13 16,1 1-13-16,2-2 0 0,-4 0 85 0,1-1-85 0,-3-2 0 0,1 3 143 16,3 0-143-16,1 0 0 0,-3-1 165 15,-1 1-165-15,1-2 0 0,-2 1 93 0,3 0-93 0,0-1 0 0,-1 0-26 16,-1 1 26-16,3 1 0 0,-3-1-119 15,-2 0 119-15,3 2 0 0,-2-2-134 0,3 0 134 0,0-1 0 0,0 1-1 16,-2 0 1-16,1 0 0 0,-2 0 154 16,3 1-154-16,0 1 0 0,-1-2 256 0,1 1-256 0,2-3 0 0,-4 2 256 15,0 0-256-15,-2 0 0 0,1 0 186 0,2 0-186 0,0-1 0 0,-1 1-102 16,-2 0 102-16,-1 0 0 0,2 0-253 16,-2 0 253-16,1 0 0 0,0 0-240 15,-2 0 240-15,0-1 0 0,1 1-89 0,1 3 89 0,1-1 0 0,-1 1 140 16,-2-2-140-16,1-2 0 0,1 3 256 0,-2 1-256 0,0 1 0 0,1-2 231 15,-1 1-231-15,-1-1 0 0,2 1-43 0,-2 1 43 0,-1 0 0 0,0 0-256 16,3-1 256-16,0-1 0 0,-2 1-256 16,0 0 256-16,-1 0 0 0,0-1-210 0,0 1 210 0,-1-1 0 15,2 0 87-15,-2-1-87 0,0 0 0 0,0 2 256 0,-1 0-256 0,1 0 0 16,-1 0 256-16,0 0-256 16,1 0 0-16,-3 0 128 0,5 2-128 0,-1 0 0 0,-2-1-148 0,-1-1 148 0,-1-1 0 0,1 1-162 15,-1 0 162-15,2 0 0 0,-1 0-63 0,-1 0 63 0,0 0 0 16,0 0 125-16,-1 0-125 0,0 0 0 0,0-1 175 15,-1 0-175-15,3-1 0 0,-1 1 186 0,-2 1-186 0,0-2 0 0,-1 1-9 16,0-1 9-16,-1 0 0 0,1 0-43 0,-1 1 43 16,-1 0 0-16,1 1-193 0,-1-2 193 0,7 1 0 0,-6-1-107 15,-1 1 107-15,-2 0 0 0,2 0 36 0,1-2-36 0,2-3 0 16,-3 5 202 0,0 1-202-16,-1-1 0 0,1 0 224 0,-1-1-224 0,-1-1 0 0,0 1 221 15,0-3-221-15,-3 1 0 0,1 2 72 16,-1 0-72-16,0 0 0 0,0 1-10 0,-1-2 10 0,2-1 0 0,-2 2-28 15,-1-3 28-15,-2 1 0 0,2 1 20 0,-1 0-20 0,0 0 0 0,-1 1 175 16,-5-1-175-16,3-1 0 0,0 1 102 16,-2 1-102-16,3 0 0 0,-3 0 0 0,1 0 0 0,-3 0 0 0,1 1 0 15,-2-1 0-15,1-1 0 0,0 1 0 0,-3 0 0 0,4-1 0 0,-4 2 0 16,2 0 0-16,-3 1 0 0,1-2 0 0,0 0 0 16,-1-1 0-16,0 1 0 0,0 1 0 0,-3 1 0 0,3-1 0 15,-2 0 0-15,0 0 0 0,0 1 0 0,0 1 0 0,1 1 0 0,-1-1 0 16,-2 1 0-16,1 1 0 15,-1 0 0-15,3 0 0 0,-1 2 0 16,-1-2 0-16,0-1 0 0,-2 1 0 0,1 1 0 0,-1 3 0 0,0 1 0 0,1-2 0 16,-1 0 0-16,0 0 0 0,0 2 0 15,0 0 0-15,0 2 0 0,0-1 0 0,-2 2 0 0,2 1 0 16,-1-1 0-16,0 0 0 0,-1 1 0 0,2 1 0 16,-1 1 0-16,0 1 0 0,1-1 0 0,-3 1 0 0,1 3 0 0,0-2 0 15,1 2 0-15,1 1 0 0,-1 0 0 16,-2 0 0-16,1 0 0 0,1 1 0 0,-1 1 0 0,0 2 0 0,0-2 0 15,-2 3 0-15,1 0 0 0,0 0 0 0,1 0 0 0,1 1 0 0,-1-1 0 16,0 1 0-16,1 2 0 0,-1-1 0 16,-3-1 0-16,3-1 0 0,-1 2 0 0,1-1 0 0,1 3 0 0,-2-2 0 15,-1 1 0-15,-1-1 0 0,2 0 0 0,1 1 0 16,1-1 0-16,0-1 0 0,-3 2 0 0,1-1 0 0,0 0 0 16,0-1 0-16,0 0 0 0,0 0 0 0,-2 0 0 15,1 1 0-15,0-2 0 0,-2 0 0 0,1-2 0 0,1 0 0 16,0-1 0-16,1 0 0 0,-1-1 0 0,-1 1 0 0,-1 0 0 15,1-2 0-15,0-1 0 0,0-2 0 0,0 2 0 0,0-1 0 16,0 0 0-16,-2-2 0 0,0-1 0 0,-1 0 0 0,0 0 0 16,2-2 0-16,-1 0 0 0,0 0 0 15,-2-2 0-15,-1 1 0 0,2-3 0 0,-1 3 0 0,-1-3 0 0,0 1 0 16,-1-2 0-16,-2 0 0 0,2-2 0 0,0 1 0 16,0-2 0-16,0 1 0 0,-2 0 0 0,0-3 0 0,0 2 0 15,-2 1 0-15,0 0 0 0,0-2 0 0,-2-2 0 0,-1 1 0 16,2-1 0-16,-2 1 0 0,0 0 0 0,0 0 0 0,0-1 0 0,-3 0 0 15,3 0 0-15,-2-1 0 0,0-1 0 0,1 1 0 16,-3 0 0-16,0 0 0 0,2-1 0 16,-2 1 0-16,0-3 0 0,-1 3 0 0,0-1 0 0,-2 0 0 0,2 1 0 15,-1-2 0-15,-2 1 0 0,2-1 0 0,0 2 0 0,1-1 0 0,-1 1 0 16,-2 0 0-16,-2 0 0 0,2 0 0 0,-1-1 0 0,-3-1 0 16,3 1 0-16,-1 1 0 0,-1 1 0 0,0-1 0 15,-1 0 0-15,-2 0 0 0,3 0 0 16,-1 0 0-16,-1 0 0 0,1 0 0 0,-2 0 0 0,0 0 0 0,-1 0 0 15,0 0 0-15,-3 0 0 0,1 0 0 0,-1 0 0 0,-3 0 0 0,3 0 0 16,1 0 0-16,1 0 0 0,-2 1 0 16,-2-1 0-16,-2 2 0 0,4-2 0 0,-3 0 0 0,0 0 0 0,0 0 0 15,3 0 0-15,-1 0 0 0,-2 0 0 16,-3 0 0-16,-3 0 0 0,3 0 0 0,-1 0 0 0,-1 0 0 0,0 1 0 16,0-2 0-16,-3 1 0 0,2 1 0 15,2-1 0-15,0 2 0 0,1-1 0 0,-2 1 0 0,-2-1 0 0,2-1 0 16,-1 0 0-16,-3 0 0 0,3 0 0 0,0 1 0 15,0 1 0-15,0-2 0 0,1 1 0 0,1 1 0 0,-2-2 0 0,0 1 0 0,-3 1 0 0,2-1 0 16,-1-1 0 0,-2-1 0-16,2 1 0 0,1 1 0 0,-1-1 0 0,1 0 0 0,-2 2 0 0,-2-1 0 0,2-1 0 15,0 1 0-15,1 1 0 0,0-2 0 0,-3 2 0 16,0-2 0-16,1 1-178 0,0-1 178 0,-3-1 0 16,3 1-256-16,-3 0 256 0,1 0 0 0,1 1-162 0,-1 2 162 15,-2 0 0-15,2-2-88 0,-2 2 88 16,-1 0 0-16,2-1-74 0,-1 1 74 0,-2 1 0 0,2-2-96 0,2 0 96 0,-2 0 0 0,1 0-80 15,-2 0 80-15,-1 1 0 0,2-1-71 16,-1 1 71-16,-2 1 0 0,2-2 25 0,0-1-25 0,-2-1 0 16,1 2 47-1,2-1-47-15,-1 2 0 0,2-1-13 0,-3-1 13 0,-1 0 0 0,3-1-122 0,-3 3 122 0,0 0 0 0,1-1-178 16,1 1 178 0,1-2 0-16,-1 2-166 0,-1-1 166 0,-2-1 0 0,2 1-115 15,-1 1 115-15,-2-1 0 0,2 1-12 0,2-1 12 0,-1-1 0 16,0 2 78-16,-1 0-78 0,-3 1 0 0,4-2 121 15,-1 1-121-15,-1-1 0 0,1-1 63 0,2 0-63 0,-1-1 0 16,2 0-13-16,-3 2 13 0,-1 0 0 0,3 0-147 0,-3 1 147 16,-1 1 0-16,2 0-210 0,-2 0 210 0,-2 0 0 0,0 1-157 0,3-3 157 15,-5 2 0-15,3-1-60 0,0 1 60 16,2 1 0-16,-1-1 2 0,1-1-2 0,0-1 0 0,2 1 15 0,-3 0-15 0,-1 1 0 0,3 0 19 16,0 0-19-16,-1 1 0 15,1-2 23-15,0 1-23 0,0-1 0 0,2 0-19 16,-3 0 19-16,-1 0 0 0,4-2-69 0,-2 2 69 0,4-1 0 0,-3 0-102 15,1 2 102-15,1 0 0 0,0-1-107 0,-2 0 107 16,0 0 0-16,1 0-70 0,-1 0 70 0,-2 1 0 0,3-1-52 16,-3 2 52-16,-1-1 0 0,3 0-19 0,-2-1 19 15,0 0 0-15,2-1-256 0,-3 2 256 0,-1 0 0 16,2-2-27-16,2 0 27 0,-1 1 0 0,0-3 69 0,-1 0-69 16,-2 0 0-16,3-2 58 0,1 1-58 0,0-1 0 0,0 1 35 15,0 1-35-15,-1-1 0 0,3 0 9 0,1 0-9 0,2-1 0 0,-3 2-38 16,0-1 38-16,-4 0 0 0,2 0-51 0,2 1 51 15,-1 1 0-15,0-2-31 0,1 0 31 0,-1-1 0 0,3 1 10 16,-3 1-10-16,1-2 0 0,-1 1 34 0,2-1-34 0,-1 0 0 0,0 0 44 16,1 1-44-16,0 0 0 0,1 0 41 0,-3-1-41 15,0-2 0-15,2 3-3 0,3 0 3 0,0 0 0 0,1-1-15 16,-3 0 15-16,0-3 0 0,3 3-36 0,-1-1 36 16,3 1 0-16,-1 1-12 0,-1-1 12 0,-1-1 0 0,1 2 1 15,2 0-1-15,-2 0 0 0,1 0 8 0,1 0-8 0,-1 0 0 0,1 0-5 16,-2-1 5-16,-2-1 0 0,2 1-29 0,0-2 29 0,1 0 0 15,0 1-31-15,-3 0 31 0,0 0 0 0,2 0-10 16,1 0 10-16,2-1 0 0,-2 1 37 0,-1-1-37 0,-1-1 0 0,1 1 51 16,2 1-51-16,-1 0 0 0,1 0 51 0,0 0-51 0,-2 0 0 15,2 0-13-15,0 0 13 0,0 0 0 16,0 0-60-16,1 0 60 0,-1 2 0 0,1 0-73 0,0-3 73 0,1 0 0 16,-1 1-33-16,2-2 33 0,0 0 0 0,0 2 33 15,-3-1-33-15,0 1 0 0,2 0 93 0,0 0-93 16,1 0 0-16,0 0 101 0,1 0-101 0,-1 0 0 0,1 2 45 15,0-2-45-15,-1 1 0 0,2 1-39 0,-1-2 39 0,2 1 0 16,-1 0-97-16,1 1 97 0,0 0 0 0,0-1-91 16,0 1 91-16,0-2 0 0,1 1-41 0,-1 1 41 0,-1 1 0 0,1-3 36 15,1 0-36-15,-1 0 0 0,0 0 79 0,0 1-79 0,1 0 0 0,0 0 67 16,0 2-67-16,-1-1 0 0,2 1 11 0,1-2-11 0,0 1 0 0,0 1-52 16,1-2 52-16,0 1 0 0,1 0-88 15,-2 1 88-15,-1 1 0 0,2-1-67 0,1 0 67 0,1 0 0 0,-1 0-29 16,-1 0 29-16,-3 0 0 0,3 0 40 0,1 1-40 0,0 1 0 15,0-1 60 1,1-1-60-16,1-1 0 0,0 1 24 0,-2 0-24 0,-1 0 0 0,2 1-21 16,-1-1 21-16,-2 2 0 0,2-1-48 0,0-1 48 0,-1-1 0 0,1 2-57 15,1-1 57-15,0 2 0 0,0-1-26 0,0-1 26 0,-1-1 0 0,1 2-16 16,-2 0 16-16,0 1 0 0,1-3 7 0,0-1-7 0,-1-2 0 16,0 3 2-1,-1 0-2-15,-3 0 0 0,2 1-1 0,0 1 1 0,2 1 0 0,-1-1-8 16,-1-1 8-16,-1-1 0 0,2 2-34 15,-2 2 34-15,-1 0 0 0,2-2-50 0,-2-1 50 0,-1-1 0 0,2 1-42 0,0 1 42 0,1 1 0 0,0-1-22 16,1-1 22-16,0-1 0 0,1 2 30 16,0 0-30-16,-1 0 0 0,0 0 256 0,-1 1-256 0,-2 1 0 15,1-2 256-15,0 1-256 0,-1-2 0 0,2 2 162 16,0 0-162-16,0 1 0 0,2-1-96 0,0-2 96 0,0-2 0 0,1 3-190 16,-2 0 190-16,-2 0 0 0,5-1-179 0,0 0 179 0,1 0 0 0,-2 0-92 15,-2 0 92-15,-1 0 0 0,1 0 12 16,1 0-12-16,0 0 0 0,-1 0-22 15,2 0 22-15,-1 0 0 0,1 0-80 0,-2 2 80 0,-1 0 0 0,3-1-118 16,0-1 118-16,2-1 0 0,-1 0-82 0,0 0 82 16,-1-1 0-16,1 2 42 0,0 0-42 0,-1 0 0 0,1 0 109 15,-2 2-109-15,0 0 0 0,1-1 175 0,3-1-175 0,-1-1 0 0,1 0-256 16,-1-2 256-16,-1 0 0 0,2 2-249 16,-2 2 249-16,-1-1 0 0,2 0 0 0,1-1 0 0,1-1 0 0,1 2 0 15,-3-1 0-15,0-1 0 0,1 1 0 0,1-1 0 0,0 2 0 16,0-1 0-16,1-2 0 0,-2 0 0 0,1 2 0 15,1-1 0-15,0-1 0 0,0 2 0 0,2 0 0 0,-1 0 0 0,0 0 0 16,0-1 0-16,-1-1 0 0,1 0 0 0,1 1 0 16,-1-3 0-16,0 3 0 0,2-2 0 0,-2 1 0 0,1 0 0 15,-1 0 0-15,0-1 0 0,0 3 0 0,1-2 0 0,0 1 0 0,1 1 0 16,-2 0 0-16,-1 0 0 0,2 0 0 0,1-1 0 16,0-1 0-16,0 1 0 0,-1 1 0 0,0 1 0 0,-1-1 0 15,3 0 0-15,-1 0 0 0,1 0 0 0,-1 1 0 0,-1 1 0 0,3-2 0 16,0-1 0-16,0 1 0 0,1 0 0 15,-2 1 0-15,-1-2 0 0,3 2 0 0,-1-1 0 0,3-1 0 0,-2 1 0 16,-2-1 0-16,1-1 0 0,1 0 0 0,1 1 0 0,2 0 0 0,-1 1 256 16,-1 0-256-16,-1 0 0 0,2-1-124 0,0 1 124 0,1-2 0 15,0 0-132-15,0 2 132 0,0-1 0 0,0 0 0 16,2 1 0-16,1 1 0 0,-3-1 0 0,5-1 0 0,-4 1 0 0,3-1 0 16,-2 2 0-16,3-1 0 0,-1 0 0 15,-2-1 0-15,0-1 0 0,0 2 0 0,3-1 0 0,-2 2 0 16,2-1 0-16,-2-2 0 0,-1 1 0 0,3 0 0 15,0 1 0-15,1 1 0 0,0-1 0 0,-2-2 0 0,0 0 0 0,1 1 0 16,1-1 0-16,0 1 0 0,0 2 0 0,-1-2 0 0,1 1 0 16,1 0 0-16,-3-1 0 0,1 0 0 0,1-1 0 0,0 0 0 15,2-1 0-15,0 2 0 0,-3-1 0 16,1 2 0-16,0 0 256 0,2-2-256 0,-2 0 0 0,1 1 256 16,0-1-256-16,-1 2 0 0,1 0 256 0,1-2-256 0,0 1 0 0,-2-1 256 15,3 0-256-15,-2-1 0 0,1 1 256 0,0-2-256 0,0 0 0 0,5 4-1280 16,3 1 1280-1,3 1 0-15</inkml:trace>
  <inkml:trace contextRef="#ctx0" brushRef="#br0" timeOffset="40663.84">7177 11397 1024 0,'0'0'0'0,"0"0"0"0,0 0 0 0,0 0 0 0,0 0 0 0,0 0 0 16,0 0 0-16,0 0 0 0,0 0 0 0,0 0 0 0,0 0 0 15,0 0 0-15,0 0 0 0,0 0 0 0,0 0 0 0,0 0 0 0,0 0 0 16,0 0 0-16,0 0 0 0,7 0 0 0,5 3 0 0,3 0 0 0,-7-3 56 16,-5-2-56-16,-1 1 0 0,1 1 71 15,-1-2-71-15,-1 1 0 0,-1 1 0 0,2-1 54 0,1 0-54 0,1 0 0 0,-1 0 7 16,-2 1-7-16,1 1 0 0,0-2 11 0,-1 1-11 0,1-2 0 16,-4 1 14-16,1 1-14 0,-1 1 0 0,1-1 45 15,-1 0-45-15,-1 0 0 0,1 0-1 16,0 0 1-16,0 0 0 0,-2 1-14 0,0 0 14 0,-4 0 0 0,3-1-80 0,0 2 80 15,0-1 0-15,-2-1-42 0,0 1 42 0,-4 1 0 0,2-1 13 16,-1 1-13-16,-3 1 0 0,3-2 97 0,-3 0-97 0,1-2 0 0,-1 2 93 16,-2-1-93-16,0 2 0 0,-1-1 42 15,0-1-42-15,-2-1 0 0,0 1-33 0,-1 0 33 0,-4 0 0 0,1 0-82 16,2 0 82-16,-4 0 0 0,1 0-67 16,-1 0 67-16,-1 0 0 0,0-1-48 0,0 0 48 0,-3 0 0 0,1 0-2 15,-3 0 2-15,-2-1 0 0,2 0 24 16,-1-2-24-16,-2 1 0 0,1 2 59 0,-1-1-59 0,-2 2 0 0,2-1 54 15,-2-2-54-15,-1 0 0 0,2 2 31 0,-2 0-31 0,-1 1 0 0,1-1 10 16,1 0-10-16,0-1 0 0,-2 0 1 16,0 1-1-16,-2-2 0 0,0 2-13 0,-3 0 13 0,-2 0 0 0,3 0-23 15,-1-1 23-15,-1-2 0 0,0 4-35 16,0-2 35-16,-3 1 0 0,3 1-26 0,-2-2 26 0,-2 1 0 0,3 1 10 0,-1 0-10 16,3 0 0-16,-1 0 48 0,-1-1-48 0,-2-1 0 0,3 2 81 15,-1 0-81-15,-1 0 0 0,2 0 56 0,-2 0-56 0,-1 0 0 0,1 0 108 16,1 0-108-16,1 0 0 0,-2 0 76 0,0 0-76 15,-3 0 0-15,3 1 58 0,-1-2-58 0,2 1 0 16,-1 1-25-16,-1 0 25 0,-2 1 0 0,2-2-10 0,0 0 10 0,1 0 0 0,-1-1-6 16,1 1 6-16,0-3 0 0,0 3-15 15,2-2 15-15,0 2 0 0,0-1 33 16,-1 0-33-16,2-1 0 0,-1 1 116 0,0 1-116 0,0-2 0 0,-1 2 256 16,2-1-256-16,-1-1 0 0,1 1 256 15,0 0-256-15,0-1 0 0,0 2 256 0,1-1-256 0,-1-1 0 0,2 2 256 16,-2 0-256-16,-2 0 0 0,4 0-256 0,1-1 256 0,2 0 0 0,0 0-256 15,-2 0 256-15,-1-1 0 0,1 0-256 16,2 2 256-16,1-1 0 0,0 1-256 0,0-2 256 0,1 1 0 0,0 1-193 16,1 0 193-16,2 0 0 0,0 0 96 0,0-1-96 0,1-1 0 0,1 1 256 15,1 1-256-15,1 1 0 0,-1-1 256 0,2 0-256 0,-1 0 0 0,1 0-207 16,-3 0 207-16,1 0 0 0,2 0-256 16,3 0 256-16,0 0 0 0,0 0 252 0,-2 2-252 15,-2-1 0-15,4 0 256 0,0 0-256 0,3 0 0 0,-2 0 256 0,0-1-256 0,-1 2 0 0,3 0-256 16,0-1 256-16,1 0 0 0,1 0-256 0,-3 1 256 0,-1 2 0 15,3-3 256 1,0 0-256-16,1 0 0 0,0 0 256 0,0 0-256 0,1 2 0 0,-1-1 256 16,1-1-256-16,2 0 0 0,-2-1 256 15,2-1-256-15,-2-2 0 0,3 2 256 0,-2-1-256 0,0 0 0 0,10 0-2230 16,8 2 2230-16,5 2 0 0</inkml:trace>
  <inkml:trace contextRef="#ctx0" brushRef="#br0" timeOffset="62308.604">1598 15068 1024 0,'0'0'0'16,"0"0"0"-16,0 0 0 0,0 0 0 0,0 0 256 0,0 0-256 0,0 0 0 0,0 0 256 15,0 0-256-15,0 0 0 0,0 0 256 0,0 0-256 0,0 0 0 0,0 0 256 16,0 0-256 0,0 0 0-16,0 0 256 0,0 0-256 0,0 0 0 0,0 0-256 15,0 0 256-15,0 0 0 0,0 0-256 0,0 0 256 0,0 0 0 0,0 0-256 0,0 0 256 0,0 0 0 0,0 0-256 16,0 0 256-16,0 0 0 15,0 0 256-15,0 0-256 0,0 0 0 0,0 0 256 0,0 0-256 0,0 0 0 0,0 0 256 16,0 0-256-16,0 0 0 0,0 0 256 0,0 0-256 0,0 0 0 0,0 0 256 16,0 0-256-16,0 0 0 15,0 0 196-15,0 0-196 0,0 0 0 0,0 0-256 16,0 0 256-16,0 0 0 0,-2 11-256 0,-1 4 256 0,-1 7 0 0,3-16-256 0,1-5 256 0,1-5 0 0,-1 6-226 16,0-1 226-16,0 2 0 0,0-1 256 0,0 0-256 0,0-2 0 31,0 1 256-31,2 1-256 0,-1-1 0 0,0-1 256 15,-2 1-256-15,1 0 0 0,0 0 256 0,0 0-256 0,0 0 0 0,0 0 256 0,2-1-256 0,-1-1 0 0,0 2 145 0,-2 0-145 0,1 0 0 16,0-1 112 0,2 0-112-16,-1 0 0 0,0 0-208 15,-2 0 208-15,1 0 0 0,0 0-256 0,0 0 256 0,0 0 0 0,0 0-256 0,2 0 256 0,-1 0 0 16,0 0-256-16,0 0 256 0,0 0 0 0,0 0-134 0,0-1 134 16,0-1 0-16,0 1 256 15,1-1-256-15,2 0 0 0,-1-1 256 0,1 2-256 0,2-3 0 16,-2 1 256-16,-1 1-256 0,-1-2 0 0,2 0 256 15,2 0-256-15,0-3 0 0,-1 2 256 0,0 0-256 0,0-2 0 0,1 2 256 16,2-3-256-16,0-1 0 0,-1 2 256 0,0-1-256 0,1 1 0 16,-2 0-35-16,2 0 35 0,0-1 0 0,0 1-181 15,1-2 181-15,0 0 0 0,1 2 134 0,-3-2-134 0,1 0 0 0,-1 1 183 16,-1 0-183-16,0 2 0 0,-1-2-256 0,3 1 256 0,0-1 0 16,0 1-256-16,-2 1 256 0,0 0 0 0,0 0-256 15,-1 1 256-15,0 0 0 0,-1 1-256 0,-1-1 256 0,-1 2 0 0,1-2-256 16,0 2 256-16,0-2 0 0,0 3-256 15,-2-1 256-15,1 3 0 0,-1-3-256 0,-1 2 256 0,2-2 0 0,-1 1-256 16,0 0 256-16,1 2 0 0,-1-1-256 0,-2 1 256 0,1-2 0 0,0 1-256 16,0 1 256-16,0-2 0 0,0 1-256 0,0 1 256 0,0 1 0 15,0-1 176-15,0 2-176 0,0-1 0 0,0 0 116 16,0-1-116-16,0-1 0 0,0 1-146 0,0 0 146 0,0 0 0 0,0 0-256 16,0 0 256-16,0 0 0 0,0 1-132 0,0 0 132 0,0 0 0 15,0-1 0-15,-3 0 0 0,2 0 0 0,-1 0 0 16,4 0 0-16,-2 0 0 0,0 0 206 0,0 2-206 0,0 0 0 15,0-1 256-15,0-1-256 0,0-1 0 0,0 1 256 0,0 0-256 0,0 0 0 16,0 0 256-16,0 0-256 0,0 0 0 16,0 0 256-16,-2 0-256 0,1 0 0 0,0 0 256 0,2 0-256 0,-1 0 0 0,0 0 256 15,-2 0-256-15,1 0 0 0,0 0 256 16,2 0-256-16,-1 0 0 0,0-2 256 0,-2 0-256 0,1-1 0 0,0 2-2254 16,2 1 2254-16,-1 1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30:27.14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3901 8676 1024 0,'0'0'0'0,"0"0"0"0,0 0 0 0,0 0 0 0,0 0 256 0,0 0-256 0,0 0 0 15,3 3 256-15,2 3-256 0,2 2 0 0,-3-7 256 0,0 1-256 0,-2-3 0 0,2 2 256 16,1 2-256-16,1-1 0 15,-1 0 256-15,0-1-256 0,1-1 0 0,-6 0 0 0,5 2 256 0,1-2-256 0,1 1 0 0,0-1 2 0,2 2-2 16,1-1 0-16,-2 0-106 0,3-1 106 0,-1-1 0 0,0 1-78 16,1 0 78-16,2 0 0 0,-1 0-3 15,2-1 3-15,0-1 0 0,0 2 26 0,0 0-26 0,3 0 0 16,-2 0 35-16,1-1-35 0,2-1 0 0,-1 2 1 0,1 0-1 0,2 0 0 16,-1 0-34-16,0 0 34 15,2 0 0-15,-1 0-41 0,0-1 41 0,2-1 0 0,-1 1-27 0,1 0 27 0,1 1 0 0,1-2-37 16,1 1 37-16,2 0 0 0,-2-1-2 15,-2 1 2-15,1-3 0 0,1 2-14 16,1 0 14-16,2 0 0 0,-3 0-12 0,3-2 12 0,0 2 0 0,-1-2-55 16,2 2 55-16,0-3 0 0,-1 3-41 0,-1-1 41 0,3 2 0 15,-1-2-51-15,1 2 51 0,2-2 0 0,-3 2 8 0,-1-2-8 0,0 1 0 16,-3 1 0-16,1-3 0 0,-2 0 0 0,0 1 141 16,-2 1-141-16,1 0 0 0,-15 0-1248 15,-9 4 1248-15,-6-2 0 0</inkml:trace>
  <inkml:trace contextRef="#ctx0" brushRef="#br0" timeOffset="21694.871">1603 8768 1024 0,'0'0'0'0,"0"0"0"0,0 0 0 0,0 0 0 0,0 0 256 0,0 0-256 0,0 0 0 0,0 0 256 15,0 0-256-15,0 0 0 0,0 0-256 0,0 0 256 0,0 0 0 16,3 2-256-16,2 2 256 0,3-2 0 0,-4 1 256 16,3-1-256-16,0-2 0 0,2 1 256 0,1-1-256 0,2 1 0 0,0 0 256 15,0 0-256-15,3 1 0 0,0-1 256 0,3-1-256 0,2-1 0 16,0 1 256-16,1 0-256 0,0 0 0 0,2 1-139 16,3-1 139-16,1 3 0 0,-1-3-256 0,0 0 256 0,4 0 0 0,-3-2 23 15,1 1-23-15,1 0 0 0,2 1 256 16,2 1-256-16,3 2 0 0,-3-2 256 0,3 0-256 0,0-1 0 0,0 1 256 15,1 0-256-15,2 0 0 0,1 0 256 0,0 1-256 0,2-2 0 16,0 1 256-16,0 0-256 0,3 1 0 0,-4-1 229 16,2-1-229-16,2 2 0 0,-3-2 97 0,2 0-97 0,-1 0 0 0,0-1 182 15,0 0-182-15,-1 0 0 0,-2 1 256 16,1 1-256-16,-3 1 0 0,2-2 119 0,-2 0-119 0,1 0 0 0,-3 1 0 16,0 1 0-16,-1 1 0 0,-2-1 0 15,-2 0 0-15,-2 0 0 0,0-1-155 0,-1 1 155 0,0-2 0 0,-3 1-256 16,-1 1 256-16,-3-2 0 0,1 2-256 0,-1 0 256 0,-2 1 0 15,-2-2 256-15,-3 0-256 0,-1 0 0 0,-1 0 256 0,0-1-256 0,-1-1 0 16,-3 0 155-16,-2 0-155 0,-2 0 0 0,-1 1-3071 16,-3 0 3071-16,-3 0 0 0</inkml:trace>
  <inkml:trace contextRef="#ctx0" brushRef="#br0" timeOffset="26005.301">6469 7567 1024 0,'0'0'0'0,"0"0"0"16,0 0 0-16,0 0 0 0,0 0 256 0,0 0-256 0,0 0 0 0,4 0 256 15,5 0-256-15,0 0 0 0,-3 0 256 16,2-1-256-16,2-1 0 0,-1 1 256 16,2-1-256-16,3-2 0 0,-14 4 0 0,14-1 85 0,2-1-85 0,3 0 0 0,0-1-44 15,3-2 44-15,0 0 0 0,1 2-34 0,2-1 34 0,3 1 0 0,-2 0 104 0,1-1-104 0,2-1 0 0,-2 1 159 16,-1-2-159-16,1 0 0 0,2 2 161 15,3-1-161-15,2 1 0 0,-2 1 216 0,1 0-216 0,2 0 0 0,-2 1 181 16,1-1-181-16,1 1 0 0,0 2 138 0,2-2-138 16,2 1 0-16,-1 1 75 0,-2-2-75 0,1 2 0 0,1-1 66 15,2 1-66-15,1 1 0 0,-1-1 71 0,4 0-71 16,1 0 0-16,1 0 106 0,1 0-106 0,3 2 0 16,-3 0 52-16,0 1-52 0,-2-1 0 15,1 0 103-15,0-2-103 0,1 1 0 0,-1-1 59 0,0 0-59 16,-1 0 0-16,2 0 47 0,2 0-47 0,3 0 0 0,-2 0 41 0,-2 0-41 15,1 0 0-15,-2 0 124 16,1 0-124-16,-2 0 0 0,2-1 179 0,1 1-179 0,2-2 0 0,-3 1 158 16,-1-2-158-16,-1 0 0 0,1 2 0 0,4 2 0 0,2-1 0 0,-4 1 0 15,2 0 0-15,-1 0 0 0,-3 1 0 0,0-2 0 0,-3-2 0 0,2 2 0 32,2 0 0-32,3-3 0 0,-4 3 0 0,0 0 0 0,0 0 0 0,0 0 0 15,0-2 0-15,3 1 0 0,-4 1 0 0,1 1 0 0,-2 1 0 16,1-1 0-16,0-1 0 0,3-1 0 0,-3 1 0 15,1 0 0-15,-2 0 0 0,1 3 0 0,1 0 0 0,2 1 0 16,-2-3 0-16,0-1 0 0,3-1 0 0,-3 0 0 16,1 1 0-16,-2-2 0 0,2 1 0 0,1 0 0 0,2-1 0 0,-1 1 0 15,0-2 0-15,3 1 0 0,-3 1 0 0,1-1 0 16,2-1 0-16,-3 0 0 0,-1 2 0 0,0-2 0 0,-1 2 0 16,0-2 0-16,0 1 0 0,-1 0 0 0,3 1 0 0,-1 0 0 0,1 0 0 15,-3 0 0-15,2-2 0 0,-1 1 0 0,-2 1 0 0,1 0 0 16,-2 3 0-16,3 0 0 0,0 3 0 0,-1-4-199 15,-2-3 199-15,1 1 0 0,-1 0-19 0,1-1 19 16,-2 2 0-16,-1-2 104 0,1 0-104 16,-2-1 0-16,1 1 114 0,-2 1-114 0,0-3 0 0,0 1-70 0,0-1 70 15,3-2 0-15,-2 4-36 0,-2 0 36 0,0 1 0 0,0-1-143 16,1 1 143-16,1 1 0 0,-1 0-123 0,-2 0 123 0,-1 0 0 16,0 0-12-16,3 0 12 0,0 0 0 0,-1 0 116 0,0-2-116 15,-1 0 0-15,-1 2 170 0,3-2-170 0,0 2 0 0,-2-1 98 16,-1 1-98-16,1 1 0 0,-1-2 0 0,0-1 0 0,1 0 0 15,0 2-21-15,-1 2 21 0,1 1 0 0,-1-3-118 16,3 0 118-16,0 0 0 0,-2 0-52 0,0 0 52 0,-1 2 0 0,0-1 91 16,0-1-91-16,-1-1 0 0,2 1 100 0,-2 0-100 0,-1 0 0 15,1 0 0-15,2 0 0 0,2 0 0 0,-4 0 0 16,0 0 0-16,-2 0 0 0,2 0 0 0,-1 0 0 0,-1 0 0 0,-1 0 0 16,-1 0 0-16,-1 0 0 0,2 0 0 15,2 0 0-15,2 0 0 0,-2 1 0 16,-1-1 0-16,0 3 0 0,0-3 0 0,-1 1 0 0,0 1 0 0,-1-1 0 15,-1-1 0-15,-4 1 0 0,3 0 0 0,-1-1 0 0,-1-1 0 0,-1 1 0 16,-1 0 0-16,-1 0 0 0,1 1 0 0,-1 0 0 0,0 0 0 16,-3-1 0-16,-1 0 0 0,-1 0 0 15,-1 0 0-15,0 0 0 0,0 0 0 16,-2 0 0-16,-1-1 0 0,-3-1 0 0,1 1 0 0,-3 1 0 0,2 1 0 0,-2-1 0 16,-1 0 0-16,0 0 0 0,0 0 0 0,-1 0 0 0,2 0 0 0,-3 0 0 15,-1 0 0-15,0 0 0 0,0 0 0 16,0 0 0-16,0 0 0 0,0-1 0 0,-2 1 0 0,-1-1 0 0,1 0 0 15,0 1 0-15,1 1 0 0,-2-1 0 0,-1 0 0 0,-1 0 0 0,1 1 0 16,0 0 0-16,0 2 0 0,-1-1 0 16,3 2 0-16,-1 1 0 0,-1-2 0 0,-1 1 0 0,-1 0 0 0,1 1 0 15,-2 0 0-15,1 2 0 0,0-1 0 0,0-2 0 0,1 2 0 16,-1 0 0 0,0 1 0-16,0 2 0 0,0-1 0 0,1 2 0 0,1 0 0 0,-1 0 0 0,-2 0 0 0,1 1 0 0,0 0 0 31,1 3 0-31,2-1 0 0,-3 1 0 0,-1-2 0 0,-1 4 0 0,1-1 0 15,1 0 0-15,1 5 0 0,-1-3 0 0,-2 2 0 0,1 1 0 0,0 0 0 16,1-1 0 0,1 0 0-16,-1 1 0 0,-2 2 0 0,1 2 0 0,0-2 0 0,0 3 0 0,0 0 0 0,-1 0 0 15,0 2 0-15,-1 0 0 0,1 0 0 16,1-1 0-16,1 3 0 0,-2-2 0 16,-1 0 0-16,-1 1 0 0,1-1 0 0,2-1 0 0,-1 0 0 0,0-1 0 15,0 0 0-15,0 0 0 0,0 2 0 0,0-1 0 0,0 1 0 0,0-1 0 16,0-1 0-16,0 0 0 0,0-1 0 15,0 1 0-15,0-2 0 0,0 1 0 16,0-1 0-16,0 0 0 0,0-3 0 0,0-1 0 0,0-1 0 0,0 1 0 0,0-1 0 0,0 1 0 0,0-2 0 16,0-1 0-16,0-1 0 0,0 1 0 0,-2-1 0 0,1 1 0 0,0-2 0 15,-1-2 0-15,-2 0 0 0,2 0 0 0,-1-1 0 16,-1-3 0-16,-1 3 0 0,-1-1 0 0,-2 0 0 16,1 1 0-16,1-3 0 0,-3-1 0 0,0 1 0 0,0-2 0 15,-4-2 0-15,2 2 0 0,-1 0 0 0,-2-1 0 16,1-1 0-16,-2-1 0 0,-1-2 0 0,-1 3 0 15,0-2 0-15,-3 0 0 0,2-1 0 16,-1-1 0-16,-1-1 0 0,2 0 0 0,-2 0 0 16,-1 0 0-16,0-1 0 0,0 1 0 0,-2-1 0 0,0 2 0 15,-2-2 0-15,-3-1 0 0,3 2 0 0,-1-1 0 0,-1-1 0 0,0 1 0 16,-2-1 0-16,-3-1 0 0,3-1 0 0,-2 3 0 16,-1-4 0-16,0 2 0 0,0 2 0 0,-4-2 0 0,4 1 0 15,-2-1 0-15,-3-1 0 0,2 2 0 16,-2-1 0-16,-1 2 0 0,1-3 0 0,-3 3 0 0,-3-2 0 15,3 3 0-15,-1-2 0 0,-2 2 0 0,1-1 0 16,-3 1 0-16,0 1 0 0,1 0 0 0,2 0 0 0,-1 0 0 0,2 0 0 16,-2-2 0-16,-1 0 0 0,1 2 0 15,0 2 0-15,-1 0 0 0,2-2-73 0,1 0 73 0,-1 0 0 0,1 0-209 16,0 1 209-16,0 1 0 0,1-1-145 0,-1 1 145 0,-3 0 0 0,3 1-48 16,-2-1 48-16,2 0 0 0,0 0 26 15,0 1-26-15,1-1 0 0,1 0 17 0,-2 0-17 0,-2 0 0 16,3 1-99-16,-1-2 99 0,-3 0 0 0,2 2-209 15,-2-1 209-15,-2 1 0 0,2-2-254 0,0 1 254 0,0-2 0 0,-1 1 125 16,0-1-125-16,-3 3 0 0,4-3-42 16,-3-2 42-16,0 0 0 0,1 2 96 0,0 0-96 0,-3 0 0 0,3 0 205 15,-1 0-205-15,2 0 0 0,-2 0 211 0,0 0-211 16,-1 0 0-16,0 0 83 0,2 0-83 0,-2 0 0 0,3 0-61 0,-2 0 61 16,2 0 0-16,-2 1-144 0,-1-1 144 0,-2 3 0 0,3-3-143 15,-2 0 143-15,-2 0 0 0,3 0-78 0,-3 0 78 0,-1 0 0 0,3-1 30 16,-3-1-30-16,-1 1 0 0,2 1 123 15,0 0-123-15,1 0 0 0,-1-1 108 0,0-1-108 0,2-1 0 0,-1 2 10 16,-1 1-10-16,1 1 0 0,0-2-92 16,-1-1 92-16,-1-1 0 0,2 2-174 0,-2-2 174 0,0 0 0 0,1 3-168 15,-1-2 168-15,1 2 0 0,-1-1-118 0,-2-1 118 0,1 2 0 16,-1-1-34-16,0 1 34 0,-3 1 0 0,4-2 19 16,-3-1-19-16,-1 0 0 0,2 2 256 0,-1 0-256 15,0 1 0-15,0 0-256 16,-4-2 256-16,-1 1 0 0,0-1-120 0,-2 0 120 0,-2 0 0 0,1 1-125 15,4 0 125-15,-1 0 0 0,0 0-59 16,1 0 59-16,-1 0 0 0,1 0 20 0,1 0-20 0,-1 0 0 0,2 0 19 0,0-1-19 0,1-1 0 16,0 2 20-16,-1 0-20 0,1 0 0 15,2 1-33-15,0 1 33 0,1 1 0 0,2-1-51 16,-1-1 51-16,1 0 0 0,-1-1-51 0,2 3 51 0,-1-1 0 0,1 0-16 16,3 0 16-16,-1 1 0 0,1 0 6 15,0-2-6-15,0 2 0 0,-1-1 10 0,2 0-10 0,-1 0 0 0,1-1-9 16,-1 1 9-16,-2-2 0 0,3 2-41 15,-2-1 41-15,1 2 0 0,0-1-35 0,0 0 35 0,2 1 0 0,-1-2-42 16,2 0 42-16,-2 0 0 0,3-1-11 0,0 0 11 0,1 0 0 0,0 0 10 16,0 0-10-16,1 3 0 0,0-3 16 0,-1-2-16 0,0 1 0 0,3 0 12 15,-1 0-12-15,2 0 0 0,-1 0-15 16,0 1 15-16,1 1 0 0,1-4-21 0,0 1 21 0,0-3 0 0,1 4 4 16,1-4-4-16,0 2 0 0,0-1 26 15,1-1-26-15,-1 1 0 0,1 1 59 0,1-2-59 0,0 1 0 0,0-1 43 0,0 0-43 16,1-1 0-1,0 1 15-15,1 1-15 0,0 0 0 0,0-1-10 0,1 3 10 0,0-4 0 0,0 3-49 0,0 0 49 0,-1 0 0 16,1 1 256-16,1 0-256 16,0 0 0-16,-1 0-256 0,-1 0 256 0,-3-4 0 0,2 3 98 15,-1 0-98-15,-2 0 0 0,2 1 133 16,0-1-133-16,1 2 0 0,-1-1 140 0,1 0-140 0,1-1 0 0,-2 2 128 0,2 2-128 0,-1-1 0 0,1 0 125 31,1 0-125-31,0 0 0 0,0 0 105 0,1 0-105 0,0 0 0 0,0 1 91 0,0 1-91 0,-1-1 0 0,1 0 111 16,0-1-111-16,-1 2 0 0,1-1 129 15,1 1-129-15,0 1 0 0,-1-1 127 16,-1 0-127-16,-1 1 0 0,1-1 107 0,1-1-107 0,-1 2 0 0,1-1 77 16,1-2-77-16,-1 1 0 0,1 0 90 15,1 1-90-15,-1 1 0 0,1-1 5 0,-2 0-5 0,-1 0 0 16,2-1 0-16,1-1 0 0,1-1 0 0,0 1 0 0,1-1 0 0,1-1 0 0,0 0 0 16,0-2 0-16,1 1 0 0,16 2-3071 15,8 1 3071-15,8 1 0 0</inkml:trace>
  <inkml:trace contextRef="#ctx0" brushRef="#br0" timeOffset="27835.705">6683 7580 1024 0,'0'0'0'0,"0"0"0"0,0 0 0 0,0 0 0 0,0 0 256 0,0 0-256 0,0 0 0 0,0 0 256 0,0 0-256 0,0 0 0 0,0 0 240 16,0 0-240-16,0 0 0 0,0 0 124 15,0 0-124-15,0 0 0 0,0 0 91 0,0 0-91 0,0 0 0 0,0 0-17 16,0 0 17-16,0 0 0 0,0 0-92 16,0 0 92-16,0 0 0 0,0 0-89 0,0 0 89 0,0 0 0 0,0 0-26 15,0 0 26-15,0 0 0 0,0 2 62 16,-2 1-62-16,1 1 0 0,-4-1 88 0,-4-3-88 0,-2 0 0 0,1 2 90 15,-4 0-90-15,0 1 0 0,0-1 92 16,-3 0-92-16,-2 1 0 0,2-2 7 0,-2 2-7 0,0-2 0 0,1 1-10 16,-2 0 10-16,0 1 0 0,-1-2-36 0,-2 2 36 0,-2 0 0 0,4-2 17 15,-3 1-17-15,0-2 0 0,-1 0 46 16,0 0-46-16,-3 0 0 0,0 0 53 16,-1-1-53-16,-2-1 0 0,1-1 58 0,-1 0-58 0,-2-1 0 0,1 2 28 15,-1-1-28-15,-2 1 0 0,0 1-9 16,0-2 9-16,-2 2 0 0,2-2-51 0,-2 0 51 0,-2-1 0 15,1 2-20-15,-4-1 20 0,0-2 0 0,0 2-46 0,-3 1 46 0,-3-2 0 0,4 2 128 16,0-2-128-16,0 1 0 0,-1 1 256 16,0-1-256-16,-3 1 0 0,4 0 16 15,-3-1-16-15,0-1 0 0,-3 2 152 0,-1 1-152 0,-4 1 0 0,2-1 3 16,-1 0-3-16,-3-1 0 0,4 1-1 0,-2 1 1 16,0-2 0-16,1 1 103 0,-1 1-103 0,-2-2 0 0,4 2 173 15,0 0-173-15,2 0 0 0,-1 0 180 0,1-1-180 16,0-2 0-16,1 3 119 0,0-1-119 0,2 0 0 0,-2 0 113 15,2 1-113-15,-1 1 0 0,1-1 51 0,-1 0-51 0,1 0 0 0,1 0 30 16,-2 0-30-16,1 0 0 0,0 0 78 0,3 0-78 16,0 0 0-16,0-1 138 0,-1 1-138 0,2-1 0 0,-1 0 101 15,2-1-101-15,0 1 0 0,-1-1 27 0,1 2-27 0,0-1 0 0,3 0-68 16,0 0 68-16,0-1 0 0,1 1-100 16,1-1 100-16,0-1 0 0,1 0-42 0,-1 1 42 0,3-2 0 0,-1 1 0 15,0 0 0-15,2-1 0 0,-1 1 110 0,0 0-110 0,1-1 0 16,1 1 124-16,0-1-124 0,1-1 0 0,-1 1 159 15,1-1-159-15,1 1 0 0,0 1 23 0,0-1-23 16,1-2 0-16,0 2-64 0,1 0 64 0,0 0 0 0,1 1-143 16,1-1 143-16,2 3 0 0,0-4-51 0,0 2 51 0,1-3 0 0,1 3-27 15,4 0 27-15,-1 0 0 0,1 1-20 0,0-2 20 0,1 1 0 0,0 0 25 16,0 0-25-16,0-1 0 0,2 0-30 16,3 1 30-16,1 0 0 0,-1 0-3 0,1 0 3 15,0-3 0-15,-1 3-46 0,2-1 46 0,0 1 0 0,-1 2 100 16,1-2-100-16,0 1 0 0,1 0 25 0,0 0-25 0,2 0 0 0,-1 0-52 15,1 1 52-15,0 1 0 0,1-1-189 0,0-1 189 0,1 2 0 16,0-2 256-16,0 0-256 0,-1-1 0 0,2 2-256 16,1-1 256-16,0 2 0 0,0 0-256 0,-1-2 256 0,-1 0 0 15,1 1 102-15,1 1-102 0,1 1 0 0,-2-1 256 16,3 0-256-16,-1 0 0 0,0 0 114 0,0 0-114 0,0 0 0 0,0 0-84 16,2 0 84-16,-1 0 0 0,0 1-206 0,2 0 206 0,-1 1 0 15,0-2-209 1,0 0 209-16,0 0 0 0,0 0-42 0,-2 2 42 0,0-1 0 0,1-1 112 0,0 0-112 0,0 0 0 15,0 0 234-15,0 1-234 0,0 1 0 0,-1-1 165 16,-1 1-165-16,-1 2 0 0,0-3 23 16,3 1-23-16,-1 1 0 0,-1-1-86 0,-1 2 86 0,-1-1 0 0,1 0-143 0,0-2 143 0,1 1 0 15,-1 0-19-15,2 1 19 0,-1 2 0 16,0-2 51-16,0 0-51 0,-1 0 0 0,0 1 223 16,2-1-223-16,-1 3 0 0,0-1 107 0,-1-1-107 0,-1 0 0 15,1 1-104-15,-1 0 104 0,0 1 0 0,1-1-226 16,1 1 226-16,1-2 0 0,-1 2-223 0,-2 0 223 0,0 2 0 0,1-3-4 15,1 3 4-15,-1 1 0 0,1-2 130 0,0 0-130 0,0 4 0 16,0-3 232-16,2 1-232 0,-1-1 0 0,0 0 165 0,0 2-165 0,0 1 0 0,1-3 13 16,1 3-13-16,1 1 0 0,-1-1-130 15,0-1 130-15,-1 1 0 0,1-1-196 0,2 0 196 0,-1 1 0 0,0 0-147 16,3 3 147-16,-2-1 0 16,0 1-33-16,0-3 33 0,0 3 0 0,0-2 136 15,1 4-136-15,1 0 0 0,-1-3 200 0,0 0-200 0,0 0 0 0,0 2 226 0,0 1-226 0,0 2 0 0,0-2 110 16,1 0-110-16,2 2 0 0,-3 0 39 0,0 1-39 0,0 1 0 0,0-2-38 31,1-2 38-31,1 0 0 0,-1 2-65 0,-2 0 65 16,1 1 0-16,0-2-8 0,-1-1 8 0,1 1 0 0,0 0 142 15,2-1-142-15,0 4 0 0,-1-3 0 16,0 1 0-16,0 1 0 0,-1-1 0 0,2 2 0 0,0 2 0 0,1-4-36 16,-3 0 36-16,1-1 0 0,0 1-256 0,-2-2 256 0,1 1 0 15,0 0-256-15,0-1 256 0,0-1 0 0,0-1-256 16,-2 3 256-16,1-2 0 0,0 1-256 0,1-3 256 0,1 0 0 0,-1 0-144 15,1 0 144-15,-1 2 0 0,0-3 183 0,0 0-183 16,0-2 0-16,0 2-40 0,0 0 40 0,0-1 0 0,0 0-94 16,-2-2 94-16,1-1 0 0,0 3-191 0,-1-3 191 0,2 3 0 15,-1-3-177-15,1 0 177 0,1 1 0 0,-1-2-133 16,-2 0 133-16,2 0 0 0,-1 0-60 0,-2 1 60 0,1 0 0 0,0-2 162 16,2 1-162-16,-1-1 0 0,0 0 246 0,-2-1-246 0,1-1 0 15,0 1 247-15,0 2-247 0,0 1 0 0,0-2-8 16,2 0 8-16,-1 0 0 0,0 0-221 0,0 0 221 0,0 1 0 0,0 0-256 15,1-1 256-15,0 0 0 0,2 1-256 16,0-1 256-16,1 0 0 0,1-1-39 0,0-1 39 0,1 0 0 0,0-1 256 16,2-2-256-16,0 1 0 0,0-2 256 0,1-1-256 15,3-1 0-15,-9 1-1742 0,-5 1 1742 0,-2 1 0 0</inkml:trace>
  <inkml:trace contextRef="#ctx0" brushRef="#br0" timeOffset="51867.67">4976 11612 1024 0,'0'0'0'0,"0"0"0"0,0 0 0 0,0 0 0 0,0 0 256 0,0 0-256 0,0 0 0 0,0 0 212 16,0 0-212-16,0 0 0 0,0 0 4 0,0 0-4 0,0 0 0 0,0 0 10 31,0 0-10-31,0 0 0 0,0 0 5 0,0 0-5 0,0 0 0 0,0 0 12 16,0 0-12-16,0 0 0 0,0 0-103 0,0 0 103 0,0 0 0 0,6 8-65 15,3 5 65-15,5 4 0 0,-8-12-64 16,-4-4 64-16,-1-4 0 0,2 3 77 0,1 2-77 0,1 0 0 0,-1-1 62 16,2-1-62-16,0 1 0 0,-1 0 49 15,1 1-49-15,1-2 0 0,0 2 41 0,-1-2-41 0,0 2 0 0,1 0-20 16,2-2 20-16,0 1 0 0,-1-1 0 0,-2 2 0 15,2-1 0-15,0-1-15 0,3 1 15 0,3 2 0 0,-3-3-5 16,-1 0 5-16,0 0 0 0,0 0 17 0,1 0-17 0,2 2 0 16,-1-1 24-16,2 1-24 0,0-1 0 0,-1 0 23 15,2-1-23-15,1 2 0 0,-1 0 40 0,0-2-40 0,2 2 0 0,-1-2 52 16,0 1-52-16,4 0 0 0,-3 0 66 16,0 0-66-16,-2 0 0 0,2 0 45 0,2-1-45 0,1-1 0 0,-1 1 12 15,0-1-12-15,3-1 0 0,-2 1 10 0,-2 1-10 16,1 1 0-16,0-2-1 0,-1 1 1 0,2-1 0 0,-1-1 5 15,1 2-5-15,3 2 0 0,-3-2 4 0,-1 0-4 0,1 0 0 0,0 0 33 16,3 0-33-16,0 0 0 0,0 0 39 0,-1 0-39 16,2 0 0-16,-1 0 33 0,-1 0-33 0,-1 0 0 0,1 0 10 15,0 0-10-15,0 0 0 0,0-2 68 0,0 2-68 0,1-2 0 0,-2 1 66 16,2 1-66-16,1 1 0 0,-2 0 43 0,2 0-43 16,3 1 0-16,-2-2-30 0,-1 0 30 0,-1 0 0 15,1 0-42-15,-1 0 42 0,-1 0 0 0,-1 0-21 0,3 0 21 0,1 0 0 16,-1-2-4-16,-2 2 4 0,0-3 0 0,0 3 18 15,2 0-18-15,-1 0 0 0,1 0 47 0,-2 0-47 0,1 0 0 0,-2 0 72 16,3 0-72-16,1 0 0 0,-1 0 58 0,-2 0-58 16,0 0 0-16,1 1 31 0,-1 0-31 0,-1 0 0 0,1 1 11 0,2-2-11 15,0 1 0-15,-2 0 5 0,1-1-5 0,1-1 0 0,-1 3 17 16,0-1-17-16,2 0 0 0,-1-1 6 16,-1 0-6-16,0 0 0 0,0-1 1 0,-1 2-1 0,-2-1 0 0,2 0 21 15,1 0-21-15,2 0 0 0,-4 0 55 16,0 0-55-16,-1 0 0 0,0 0 69 0,0 0-69 0,-1 0 0 0,1 0 78 15,-1 0-78-15,0 0 0 0,-1 0 100 0,0 0-100 0,-2 0 0 0,2 0 113 16,-2 0-113-16,1 0 0 0,-1-1 43 0,1 1-43 0,0-3 0 16,0 2-14-16,-1 1 14 0,-2-2 0 0,1 2-31 15,-1-1 31-15,-2-1 0 0,3 2 2 0,-3 0-2 0,2 0 0 16,-2 0 21-16,-1 0-21 0,0 0 0 0,0 0 24 16,-2 0-24-16,2 0 0 0,-1 0 39 0,-1 0-39 0,2 0 0 0,-2 0 58 15,-2-1-58-15,2-1 0 0,-1 2 59 0,-2 0-59 16,1 0 0-16,0 0 38 0,-2-1-38 0,-1-1 0 0,1 2 4 15,-2 0-4-15,1 0 0 0,-1 0-76 16,-1 0 76-16,-1 0 0 0,1 0-157 0,1-2 157 0,-1 1 0 0,-1 1-196 0,-1 0 196 16,-1 0 0-16,1-1-152 0,2-1 152 0,-1 1 0 15,-1 0-55-15,-1 0 55 0,-1 0 0 0,1 1 35 16,2-3-35-16,-1 0 0 0,0 0 77 0,0 1-77 0,0-2 0 0,0 2-1369 16,0 2 1369-16,0 2 0 0</inkml:trace>
  <inkml:trace contextRef="#ctx0" brushRef="#br0" timeOffset="55323.651">9617 11649 1024 0,'0'0'0'0,"0"0"0"0,0 0 0 0,0 0 0 0,0 0 256 0,0 0-256 0,0 0 0 0,4 4 256 0,1 2-256 16,2 3 0-16,-3-6 256 0,2-3-256 0,0-3 0 0,2 4 256 15,1-1-256-15,3 2 0 0,0-1 256 0,0-1-256 0,2-1 0 0,0 1 256 16,3 0-256-16,1 0 0 0,0 1-131 16,0-1 131-16,3 3 0 0,0-3-232 0,1 0 232 0,4 0 0 0,-3 0-85 15,2 0 85-15,0 0 0 0,0 0 163 0,1 0-163 16,3 0 0-16,-3-1 254 0,2-1-254 0,1 1 0 0,-2 0 155 15,1 0-155-15,2 0 0 0,-2 0-76 0,-2 0 76 0,0 0 0 0,1 0-256 16,-1 1 256-16,1-2 0 0,-2 0-256 16,-4 1 256-16,1 0 0 0,-14 1-1072 0,-8 0 1072 0,-8 0 0 0</inkml:trace>
  <inkml:trace contextRef="#ctx0" brushRef="#br0" timeOffset="68254.465">1656 12526 1024 0,'0'0'0'0,"0"0"0"0,0 0 0 0,0 0 0 0,2 2 0 0,2 1 0 0,2 1 0 0,-2 0 0 16,-2-2 0-16,2 1 0 0,0 0 0 0,1 0 0 0,1 1 0 0,-1-1 0 16,-3-1 0-16,4 0 0 0,-6-2 0 0,4 3 0 0,1-1 0 0,1 2 0 0,-1-2 0 15,4 0 0-15,1 0 0 0,-3 0 0 0,1 0 0 0,2 1 0 16,-1-1 0-16,1 0 0 0,2 0 0 0,-2 0 0 16,1 1 0-16,1 1 0 0,0-2 0 0,0-1 0 0,3 0 0 0,-3 0 256 15,2 1-256-15,0 1 0 0,0-2 256 0,0 1-256 0,2-2 0 16,-1 1 161-16,3 1-161 0,0-2 0 0,-1 1-256 15,-2 0 256-15,0 1 0 0,0-2-256 0,2 0 256 0,0 0 0 0,0 0-161 16,1 0 161-16,1 0 0 0,-1 0 0 16,1 0 0-16,1 0 0 0,-1 0 0 0,-2 1 0 0,1 1 0 15,-2-2 0-15,4 0 0 0,0 0 0 0,-2 0 256 0,1 1-256 16,-1 0 0-16,0 0 256 0,2 0-256 0,0 1 0 0,0-1 256 16,-1-1-256-16,-2-1 0 0,1 2 256 0,1-1-256 0,1 2 0 0,-1-1-256 15,0 1 256-15,2 1 0 0,-1-2-256 16,0 1 256-16,4-2 0 0,-3 1-256 0,-2 0 256 0,0-1 0 15,0 3 256-15,2-1-256 0,1 1 0 0,-2-2 256 16,-1 1-256-16,-1-2 0 0,0 1 162 0,1 2-162 0,1-1 0 0,-2 1-79 0,1-2 79 0,0 1 0 16,0 0 206-16,-1-2-206 0,-2 2 0 0,2-1-190 15,0 1 190-15,3 0 0 0,-2 0-140 0,-1 0 140 0,2-2 0 0,-2 1-256 16,2 1 256-16,1 1 0 0,-2 0 256 16,2 0-256-16,2 1 0 0,-3-2 256 0,0 0-256 15,-1 0 0-15,0 0 256 0,2 0-256 0,3 1 0 0,-3-1 256 0,0-1-256 0,-1 1 0 0,0 1 24 16,0-2-24-16,0 2 0 0,-1-2 66 15,3 1-66-15,0-2 0 0,-2 1-256 16,0 2 256-16,0 0 0 0,-2-3-256 0,2 2 256 0,-2-1 0 0,0 0-256 16,2 1 256-16,0 1 0 0,0-1 244 0,-2-2-244 0,2 1 0 0,-1 0 207 15,1 1-207-15,0 2 0 0,0-2 132 0,1 0-132 0,1 0 0 0,-1 1-256 16,1-1 256-16,0-1 0 0,0 0 256 16,1-1-256-16,3-1 0 0,-4 1 256 0,0 1-256 0,-1 1 0 0,-1-2 256 15,3 2-256-15,0-1 0 0,-1 0 43 0,1-1-43 16,0 2 0-16,0-1 71 0,-2 0-71 0,-1 0 0 0,2 0 65 15,-2-1-65-15,0 3 0 0,0-3 52 0,2 0-52 0,-1 0 0 0,0 0 26 16,2 1-26-16,-1 1 0 0,0-1 35 0,2 1-35 0,0 1 0 16,-1 0-10-16,-1-1 10 0,1-1 0 0,0 0-101 15,0 2 101-15,4 0 0 0,-3-3-98 0,-1 2 98 0,-1-1 0 0,-1 0-139 16,3 1 139-16,0 1 0 0,0-1-111 16,0 0 111-16,3 0 0 0,-2 0-56 0,-1 0 56 0,0 1 0 0,-1-1-47 15,2 1 47-15,1 1 0 0,-1-1 58 16,-1 0-58-16,0 0 0 0,1 0-31 0,-1-2 31 0,-1 2 0 0,0-2-256 15,0 0 256-15,0 0 0 0,0 0-256 0,1 1 256 0,1 1 0 0,0-1-256 16,1-1 256-16,2 0 0 0,-2 0-154 0,-2 1 154 16,1 2 0-16,0-3 23 15,0 2-23-15,1 1 0 0,-1-2 18 0,-2-1-18 0,1-1 0 0,0 2-10 16,1-1 10-16,0 3 0 0,0-3-10 0,1 0 10 0,3 0 0 0,-2 0-15 16,-1 0 15-16,-1 1 0 0,0-2 17 15,0 1-17-15,0 0 0 0,-1 1 13 0,2-2-13 0,1 1 0 0,-3 0 32 0,2 0-32 0,1 0 0 0,-2-1 1 16,2 2-1-16,0 0 0 15,-2-1 4-15,1-1-4 0,1-1 0 0,-1 2 1 0,0-1-1 0,1 1 0 16,0 0-5-16,-3-1 5 0,2-1 0 0,0 2-8 16,1 0 8-16,3 1 0 0,-3-1 24 0,1-1-24 0,2-1 0 0,-1 1 30 15,0 0-30-15,3 0 0 0,-3 0 29 0,2 0-29 0,1 0 0 0,-2 0 20 16,1 0-20-16,2 0 0 0,-2 0 15 16,0 0-15-16,1 0 0 0,0 0 1 0,1 0-1 0,2 0 0 0,-2-1-6 15,0 1 6-15,-1-3 0 0,1 3-6 0,-1 0 6 0,0 0 0 0,1 0-11 31,0 0 11-31,4 0 0 0,-2 1-16 0,2 0 16 0,1 1 0 0,-1-1-6 16,0-1 6-16,-1-1 0 0,1 2-7 0,1-1 7 0,4 2 0 0,-3-1-19 0,1 0 19 0,2 1 0 16,-2-2 5-1,1 1-5-15,1 0 0 0,-1-1 13 0,-2 2-13 0,0-1 0 0,0 1 5 16,-2-2-5-16,0 1 0 0,1-1-36 16,2 0 36-16,2 0 0 0,-3 1-46 0,-1 2 46 0,1-1 0 0,-2 0-28 15,2-1 28-15,1 0 0 0,-1 0-31 0,0-1 31 0,2-1 0 0,-2 1-33 16,1 0 33-16,1 0 0 0,-1 0-15 15,0 0 15-15,-2 0 0 0,1 1 9 0,0-1-9 0,0 1 0 0,0 0 30 16,1-1-30-16,3-1 0 0,-4 0 10 0,0 0-10 0,0-3 0 0,-1 3-8 16,-1 0 8-16,0 0 0 0,1-1-25 15,2 0 25-15,2 0 0 0,-2-1-36 0,-1 3 36 16,1-1 0-16,-1 0-42 0,3-1 42 0,0-1 0 0,-1 2-26 16,0 0 26-16,-2 0 0 0,1 0 7 0,-1-1-7 0,2-1 0 15,-2 0 4-15,1 3-4 0,3-1 0 0,-3 0 8 16,0-1-8-16,0-1 0 0,1-1 3 0,1-1-3 15,4-2 0-15,-4 4-11 0,0 1 11 0,-1 1 0 0,0-1 5 0,1 2-5 16,-2 2 0-16,-1-2-10 0,4 0 10 0,0 0 0 16,-4-2-36-16,-2 2 36 0,1-1 0 0,-1 0-44 0,1 1 44 0,1 1 0 15,0-1-16-15,-2 0 16 0,1 0 0 0,0-1 30 16,0 1-30-16,-1-3 0 0,0 3 87 0,2 0-87 16,2 0 0-16,-2 0 77 0,-1-2-77 0,0 1 0 0,-1 0 49 0,0 0-49 15,-1 0 0-15,0 0-23 0,0 1 23 0,1 1 0 0,0-2-34 16,1 0 34-16,1 0 0 0,-2 1-46 0,-1-2 46 0,1 0 0 15,0 1-6-15,1 1 6 0,3-1 0 0,-1 0 12 16,-2 0-12-16,0-2 0 0,0 3 58 0,1 0-58 0,0 0 0 0,-1 0 67 16,0 0-67-16,2 0 0 0,-2 2 29 0,0-2-29 15,-1 2 0-15,2 0-15 0,-2-1 15 0,0 3 0 0,-1-2 256 16,2 2-256-16,2-1 0 0,-3 0 233 0,-1-2-233 0,-1 0 0 16,1 2 37-16,0-2-37 0,0 0 0 0,0 0 27 15,-1-1-27-15,0 1 0 0,0 0 20 0,3 0-20 0,0 1 0 0,-3-1-32 16,-1 4 32-16,-1-2 0 0,0 1-14 15,2-1 14-15,2 0 0 0,-4-1-21 0,0 2 21 0,-2-1 0 0,0 0 75 16,4 0-75-16,-1 0 0 0,-1-1 91 0,-2 0-91 0,2-2 0 0,-1 1 105 16,2 1-105-16,0 1 0 0,-2-1 74 15,0-1-74-15,-1 0 0 0,0 1 27 0,1 1-27 16,2 0 0-16,-1 0-31 0,2-1 31 0,1 3 0 0,-1-4-87 0,-1 2 87 0,0-1 0 16,0 0-53-16,1 2 53 0,0 0 0 0,-1-1-24 15,-1 0 24-15,0 0 0 0,0-1 68 16,0 1-68-16,1-1 0 0,-2 0 94 0,2 0-94 0,1-1 0 0,0 2 95 0,-2 0-95 0,-1 1 0 15,1-1 40-15,1-3-40 0,3 1 0 0,-3-1-4 16,-1 3 4-16,0 0 0 0,0-2 18 0,-1 1-18 16,0-2 0-16,1 2 47 0,-1-2-47 0,1 1 0 0,-1-1 82 15,0 2-82-15,-1-1 0 0,0-1 60 0,-1 0-60 0,-1 0 0 16,0 0-12-16,2 0 12 0,0 0 0 0,-1-1-59 0,0 1 59 16,-2-2 0-1,2 1-27-15,-2 1 27 0,1 1 0 0,-2-1 30 0,4 0-30 0,-1 0 0 0,-1 0 105 16,0 0-105-16,1 0 0 0,-1 0 141 0,0 0-141 0,1 0 0 15,-1 0 129-15,0 0-129 0,-1 0 0 0,1-1 21 0,-2 1-21 0,0-2 0 0,1 2-94 16,-1-2 94-16,0 0 0 0,0 1-136 0,0 0 136 0,1 0 0 16,-1 0-68-16,-1 0 68 0,2 0 0 0,-2 1 58 15,-1-2-58-15,0 1 0 0,0-1 139 16,-1 1-139-16,2-2 0 0,-1 1 159 0,-1 0-159 0,0-1 0 0,0 1 145 0,1 0-145 16,3-1 0-16,-3 1 32 15,2 0-32-15,1 1 0 0,-4-1-57 0,0 1 57 0,-1 0 0 0,1-1-173 16,1-1 173-16,1-2 0 0,-2 4-98 0,-1 0 98 0,0 1 0 0,-1-2-12 15,1-1 12-15,1 1 0 0,0 0 78 0,-3 0-78 16,2 0 0-16,-1 0 77 0,2-1-77 0,0-2 0 0,0 2 47 16,-1-1-47-16,-1 2 0 0,0-2 1 0,0 2-1 0,0-1 0 0,-1 0-77 15,1 0 77 1,1-1 0-16,-2 0-93 0,-2 1 93 0,0 0 0 0,0 1-19 0,2 0 19 0,2 0 0 0,-2 0 83 16,-2-2-83-16,0 0 0 15,-1 1 86-15,1 2-86 0,-1-1 0 0,-1-1 88 16,2 1-88-16,0-2 0 0,-1 2 67 0,-2 0-67 0,0-1 0 0,-1 2 73 15,3-4-73-15,0 2 0 0,-2 0 8 0,0 1-8 0,-2 2 0 16,1-2-3-16,1-1 3 0,2 1 0 0,-4 1 71 0,0-1-71 0,-2 1 0 16,1 0 156-16,1-1-156 0,-1-1 0 0,0 2 143 15,-2-1-143-15,-1 2 0 0,2-1 82 0,-2-2-82 0,0 0 0 16,0 2 0-16,-2 0 0 16,-1 0 0-16,2 1 0 0,0-1 0 0,2-1 0 0,-2 1 0 15,-2 0 0-15,-1 0 0 0,1 1 0 0,0-1 0 0,1-1 0 0,-1 2 0 16,0 0 0-16,0 0 0 0,0 0 0 15,-2 0 0-15,-1 0 0 0,1-1 0 0,-1-1 0 0,0 1 0 0,1 1 0 16,-1 0 0-16,0 0 0 0,0 0 0 0,-2-1 0 16,1-1 0-16,0 2 0 0,-2 0 0 0,1 0 0 0,0 0 0 15,-2 0 0-15,1 0 0 0,0 0 0 0,-1 0 0 16,2 0 0-16,-1 0 0 0,-2 0 0 0,1 0 0 0,0 0 0 16,0 0 0-16,0 0 0 0,0 0 0 0,-2 0 0 0,1 0 0 0,0 0 0 15,0-2 0-15,0 1 0 0,0 1-3071 0,2 0 3071 0,-1 0 0 0</inkml:trace>
  <inkml:trace contextRef="#ctx0" brushRef="#br0" timeOffset="75322.575">19655 12578 1024 0,'0'0'0'0,"0"0"0"0,0 0 0 0,0 0 0 15,0 0 256-15,0 0-256 0,0 0 0 0,0 0 256 0,0 0-256 0,0 0 0 16,0 0 256-16,0 0-256 0,0 0 0 0,0 0 105 0,0 0-105 15,0 0 0-15,0 0-28 0,0 0 28 0,0 0 0 0,0 0 256 16,0 0-256-16,0 0 0 0,0 0 256 0,0 0-256 0,0 0 0 16,0 0 256-16,0 0-256 0,0 0 0 0,0 0 256 15,0 0-256-15,0 0 0 0,4 5 256 0,3 2-256 0,1 3 0 0,-3-7 76 16,-1-1-76-16,-1-4 0 0,1 3 48 0,2-1-48 16,0-1 0-16,0 1 68 0,1 0-68 0,2 0 0 0,-2 1-9 15,1 0 9-15,1 1 0 0,1-1-185 0,0-1 185 0,2 1 0 16,0 0-256-16,-3 0 256 0,1 2 0 0,2-3-256 15,1 0 256-15,4 0 0 0,-4 0-23 0,2 0 23 16,0 2 0-16,1-2 256 0,1 0-256 0,4 0 0 0,-4 0 256 16,2 0-256-16,1 0 0 0,-2-1 256 0,2 1-256 0,3-1 0 0,-4-1 256 15,2 2-256-15,1 2 0 0,-1-4 256 0,2 1-256 16,1-1 0-16,-2 2 203 0,1 0-203 0,1 0 0 0,-1 0 0 16,2-1 0-16,0 0 0 0,-2 0 0 15,1 0 0-15,1-1 0 0,0 2 0 0,-1 0 0 0,4 0 0 0,-2 0 0 0,-1-1 0 16,1-1 0-16,-1 1 0 0,-1-1 0 0,5 2 0 0,-3-1 0 15,2 0 0-15,0 0 0 0,-1 0 0 16,0-1 0-16,1 1 0 0,0 1 0 0,-3 0 0 0,2 0 0 0,0 0 0 16,1 0 0-16,3 0 0 0,-3 0 0 0,1-1 0 15,1-1 0-15,-2 2 0 0,2-1 0 0,0-1 0 0,-2 2 0 16,2-1 0-16,1-1 0 0,-2 1 0 0,-1 0 0 0,-2 0 0 0,1 1 0 16,2-1 0-16,1-1 0 15,-1 0 0-15,-2 1 0 0,1 0 0 0,-1 1 0 0,2 0 0 16,0 0 0-16,-1 0 0 0,-2-1 0 0,1-1 0 15,0 2 0-15,0 0 0 0,1 0 0 0,-1 0 0 0,-1-2 0 0,-2 1 0 0,1 1 0 0,2 0 0 0,1 0 0 16,-2 0 0-16,-1 0 0 0,-2 0 0 0,3 0 0 16,-1-1 0-16,0-1 0 0,0 2 0 0,-1 0 0 0,-1 0 0 0,1 0 0 15,0 0 0-15,1 0 0 0,-1 0 0 16,-1 0 0-16,1 0 0 0,-1 0 0 0,-1 0 0 16,0 0 0-16,1 0 0 0,-1 0 0 0,-2 0 0 0,2 0 0 15,-1 0 0-15,-1 0 0 0,0 2 0 16,-1-2 0-16,-2 1 0 0,1 0 0 0,1 1 0 0,2 1 0 15,-2-2 0-15,-2 1 0 0,0-1 0 0,0-1 0 0,-1 0 0 0,0 0 0 0,1 0 0 0,-2 0 0 16,1 0 0-16,-1 0 0 0,0 0 0 0,-1 0 0 0,1 0 0 16,-3 0 0-16,2 0 0 0,-2 0 0 15,0 0 0-15,1 0 0 0,-1 0 0 0,0 0 0 16,-1 0 0-16,-1-1 0 0,0-1 0 0,-2 1 0 0,1 1 0 16,0 0 0-16,1 0 0 0,-1 0 0 15,-1-1 0-15,3-1 0 0,-3 2 0 0,-1-2 0 0,0 1 0 0,1 0 0 16,-2 1 0-16,-1 1 0 0,0-2 0 0,2 1 0 0,1-2 0 0,-1 1 0 15,-2 1 0-15,1 1 0 0,-1-1 0 16,0 0 0-16,-2 0 0 0,0 0 0 0,-1 0 0 0,-2 0 0 0,3 0 0 16,-1 0 0-16,0 0 0 0,0 0 0 0,0 0 0 0,0 0 0 0,-1-1 0 15,-1 0 0-15,-1-1 0 0,1 2 0 16,0 0 0-16,0 0 0 0,0 0 0 0,0 0 0 0,0 0 0 0,0 0 0 0,-2 0 0 0,1 0 0 0,0 0 0 31,0 0 0-31,0 0 0 0,0 0 0 0,2 0 0 0,-1 0 0 0,0 1 0 0,-2 0 0 0,1 1 0 0,0-2 0 31,0 0 0-31,-1 0 0 0,2 0 0 0,-2 2 0 0,-1-1 0 0,0-1 0 16,-2 1 0-16,0 1 0 0,1-2 0 16,0-2 0-16,0 1 0 0,2 0-3071 0,2 1 3071 0,2 1 0 0</inkml:trace>
  <inkml:trace contextRef="#ctx0" brushRef="#br0" timeOffset="80301.999">19791 11180 1024 0,'0'0'0'0,"0"0"256"0,0 0-256 15,0 0 0-15,0 0 256 0,0 0-256 0,0 0 0 0,-5 2 256 0,-4 1-256 0,-2 1 0 16,6-1 256-16,2-2-256 0,2-1 0 0,-4 1 256 15,0 1-256-15,-1 0 0 0,2 0 256 0,-2-1-256 0,0 3 0 16,0-2 256-16,0 1-256 0,-1 1 0 0,1 0 256 16,0-3-256-16,-1 1 0 0,1 0 211 0,-1 1-211 0,-1 2 0 0,0-3-13 15,0 2 13-15,-1-1 0 0,1 0-14 0,1 0 14 16,0 1 0-16,0-1 8 0,2 0-8 0,-1 0 0 16,-1 0-13-16,0 1 13 0,-3 1 0 0,2 0 9 0,0 0-9 0,2 1 0 0,3-4-2236 15,3-2 2236-15,3-2 0 0,-7 6 0 16,-4 2 0-16,-2 3 0 0,7-7 0 15,4-2 0-15,1-2 0 16</inkml:trace>
  <inkml:trace contextRef="#ctx0" brushRef="#br0" timeOffset="81692.631">19320 11397 1024 0,'0'0'0'0,"0"0"0"0,0 0 0 15,0 0 0-15,3 3 256 0,1 2-256 0,2 0 0 0,-2-3 256 16,0 0-256-16,0-2 0 0,0 0 256 0,2 0-256 0,0 0 0 0,0-2 256 16,2 2-256-16,4-2 0 0,-3 1 209 15,0 0-209-15,4 1 0 0,-2-3 256 0,1-1-256 0,2 0 0 0,-1 3 256 0,3-2-256 0,2-1 0 0,-2-1 149 16,0-1-149-16,2 0 0 15,0 2-42-15,1 0 42 0,2-1 0 0,-1 1-167 16,0-1 167-16,2-1 0 0,-1 1 12 0,0-1-12 0,2 1 0 0,0 0 184 0,1 1-184 0,1 0 0 16,-1 0 175-16,2-1-175 0,0-1 0 15,-1 0 103-15,1 1-103 0,1 0 0 0,0-1-220 16,1 1 220-16,3 0 0 0,-3 1-173 0,1-3 173 0,1 3 0 0,0-2-3 16,1 2 3-16,2 1 0 0,-2-1 250 0,2 0-250 15,0-2 0-15,1 3 256 0,2 0-256 0,4 1 0 0,-5-1 256 0,2 0-256 0,1 3 0 16,0-2 256-1,-2-1-256-15,0 1 0 0,-1 0-145 0,4 0 145 0,0-2 0 0,-2 3-134 16,0-1 134 0,1 1 0-16,1-2 117 0,4 2-117 0,1 1 0 0,0-2 256 0,0 2-256 15,3-1 0-15,-3 1 196 0,1 1-196 0,-2 1 0 0,0-2 0 0,2 1 0 0,-1 2 0 0,0-3 0 16,-2 1 0 0,0 0 0-16,1 0-74 0,-2 0 74 0,0-1 0 0,0 2 37 15,-2 0-37-15,0 1 0 0,1 0 37 0,-1 0-37 0,-1 1 0 0,0-1 0 16,0-1 0-16,-1 0 0 0,0-1 0 15,0 3 0-15,1 0 0 0,-1-2 0 0,-2 0 0 0,0 0 0 0,0-1-63 16,0 1 63-16,-1 2 0 0,1-3-172 0,0 1 172 0,-1 1 0 0,0-1-9 16,-1 1 9-16,0 1 0 0,0 0-181 0,-1-2 181 0,-1 2 0 15,3-2-256-15,-3 0 256 16,1-1 0-16,-1 2-256 0,0-1 256 0,-1 3 0 0,1-1-47 0,-1-1 47 0,0 0 0 0,0 0 256 16,0 1-256-16,1 1 0 15,-2-2 256-15,2 3-256 0,0-2 0 0,-2 0 256 16,-1 0-256-16,-1 1 0 0,1-2 216 0,-2 0-216 0,2 0 0 0,-1 0 0 15,-1 0 0-15,-1 1 0 0,1-1 0 16,-1 0 0-16,-1 0 0 0,0 0-218 0,-1 0 218 0,0 0 0 0,-1 1-11 16,0 0 11-16,0 1 0 0,-1 0 229 0,0-2-229 0,-1 1 0 15,0 0 0-15,0 2 0 0,1 0 0 0,-3 0 0 16,0-1 0-16,-2 0 0 0,2 1 0 0,0 0 0 0,-1 1 0 0,0 0 0 16,-1 0 0-16,-1 2 0 0,1-2 0 15,-1 0 0-15,0 1 0 0,-1-3 0 0,-2 2 0 0,0 2 0 0,1-1 0 16,-2-1 0-16,0 1 0 0,0-1 0 0,-1 0 0 15,1 0 0-15,-1 1 0 0,-1 0 0 0,0 1 0 0,-2-1 0 16,-1 1 0-16,-1 0 0 0,-3-6-3071 16,-2-3 3071-16,-2-3 0 15</inkml:trace>
  <inkml:trace contextRef="#ctx0" brushRef="#br0" timeOffset="82726.287">19775 11224 1024 0,'0'0'0'0,"0"0"0"16,0 0 0-16,0 0 0 0,0 0 256 0,0 0-256 0,0 0 0 0,0 0 256 16,0 0-256-16,0 0 0 0,0 0 256 0,0 0-256 0,0 0 0 0,0 0 256 15,0 0-256-15,0 0 0 0,-10 2 256 16,-6 3-256-16,-5 1 0 0,12-4 256 0,7-4-256 0,3 2 0 0,-5 0 256 0,-1 0-256 0,-1 0 0 0,1 0-47 15,0 2 47-15,-1-1 0 0,0 0-221 0,-1 1 221 0,-1 1 0 0,0-1-71 16,1 1 71-16,0 2 0 0,0-3 65 16,-2 2-65-16,0-1 0 0,2 0-81 15,-2 1 81-15,-2 2 0 0,2-2-122 0,1 1 122 0,0 1 0 0,0 0-182 0,0 1 182 16,0-1 0-16,-1 1 24 16,0-1-24-16,-1 0 0 0,0 0 89 0,3 2-89 0,-1 0 0 0,0-1 166 0,-2 1-166 15,0-1 0-15,2 0 166 16,-3 3-166-16,1-1 0 0,1-1 77 0,1 1-77 0,0-1 0 0,0 1-42 0,-1 0 42 0,-2 2 0 0,3-1-122 31,0 0 122-31,2 2 0 0,-3-2 8 0,1 1-8 0,-3-1 0 0,3 0 141 0,-1 1-141 16,3-1 0-16,-2 1 230 0,2 1-230 0,-2 0 0 0,2 0 92 0,1-1-92 0,1 0 0 0,-1 0-120 15,-1 1 120-15,1 0 0 0,0 0-210 16,2-1 210-16,-1 2 0 0,0-3-129 16,0 0 129-16,0 1 0 0,-1 0 52 15,3 1-52-15,-1-1 0 0,1 0 86 0,-2 0-86 0,0-1 0 16,2 1 2-16,1 1-2 0,1 2 0 0,-1-1-24 0,0-2 24 15,0 1 0-15,0 0-54 0,2 0 54 0,-1 2 0 0,0-2-54 0,2 1 54 0,-1-1 0 16,0 1-34-16,0 2 34 0,0-1 0 16,0 0 135-16,1-1-135 0,1 0 0 0,-1 0 181 15,0-1-181-15,0 1 0 0,0-1 145 16,1 1-145-16,2 1 0 0,-3-1 98 0,3 0-98 0,0 1 0 0,-1-1 140 16,0 0-140-16,0-1 0 0,-1 0 108 0,3 1-108 0,-1 0 0 15,0-1-11-15,-2-2 11 0,1 0 0 0,-1 1-106 16,4-1 106-16,-1 0 0 0,-1 1-117 0,-2-3 117 0,1 2 0 0,0-1-56 15,1 0 56-15,2 1 0 0,-2 0-2 16,-2-3 2-16,0 1 0 0,2 0 3 0,-1 1-3 0,0-1 0 0,1 0 31 16,0 1-31-16,1-1 0 0,-1 0 50 0,-1 0-50 0,0-1 0 15,2 0 0-15,-3 0 0 0,1 1 0 0,0-1-58 16,1 1 58-16,1-1 0 0,-1 0 17 0,1-1-17 0,-1 0 0 16,0 0 89-16,0 1-89 0,0 2 0 0,0-2 117 15,2-1-117-15,1 0 0 0,-2 0 6 0,-1 0-6 0,-1 1 0 16,3-1 5-16,0 2-5 0,1 0 0 0,-1-2 59 0,-1-1-59 15,0 1 0-15,1-2 64 0,1 3-64 0,2 0 0 0,-2-2 102 16,1 1-102-16,1-2 0 0,1 1 54 0,0-2-54 0,3 0 0 0,-3-1 23 16,0 2-23-16,2-2 0 0,-2 0-80 15,2-1 80-15,0-1 0 0,-1 1-166 0,-1-1 166 0,0-1 0 0,-8 1-2308 16,-3 0 2308-16,-3 0 0 0</inkml:trace>
  <inkml:trace contextRef="#ctx0" brushRef="#br0" timeOffset="102077.091">9571 13859 1024 0,'0'0'0'16,"0"0"0"-16,0 0 0 0,0 0 0 0,0 0 94 0,0 0-94 0,0 0 0 0,4 7-11 0,2 3 11 15,3 3 0-15,-5-9 2 0,-2 0-2 0,-2-4 0 0,2 2 17 16,1 2-17-16,1 1 0 0,-4-5 0 0,3 1 29 0,0 2-29 0,0-1 0 16,0-1 28-16,1 2-28 0,-1-1 0 0,0-1 14 0,1 0-14 0,2-1 0 0,-2 1-9 15,-1 0 9-15,-1 1 0 16,1-1-20-16,2-1 20 0,1 2 0 0,-1-1-12 0,-2-1 12 0,0-1 0 16,2 2 7-16,-1 0-7 0,1 1 0 15,-1-2 35-15,1 0-35 0,1 0 0 0,-1 0 49 0,0 0-49 0,1 0 0 0,-1-1 48 16,0 2-48-16,0-1 0 0,2 0-8 15,1 0 8-15,2 0 0 0,-2-1-16 0,-1 0 16 0,1-1 0 0,-1 0-29 16,1-2 29-16,1 1 0 0,0-1 6 16,0 2-6-16,0-1 0 0,2 0 40 0,-4-2-40 0,1-1 0 0,-1 2 72 15,3 0-72-15,-1 0 0 0,-1-1 87 16,1 0-87-16,0-1 0 0,-1 2 11 0,-1 1-11 0,0 0 0 0,0 0-24 16,-2 0 24-16,1 1 0 0,0-2-41 15,1 0 41-15,-1-2 0 0,-1 3-52 0,-1-1 52 0,-1 2 0 0,1 0-23 0,0-1 23 0,1 2 0 16,-1-2 14-16,-2 0-14 0,1-1 0 0,0 2 27 0,0 0-27 0,0 0 0 0,0-1 37 15,-1 1-37 1,0-2 0-16,0 1 19 0,2 0-19 0,0 2 0 0,-2-2-18 16,-1 2 18-16,-1-1 0 0,1 1-373 0,-2 1 373 0,1 1 0 0</inkml:trace>
  <inkml:trace contextRef="#ctx0" brushRef="#br0" timeOffset="119062.364">10039 13875 1024 0,'0'0'0'15,"0"0"0"-15,0 0 0 0,0 0 0 0,0 0 40 0,0 0-40 0,0 0 0 0,0 0-6 16,0 0 6-16,0 0 0 0,0 0 0 0,0 0 0 16,0 0 0-16,0 0 10 0,0 0-10 0,0 0 0 0,7 2 35 0,5 1-35 0,3 2 0 15,-10-4 36-15,-3-1-36 0,-3-1 0 0,3 0 30 16,1 1-30-16,-1-1 0 0,0 0 11 0,0 1-11 0,0 1 0 0,0-3-14 16,-2 1 14-16,1-1 0 0,0 1-30 0,-2 1 30 0,1 1 0 15,-1 0-25-15,-1 0 25 0,-1 2 0 0,1-3-2 16,0 1 2-16,0 0 0 0,-2 0 26 0,0 2-26 0,-1-1 0 15,1 1 256-15,-1-1-256 16,-1-1 0-16,-1 0-206 0,-1 2 206 0,-3-1 0 0,1 0-3 16,1 1 3-16,-3 0 0 0,0-2-33 0,0 1 33 0,-1-2 0 0,-2 0-23 15,1 1 23-15,-4 0 0 0,3-1-5 0,-2 2 5 0,-3 0 0 0,3-1 34 16,-2-1-34-16,0-1 0 0,-1 0 49 16,-1 0-49-16,-1-1 0 0,1 1 34 15,-1 1-34-15,-1-1 0 0,2-1 3 0,-2 0-3 0,-3 0 0 16,3-1-13-16,0 0 13 0,-2-2 0 0,0 3-11 0,1 0 11 0,-3 0 0 0,0 0-6 15,0-1 6-15,-3 0 0 0,2-1 18 0,0 2-18 0,-1-3 0 0,1 4 36 16,-2-4-36-16,0 3 0 0,-1-3 26 16,-1 3-26-16,-2-2 0 0,2 1 2 0,-2 0-2 0,0-3 0 0,2 4-13 15,-3-3 13-15,0 3 0 0,1-2 0 0,-1 1 0 0,-1 0 0 0,2 1-10 16,-2 0 10-16,-2 0 0 0,2 0 0 16,1 0 0-16,0-1 0 0,0 2-1 15,0 1 1-15,1-1 0 0,-2 0 8 0,2 1-8 0,0 1 0 0,1 0-16 0,1 1 16 0,0 2 0 16,0-3-6-1,0 0 6-15,-2 2 0 0,3-2-25 0,-1 1 25 0,-1 1 0 0,1-1-7 16,0 2 7-16,-1 0 0 0,2-2 9 0,1 1-9 0,0-2 0 0,0 2 1 0,0-1-1 0,0-1 0 16,2 1-4-1,0 1 4-15,1-1 0 0,1-1 8 0,2 1-8 0,2-1 0 0,-2-1-13 16,0 1 13-16,-1 0 0 0,3 0 3 0,0 0-3 16,0 1 0-16,1-1-16 0,2-1 16 0,0 1 0 0,1-1-20 15,-1 2 20-15,2-1 0 0,0 1-9 0,0-1 9 0,1 4 0 0,1-5-4 16,4 1 4-16,0 0 0 0,-2 0 5 0,2 0-5 0,-1 1 0 15,2-2 15-15,2 0-15 0,1 0 0 0,0 0 6 16,1 0-6-16,1 0 0 0,1 0 0 0,1 0 0 0,1 0 0 0,0 0-4 0,1 0 4 0,1 0 0 0,-1 0 0 16,2-2 0-16,-1 0 0 0,0 1 3 15,2 1-3-15,-1 1 0 0,0-2 5 0,1 1-5 0,1-1 0 0,-1 0 3 16,-2 1-3-16,1 1 0 0,0-1 4 16,1 0-4-16,1 0 0 0,-1 0 6 0,0 0-6 0,0 0 0 0,1 0 15 15,-1 0-15-15,-1 0 0 16,2 0 11-16,-3 0-11 0,1 0 0 0,0 0 14 15,-2 0-14-15,1 0 0 0,0 0 15 0,0 0-15 0,0 0 0 0,0 0-1 16,0 0 1-16,0 0 0 0,0 0-251 0,0 0 251 0,0 0 0 0</inkml:trace>
  <inkml:trace contextRef="#ctx0" brushRef="#br0" timeOffset="128713.326">2540 11714 1024 0,'0'0'0'0,"0"0"0"0,0 0 0 0,0 0 0 0,0 0 256 0,0 0-256 0,0 0 0 16,0 0 256-1,0 0-256-15,0 0 0 0,0 0-256 16,0 0 256-16,0 0 0 0,0 0-256 0,0 0 256 0,0 0 0 0,0 0 256 15,0 0-256-15,0 0 0 0,-2 4 256 0,-2 0-256 0,0 3 0 0,-1-5 256 16,0-4-256-16,-3-1 0 0,-1 3 256 0,1 0-256 16,-3 0 0-16,0 0 256 0,-1-1-256 0,-5-1 0 0,6 1 256 15,-1 1-256-15,-2 1 0 0,0-2 185 16,-2 1-185-16,0-2 0 0,0 1-256 0,2 1 256 0,-1 1 0 0,1 0-256 0,-3 0 256 16,2 0 0-16,-1 1-256 0,0-2 256 0,-2 1 0 0,2-1-134 15,-2 2 134-15,-3 0 0 0,4-1 256 0,0 1-256 0,2-2 0 16,-2 1 256-16,0-1-256 0,-3-1 0 0,1 1 256 15,3 0-256-15,-2 0 0 0,1 0 256 0,0 0-256 0,1 0 0 0,-2 1 256 16,4-1-256-16,-2 3 0 0,0-3 256 0,1 2-256 0,0-2 0 0,-1 1 256 16,3 0-256-16,-2 1 0 0,2-2 256 15,-3 1-256-15,1 1 0 0,0-1 204 0,2-1-204 0,-1 1 0 16,0 0 0-16,2 0 0 0,-2 0 0 0,2 1 0 0,-3-1 0 0,1 1 0 16,0-1 0-16,2 0 0 0,1-1 0 0,-2 1 0 15,3 0 0-15,-1 1 0 0,-1-2 0 0,3 2 0 0,-1-1 0 0,-1 0 0 16,3 0 0-16,1 0 0 0,-2-1 0 0,2 0 0 0,0 0 0 15,0 0 0-15,0 0 0 0,2 0 0 0,-1 0 0 16,2 0 0-16,-1 0 0 0,0 0 0 0,-1 0 0 0,1 0 0 0,1 0 0 16,1 0 0-16,1 0 0 0,-1 0 0 15,2 1 0-15,-1 1 0 0,0-2 0 0,0 0 0 0,0 0 0 0,1 0 0 16,1 0 0-16,1 0 0 0,-1 0 0 0,-2 0 0 16,1 0 0-16,2 0 0 0,1 0 0 0,0 0 0 0,1 0 0 15,-1 0 0-15,0 0 0 0,1 0 0 0,1 1 0 0,1 1 0 0,0-1 0 16,1 0 0-16,2 1 0 0,0-2 0 0,0 3 0 0,4 0 0 0,-2 0 0 15,3-1 0-15,2-1 0 0,0 0 0 0,-1 1 0 16,5 1 0-16,-1-3 0 0,3-1 0 0,2-1 0 0,-3 2 0 16,2-1 0-16,2-1 0 0,-3 1 0 0,3-4 0 0,-1 1 0 15,0 0 0-15,-3 0 0 0,1 0 0 0,-14 2-3071 0,-7 3 3071 16,-7 0 0-16</inkml:trace>
  <inkml:trace contextRef="#ctx0" brushRef="#br0" timeOffset="129745.959">1670 11698 1024 0,'0'0'0'0,"0"0"256"0,0 0-256 0,0 0 0 0,0 0-256 0,0 0 256 0,0 0 0 16,0 0 0-16,0 0 0 0,0 0 0 0,0 0 0 0,0 0 0 0,0 0 0 0,0 0 0 15,0 0 0-15,0 0 0 0,0 0 0 0,0 0 0 16,0 0 0-16,0 0 256 0,0 0-256 0,0 0 0 0,-7 2 256 16,-4-1-256-16,-3 3 0 0,7-3 256 15,2 1-256-15,2-2 0 0,-2 0 256 0,-2 1-256 0,0 1 0 0,1-1 256 16,0-1-256-16,0 2 0 0,-1-1 256 0,1 2-256 0,0-1 0 0,0 0-256 16,0 1 256-16,-1 2 0 0,2-1-44 0,-2 1 44 15,0 2 0-15,1-2-256 0,0 0 256 0,1 1 0 0,0 0-256 16,-1 1 256-16,-1 2 0 0,0-1-256 0,0 0 256 0,-1 1 0 15,0-2 256-15,1 2-256 0,0 0 0 0,1 0 256 0,0 1-256 0,2 1 0 16,-3-3 256-16,3 0-256 0,-1-1 0 0,0 2 256 16,2 1-256-16,-1 0 0 0,0-1 256 15,2 0-256-15,-2 1 0 0,1-1 256 0,2 2-256 0,-1-3 0 0,0 3 256 0,0-3-256 16,0 2 0-16,0 1 256 0,2-2-256 0,-1 3 0 0,0-2 25 16,0 0-25-16,0-1 0 0,0 0-194 0,2 2 194 15,-1 0 0-15,0 0 181 0,-2-1-181 0,1 1 0 0,0-2 256 16,2 3-256-16,-1-1 0 0,0-2 256 0,1 1-256 15,0-1 0-15,0 0 31 0,-1-1-31 0,-1 0 0 16,1 0 0-16,0 1 0 0,0 0 0 0,0-2 0 0,0 1 0 0,0-1 0 0,0 0 0 16,2 0 0-16,-1 4 0 0,0-3 0 15,0 1 0-15,-1-1 0 0,2-1 0 0,0 0 0 0,1 1 0 0,-1-1-243 0,0 2 243 16,0 1 0-16,1-2 243 0,0-1-243 0,1 0 0 16,-1 0 0-16,0-1 0 0,0 2 0 0,1-1 0 0,1-1 0 0,3 0 0 0,-2 1 0 15,-2-1 0-15,1 0 0 0,0 0 0 0,0-1 0 16,1 0 0-16,-1 0 0 15,1 1 0-15,1-1 0 0,0 1 0 0,2-1 0 0,0-1 0 0,-2 1 0 0,3 0 0 0,-1 2 0 16,-1-2 0-16,1-2 0 0,2 2 0 0,-3-1 0 16,3 0 0-16,2 3 0 0,-2-2 0 15,1 0 0-15,2-3 0 0,-2 3 0 0,2 1 0 0,0 0 0 0,0-2 0 0,-1 0 0 0,1 0 0 16,-2-2 0-16,2 1 0 16,2-2 0-16,-2 1 0 0,0 0 0 0,-2 1 0 0,-7-2-3071 0,-6-1 3071 0,-3-1 0 0</inkml:trace>
  <inkml:trace contextRef="#ctx0" brushRef="#br0" timeOffset="132276.025">15193 18362 1024 0,'0'0'0'0,"0"0"0"0,0 0 0 0,0 0 0 0,0 0 0 0,0 0 0 0,0 0 0 0,0 0 0 15,0 0 0-15,0 0 0 0,0 0 0 16,0 0 0-16,0 0 0 0,0 0 0 0,0 0 0 0,0 0 0 0,0 0 0 16,0 0 0-16,0 0 0 0,0 0 0 0,0 0 0 0,0 0 0 0,-10 5 0 15,-5 3 0-15,-6 2 0 0,14-8 0 0,4-2 0 16,4-2 0-16,-4 2 0 0,-2 0 0 0,-1 0 0 0,2 0 0 15,-1 0 0-15,-1 0 0 0,1 0 0 0,-2 0 0 0,0 0 0 0,0 1 0 16,-1-1 0-16,-3 1 0 0,2 0 0 0,2 0 0 0,-2 1 0 16,0-1 0-16,-1 1 0 0,-2 2 0 0,2-3 0 15,-1 1 0-15,-3 1 0 0,3-2 0 16,-1 2 0-16,-2-1 0 0,2 0 0 0,-2 0 0 16,0 1 0-16,1-3 0 0,-1 2 0 0,-1-2 0 0,2 1 0 0,-2 0 0 0,-1 1 0 0,1-2 0 15,0 0 0-15,-1 0 0 0,-1 0 0 0,-1 1 0 0,-1 1 0 0,0-2 0 16,2 1 0-16,-3 1 0 0,1-2 0 0,1 0 0 15,-2 0 0-15,1 0 0 0,-1 0 0 0,-1 0 0 16,0 1 0-16,3 0 0 0,-2 1 0 16,1-2 0-16,-2 0 0 0,-2 0 0 0,3 0 30 0,-3 3-30 0,0-1 0 0,1 0 110 0,-1 0-110 0,-1-2 0 31,1 2-19-31,-1-1 19 0,-1 2 0 0,1-2-74 0,0 1 74 0,-4-1 0 0,2 1 96 0,0-1-96 16,4 2 0-16,-4-2 144 0,-1 1-144 0,-2-2 0 0,2 1 28 15,-2-1-28-15,-1-1 0 0,2 1-162 0,-1 0 162 0,-1 0 0 0,2 0-90 16,-2 0 90-16,0 0 0 0,2-1-63 15,-5-1 63-15,2-1 0 0,0 2 0 16,2-1 0-16,0 2 0 0,-1-1 0 0,-1-2 0 16,-4 0 0-16,3 2 0 0,-1 2 0 0,-2-1 0 0,2 0 0 0,-2-1 0 0,0-1 0 0,1 2 3 15,-2 0-3-15,-1 0 0 16,2 0 176-16,-2-3-176 0,-1 0 0 0,1 1 106 16,-2-1-106-16,-1 2 0 0,2 0 26 0,-2-1-26 0,-2 1 0 0,2 0-135 15,1-1 135-15,-1-1 0 0,1 0-50 16,-2 0 50-16,-2 0 0 0,3 0-126 0,1 0 126 0,0-1 0 0,-1 1 19 15,-3 0-19-15,-3 0 0 0,4 0 29 0,-1 1-29 16,-3 1 0-16,5-2 22 0,-1 1-22 0,2 0 0 0,-4 0-54 16,-4-1 54-16,-2-1 0 0,1 1-16 0,0 2 16 0,-2-1 0 15,2 0 0-15,-2-2 0 0,0 1 0 0,0 0 0 16,-1 1 0-16,0 0 0 0,1 0 0 0,0-2 0 0,3 0 0 0,-3 2 0 16,-3-1 0-16,-1 1 0 0,0 1 0 15,-1 0 0-15,-3-2 0 0,2 1 0 0,1 1 0 0,1 1 0 0,-1 0 0 16,-1 0 0-16,-1 0 0 0,2-1 0 0,-2-1 0 0,-1-1 0 15,3 2 0-15,-2 1 0 0,0 1 0 0,1-1 0 16,-1 1 0-16,0 1 0 0,1 0 0 0,2-1 0 0,-2 3 0 0,2-2 0 16,0-2 0-16,1 1 0 15,1-1 0-15,-2 0 0 0,0 0 0 0,1-1 0 0,2 1 0 16,-1-2 0-16,-1 2 0 0,3 2 0 0,-2-1 0 0,1 2 30 0,-2 1-30 16,0 1 0-16,2 0-27 0,2-1 27 15,2 0 0-15,-2 2-3 0,-2 2 3 0,0 0 0 0,2-1 0 0,1 0 0 16,0-1 0-16,2 1 128 0,3-2-128 0,1 2 0 0,-2 0 170 0,1-1-170 15,0 0 0-15,1 1-19 0,1-1 19 0,-2 2 0 0,3-1-201 16,-1 0 201-16,3-1 0 0,2-1-78 16,1 2 78-16,2 0 0 0,0-1 0 0,2 1 0 0,1 2 0 0,1-3 0 15,0 0 0-15,2-2 0 0,-1 0 0 0,1 1 0 0,0-2 0 0,0 2 0 16,2 0 0-16,0 1 0 0,3-2 0 0,-1 0 0 0,0-3 0 16,3 2 0-16,2-2 0 0,2-1 0 0,0-1 0 15,1-1 0-15,3-2 0 0,-2 4 0 0,1-2 0 0,1 1 0 0,18-2 0 16,9-4 0-16,9-2 0 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32:47.098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2495 6444 1024 0,'0'0'0'0,"0"0"0"0,0 0 0 0,0 0 0 0,0 0 256 0,0 0-256 15,0 0 0-15,0 0 256 0,0 0-256 0,0 0 0 0,5 4 34 0,4 5-34 16,2 1 0-16,-5-8 49 0,-2-2-49 0,-2-2 0 0,4 2 159 15,1 0-159-15,3 0 0 0,-1-1 244 0,2 0-244 0,0-1 0 16,0 2 157-16,2 0-157 0,0 0 0 0,1 0 42 16,1-2-42-16,4 1 0 0,-2 1-131 0,2-1 131 15,2-1 0-15,-1 1-199 0,2-1 199 0,1 1 0 0,0 1-3 0,0-3 3 0,3 0 0 16,-1 3 100-16,3-3-100 0,2 0 0 0,-2 1 236 16,-1-1-236-16,-2 2 0 0,2 0 122 0,4-2-122 15,0 0 0-15,-1 2 28 0,1-2-28 0,1 1 0 0,-2 1-72 16,3-1 72-16,2 2 0 0,-3-1-94 0,2 0 94 0,1 0 0 0,-2-1 34 15,1 2-34-15,2-1 0 0,-1-1-3 0,1 0 3 16,3-1 0-16,-3 1 72 0,2 1-72 0,0-2 0 0,1 0 14 16,2 0-14-16,2 0 0 0,-1 0 28 0,-2 1-28 0,0 0 0 0,2 2-83 15,0-2 83-15,4 1 0 0,-3 1-158 16,-1-2 158-16,1 1 0 0,-1 1-114 0,0 0 114 16,0 0 0-16,-1 0-23 0,2 1 23 0,-1 1 0 0,0-1 34 0,0-1-34 0,-1-1 0 0,-1 1 15 15,3 0-15-15,0 0 0 0,-1 1-26 16,0-1 26-16,-2 2 0 0,5-1-103 15,1 0 103-15,5 1 0 0,-5-2-170 0,2 0 170 0,0 0 0 0,-1 0-23 16,-2 0 23-16,0 0 0 0,-1 0 28 0,1 1-28 0,-2 1 0 16,0-2 55-16,2 1-55 0,1 0 0 0,-1 0 38 15,-1-1-38-15,0-1 0 0,0-1 11 0,3-3-11 16,0 0 0-16,0 3 14 0,-2 1-14 0,1 1 0 0,-1 1 24 0,1 1-24 0,-2 1 0 16,-1-2 11-16,1 0-11 0,-3-1 0 0,2 3-18 15,1 0 18-15,1 2 0 0,-1-4 5 0,-2 2-5 0,1-1 0 0,-1-1-15 16,0 0 15-16,0 0 0 0,-2-1 21 15,0-2-21-15,0 1 0 0,-1 1-11 0,-1-2 11 0,0 1 0 0,1 0 32 16,-2 0-32-16,0 0 0 0,0-1 14 0,-1 0-14 16,1-1 0-16,-3 2 37 0,0 0-37 0,-2-1 0 0,-2 2 45 15,2-1-45-15,-2 0 0 0,-2-1 80 0,-2 2-80 0,-3-1 0 0,3 0 74 32,-2 0-74-32,2 0 0 0,-1 1 43 0,-5-2-43 0,1 0 0 0,0 1-4 15,-1 0 4-15,-1 1 0 0,0-1-37 0,-2 1 37 0,0 1 0 0,0-2-56 16,0 0 56-16,-1-1 0 0,0 1-75 0,-2 1 75 0,1 1 0 0,-2 0-87 15,0-1 87-15,-2 3 0 0,-1-3-98 16,0 0 98-16,-2 0 0 0,-1-2-75 0,-2-1 75 0,-2 0 0 16,0 0-30-16,-2 1 30 0,-2-2 0 0,2 3-704 0,-2 1 704 0,1 1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33:23.316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3460 5232 1024 0,'0'0'0'0,"0"0"0"0,0 0 0 0,0 0 0 0,0 0 256 0,0 0-256 0,0 0 0 16,0 0 256-16,0 0-256 0,0 0 0 0,0 0 256 15,0 0-256-15,0 0 0 0,0 0 256 0,0 0-256 0,0 0 0 0,0 0 256 16,0 0-256-16,0 0 0 0,0 0 256 16,0 0-256-16,0 0 0 0,0 0 256 0,0 0-256 0,0 0 0 0,7 4 256 15,2 5-256-15,3 0 0 0,-5-6 236 0,-3-4-236 0,-2-1 0 0,3 1-191 16,1-1 191-16,2-1 0 0,-8 3 0 0,7-3-47 16,-1 0 47-16,3-1 0 0,-1 1 84 0,1-1-84 0,3-1 0 0,-1-1 228 15,2-1-228-15,0-2 0 0,1 1 256 16,0-2-256-16,3 0 0 0,-2-2 210 0,-1 0-210 0,0-2 0 0,1-1 61 15,0-1-61-15,2-1 0 0,-12 11-2885 0,-5 6 2885 0,-5 6 0 0</inkml:trace>
  <inkml:trace contextRef="#ctx0" brushRef="#br0" timeOffset="6974.632">9625 6302 1024 0,'0'0'0'0,"0"0"0"0,0 0 0 0,0 0 0 0,0 0 256 0,0 0-256 0,0 0 0 0,0 0 256 0,0 0-256 0,0 0 0 0,0 0 256 15,0 0-256-15,0 0 0 0,7-2 256 0,4 0-256 0,3-1 0 16,-6 0 123-16,-2 0-123 0,-1-1 0 16,4 1-145-16,0 0 145 0,1 0 0 0,2 0-168 0,1 0 168 0,3 0 0 0,-2 0-73 15,2 0 73-15,1-1 0 0,3 2 30 16,2-1-30-16,4-2 0 0,-2 3 43 0,3-1-43 0,2 3 0 0,-1-2-19 16,0 1 19-1,3 0 0-15,-2-1-31 0,1 2 31 0,3-1 0 0,-23 1-784 16,-10 0 784-16,-10 0 0 0</inkml:trace>
  <inkml:trace contextRef="#ctx0" brushRef="#br0" timeOffset="9658.142">6191 8865 1024 0,'0'0'0'0,"0"0"0"0,0 0 0 0,0 0 0 0,0 0 179 0,0 0-179 0,0 0 0 0,0 0 61 15,0 0-61-15,0 0 0 0,0 0 56 0,0 0-56 0,0 0 0 16,0 0 30-16,0 0-30 0,0 0 0 0,0 0 47 15,0 0-47-15,0 0 0 0,0 0 54 0,0 0-54 0,0 0 0 0,0 0 7 16,0 0-7-16,0 0 0 0,0 0 0 16,0 0 0-16,0 0 0 0,0 0 0 0,0 0 0 0,0 0 0 0,0 9 30 15,-2 3-30-15,1 5 0 0,1-11 45 16,1-2-45-16,1-4 0 0,-2 3 41 0,0 1-41 0,0 1 0 0,0-2 64 0,0 1-64 16,0 2 0-1,0 0 78-15,0 1-78 0,0 2 0 0,0-3 27 0,0 2-27 0,0 0 0 0,0 0 17 16,0 2-17-16,0 0 0 0,0 0 16 0,0 0-16 15,0 2 0-15,0-3 58 0,-2 3-58 0,1-1 0 0,0 0 53 16,2 1-53-16,-1 3 0 0,0-3 6 0,-2 2-6 0,1 1 0 16,0-1 17-16,0 0-17 0,0 1 0 0,0 1 3 0,-1 1-3 0,-1 1 0 0,1-1 4 15,2 1-4-15,-1 1 0 0,0-1 1 0,-2 1-1 0,0 0 0 0,2 0 9 16,-2 1-9-16,0 2 0 16,0-3 39-16,2 0-39 0,-1-1 0 0,0 1 29 0,2-1-29 0,-1-1 0 0,0 0-15 15,0-1 15-15,0-1 0 0,0 0-39 16,0 0 39-16,0-2 0 0,0 1-30 0,-1 0 30 15,-2-1 0-15,2-1-28 0,0-2 28 0,0 1 0 0,0-3-32 16,0-1 32-16,0-1 0 0,0-1-24 0,0-2 24 0,0-1 0 0,1-1-803 0,1-1 803 16,1-1 0-1</inkml:trace>
  <inkml:trace contextRef="#ctx0" brushRef="#br0" timeOffset="10094.466">6191 8891 1024 0,'0'0'0'0,"0"0"256"0,0 0-256 0,0 0 0 0,0 0 256 0,0 0-256 0,0 0 0 0,2-5 256 16,2-3-256-16,3-2 0 0,-3 5-102 0,-1 3 102 0,0 0 0 0,0-1 84 16,1-2-84-16,1 0 0 0,0 2-31 0,2-2 31 15,0 4 0-15,-1-3-81 0,1 2 81 0,2-3 0 0,-2 4-63 16,1 1 63-16,2-1 0 0,0 1-49 0,-1-2 49 0,3 1 0 16,-1 1 73-16,0 1-73 0,3 1 0 0,-3 0 74 15,-1 3-74-15,0 1 0 0,0-2 20 0,1 1-20 0,2 2 0 0,-2 0 49 16,0 1-49-16,1 2 0 0,-1-1-22 0,-2-1 22 0,2 3 0 15,-2-3-39-15,0 2 39 0,0 0 0 0,-2 0 19 0,-1 0-19 16,-1 2 0-16,0-2 59 0,0-1-59 0,-2 0 0 0,-1 1 138 16,-2 1-138-16,-2 0 0 0,1 1 64 0,-1-1-64 0,-2-3 0 15,-2 3 31-15,-1-1-31 0,-2-1 0 0,-1 0-9 0,-1 2 9 16,-3 3 0-16,-1-3-122 0,-1 0 122 0,-3-1 0 0,1 0-157 16,-1 1 157-16,-4-1 0 0,2-1-105 0,1-1 105 15,-4 0 0-15,17-5-599 0,7-3 599 0,7-3 0 0</inkml:trace>
  <inkml:trace contextRef="#ctx0" brushRef="#br0" timeOffset="11679.812">8122 8960 1024 0,'0'0'0'0,"2"-3"0"0,1 0 0 0,1-1 0 0,-1 1 256 0,-2 1-256 0,1 0 0 0,0 0 256 15,2-2-256-15,0-2 0 0,-1 1 256 0,1-2-256 16,2 0 0-16,-2 1 256 0,1 0-256 0,2-1 0 0,-2 1 197 0,0-2-197 16,0 0 0-16,0 1 138 0,0 0-138 0,1-1 0 0,-1 2 36 15,0 1-36-15,0-1 0 0,-1 2-64 0,-1-3 64 0,-1 0 0 0,0 2-97 16,0 1 97-16,-2 0 0 0,0 2-76 15,0-2 76-15,0 2 0 0,-3-1 16 0,-1 1-16 0,-2 0 0 0,2 1 76 16,0-1-76-16,-1 1 0 0,-1 1 70 16,0 2-70-16,-3 0 0 0,2-1 91 0,-2 1-91 0,0 2 0 15,0-3 57-15,-2 2-57 0,-4 1 0 0,4 1 46 16,-2 0-46-16,0 2 0 0,0-1 0 0,0-1 0 0,-3 3 0 0,3-2 29 16,0 1-29-16,-2 1 0 0,1 2 62 0,1 0-62 15,0 2 0-15,-1-2 78 0,1 1-78 0,0 0 0 0,0 1 50 16,2 1-50-16,0 3 0 0,1-3 31 0,0 2-31 0,1 1 0 15,0-1 4-15,1 1-4 0,0 0 0 0,0 0-22 0,3 0 22 0,2-1 0 0,-2 2-38 16,2 0 38-16,-1 1 0 0,1-2 13 16,1 3-13-16,1-1 0 0,-2-2 66 0,2 2-66 0,0 1 0 0,1-2 67 0,2 1-67 15,3 1 0-15,-3-1 12 0,1-2-12 0,1 0 0 0,0 1-17 16,1-1 17-16,1-1 0 16,0 0 11-16,0 2-11 0,3-2 0 0,-2-1-31 0,2-1 31 0,0-2 0 0,1 1-47 15,1 1 47-15,2 0 0 0,-1-1-18 0,2-2 18 0,0 0 0 0,0-2 14 16,-3-1-14-16,2-1 0 0,0 0-6 15,1-2 6-15,3-1 0 0,-4 0-49 16,0-1 49-16,-2 0 0 0,3-2-39 0,1 0 39 0,4 0 0 0,-4-1-7 16,0 1 7-16,-1-2 0 0,1-2-12 15,0-2 12-15,2-1 0 0,-2 1-12 0,1-1 12 0,-1-1 0 16,1-1 41-16,-2 1-41 0,1-4 0 0,-2 3 95 16,-1-1-95-16,1-2 0 0,-2 0 29 0,0 1-29 0,-3-1 0 0,3-1-28 15,-1 0 28-15,-1-2 0 0,-1 1-66 0,-2-1 66 0,-2-1 0 0,3 0-22 16,-3 0 22-16,1-2 0 0,0 2-22 0,-2-2 22 15,1 2 0-15,-2-1-11 0,-1-1 11 0,-1-1 0 0,1 1 31 16,0-1-31-16,-1-1 0 0,0 1 61 0,-2-1-61 16,-1-1 0-16,0 1-6 0,-1 1 6 0,-1-2 0 0,0 2-71 15,-2 0 71-15,0 0 0 0,0 1-99 0,-1-1 99 0,-1 0 0 0,-1 0-32 0,-1 0 32 0,0-1 0 16,0 4-4-16,-1 0 4 0,-2 2 0 0,1-1 24 16,-3 0-24-16,0 3 0 0,0-1 34 0,0 2-34 0,-2 1 0 0,2-1 12 15,-2 2-12-15,-1 0 0 16,1 1-5-16,-2 0 5 0,-1 2 0 0,1 1-60 0,0 1 60 0,0 3 0 0,0 0-53 15,1 1 53-15,2 1 0 0,-2 0-48 0,2 2 48 0,-2 0 0 0,4 0-25 32,-1 1 25-32,2 1 0 0,0 1-12 0,2 1 12 15,0 3 0-15,3-2-21 0,2 2 21 0,0 0 0 0,0 0-1 16,2-2 1-16,1 3 0 0,1-2-11 0,2 4 11 0,2-1 0 0,-1 0-23 16,1 0 23-16,1 2 0 0,0-2-24 15,1 1 24-15,1 0 0 0,2 0-13 0,2 1 13 0,1 0 0 0,0 0-18 16,2 0 18-16,0-1 0 0,-1 2-42 0,2 0 42 0,1 2 0 15,-1-1-46-15,0-2 46 0,1 0 0 0,0 1-37 16,-3 1 37-16,2 1 0 0,-1 0-32 0,1 1 32 0,2 1 0 0,-2-2-31 16,-2 0 31-16,2-1 0 0,-1 0-2 0,0 2 2 0,0-1 0 15,-1-1 40-15,0 1-40 0,-2-3 0 0,1 3 70 16,-2-3-70-16,2 2 0 0,-1-1 95 0,-2 2-95 0,1-2 0 0,0 1 143 16,-2-3-143-16,-2 0 0 0,3 1 182 15,-3 0-182-15,1 2 0 0,-2-3 198 0,-1-1-198 0,-1 1 0 16,1-1 144-16,1 1-144 0,2-1 0 0,-2 1 256 15,-1-1-256-15,2-2 0 0,-1 2-119 0,1 0 119 0,1-1 0 0,-2 0-142 16,-1 0 142-16,-1-2 0 0,2 3-256 16,1 0 256-16,1 2 0 0,-2-2-256 0,-4-1 256 0,-1-3 0 0,2 2-252 15,0-3 252-15,0 0 0 0,0-5-1218 16,2-3 1218-16,-1 0 0 0</inkml:trace>
  <inkml:trace contextRef="#ctx0" brushRef="#br0" timeOffset="16389.824">10949 8905 1024 0,'0'0'0'0,"0"0"0"16,0 0 0-16,0 0 0 0,0 0 256 16,0 0-256-16,0 0 0 0,0 0 256 0,0 0-256 0,0 0 0 0,0 0 256 15,0 0-256-15,0 0 0 0,0 0 256 0,0 0-256 16,0 0 0-16,0 0 256 0,0 0-256 0,0 0 0 0,0 0 256 16,0 0-256-16,0 0 0 0,0 0-256 0,0 0 256 0,0 0 0 0,9 2-256 15,3 3 256-15,8 1 0 0,-12-4-133 16,-4-2 133-16,-4-2 0 0,0 2 0 0,5 1 256 0,0-1-256 0,2 2 0 15,-1-1 256-15,0 1-256 0,4-2 0 0,-3 1 256 0,0 2-256 0,0 0 0 16,2-2 256-16,0-1-256 0,1 1 0 0,1 0-94 16,0-1 94-16,2-1 0 0,0 1-256 0,-3 0 256 0,1 0 0 0,1-1-256 15,-1 1 256-15,1-1 0 0,-1-1 256 0,0-1-256 0,1 1 0 16,-3 0 256-16,2 0-256 0,-2 0 0 0,0 1 256 16,-1-2-256-16,0 1 0 0,1-1 256 0,-2 1-256 0,-1 0 0 0,1 0 256 15,-1 0-256-15,0 0 0 0,-1 2-63 16,-1-3 63-16,-1 0 0 0,1 2-256 0,-2 0 256 0,1 0 0 0,1 0-60 15,-3 0 60-15,1-1 0 0,0 1 256 0,0-1-256 16,0 1 0-16,-1 1 256 0,-1 0-256 0,-1 0 0 0,1 0 256 16,0 0-256-16,0 0 0 0,0 0 93 0,0 0-93 0,0 0 0 0,0 1-136 15,-2 0 136-15,1 1 0 0,0-1-106 16,2 0 106-16,-1 1 0 0,0 1-3 0,-2-1 3 0,1 2 0 0,0 0 210 16,0 0-210-16,0 3 0 0,0 0 35 0,-2 0-35 0,0 2 0 15,1-1 0-15,0 1 0 0,0 3 0 0,0-3 0 16,0 3 0-16,0 1 0 0,0-1 0 0,0 2 0 0,0 1 0 0,0-1 0 15,0 0 0-15,0 2 0 0,0-1 0 16,2-1 0-16,-2 1 0 0,1 0 0 0,0 3 0 0,0-1 0 16,1 0 0-16,-2 0 0 0,0 1 0 0,1 0 0 0,1-3 0 15,1 2 0-15,-1 1 0 0,2-2 0 0,-1 1 0 0,0 0 0 16,0 0 0-16,0 2 0 0,0-3 0 0,1 1 0 0,-1-3 0 0,0 1 0 16,-2-1 0-16,1-1 0 0,0 0 0 0,-3 1 0 15,2 0 0-15,0-3 0 0,2 0 0 0,-1-2 0 16,3-1-224-16,0-2 224 0,1-1 0 0,0-1-256 0,1 1 256 0,1-4 0 0,-4 0-2591 15,-2-1 2591-15,-2-1 0 0</inkml:trace>
  <inkml:trace contextRef="#ctx0" brushRef="#br0" timeOffset="16774.631">11743 8782 1024 0,'0'0'0'0,"0"0"0"0,0 0 0 0,0 0 0 0,0 0 256 16,0 0-256-16,0 0 0 0,0 0 256 0,0 0-256 0,0 0 0 0,0 0 256 31,0 0-256-31,0 0 0 0,3 7 256 0,0 4-256 0,1 2 0 0,-1-5 256 15,-2-3-256-15,1-2 0 0,0 5 256 0,-2 1-256 0,1 2 0 0,0 1 256 0,0 1-256 0,0 1 0 16,0-1 256-16,0 2-256 0,0 1 0 0,0 1 256 16,1 2-256-16,1 2 0 0,0-2 256 0,-3 1-256 0,1 1 0 0,0 1 256 15,0 0-256 1,0 3 0-16,0-1 255 0,0-2-255 0,0 2 0 0,0-1-199 16,-2 3 199-16,1 0 0 0,0-1-256 0,0-1 256 0,0 0 0 15,0 0-256-15,0 1 256 0,0-1 0 0,0-3-256 16,-1-2 256-16,1 0 0 0,-1-1-256 0,2-2 256 0,-1-2 0 0,0-1-253 15,0-3 253-15,0-1 0 0,0-3 7 16,0-2-7-16,0-2 0 0,1-1-145 0,1-2 145 0,1-2 0 0,-2 3-1457 16,-1 0 1457-16,-1 0 0 0</inkml:trace>
  <inkml:trace contextRef="#ctx0" brushRef="#br0" timeOffset="17122.424">11694 8788 1024 0,'0'0'0'15,"0"0"256"-15,0 0-256 0,0 0 0 0,2-4 256 0,2-4-256 0,2-2 0 0,-3 4 256 16,-1 2-256-16,-1-1 0 0,4-1 256 0,-1 0-256 0,3-1 0 16,-1 0 256-16,0 0-256 0,4-2 0 0,-1 1 56 0,0 1-56 0,4 1 0 0,-1-1-256 15,4 2 256-15,0 1 0 0,-1 0-256 0,0 1 256 0,2 1 0 0,-3 1-256 16,3 2 256-16,-1 2 0 0,0-1-85 15,1 2 85-15,1 2 0 0,-3-1 256 16,0 3-256-16,-2 1 0 0,1 0 256 0,-2 1-256 0,-1 3 0 0,0-2 256 16,-2 0-256-16,-1 1 0 0,0-2 204 0,-2 2-204 0,-1 1 0 0,-1-2 6 15,-2-1-6-15,-2 0 0 0,0 1 16 0,-1-1-16 16,-1 0 0-16,-1 1 98 0,-2-2-98 0,-2 1 0 0,-2-2 242 16,0 4-242-16,-4-1 0 0,-1-1 46 0,0-1-46 15,-5 1 0-15,1-1-256 0,-2 0 256 0,-2 1 0 0,2-2-256 0,1-1 256 16,-2 0 0-16,3-3-256 0,0-2 256 0,0-1 0 0,12 0-1095 15,6-1 1095-15,6-1 0 0</inkml:trace>
  <inkml:trace contextRef="#ctx0" brushRef="#br0" timeOffset="17867.681">13538 8868 1024 0,'0'0'0'0,"0"0"0"0,0 0 0 0,0 0 0 0,0 0 256 0,0 0-256 0,0 0 0 0,0 0 256 16,0 0-256-16,0 0 0 0,0 0 256 15,0 0-256-15,0 0 0 0,0 0 256 0,0 0-256 16,0 0 0-16,0 0 256 0,0 0-256 0,0 0 0 0,0 0 256 15,0 0-256-15,0 0 0 0,7 6-256 0,4 1 256 0,3 5 0 0,-6-12-256 16,-3-2 256-16,0-3 0 0,-5 5 0 0,7-3 256 0,0 2-256 0,1-1 0 16,1 0 256-16,1 0-256 0,2 0 0 0,-2-1 256 15,1 0-256-15,-1-2 0 0,0 4 256 0,2-1-256 0,0-1 0 0,1 2 256 16,-2-2-256-16,1-1 0 0,-1 1 195 0,-2 0-195 0,-1-2 0 0,2 2-256 16,-3 0 256-16,1 0 0 0,-1 0 256 0,-1 2-256 0,0 0 0 0,-1-2 256 31,-1 1-256-31,-1-1 0 0,1 2 256 0,-1-1-256 0,0 2 0 0,0 0 60 0,0-1-60 0,-2-1 0 0,0 2 0 31,-1 0 0-31,-1 0 0 0,1 0 0 0,0-2 0 0,0 1 0 0,0 1-60 0,0 0 60 0,0 3 0 0,-1-1-256 16,-2-2 256-1,0 1 0-15,1-1 256 0,2 2-256 0,-1-1 0 0,0 1 60 0,-1 2-60 0,-2 0 0 0,2 0 0 0,-1 1 0 16,-1 2 0-16,1-2 0 16,0 3 0-16,-1 0 0 0,1 1 0 0,0 1 0 15,0 1 0-15,0-1 0 0,2 3 0 0,-1 1 0 0,0-1 0 16,-1 1 0-16,-1 0 0 0,1 1 0 0,2 0 0 0,-2 2 0 0,1 0 0 15,-1-1 0-15,-1 2 0 0,1 0 0 16,0-1 0-16,0 3 0 0,0-3 0 0,2-1 0 0,-1 1 0 16,1 0 0-16,-2-1 0 0,-1 1 0 0,2-1 0 15,1 1 0-15,1 0 0 0,-1-1 0 0,-1-1 0 0,-1-1 0 0,0-1 0 16,3 2 0-16,0-2 0 0,-1-1 0 0,-1-2 0 16,-1 2 0-16,2-1 0 0,-2-1 0 0,0 1 0 0,-1-3 0 15,3 0 0-15,-1-1 0 0,0-3 0 0,2-1 0 16,-1-2 0-16,0 0 0 0,2-1 0 0,-1-1 0 0,0 1-3071 15,0 0 3071-15,0 0 0 0</inkml:trace>
  <inkml:trace contextRef="#ctx0" brushRef="#br0" timeOffset="18854.442">14228 8621 1024 0,'0'0'0'0,"0"0"0"0,0 0 0 0,0 0 0 0,0 0 256 0,0 0-256 0,0 0 0 0,0 0 256 16,0 0-256-16,0 0 0 0,0 0 256 0,0 0-256 0,0 0 0 15,-3 7 256-15,-2 5-256 0,-2 4 0 16,4-9 256-16,0-2-256 0,2-2 0 0,-1 2 256 0,-1 2-256 0,-1 1 0 0,1 0-48 16,0 0 48-16,0 3 0 0,-1 0 10 0,-1 1-10 0,-3 0 0 0,2 1 256 15,2 0-256-15,-1 2 0 0,-1 0 256 16,-2 1-256-16,0 1 0 0,2 0 256 16,-2 2-256-16,-1 2 0 0,2-2 256 0,1 1-256 0,1 0 0 0,-1 1 256 15,-1-1-256-15,1 2 0 0,1-1-256 16,1 0 256-16,1 1 0 0,-1 0-256 0,2-1 256 0,-2 0 0 0,2-2-211 15,1 0 211-15,1-1 0 0,0 1 256 0,1-2-256 0,1-1 0 0,-1 1 256 16,2-1-256-16,0 0 0 0,1-2 256 0,0-1-256 16,3 0 0-16,-1 1 248 0,3-2-248 0,1 1 0 0,0-3-213 15,1 0 213-15,1-2 0 0,0-1-256 0,1-1 256 0,0 0 0 0,0-2-198 16,0-1 198-16,3 0 0 16,-2-2 256-16,2-1-256 0,1-1 0 0,0-1 256 0,-3 0-256 0,2-1 0 0,-1-1 155 15,-1 1-155-15,0-3 0 0,1 0 0 0,-2-3 0 0,0-1 0 16,1 1 0-16,-2 0 0 0,1-1 0 0,-1-2 0 15,-1 0 0-15,0-2 0 0,0 1 0 0,-1-2 0 0,1-1 0 0,-1-1 0 16,-1 0 0-16,0-4 0 0,-1 4-185 16,-1-2 185-16,-1-1 0 0,2 1 185 0,-3-1-185 0,1-1 0 0,-2 1 0 15,-1 0 0-15,-1 0 0 0,0 1 0 16,-1 0 0-16,-1 0 0 0,0 0 0 16,-1-1 0-16,-1-1 0 0,-1 2 0 0,-1 0 0 0,-1 0 0 0,0 1 0 15,-1 0 0-15,-2 1 0 0,1 0-68 16,-1 0 68-16,-2 1 0 0,0 0-110 0,0 2 110 0,-4-1 0 0,3 1 178 15,-1 0-178-15,-2 1 0 0,1 2 0 0,-2 0 0 0,-1 2 0 0,1 0 0 16,1 0 0-16,-2 2 0 0,1 0 0 16,1 2 0-16,0 1 0 0,-1 1 0 0,0 1 0 15,-3 0 0-15,4 1 0 0,-1 1 0 0,1 1 0 0,0 0 0 0,2 0 0 0,0 1 0 0,0 1 0 16,1 1 0-16,0 1 0 0,-1 0 0 16,2 2 0-16,1 0 0 0,0 0 0 15,2 0 0-15,0 1 0 0,0 0-14 0,0 0 14 0,2 1 0 0,1 1-129 16,1 0 129-16,1 2 0 0,0-2-89 0,1 1 89 0,1 0 0 15,1 0-82-15,1 0 82 0,1 1 0 0,1 0-140 16,0 0 140-16,4-1 0 0,-1 2-106 0,2 0 106 0,2 2 0 0,-1-3-49 16,0 2 49-16,2-3 0 0,-1 2 15 15,1-1-15-15,1-1 0 0,-1 0 132 0,0 2-132 0,4 1 0 16,-3-2 248-16,2 1-248 0,0-1 0 0,0 1 214 0,-2-1-214 0,1-2 0 16,-2 1 0-16,-1 0 0 0,0-1 0 0,0 0 0 15,-2 1 0-15,2-1 0 0,-3 0 0 0,-1 2 0 0,-1 1 0 16,2-1 0-16,-2 0 0 0,0-1 0 0,-1 0 0 15,-1 2 0-15,-2 1 0 0,4-1 0 0,-4 0 0 0,1 2 0 0,-1-2 0 16,-1-1 0-16,-1 1 0 0,1 0 0 0,-2 2 0 16,1 0 0-16,0 0 0 0,0-2 0 0,0 1 0 0,0-1 0 15,-2 1 0-15,1 0 0 0,0 0 0 0,0 0 0 0,0 3 0 0,0-3 0 16,0-1 0-16,0 4 0 0,0-4 0 16,-3-1 0-16,2 0 0 0,0-2 0 0,2 0 0 0,-1-2 0 0,0-4-3071 15,2-4 3071-15,-1-4 0 0</inkml:trace>
  <inkml:trace contextRef="#ctx0" brushRef="#br0" timeOffset="34444.469">12586 12308 1024 0,'0'0'0'0,"0"0"0"0,0 0 0 0,0 0 0 0,0 0 37 0,0 0-37 0,0 0 0 0,0 0 2 16,0 0-2-16,0 0 0 0,0 0 235 0,0 0-235 15,0 0 0-15,0 0 256 0,0 0-256 0,0 0 0 0,0 0 256 16,0 0-256-16,0 0 0 0,0 0 256 0,0 0-256 0,0 0 0 0,0 0 252 16,0 0-252-16,0 0 0 0,0 0-256 0,0 0 256 15,0 0 0-15,0 0-256 0,0 0 256 0,0 0 0 0,0 0-256 16,0 0 256-16,0 0 0 0,0 7-256 0,0 5 256 0,0 1 0 16,0-6 256-16,0-3-256 0,0-2 0 0,0 3 256 15,2 1-256-15,-1 2 0 0,-1-8 0 0,0 6 256 0,-1 1-256 0,-1 2 0 16,1-1 256-16,2 2-256 0,-1 0 0 0,0 1-256 0,-2 0 256 0,1 3 0 15,0-3-256-15,0 1 256 0,0 1 0 0,0 1-214 16,-2 0 214-16,-1 0 0 0,1 0 252 0,2 1-252 0,-1 0 0 0,1 0 256 16,1 1-256-16,1 1 0 0,-1-1 256 15,-2 0-256-15,1 2 0 0,0-1 256 0,0 0-256 0,0 3 0 0,1-2-84 16,1 0 84-16,1 3 0 0,-1-4-256 0,-2 2 256 0,1 1 0 16,0-1-239-16,2 1 239 0,-1 1 0 0,-1-2-5 15,2-2 5-15,-1 1 0 0,0 0 116 0,0-1-116 0,0 1 0 0,0 0 70 16,0-1-70-16,0 2 0 0,0-1-23 0,2-1 23 15,0-2 0-15,-1 2-193 0,-2-3 193 0,1 0 0 0,0-1-256 16,0 0 256-16,0-1 0 0,0-2-227 0,-2-1 227 16,1-2 0-16,1-2-86 0,0 1 86 0,1-2 0 0,-2-1 46 15,0-1-46-15,0-1 0 0,-1-1 116 0,0-1-116 0,-1-1 0 0,0-1 110 16,2-1-110-16,-1-2 0 0,0 4-677 16,2 2 677-16,-1 2 0 0</inkml:trace>
  <inkml:trace contextRef="#ctx0" brushRef="#br0" timeOffset="34957.36">12489 12327 1024 0,'0'0'0'0,"0"0"0"0,0 0 0 0,0 0 0 0,0 0 93 0,0 0-93 0,0 0 0 0,0 0 236 0,0 0-236 0,0 0 0 0,0 0 256 15,0 0-256-15,0 0 0 0,8-4 256 0,4-1-256 0,5-1 0 16,-10 3 256-16,-2 1-256 0,-4 1 0 0,4-2 256 16,1 2-256-16,2-3 0 0,-2 2 205 15,1 0-205-15,2 1 0 0,-1-1-256 0,1 0 256 0,3 0 0 0,-3 0-256 0,2 3 256 0,3 0 0 0,-3-1-256 16,1 2 256-16,3-1 0 0,-3 0-256 15,2 1 256-15,0 1 0 0,0 1 256 0,-1 1-256 0,0 2 0 0,1-3 256 16,-3 2-256-16,2-1 0 0,-1 1 256 16,2 0-256-16,2 1 0 0,-4 0 256 0,0 2-256 0,-2 1 0 0,2-1-256 15,-3 1 256-15,1 2 0 0,1-1-256 0,-3-3 256 0,1 2 0 16,-1-1-256 0,0 2 256-16,-2 1 0 0,0-3 256 0,-1 2-256 0,-1-1 0 0,0 0 256 0,0 1-256 0,-2 1 0 0,0-2 256 15,-1 0-256-15,-1 1 0 0,-1-1 256 0,-2 0-256 16,-3 1 0-16,2-2 254 0,-1 1-254 0,-1-3 0 0,-1 0-256 15,-1 1 256-15,-2-1 0 0,1 0-75 16,-2 1 75-16,0-1 0 0,0-1 133 0,-3-1-133 0,-2 0 0 16,2-1-256-16,0 1 256 0,-2-2 0 0,1 0-256 15,-3-2 256-15,-2 2 0 0,2-2-218 0,-2-2 218 0,1 1 0 0,-1-1-256 0,2-2 256 0,0 0 0 16,0-1-238 0,-1-2 238-16,-1-3 0 0,13 7-646 0,8 2 646 0,5 2 0 0</inkml:trace>
  <inkml:trace contextRef="#ctx0" brushRef="#br0" timeOffset="37709.988">13361 12428 1024 0,'0'0'0'0,"0"0"0"0,0 0 0 0,0 0 0 0,0 0 256 0,0 0-256 16,0 0 0-16,0 0 256 0,0 0-256 0,0 0 0 0,0 0 256 15,0 0-256-15,0 0 0 0,0 0 256 0,0 0-256 0,0 0 0 0,0 0 256 16,0 0-256-16,0 0 0 0,0 0 256 0,0 0-256 0,0 0 0 0,0 0 256 15,0 0-256-15,0 0 0 0,3 7 256 16,2 3-256-16,2 3 0 0,-2-9-220 0,-2-2 220 0,-1-2 0 0,0 0-256 16,3 2 256-16,0 1 0 0,-2 0-215 15,2-2 215-15,1 1 0 0,-2 0 256 0,-1-1-256 0,-1 3 0 0,1-2 256 16,0 1-256-16,0 1 0 0,0 0 256 16,0 0-256-16,1 0 0 0,-1 1 256 0,-2-1-256 0,1 0 0 0,0 2-87 15,0-2 87-15,0-1 0 0,0 2-256 0,0 2 256 0,0 0 0 0,0 0-161 16,-2-1 161-16,1-1 0 0,0 3 127 15,1 1-127-15,1-1 0 0,-1 1 256 0,1-1-256 0,-1-1 0 0,0 0 256 16,0 4-256-16,0-1 0 0,0-1 256 0,-2-1-256 0,1 0 0 16,0 1-102-16,1 0 102 0,1 2 0 0,-2-1-180 15,2-1 180-15,-1 3 0 0,1-1-73 0,-2-3 73 0,-1 2 0 0,3-1 96 16,0 2-96-16,1 1 0 0,-1-4 148 0,-2 4-148 0,1-1 0 0,0-1 192 16,0-1-192-16,0-1 0 0,0 3 162 0,1-1-162 15,1 2 0-15,0-3 5 16,-3-1-5-16,1 0 0 0,0 1-102 0,1-1 102 0,1 3 0 0,-1-3-133 15,0 2 133-15,0-2 0 0,0 1-30 0,-2-1 30 0,1 0 0 0,1-1 25 16,-1 2-25-16,0-2 0 0,0 0 45 16,0-2-45-16,-1 1 0 0,2 0 66 0,-1 0-66 0,0 1 0 0,0-1 88 15,0-1-88-15,0-1 0 0,0 1 49 16,-2 0-49-16,1-2 0 0,0 0-47 0,0-1 47 0,0-1 0 0,1 1-77 16,-1 1 77-16,0-1 0 0,0-1-15 0,-2 0 15 0,1 1 0 0,0-2 101 15,2 0-101-15,-1 0 0 0,0 0 81 16,-2 0-81-16,1 0 0 0,0 0 0 15,0 0 0-15,0 0 0 0,1-2 0 0,1-1 0 0,1 1 0 0,-1-2 0 0,0 1 0 0,0-3 0 0,1 1 0 16,1-2 0-16,1-3 0 0,0 3 0 0,0-2 0 0,2 0 0 0,-2-1 0 16,1-1 0-16,2-3 0 0,-2 2 0 0,1-2 0 15,1-1 0-15,0 1 0 16,-1-2 0-16,0 2 0 0,0 1 0 0,-1-4 0 0,1 3 0 0,0-3 0 16,-2 4 0-16,1-1 0 0,-1 0 0 15,3-2 0-15,-1 1 0 0,0-1 0 0,-2 2 0 16,2 0 0-16,-1 0 0 0,-3-1 0 0,3 0 0 0,-1 0 0 15,-2 2 0-15,1 0 0 0,1 0 0 0,-2 0 0 0,2 1 0 0,-1 0 0 0,-2 0 0 0,1 0 0 0,0 3 0 32,0-1 0-32,0 2 0 0,-1-1 0 0,3 0 0 0,-1 2 0 15,-1-3 0-15,-1 2 0 0,-1 1 0 0,1 0 0 0,0 2 0 0,0 0 0 16,0-1 0-16,-2 0 0 0,1-1 0 0,0 1-209 16,-2 3 209-16,1 0 0 0,0-1-256 0,0 1 256 0,0 0 0 15,0 0-256-15,-2 0 256 0,1 0 0 0,0 2-2350 16,2 1 2350-16,-1 1 0 0</inkml:trace>
  <inkml:trace contextRef="#ctx0" brushRef="#br0" timeOffset="41285.113">14484 12349 1024 0,'0'0'0'16,"-2"3"0"-16,-2 1 0 0,-2 2 0 0,2-3 256 0,2-2-256 0,-1 1 0 0,0 1 256 0,0-2-256 15,-1 1 0-15,1 1 256 0,-1-1-256 16,-1 3 0-16,1-2 256 0,0 1-256 0,0 1 0 0,-1 1 256 0,1 0-256 0,0 1 0 0,-1 0 256 16,-1 2-256-16,-2 1 0 0,1 0 256 15,1 1-256-15,-1 2 0 0,1-1-30 16,1 1 30-16,0 1 0 0,0 0 4 0,-1 1-4 0,-1 3 0 0,1-2 256 15,2 0-256-15,-2 2 0 0,1-1 256 16,2 1-256-16,-1 1 0 0,0-1 256 0,2-1-256 16,-1 1 0-16,0 1 256 0,0 2-256 0,1-1 0 0,1-1 218 0,2 0-218 0,3 0 0 0,-3-1-44 0,1 1 44 15,1-2 0-15,0 1-18 16,1-2 18-16,1 1 0 0,0 0 93 0,1 0-93 0,3 2 0 0,-1-2 32 16,1-2-32-16,2 0 0 0,-1 0 0 15,1-1 0-15,3-1 0 0,-2-1 0 0,1-1 0 0,2 0 0 16,0-1 0-16,0-2 0 0,2-1 0 0,-1 0 0 15,2-1 0-15,1 0 0 0,-1-2 0 0,1 0 0 0,0-2 0 0,-1-1 0 16,0-3 0-16,4-1 0 0,-2 1 0 0,-2-4 0 0,0-1 0 0,0 1 0 16,1-2 0-16,0-1 0 0,-3 0 0 15,0-1 0-15,-1-2 0 0,1 0 0 0,-1-1 0 16,2-2 0-16,-5-1 0 0,0 2 0 0,-2-4 0 0,0 2 0 16,1 0 0-16,-3-3 0 0,0 2 0 0,-1-2 0 0,0 1 0 0,-2 0 0 0,-2 0 0 0,-2-3 0 0,1 2 0 31,-1-1 0-31,-1-1 0 0,-1 2 0 0,-2-2 0 0,-2 2 0 0,-1-1 0 15,1-1 0-15,-3-1 0 0,0 1 0 0,-1 1 0 16,-2 1 0-16,1 0 0 0,-2-1 0 0,0 1 0 0,0 3 0 16,-3 0 0-16,0 1 0 0,0 0 0 0,0 1 0 0,-2 0 0 15,2 1 0-15,-1 3 0 0,1 1 0 0,-2 0 0 16,-1 2 0-16,0 1 0 0,1-1 0 0,1 2 0 0,1 1 0 0,0 0 0 16,0 1 0-16,1 1 0 0,-1 1 0 0,2 1 0 0,1 1 0 15,0-1 0-15,2 3 0 0,0 0 0 0,-1 0 0 16,2-1 0-16,1 2 0 0,-1 1 0 0,2 1 0 0,1 2 0 0,1-1 0 15,1 0 0-15,1 1 0 0,-1-1 0 16,1 4 0-16,3-1 0 0,-1 0 0 0,1 1 0 0,1 0 0 0,1 2 0 16,2 1 0-16,0 1 0 0,1-1 0 0,0 0 0 15,3-1 0-15,1 1 0 0,1 2 0 0,2 1 0 0,1-1 0 16,-1 1 0-16,4 1 0 0,-3-2 0 0,1 2 0 0,3 1 0 0,-3-2 0 16,3 0 0-16,0-1 0 0,-1 0 0 15,-1 2 0-15,0-1 0 0,1 1 0 0,-3-1 0 0,1-1 0 0,-2 1 0 16,0 0 0-16,0-1 0 0,0 0 0 15,-2 2 0-15,2-1 0 0,-2-1 0 0,-1 2 0 0,0 1 0 0,-1-1 0 16,0-2 0-16,-3 1 0 0,3 0 0 0,-3 1 0 0,-1 1 0 0,1-3 0 16,-1 0 0-16,2-1 0 0,-2 0 0 15,0 0 0-15,-2 2 0 0,1 0 0 0,0-2 0 0,0 0 0 0,0 1 0 16,-2-1 0-16,1-1 0 0,0 0 0 16,0 0 0-16,0 2 0 0,0-1 0 0,1 0 0 0,-1 0 0 0,0-2 0 15,-2-1 0-15,1 0 0 0,0 1 0 0,0-2 0 0,0 0 0 0,0 0 0 16,-2 1 0-16,1 0 0 0,0-2 0 15,0-1 0-15,0 0 0 0,0 0 0 0,0-3 0 0,0 1 0 0,0-1 0 16,0-3 0-16,0 0 0 0,0 0 0 0,2 0 0 0,-2-2 0 16,2 0-3071-16,-4-2 3071 0,2 1 0 0</inkml:trace>
  <inkml:trace contextRef="#ctx0" brushRef="#br0" timeOffset="42391.052">15469 12346 1024 0,'0'0'0'0,"0"0"0"0,0 0 0 0,0 0 0 0,0 6 256 0,2 4-256 15,0 2 0-15,-1-5 256 0,-2-4-256 0,1 0 0 0,0 0 256 16,2 0-256-16,-1 0 0 0,0 1 256 0,0-1-256 0,0 3 0 16,0-1 256-16,0-1-256 0,0 3 0 0,1-3 256 0,1 1-256 0,1-2 0 0,-1 3 256 15,0 0-256-15,0 2 0 0,1-1 256 16,-1-2-256-16,0 1 0 0,0 1-256 0,1 0 256 0,1 1 0 16,-1 1-256-16,-1 0 256 0,0 2 0 0,1-2 256 15,-1 0-256-15,3 1 0 0,-2 0 256 0,-2 0-256 0,1 2 0 0,-1-2 256 16,2 2-256-16,1 0 0 0,-2 1 256 0,-1-2-256 0,-1 3 0 0,1-1 256 15,1 0-256-15,1 2 0 0,-1 0-256 16,0-1 256-16,0 2 0 0,0-1-256 0,-1 1 256 0,3 0 0 16,-2-1 256-16,0 0-256 0,0-1 0 0,0 1 256 15,0 0-256-15,0 3 0 0,0-4 255 0,0 1-255 0,1 0 0 0,-1-1 0 16,0 0 0-16,0-1 0 0,0-2 0 0,-2 0 0 0,1-2 0 16,0 1 0-16,0 0 0 0,0-1 0 0,0-3 0 15,0 0 0-15,0-3 0 0,0 1 0 0,-2 2 0 0,2-3 0 16,-1 0 0-16,0-1 0 0,0-1 0 0,0 1 0 0,0-1 0 15,0 0 0-15,0-2 0 0,0-2 0 0,0 0 0 0,1-1 0 16,1 1 0-16,1-2 0 0,-1-1 0 0,0 0 0 0,0-1 0 0,1-2 0 16,0 0 0-16,1-2 0 0,0 1 0 15,1-2 0-15,1-1 0 0,0 0 0 0,-1-1 0 16,0-2 0-16,0 1 0 0,1-1 0 0,4-2 0 0,-3 3 0 16,-1-3 0-16,-2-2 0 0,4 3 0 0,-1-1 0 0,1-1 0 0,0 1 0 15,-1-1 0-15,0-1 0 0,0 1 0 0,0-1 0 0,-1-1 0 16,1 2 0-16,-2 0 0 0,2 0 0 0,-1 1 0 15,0 3 0-15,0-2 0 0,1 0 0 0,-3 1 0 0,1-1 0 0,0 1 0 16,0 2 0-16,0 0 0 0,0 1 0 0,-2 1 0 16,-1 2 0-16,1 0 0 0,-1-1 0 0,0 3 0 0,1 0 0 15,-2 1 0-15,0 1 0 0,3-1 0 16,-4 0 0-16,1 2 0 0,0 1 0 0,0 0 0 0,0 2 0 0,0-2 0 16,-1 2 0-16,0-2 0 0,0 3 0 0,-1 0 0 0,-1 1 0 0,1-1 0 15,0 0 0-15,0-2 0 0,-1 3 0 16,0 2 0-16,-1 1 0 0,0-3 0 15,2 0 0-15,-1 0 0 0,0 0 0 0,2 1 0 0,-1 0 0 0,0 0 0 0,2 0 0 0,-1 1 0 0,0-2-3071 16,-2 0 3071-16,1 0 0 0</inkml:trace>
  <inkml:trace contextRef="#ctx0" brushRef="#br0" timeOffset="43024.877">16360 12447 1024 0,'0'0'0'0,"0"0"0"0,0 0 0 0,0 0 0 0,0 0 256 0,0 0-256 0,0 0 0 0,0 0 256 15,0 0-256-15,0 0 0 0,0 0 256 0,0 0-256 0,0 0 0 0,0 0 256 0,0 0-256 0,0 0 0 0,2 6 256 16,0 2-256-16,4 3 0 0,-2-8 256 16,1-3-256-16,1-3 0 0,-1 3 256 0,5 0-256 0,1 0 0 0,-3 0 256 31,3 0-256-31,-1 0 0 0,-1-1 256 0,2-1-256 0,0-1 0 0,-1 1 256 0,2 2-256 0,0-2 0 0,-1 1 256 16,-1-2-256-16,0 1 0 15,-1 1 255-15,3-1-255 0,-1-1 0 0,-1 1 0 16,0 1 0-16,-2 1 0 0,0-1 0 0,0-2 0 0,-2 0 0 0,1 2 0 15,-2-2 0-15,1 0 0 0,1 3 0 0,-3-2 0 0,1 2 0 0,-1-1 0 16,0-1 0-16,-2 2 0 0,1-1 0 16,-1 0 0-16,-1-1 0 0,1 1 0 15,-2 1 0-15,1 1 0 0,0-2 0 0,1 0 0 0,-1 0 0 0,0 1 0 16,-2 0 0-16,1 0 0 0,0 0 0 0,-3 0 0 0,2 0 0 16,0 0 0-16,2 0 0 0,-1 0 0 0,0 1 0 15,-2 2 0-15,1 0 0 0,0-1 0 0,-1 1 0 0,-1 1 0 0,2 0 0 16,-3 2 0-16,2 3 0 0,-1-1 0 15,2 0 0-15,-1 1 0 0,0 1 0 0,-1 2 0 0,-2 1 0 0,2-1 0 16,2 1 0-16,-1 4 0 0,0-4 0 0,0 2 0 0,0 0 0 16,0 0 0-16,0 3 0 0,0 0 0 0,0-1 0 15,0 1 0-15,0 1 0 0,0-3 0 0,-1 3 0 0,1-1 0 0,0 0 0 16,2-1 0-16,-1 3 0 0,0-3 0 0,0 0 0 0,-1 1 0 16,2 0 0-16,0 1 0 0,0 0 0 0,-1 0 0 15,2-1 0-15,-1 0 0 0,0-1 0 0,0-2 0 0,0 1 0 16,0-1 0-16,2 1 0 0,-1-1 0 0,0-2 0 15,0-1 0-15,0-1 0 0,0-3 0 0,0-1 0 0,0-1 0 0,2-1 0 16,0-2 0-16,1 0 0 0,-3-3-3071 16,-1 0 3071-16,-1 0 0 0</inkml:trace>
  <inkml:trace contextRef="#ctx0" brushRef="#br0" timeOffset="43423.45">17140 12371 1024 0,'0'0'0'0,"0"0"0"0,0 0 0 15,0 0 0-15,0 0 256 0,0 0-256 0,0 0 0 0,-1 7 256 0,-1 6-256 0,-2 4 0 16,3-9 256-16,1-1-256 0,1-2 0 0,-1 1 256 0,0 3-256 16,0 1 0-16,0 1 256 0,0 1-256 0,0 2 0 0,0-1 256 15,0 3-256-15,0 0 0 0,0 0 256 16,-1-1-256-16,1 4 0 0,-1-1 256 0,2 3-256 0,-1 1 0 0,0-2 256 16,0 3-256-16,0 0 0 0,0-1 256 0,0 0-256 0,0 0 0 31,0 0 256-31,2 0-256 0,-2 3 0 0,3-1 255 0,-2-1-255 0,0-1 0 0,0 1-255 0,1-1 255 0,1 0 0 0,-1-2-256 15,-2-1 256-15,1-1 0 0,0-1-256 0,0-2 256 16,0 0 0-16,0-3-256 0,0-2 256 0,0-3 0 0,0-1-129 16,0-1 129-16,0-4 0 15,1 1 256-15,1-3-256 0,2 0 0 0,-4 1-2175 0,-1 0 2175 0,-1 0 0 16</inkml:trace>
  <inkml:trace contextRef="#ctx0" brushRef="#br0" timeOffset="44026.168">16986 12390 1024 0,'0'0'0'15,"0"-3"0"-15,0-1 0 0,0-2 0 0,0 1 256 16,0 1-256-16,0-2 0 0,0 0 256 0,2-1-256 0,-1-1 0 0,1 2 256 0,1-2-256 0,1-3 0 0,-1 3 256 16,3-3-256-16,1-1 0 0,-1 1 256 0,1-1-256 15,1-3 0-15,2 4 256 0,-2-1-256 0,5 2 0 0,-1-2-256 16,0 0 256-16,3 0 0 0,-2 0-256 15,1 4 256-15,3-1 0 0,-3 0-256 0,2 2 256 0,0-1 0 16,0 2 256-16,1 2-256 0,1 1 0 0,-1-1 256 0,-2 3-256 16,0 0 0-16,0 1 256 0,2 2-256 0,1 2 0 0,-1-1 256 0,-1 3-256 0,2 1 0 0,-3-1-256 31,0 3 256-31,-2 1 0 0,1-1-256 0,-2 1 256 0,0 2 0 0,-1 0-256 16,-1 0 256-16,-1 2 0 0,0 0 256 15,-2 0-256-15,0 2 0 0,-1 0 256 0,0 0-256 0,-2 2 0 0,-1-1 256 0,-2 0-256 0,-2 1 0 0,0-2 256 16,0 3-256-16,-1-1 0 0,0 0-6 15,0 0 6-15,-4-1 0 0,1 0-256 0,-2 3 256 0,-2 0 0 0,-1-2-256 16,1-2 256-16,-3 1 0 0,-1-2-226 0,-2 3 226 0,-1 0 0 0,2-4 256 16,-2 0-256-16,-1-2 0 0,0 2 256 15,1-1-256-15,-4-1 0 0,2-1 26 16,2 0-26-16,-2-2 0 0,1 0-248 16,0-2 248-16,2-1 0 0,-1 1-149 0,2-1 149 0,0 0 0 0,1-1 87 15,-1-1-87-15,3 0 0 0,0 0 256 0,1 0-256 16,3 0 0-16,-1-1 256 0,-1-1-256 0,3-1 0 0,0 2 256 15,2 0-256-15,2 1 0 0,-1-1 255 0,1-1-255 0,1 0 0 0,1 0 67 16,1 1-67-16,1 1 0 0,1-1 47 16,1 1-47-16,1 1 0 0,1 0 133 0,1 2-133 0,3 0 0 0,-1-1 61 15,2 2-61-15,0 0 0 0,0 0 208 0,3 1-208 0,2 0 0 0,-1-1 0 16,-1 1 0-16,4-1 0 0,-3 0 0 16,2 3 0-16,1-2 0 0,-3 1 0 0,3-2 0 0,0 0 0 0,-1 1 0 15,-2-1 0-15,0 1 0 0,-1-1 0 16,0 0 0-16,-2 3 0 0,2-2 0 0,-1 0 0 0,0 1 0 0,1-1 0 15,-2-1 0-15,1 1 0 0,-1 0 0 0,-1-2 0 16,0 2 0-16,-1-1-203 0,0-2 203 0,-1-1 0 0,-5-2-2868 16,-4-3 2868-16,-4-3 0 0</inkml:trace>
  <inkml:trace contextRef="#ctx0" brushRef="#br0" timeOffset="45058.146">18019 13841 1024 0,'0'0'0'0,"-5"2"0"0,-2-2 0 0,-4 2 0 0,3-1 0 0,2 0 0 0,-1 0 0 0,-1 0 0 16,-3-1 0-16,2-1 0 0,9 1 0 0,-10-1 0 0,-2 1 0 0,0-2 0 15,-1 1 0-15,-1 1 0 0,-4 1 0 0,3-2 0 0,-1 1 0 0,-2-3 0 0,0 3 0 16,0 0 0-16,-3 0 0 0,0 0 0 16,-1 0 0-16,-1-2 0 0,-1 2 0 0,-2-2 0 0,-2 1 0 0,1-1 0 15,-3 1 0-15,-2 1 0 0,2-2 0 16,-1 0 0-16,-2-1 0 0,2 1 0 15,-2 1 0-15,1 0 0 0,0 1 0 0,-1-3 0 0,-3 0 0 0,1 1 128 0,-4 0-128 0,0 1 0 0,2-2 244 16,-2 0-244-16,-2 0 0 0,1-1-67 16,-3 2 67-1,-2 0 0-15,1-1-167 0,-2 1 167 0,-1-2 0 0,0 2-138 0,0-2 138 16,-4 1 0-16,2-1 0 0,2 2 0 0,-4-2 0 0,3 2 111 16,-3-3-111-16,-1-1 0 0,3 3 256 0,-2 0-256 0,-1 0 0 15,2 0 256-15,0 2-256 0,1 0 0 0,-2-2 256 0,-1 1-256 0,-2 1 0 0,2-2 175 0,-1 2-175 0,0 0 0 0,1 0-63 31,0 0 63-31,0-3 0 0,0 3-82 0,-2 0 82 0,-3 0 0 0,3 0-34 16,-2-1 34-16,0 2 0 0,0-1 84 16,-2 0-84-16,-1 1 0 0,2-2 186 0,-1-1-186 0,0 1 0 0,2 0 256 15,-3-1-256-15,-1 1 0 0,2-1 170 16,1 2-170-16,-1-1 0 0,2 1 18 0,0-1-18 0,2 0 0 16,-2 0-74-16,1 1 74 0,0 0 0 0,0 0-66 15,1 0 66-15,-1 0 0 0,0 0-22 0,1 1 22 0,0 1 0 0,0-2 10 16,-1 0-10-16,0-1 0 0,2 2 30 0,0 0-30 15,0 0 0-15,2 0-20 0,-1 0 20 0,1 0 0 0,1 0-119 16,-3 0 119-16,-1 0 0 0,2 0-63 0,2 0 63 16,-1 0 0-16,2 2-14 0,-1 1 14 0,0-1 0 0,4-1-256 15,-2-1 256-15,2-1 0 0,0 2-256 0,3 2 256 0,1-1 0 0,0 0-256 16,3 1 256-16,0-2 0 0,1 1-74 16,3 1 74-16,1-1 0 0,2 0-44 0,1 0 44 0,2 1 0 0,1-2-74 15,2 1 74-15,3-2 0 0,0 1-87 0,2 0 87 16,2-1 0-16,1 2-73 0,1-1 73 0,4 0 0 0,1-1-44 15,1-1 44-15,3-2 0 0,0 3 3 0,2-1-3 0,1 0 0 16,2 1 27-16,2-3-27 0,2 0 0 0,1 0 37 16,3 0-37-16,1-2 0 0,1 2-4 0,1 0 4 0,5 1 0 0,-1-3-36 15,5 0 36-15,0-2 0 0,-10 6-114 0,-7 1 114 0,-7 1 0 16</inkml:trace>
  <inkml:trace contextRef="#ctx0" brushRef="#br0" timeOffset="45933.128">17719 14183 1024 0,'0'0'0'0,"-4"1"0"16,-4-1 0-16,-3 2 0 0,2-1 0 0,1 1 0 0,0-2 0 0,-1 1 0 15,-3-1 0-15,-2-1 0 0,-1 1 0 0,-1 0 0 16,-3-3 0-16,1 3 0 0,-4 0 0 0,-1 0 0 0,-1 0 0 0,-2-1 0 0,-2-1 0 0,0 2 0 16,-2-1 0-16,-2-1 0 0,1 0 0 0,-3 2 0 0,-3-1 0 0,2-1 141 15,-1 0-141-15,-2-1 0 0,-1 1 206 0,-4 0-206 16,-1 0 0-16,-2 0 204 15,-3-1-204-15,-4-1 0 0,2 1 151 0,0 0-151 0,-3 0 0 16,3 0 41-16,-2 0-41 0,0-1 0 0,1 1-87 16,-2-1 87-16,0 2 0 0,-1-1-135 0,-1 1 135 0,-2 0 0 15,0 0 37-15,-1-1-37 0,-1-1 0 0,2 1 177 16,-2-2-177-16,0-1 0 0,-1 2 250 0,-4 1-250 0,-1-1 0 16,1 1 201-16,0-3-201 0,-3 1 0 0,1 2 142 15,-3 0-142-15,0 1 0 0,2-2 89 0,-1 0-89 0,-1-1 0 0,2 0 60 16,1 2-60-16,-1-1 0 0,1-1 87 15,-2-1-87-15,1 0 0 0,-2 0 152 0,-2 2-152 0,-3 0 0 0,2-2 157 16,-4 1-157-16,-1-1 0 0,2 0 42 16,0 1-42-16,-2 0 0 0,2 0-29 0,-1 0 29 0,1 0 0 0,1 0-16 15,2 0 16-15,2-1 0 0,-3 1 60 0,2-1-60 16,1-2 0-16,-1 2 145 0,1 1-145 0,1 0 0 0,2 0 218 16,1 0-218-16,3 0 0 0,1 0-256 0,2-1 256 0,0 0 0 0,1 1-256 15,0 2 256-15,2-1 0 0,2 1-256 16,2-1 256-16,1-2 0 0,2 1-256 0,1 1 256 0,0-2 0 0,5 1-256 15,0 0 256-15,3 0 0 0,0-1-256 16,3 2 256-16,0-3 0 0,3 1-256 0,1 2 256 0,-1-1 0 0,5-1-207 16,1 1 207-16,1 0 0 0,1 0-34 0,3 1 34 15,0 1 0-15,2-1-5 0,3-1 5 0,-1 0 0 0,4 3 18 0,1 0-18 16,3 1 0-16,7-1-273 0,6 2 273 0,6 2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34:49.42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10311 6954 1024 0,'0'0'0'0,"0"0"0"0,0 0 0 16,0 0 0-16,0 0 256 0,0 0-256 0,0 0 0 0,0 0 124 16,0 0-124-16,0 0 0 0,0 0-6 0,0 0 6 0,0 0 0 0,0 0 116 15,0 0-116-15,0 0 0 0,0 0 164 0,0 0-164 0,0 0 0 0,0 0 235 16,0 0-235-16,0 0 0 0,0 0 155 0,0 0-155 0,0 0 0 15,0 0 34-15,0 0-34 0,0 0 0 0,0 0-126 16,0 0 126-16,0 0 0 0,0 0-219 16,0 0 219-16,0 0 0 0,0 0-158 0,0 0 158 0,0 0 0 0,12 5-3 0,8 3 3 15,6 3 0-15,-18-9 128 0,-6-3-128 0,-6 0 0 0,6 1 200 16,1 0-200-16,1 0 0 0,-1 0 190 16,1 0-190-16,-1 0 0 0,1 0 141 0,1 0-141 0,1 0 0 0,-1 0 15 15,1 0-15-15,2 2 0 0,-1-1-69 0,1 0 69 16,2 1 0-16,-2-2-64 0,0 1 64 0,0 0 0 0,2 1 26 15,0-2-26-15,2 1 0 0,-2 0 101 0,2 0-101 0,0 0 0 0,0-1 89 16,0 0-89-16,3 0 0 0,-3 0 115 16,2 2-115-16,0 0 0 0,0-1 256 15,2-1-256-15,2-1 0 0,-2 2-232 0,1-1 232 0,2 2 0 0,-1-2-47 16,0 0 47-16,2 0 0 0,0 0 27 0,1 0-27 0,2 0 0 0,-1 0 90 31,-1 0-90-31,-2 0 0 0,-19 0 0 0,21 1 58 0,1 2-58 0,1 0 0 0,-1-2-1 16,0-1 1-16,0-1 0 0,0 1-22 0,2 1 22 0,0 1 0 15,0-2-19-15,-3 0 19 0,2 0 0 0,0 0 2 0,0 0-2 0,4 0 0 0,-4 0 29 16,-1 1-29-16,-2 0 0 0,3-1 102 0,1 0-102 0,2 0 0 0,-1 0 119 16,-3 2-119-16,2 0 0 0,-1-1 79 15,2-1-79-15,0-1 0 0,-1 1-9 0,1 0 9 0,1 0 0 0,0 1-55 16,1-1 55-16,2 1 0 16,-3 0-63-16,2-1 63 0,2-1 0 0,-2 1-47 15,0 0 47-15,1 0 0 0,-1 1-20 0,0 0 20 0,1 1 0 0,-1-1 4 16,-1-1-4-16,-1 2 0 0,1-1 3 0,0 0-3 0,1 1 0 0,-1-2-36 0,2 1 36 15,0 0 0-15,-1 0-68 0,2 0 68 0,0 1 0 0,-2-1-44 16,-1 0 44-16,-2 2 0 0,2-1 12 16,1-2-12-16,3-2 0 0,-2 3 22 0,-1 0-22 0,0 0 0 15,0 0 29-15,-1-1-29 0,0-1 0 0,-1 1 32 16,1-1-32-16,1-1 0 0,0 2 4 0,-2 2-4 0,1-1 0 0,0 0-28 16,-1-1 28-16,0-1 0 0,0 1-69 15,-1 0 69-15,-1 0 0 0,0 1-61 0,1 0 61 0,1 2 0 0,-1-3-34 16,2 0 34-16,0 0 0 0,-1 0 256 15,-2 0-256-15,1 2 0 0,0-1-210 16,1 0 210-16,1 1 0 0,-1-2 74 0,0 0-74 0,4 0 0 16,-4 0 55-16,-1 0-55 0,-2 0 0 0,1 0 17 15,-4 0-17-15,0 0 0 0,0 0 31 0,-2 1-31 0,1 1 0 0,-3-2 79 16,-1 0-79-16,-2 0 0 0,2 0 180 0,-2 0-180 0,0 0 0 16,-1 0 256-16,-1 0-256 0,0 0 0 0,-1-1 256 15,-1 0-256-15,-2 0 0 0,3 0 256 0,-3 1-256 0,-1 1 0 0,0-1 253 16,0 0-253-16,-2 0 0 0,1-1 29 0,-1 0-29 15,0-1 0-15,-1 2-59 0,-1 0 59 0,-1 0 0 0,1 0-80 16,1 0 80-16,-1 0 0 0,0 0-55 0,-2 0 55 0,1 0 0 0,0 0-91 16,-2 0 91-16,1 0 0 0,0 0-153 15,-2 0 153-15,1 0 0 0,0 0-256 0,2 0 256 0,-1 0 0 0,0 0-256 16,-2 0 256-16,0 0 0 0,1 0-256 16,0 0 256-16,0 0 0 0,0 0-256 0,-1 0 256 0,-1 0 0 0,1 0-256 15,0 0 256-15,0 0 0 0,0 0-183 0,-1-3 183 0,-2-1 0 16,3 3-1088-16,2 1 1088 0,2 1 0 0</inkml:trace>
  <inkml:trace contextRef="#ctx0" brushRef="#br0" timeOffset="1237.969">5514 6801 1024 0,'0'0'0'0,"0"0"0"0,0 0 0 0,0 0 0 0,0 0 256 0,0 0-256 16,0 0 0-16,0 0 217 0,0 0-217 0,0 0 0 0,0 0 45 0,0 0-45 0,0 0 0 15,0 0-31-15,0 0 31 0,0 0 0 0,0 0-36 0,0 0 36 0,0 0 0 0,0 0-40 16,0 0 40-16,0 0 0 16,0 0-17-16,0 0 17 0,0 0 0 0,0 0 13 0,0 0-13 0,0 0 0 0,0 0 33 15,0 0-33-15,0 0 0 0,0 0 36 16,0 0-36-16,0 0 0 0,3-7 2 0,2-2-2 0,3-4 0 0,-2 13 76 15,1 3-76-15,1 4 0 0,0-3 92 16,0 1-92-16,1 1 0 0,-1 0 92 0,2 0-92 0,1-2 0 0,-2 0 21 16,2 1-21-16,0-2 0 0,1 1-7 15,1 1 7-15,3-1 0 0,-1 1-27 0,-3-1 27 0,2 0 0 0,1-1-9 16,1 2 9-16,2-3 0 0,-2 0-18 16,1 1 18-16,0-2 0 0,1 0 6 0,0 0-6 0,1 0 0 0,-2 0 20 15,2-1-20-15,1-1 0 0,-3 0 21 16,3-1-21-16,-1-2 0 0,0 2 32 0,-1 0-32 0,-2-3 0 0,1 1 21 15,1 1-21-15,2 0 0 0,-2 1 256 0,-2-2-256 0,0 1 0 0,0 2-166 16,-1-4 166-16,0 1 0 16,1 1 15-16,-3-2-15 0,2 1 0 0,0 0-36 0,-2 0 36 0,1 0 0 0,-1 0-67 15,0 1 67-15,-2 0 0 0,-1 0-74 0,0 3 74 16,-2 0 0-16,-1-2-13 16,-1 2 13-16,1-1 0 0,-2 0 49 0,-1 1-49 0,-1-2 0 0,0-1 88 15,-1 0-88-15,-2-1 0 0,2 4-850 0,-2 0 850 0,-2 0 0 0</inkml:trace>
  <inkml:trace contextRef="#ctx0" brushRef="#br0" timeOffset="23416.042">9719 9259 1024 0,'0'0'0'0,"0"0"0"0,0 0 0 0,0 0 0 0,0 0 256 16,0 0-256-16,0 0 0 0,0 0 256 0,0 0-256 0,0 0 0 0,0 0 163 15,0 0-163-15,0 0 0 0,0 0-8 0,0 0 8 0,0 0 0 16,0 0-10-16,0 0 10 0,0 0 0 0,0 0-17 0,0 0 17 16,0 0 0-16,0 0-9 0,0 0 9 0,0 0 0 0,11-1-1 15,7 0 1-15,3 0 0 0,-13 1-14 16,-6 0 14-16,-6 0 0 0,7 0-4 0,-3 0 4 0,1 0 0 0,0 0 13 16,0 0-13-16,0 0 0 0,0 0 123 0,-2-2-123 0,1 1 0 0,0-1 125 15,2 1-125-15,-1-3 0 0,0 3 175 0,-2 0-175 16,1 0 0-16,0 1 107 0,0-3-107 0,0 0 0 0,0 1 71 15,0-1-71-15,0-1 0 0,0 1-38 0,0 2 38 0,0-2 0 0,0 1-119 16,-2 1 119-16,1-2 0 0,0 1-128 16,-1-1 128-16,-2-1 0 0,2 1-45 0,0 1 45 0,0 0 0 0,-1 0 87 15,-2 1-87-15,-3 1 0 0,2-2 125 16,-1 2-125-16,-2-1 0 0,1 1 124 0,-1 0-124 0,-2 0 0 0,0 1 67 16,-1 1-67-16,-2 1 0 0,3-1 26 0,-3 1-26 0,1 1 0 0,0 1-31 15,1 0 31-15,-1 1 0 0,13-6 0 0,0 0 0 0,0 0 0 0,0 0 0 0,0 0 0 0,-13 6-5 16,13-6 5-16,0 0 0 0,0 0 0 0,0 0 0 0,-13 7 0 0,13-7 0 0,0 0 0 0,0 0 0 0,-15 6 0 0,15-6 0 0,0 0 0 0,-13 8 81 0,13-8-81 0,-14 10 0 0,1 1 0 0,0-2 169 15,-1 0-169-15,0 1 0 0,1 0 178 0,2-1-178 0,0 1 0 0,2-1 116 16,1 3-116-16,0 1 0 16,1-2 83-16,4 0-83 0,0-2 0 0,-1 1 48 0,2 1-48 0,-1 0 0 0,2 1 51 15,2-1-51-15,2 2 0 0,-2-3 54 16,1 0-54-16,1 1 0 0,3-1 79 0,3 0-79 0,1 2 0 0,-1-3-11 16,2 0 11-16,1-2 0 0,0 0-180 15,2-2 180-15,0 1 0 0,1 0-256 0,0-2 256 0,1-1 0 0,0-1-256 16,1 0 256-16,2-2 0 0,-3-2-256 0,2 1 256 0,0-3 0 0,-1 0-74 15,1-1 74-15,2-2 0 0,-1-1 89 16,-2-2-89-16,-1-1 0 0,-9 8-1204 0,-7 4 1204 16,-7 1 0-16</inkml:trace>
  <inkml:trace contextRef="#ctx0" brushRef="#br0" timeOffset="23960.921">10015 9281 1024 0,'0'0'0'0,"0"0"0"0,0 0 0 0,0 0 0 0,0 0 256 0,0 0-256 15,0 0 0-15,5-3 256 0,2-3-256 0,1-1 0 0,-3 2 256 16,0 0-256-16,-2 0 0 0,2-1 256 0,0 0-256 0,1-1 0 0,-1 1 256 0,0 0-256 0,0-1 0 0,1 1 256 16,-3-1-256-16,1 1 0 0,0 0 28 15,-2 1-28-15,1-1 0 0,-1 2-250 0,2-1 250 0,0-1 0 0,0 2 232 16,-2 1-232-16,-1 0 0 0,1 2 256 0,-2 0-256 16,1 1 0-16,0 0 256 0,-2 0-256 15,1 0 0-15,0 1 256 0,0 0-256 0,0 3 0 0,0-2 30 16,0 1-30-16,0 1 0 0,0 1-119 0,-2 2 119 0,1 4 0 0,0-4 71 15,0 2-71-15,0 0 0 0,0 0 256 16,2 0-256-16,-1 1 0 0,0 0 256 0,0 2-256 0,0 1 0 0,0-1 256 16,-3 2-256-16,2 0 0 0,1-1 7 0,1 2-7 0,2-1 0 0,-2 0-7 15,-2 0 7-15,1 2 0 0,0-2-256 16,2 0 256-16,-1 0 0 0,0-1-256 0,-2 0 256 0,1 0 0 0,0-1-256 16,0 0 256-16,0-3 0 0,0 1-256 15,0-1 256-15,0 0 0 0,0-1-256 0,0-1 256 0,0 0 0 0,0 0-146 0,0-3 146 0,0 1 0 16,-1-2-58-16,-1 0 58 0,-2-3 0 0,3 1-104 15,-2 1 104-15,-1-2 0 0,0 1-37 0,0-1 37 0,-3-1 0 0,2 1-64 32,-1 0 64-32,1 0 0 0,0 0-105 0,-1 0 105 0,-1 0 0 0,0 2 93 15,0 0-93-15,-1 1 0 0,1-1 256 16,-1 0-256-16,1 0 0 0,0 0 256 0,2 0-256 0,-1 1 0 0,0-1 256 0,2-1-256 0,1 2 0 0,-1-1 256 16,1-2-256-16,0 1 0 0,3-1 256 0,1 2-256 0,2-1 0 0,-1-1 256 15,0 2-256-15,3-1 0 0,0 0 61 16,3-1-61-16,1 2 0 0,0-1-256 15,1 0 256-15,2 0 0 0,-2 0-256 16,2-1 256-16,0-1 0 0,-1 1-256 0,2 0 256 0,0 0 0 0,1 0-256 16,1 0 256-16,2 0 0 0,-3 0-52 0,0 0 52 0,-2 0 0 0,2-1 77 15,-3-1-77-15,1-1 0 0,-1 2-221 0,-2-3 221 16,0 0 0-16,-5 3-1740 0,-4 1 1740 16,-4 1 0-16</inkml:trace>
  <inkml:trace contextRef="#ctx0" brushRef="#br0" timeOffset="24688.443">12158 9079 1024 0,'0'0'0'0,"0"0"0"0,0 0 0 0,0 0 0 0,0 0 256 15,0 0-256-15,0 0 0 0,0 0 256 0,0 0-256 0,0 0 0 0,0 0 256 0,0 0-256 0,0 0 0 0,4 6 256 16,2 2-256-16,3 3 0 0,-6-3 256 16,-2-1-256-16,-2 0 0 0,2 2 0 0,1 1 0 0,1 2 0 0,-1 0 203 15,0 1-203-15,0 4 0 0,0-3 256 0,0 2-256 0,0 1 0 0,0 0 256 32,-2 1-256-32,1 1 0 0,0-1 256 0,-2 2-256 0,1 2 0 15,0-3 256-15,-1 1-256 0,1 0 0 0,-1 0-72 0,-1 0 72 16,-1 0 0-16,1 0-256 0,2-1 256 0,-1 0 0 0,0-2-256 0,-1 0 256 0,-1-1 0 0,2-2-256 31,1-2 256-31,1 0 0 0,0-2-256 0,1-2 256 0,1-1 0 0,-2-3 60 16,-1-1-60-16,2 0 0 0,-1-2-1471 15,-2-1 1471-15,1-1 0 0</inkml:trace>
  <inkml:trace contextRef="#ctx0" brushRef="#br0" timeOffset="25003.956">12125 9149 1024 0,'0'0'0'0,"0"0"256"0,0 0-256 0,0 0 0 0,2-6 256 0,2-1-256 0,2-3 0 0,-3 3 256 16,2 3-256-16,1-1 0 0,0-1 256 16,1 1-256-16,2-3 0 0,0 3 256 0,-1 0-256 0,3 0 0 0,1 0 256 15,-1 2-256-15,4-2 0 0,-1 3-256 0,0 1 256 0,4 1 0 0,-4 0-256 16,3 1 256-16,0 1 0 0,-2 2-220 15,0 0 220-15,-1 1 0 0,-1 1 256 0,0 0-256 0,-2 3 0 0,0-2 256 16,-3 1-256-16,2-1 0 0,-2 0 256 0,-1 1-256 0,-3 1 0 0,0-2 256 16,-2 0-256-16,-2 0 0 0,0 1 256 15,-2-1-256-15,-2 0 0 0,-1-1 196 0,-3-1-196 0,1-1 0 0,-2 2-97 16,1-2 97-16,-3-1 0 0,2 1 99 0,-1 0-99 16,-2 0 0-16,1 1-39 0,-3-3 39 0,-2 2 0 0,3-3-256 15,2 1 256-15,0-2 0 0,-1 0-256 0,2-2 256 0,1 1 0 0,5 0-1731 16,4 1 1731-16,4 1 0 15</inkml:trace>
  <inkml:trace contextRef="#ctx0" brushRef="#br0" timeOffset="25513.537">12772 9207 1024 0,'0'0'0'0,"0"0"0"0,0 0 0 0,0 0 0 0,4 5 256 0,2 0-256 0,2 2 0 0,-3-2 256 15,-2-2-256-15,-1 2 0 0,1 0 256 0,0 2-256 16,0 0 0-16,0-1 256 0,1 1-256 0,2 0 0 0,-1 4 256 16,0-1-256-16,1 2 0 0,-1-1-15 0,-2 1 15 0,1 3 0 0,1-2 222 15,-1 1-222-15,0 0 0 0,0-1 256 0,0 1-256 0,0 0 0 0,-1 0 256 16,-1-2-256-16,-1 1 0 0,1-2 256 15,-1 0-256-15,3 0 0 0,-2-1 256 16,-2-2-256-16,1-1 0 0,0 2 256 0,0-1-256 0,0-2 0 0,0 1-256 0,-2-3 256 16,1 1 0-16,0-1-158 0,0-1 158 0,0 0 0 0,0-2 256 15,0 2-256-15,0-1 0 0,0-2 256 16,2-1-256-16,-1-1 0 0,0 0 206 0,1 0-206 0,1-1 0 0,-1-1 0 16,1-3 0-16,1-2 0 0,-1 2 0 15,2-2 0-15,0-2 0 0,-1 0 0 0,1-1 0 0,2 0 0 16,0-1 0-16,-3-1 0 0,1-4 0 0,0 3 0 0,1-2 0 0,1-1 0 0,0 0 0 15,-1 3 0 1,0-2 0-16,0 1 0 0,-2 0 0 0,2 0 0 0,-1 1 0 0,0 1 0 0,0-2 0 0,-1 3 0 16,2 0 0-16,1 0 0 0,-2 0 0 15,-1 0 0-15,0 1 0 0,0 0 0 0,-1 1 0 0,-1 3 0 16,1-3 0-16,-1 3 0 0,3 1 0 0,-3-1 0 0,-1 2 0 0,-1 0 0 0,1 1 0 16,0 0 0-16,0 0 0 0,1-1 0 0,1 2 0 15,1 1 0-15,-1 0 0 16,0 1 0-16,0 1 0 0,1-1 0 0,-1-2 0 0,0 1 0 0,-2 2-3071 15,-1 1 3071-15,-1 1 0 0</inkml:trace>
  <inkml:trace contextRef="#ctx0" brushRef="#br0" timeOffset="26044.198">13484 9186 1024 0,'0'0'0'0,"0"0"0"0,0 0 0 0,0 0 0 0,0 0 256 0,0 0-256 0,0 0 0 16,0 0 256-16,0 0-256 0,0 0 0 0,0 0 256 16,0 0-256-16,0 0 0 0,0 0 256 0,0 0-256 0,0 0 0 0,8 4 256 0,4 2-256 15,3 3 0-15,-6-7 256 16,-2-2-256-16,-1-2 0 0,3 3-181 0,0-1 181 0,4 1 0 0,-3 0-131 0,0 1 131 0,1 0 0 0,0-1 256 15,2-1-256 1,1 1 0-16,-2 0 256 0,0-1-256 0,-2-1 0 0,2 1 256 16,-3 0-256-16,1 0 0 0,1-1 256 0,-2 1-256 0,0-1 0 0,0 0 195 15,0 0-195-15,-1-2 0 0,-1 3-256 0,-1 0 256 16,0 0 0-16,-1 0-256 0,-2 0 256 0,1-2 0 0,0 1 243 16,-2 1-243-16,1 1 0 0,0-1 256 0,-2 0-256 15,1 0 0-15,-1 0 256 0,-1 0-256 0,-1 0 0 0,1 1 256 16,0-1-256-16,0 1 0 0,0 1 129 0,-2 1-129 0,1-1 0 0,0 1 0 15,-1-1 0-15,-1 3 0 0,1-3 0 0,0 3 0 16,0 1 0-16,0-2 0 0,-1 2 0 0,-1 2 0 0,1-1 0 16,-1 2 0-16,1 1 0 0,0-2 0 0,2 0 0 0,-1 1 0 15,0-1 0-15,-1 2 0 0,-2 0 0 0,3 0 0 16,1 0 0-16,1 1 0 0,-1 0 0 0,2 1 0 0,-1 0 0 0,0 0 0 16,-2-2 0-16,1 0 0 0,0 1 0 0,2 0 0 0,-1 3 0 15,0-4 0-15,2 0 0 0,-1 1 0 0,0-3 0 16,1 2 0-16,1-3 0 0,-1 1 0 0,0-1 0 0,0 0 0 0,0-2 0 15,1 0 0-15,1-3 0 0,0 0-193 16,0-2 193-16,1-2 0 0,-3 2-2878 16,-2 0 2878-16,-2 0 0 0</inkml:trace>
  <inkml:trace contextRef="#ctx0" brushRef="#br0" timeOffset="26823.665">14194 9167 1024 0,'0'0'0'0,"0"0"0"0,0 0 0 0,0 0 0 0,0 0 256 15,0 0-256-15,0 0 0 0,0 0 256 0,0 0-256 0,0 0 0 0,0 0 256 0,0 0-256 16,0 0 0-16,-4 8 256 0,-2 5-256 0,-1 4 0 0,4-9 256 15,0-2-256-15,2-1 0 0,-3 1 256 0,-1 2-256 0,-1 0 0 16,1 0 256-16,-1 1-256 0,1 2 0 0,1 0 256 16,1 3-256-16,1-1 0 15,-1 0 256-15,0 0-256 0,0 2 0 0,1 0 256 0,1-1-256 0,1 1 0 0,-2 0 256 16,4-1-256-16,-2 2 0 0,2-2 255 16,1 1-255-16,1 0 0 0,0-1 0 0,1-1 0 15,1 0 0-15,0 1-89 0,0-1 89 0,1-1 0 0,0-1-256 0,1 1 256 0,3-1 0 0,-2 0-61 16,0 0 61-16,4-1 0 0,-2-2 199 15,2 0-199-15,1-2 0 0,-2 0 141 0,2-2-141 0,0 1 0 0,0-1 58 16,-1-1-58-16,1 0 0 0,-1-2 8 16,1-1-8-16,-1-1 0 0,0-1 0 0,0 1 0 0,0-2 0 0,0-1 0 15,-2-2 0-15,-1 0 0 0,1-1 0 0,-2-1 0 0,-1-2 0 0,2 1 0 16,-3-1 0 0,1 1 0-16,-2-2 0 0,-1-2 0 0,0-1 0 0,0 0 0 0,-1 1 0 0,0-1 0 0,-1 0 0 15,-2 0 0-15,-2 0 0 0,0 0 0 0,-1-3 0 0,-1 1 0 0,0 0 0 31,-1-2 0-31,-2 2 0 0,0-1 0 0,-3 2 0 0,-1 0 0 0,-1-1 0 0,0 1 0 0,-1 1 0 0,0 0 0 16,0 0 0-16,-2 0 0 16,1 2 0-16,-3 1 0 0,-2 1 0 0,2-1 0 0,2 1 0 0,0 1 0 0,1 2 0 15,-3 0 0 1,1 0 0-16,0 2 0 0,2 0 0 0,1 2 0 0,-1 0 0 0,2 1 0 0,1 2 0 0,-2 0 0 16,3 0 0-16,-1 2 0 0,0 1 0 15,1-1 0-15,1 2 0 0,1 0 0 16,3 2 0-16,2 0 0 0,-1 1 0 0,1 2 0 0,0 0 0 0,2 1 0 15,3 0 0-15,1 2 0 0,0-1 0 16,1 2 0-16,2 1 0 0,-1 0 0 0,2 0 0 0,4 2 0 0,-2-1 0 0,1 1 0 0,3 1 0 0,-1-2-167 16,2 0 167-16,0-1 0 15,0 0 7-15,-3 1-7 0,1 0 0 0,1-2 160 16,-3-1-160-16,2 0 0 0,-2 1 0 0,-1-1 0 0,0 1 0 16,-1-1 0-16,2-1 0 0,0-2 0 0,-2 2 0 15,-3 1 0-15,-1 0 0 0,0-1 0 0,0 0 0 0,-2-1 0 0,0 0 0 16,-1 1 0-16,-1-1 0 0,1 1 0 0,0-2 0 0,0 2 0 15,-1 1 0-15,-1-1 0 0,-1 1 0 0,1-1 0 16,0 0 0-16,0-1 0 0,0 0 0 0,-2 1 0 0,1-1 0 0,0 1 0 16,-1 0 0-16,-1 2 0 0,1-4 0 15,0-1 0-15,0-2 0 0,1-4-3071 16,1-2 3071-16,1-2 0 0</inkml:trace>
  <inkml:trace contextRef="#ctx0" brushRef="#br0" timeOffset="30201.131">9761 10285 1024 0,'0'0'0'0,"0"0"0"0,0 0 0 0,0 0 0 0,0 0 256 0,0 0-256 0,0 0 0 0,0 0 256 0,0 0-256 0,0 0 0 0,-6 2 256 15,-4 4-256 1,-5-2 0-16,7-1 256 0,2 0-256 0,1-2 0 0,-3 2 256 16,0-1-256-16,-3 2 0 0,0 2-256 0,-2 0 256 0,-3 1 0 0,4 2-256 15,-2 0 256-15,0 3 0 0,0-3-115 0,-2 1 115 0,-1 2 0 0,2-1 256 16,0 2-256-16,0 1 0 0,3-2 256 16,-1 2-256-16,2 0 0 0,0-1 256 15,2 2-256-15,1-2 0 0,2 1 256 0,2 0-256 0,0-1 0 0,0 1 144 16,4-2-144-16,0 1 0 0,3-2 141 0,2-1-141 15,1 1 0-15,-1-3 210 0,2-2-210 0,4 1 0 0,-1-1 189 16,2 2-189-16,3 1 0 0,-2-5-49 0,2-1 49 0,0-2 0 16,2 2-256-16,-1 0 256 0,4-2 0 0,-3-2-256 15,0 0 256-15,-1-4 0 0,1 1-256 0,2 0 256 0,-1-3 0 0,-12 5-1544 16,-6 2 1544-16,-6 2 0 0</inkml:trace>
  <inkml:trace contextRef="#ctx0" brushRef="#br0" timeOffset="30576.243">10172 10294 1024 0,'0'0'0'0,"0"0"0"0,0 0 0 0,0 0 0 0,5 0 256 0,3 0-256 0,1 0 0 0,-3 0 256 15,0 0-256-15,-2 0 0 0,1 0 256 0,0 0-256 0,0 0 0 16,0 1 256-16,2 0-256 0,1 0 0 0,-3 2 256 0,-1 0-256 0,-1 1 0 15,1-1 256-15,-2 1-256 0,1 2 0 0,-1 0-174 16,-2 0 174-16,-2 5 0 0,1-4-145 0,-1 0 145 0,-1 4 0 0,0-3 256 16,-2 1-256-16,-3 2 0 0,2-3 256 0,-1 0-256 15,-2 1 0-15,2-1 256 0,-1 1-256 0,-2 2 0 0,2-3 256 16,-1 1-256-16,-2-1 0 0,3 0 256 0,1 0-256 16,1 2 0-16,-1-3 256 0,-1-1-256 0,0 0 0 0,2 0 45 15,2 0-45-15,1 0 0 0,0 0-66 0,0-2 66 0,2-1 0 0,3 2 256 16,1-2-256-16,3 1 0 0,0 0 83 15,2-1-83-15,3 0 0 0,0 0 0 0,0-2 0 0,0 1 0 0,5 0 0 16,0-1 0-16,3 0 0 0,-2-1 0 16,0 1 0-16,2 1 0 0,-3 0 0 0,3-2 0 0,0 1 0 0,-2-1-83 15,0 0 83-15,-1 0 0 0,0-1-256 0,-2-2 256 0,1 1 0 0,-10 1-2732 16,-5 1 2732-16,-5 1 0 0</inkml:trace>
  <inkml:trace contextRef="#ctx0" brushRef="#br0" timeOffset="31419.123">12325 10054 1024 0,'0'0'0'0,"0"0"0"0,0 0 0 0,0 0 0 0,0 0 256 0,0 0-256 0,0 0 0 16,0 0 256-16,0 0-256 15,0 0 0-15,-5 3 256 0,-2 3-256 0,-3 1 0 0,1-1 256 16,3 0-256-16,-1 4 0 0,-1-1 75 0,-2 3-75 0,0 1 0 0,0 1-256 16,-2-1 256-16,0 2 0 0,2-1-20 0,-3 0 20 0,1 2 0 0,0 0 256 0,2 0-256 15,1 2 0-15,-2-1 256 0,2 0-256 0,0 0 0 0,-1-1 256 31,4 1-256-31,0-2 0 0,1 0 256 0,1 2-256 0,1-3 0 16,1 3 256-16,1-3-256 0,0-1 0 0,1 2 41 16,2-2-41-16,2 1 0 0,-1-1-256 0,2-1 256 15,3-2 0-15,-2-1 173 0,5 0-173 0,0-2 0 0,1-1 256 0,2 0-256 16,2-2 0-16,-2-1 256 0,5-1-256 0,0-1 0 16,-1-2 24-16,2-2-24 0,2-2 0 0,-2 0-256 0,1-1 256 15,-1-2 0-15,1-1-256 0,1-1 256 0,0-3 0 0,-2 1-88 16,-1-3 88-16,-2 1 0 0,0-1 216 0,-2-1-216 15,1-1 0-15,-4 2 256 0,-2-2-256 0,-1-1 0 0,-1-1 256 0,-2 1-256 16,-2-2 0-16,0 2 256 0,-2-1-256 0,-2-1 0 0,-1 1 14 16,-2 0-14-16,-2-2 0 0,-1 1-256 0,-1 2 256 0,-5 2 0 0,2-1-256 15,-2 1 256-15,-3 1 0 0,1 1-256 16,-3 1 256-16,-1-1 0 0,0 3-182 0,-1 2 182 0,-1 1 0 0,1 1 256 16,2 0-256-16,-1 2 0 0,1 1 256 0,2 1-256 15,-1 0 0-15,2 3-31 0,0 1 31 0,2 2 0 0,1-1-256 16,0 1 256-16,2 2 0 0,1 0-256 0,2 1 256 0,1 2 0 15,2 0-214-15,2 1 214 0,2 2 0 0,0-1 184 16,3 0-184-16,1 2 0 0,0-2 256 0,2 2-256 0,2 0 0 0,0 0 256 16,0 0-256-16,1 2 0 0,2 0 256 0,-1 3-256 15,3-1 0-15,-1 0 256 0,0 2-256 0,2-2 0 0,-4 1 63 16,5 2-63-16,-1 2 0 0,-1-1 0 0,-3 0 0 0,1 0 0 0,1-1 0 16,-1 2 0-16,1 0 0 0,-2-2 0 15,-1 2 0-15,0 2 0 0,-2-1 0 0,-1-1 0 0,-1-1 0 0,1 0 0 16,-2 2 0-16,-1-1 0 0,1 0 0 15,-2-2 0-15,1 2 0 0,0-3 0 0,0-1 0 0,1 1 0 0,-1-3 0 16,0-2 0-16,0 0 0 0,0-4-92 0,1 0 92 0,3-2 0 0,-6-4-2979 16,-2-3 2979-16,-2-3 0 0</inkml:trace>
  <inkml:trace contextRef="#ctx0" brushRef="#br0" timeOffset="31849.932">12871 10212 1024 0,'0'0'0'0,"0"0"0"0,0 0 0 0,0 0 0 0,0 0 256 0,0 0-256 0,0 0 0 0,0 0 256 16,0 0-256-16,0 0 0 0,0 6 256 0,2 2-256 0,-1 3 0 15,0-4 256-15,1 2-256 0,1 0 0 16,-1 1 256-16,0 0-256 0,1 2 0 0,-1 0-256 0,0 1 256 0,0 3 0 0,1-2-256 15,1 0 256-15,1 2 0 0,-1-1 256 16,-3-1-256-16,3 2 0 0,0-3 256 0,0-1-256 0,1 1 0 0,-1-1 256 0,-2-1-256 16,1 0 0-16,0 0 256 0,-2-2-256 15,1 0 0-15,0-2 256 0,1-1-256 0,-1-1 0 0,0 1 256 16,-2-1-256-16,1 0 0 0,0-2 256 0,0-1-256 16,0-1 0-16,0 1 256 0,0-3-256 0,0 0 0 0,2 0 255 15,0-1-255-15,1-1 0 0,-1-3 0 0,1-1 0 0,2-2 0 16,-1 0 0-16,1-1 0 0,1-2 0 0,-1-1 0 0,1 0 0 0,-1-3 0 0,0 2 0 15,1 0 0-15,2-2 0 0,-2 1 0 16,-1 0 0-16,0-1 0 0,0-1 0 16,-2 2 0-16,3-2 0 0,-2 1 0 0,-1 1 0 0,-1-1 0 0,0 0 0 15,-1 1 0-15,-1-1 0 0,0 1 0 0,-1 0 0 0,-1 1 0 0,1-1 0 16,0 1 0-16,0 2 0 0,1-2 0 16,1 3 0-16,2 1 0 0,-3 6-3071 15,-1 4 3071-15,-1 4 0 0</inkml:trace>
  <inkml:trace contextRef="#ctx0" brushRef="#br0" timeOffset="32148.831">13668 10076 1024 0,'0'0'0'0,"0"0"0"0,0 0 0 0,0 0 0 0,2 4 256 0,1 3-256 15,1 1 0-15,-1-3 256 0,0-1-256 0,1-1 0 0,-1 3 256 16,1 2-256 0,1 0 0-16,-1 1 256 0,-1 2-256 0,2 2 0 0,-2-3 256 0,0 3-256 15,-2 1 0-15,0 0 256 0,2 2-256 0,0 1 0 0,0 0 256 16,-2 1-256-16,1 1 0 0,-1-1 256 0,-1 0-256 0,2 0 0 16,-1-1 256-16,0 1-256 0,0 0 0 0,-1 1 256 15,-1-2-256-15,-1 2 0 0,0-3 256 0,2-1-256 0,-1 0 0 0,-2-1 255 16,0-1-255-16,-1-1 0 0,1-2-255 15,0-2 255-15,2-2 0 0,-1-1-256 0,-1-2 256 0,-1-1 0 0,1-2-256 16,2-3 256-16,-1 0 0 0,1 2-2304 0,1 1 2304 16,1 1 0-16</inkml:trace>
  <inkml:trace contextRef="#ctx0" brushRef="#br0" timeOffset="32577.453">13621 10165 1024 0,'0'0'0'0,"0"0"0"0,0 0 0 0,0 0 0 0,0-4 256 0,2-3-256 0,0-1 0 0,0 1 256 15,0 0-256-15,3 1 0 0,-2 0 256 0,0-1-256 0,0-2 0 0,2 2 256 16,0-2-256-16,4 0 0 0,-1 1 256 0,2 0-256 0,3-1 0 0,-3 4 256 16,1-1-256-16,3 1 0 0,-2 1-222 15,2 1 222-15,1 1 0 0,-1 1 256 0,0 1-256 0,2 1 0 16,-2 1 256-16,-2 1-256 0,2 1 0 0,-3 1 256 0,0 3-256 16,-1 1 0-16,0-1 256 0,0 2-256 0,-2 0 0 0,-1 1 256 15,-1-2-256-15,-1 3 0 0,0-1-153 0,-3 2 153 0,-2 0 0 16,0 1-256-16,-2-1 256 0,-3 2 0 0,1-1-101 15,0 1 101-15,-3 0 0 0,1-1 256 0,-2-2-256 0,-4 0 0 0,3 0 256 16,0-2-256-16,-4 0 0 0,3-2 256 16,-2-1-256-16,0-1 0 0,1 1 219 0,1 1-219 0,0 0 0 0,0-2 0 15,0-1 0-15,1 1 0 0,1-2-190 16,1 0 190-16,0-1 0 0,2 2-243 0,2 0 243 0,2 1 0 0,-1-1 256 0,1-1-256 16,1-1 0-16,3 4 177 0,2 1-177 0,2 1 0 0,1-2 0 15,1 0 0-15,2 4 0 0,2-1 0 0,1 0 0 16,4 4 0-16,-2-3 0 0,3 2 0 0,2 1 0 0,-3-1 0 15,1-1 0-15,-1 0 0 0,1 0 0 0,-1 0 0 0,0 0 0 16,-4-1 0-16,-1-3 0 0,-3 1 0 0,1-1-177 16,-3-1 177-16,-2 0 0 0,0-2-256 15,0 0 256-15,-2-3 0 0,-1 1-61 0,-2-1 61 0,-2 0 0 0,-1-4-256 0,-2-1 256 0,-3-1 0 16,5 2-2321-16,2 2 2321 0,2 2 0 0</inkml:trace>
  <inkml:trace contextRef="#ctx0" brushRef="#br0" timeOffset="33929.381">13294 8706 1024 0,'0'0'0'0,"0"0"0"0,0 0 0 0,0 0 0 0,0 0 0 0,0 0 0 15,0 0 0-15,0 0 0 0,0 0 0 0,0 0 0 0,0 0 0 0,0 0 0 16,0 0 0-16,0 0 73 0,0 0-73 0,0 0 0 0,0 0 177 15,0 0-177-15,0 0 0 0,-8-3 206 16,-4-3-206-16,-3 0 0 0,7 2 64 0,4 0-64 0,3 2 0 0,-3 0-64 16,0-1 64-16,0 2 0 0,-1-2-211 0,1 0 211 0,-4-1 0 0,3 2-178 15,-1 1 178-15,-1 1 0 0,-1 0-43 0,0-2 43 16,-1 0 0-16,1 1 108 0,-2 1-108 0,0 1 0 0,0-1 159 16,-2 0-159-16,0 0 0 0,2 1 82 0,-3 0-82 0,1 1 0 15,0-1 5-15,-1 4-5 0,-1-1 0 0,1-1-88 16,2 1 88-16,-2 1 0 0,0 0-78 0,-2 2 78 15,0 0 0-15,1 0-92 0,-1 0 92 0,-1 1 0 0,1-1 8 16,1 2-8-16,0 0 0 0,0 0 75 0,-2 0-75 0,0 2 0 0,1-2 78 16,1 0-78-16,0 1 0 0,0 1 7 0,0 0-7 0,2 3 0 15,-1-3-34-15,2 2 34 0,1 0 0 0,-2 0-50 16,2-1 50-16,0 1 0 0,0 0-24 0,2 2 24 0,1 1 0 0,-1-2-42 16,1 1 42-16,0 0 0 0,0-1 18 15,0 0-18-15,-1-1 0 0,3 2 79 0,1-1-79 0,-1 1 0 0,2-1 14 16,-1 1-14-16,-1 1 0 0,0-1-12 0,2 0 12 0,1-2 0 15,-2 2-45-15,2 1 45 0,-1 0 0 0,0 0 4 16,2-3-4-16,-1 0 0 0,0 1-6 16,0 0 6-16,0 3 0 0,0-2 16 0,2 0-16 0,-2-2 0 0,1 2 53 15,0-2-53-15,0 2 0 0,0-2 42 0,0 0-42 0,0 0 0 0,0 0-6 16,2 1 6 0,-1 0 0-16,0 0-45 0,0-1 45 0,0-1 0 0,2 1-56 15,2-1 56-15,3 1 0 0,-3-1-10 0,1 1 10 0,0-1 0 0,1 1 2 0,0-1-2 0,-1 1 0 16,0-1-9-16,1-2 9 0,2 0 0 0,0 1 22 0,-3-3-22 15,1 2 0-15,0-2 13 0,0 0-13 0,1 0 0 0,0 0-11 16,1-3 11-16,1 1 0 0,-1 1-13 0,1 0 13 0,0 1 0 16,-1-2-18-16,2-1 18 0,0 1 0 15,-1-2-5-15,1 0 5 0,-1 0 0 0,0 0-22 0,1 0 22 0,-1 1 0 16,0-3-19 0,-2 2 19-16,2-2 0 0,-2 1-8 0,2-1 8 0,1-2 0 0,-1 0-5 15,1 0 5-15,3 0 0 0,-3-2-15 16,-1-1 15-16,-1 0 0 0,2 0-22 0,-1 1 22 0,0-2 0 0,1 2 9 15,-3-2-9-15,0 1 0 0,2-1 35 0,0-2-35 0,-1 0 0 0,0 1 95 0,0 0-95 16,-1-1 0-16,1 1 116 0,-2-3-116 0,1-1 0 0,1 1 114 16,-4-2-114-16,3 0 0 0,-1 0 11 15,1 1-11-15,3-1 0 0,-3 0-49 0,-1 1 49 0,-1-3 0 0,2 0-59 0,-3 1 59 16,1-1 0-16,-1 0 20 0,2 1-20 0,0-1 0 0,0 0 76 16,0 0-76-16,1-1 0 0,-1 0 130 15,-2 1-130-15,2-1 0 0,-1 0 182 0,0-1-182 0,0-1 0 0,0 1 93 16,-2 0-93-16,1-2 0 0,1 2 9 15,-1-3-9-15,0 0 0 0,0 2-124 0,-2 1 124 0,1 0 0 0,0-2-57 0,1-1 57 16,3-1 0-16,-2 1 37 0,-3-1-37 0,3 0 0 0,-2-1 151 31,-1 2-151-31,-1-2 0 0,1 2 212 0,0-1-212 0,0 0 0 0,0 1 231 0,-2-1-231 0,1 0 0 0,1 0 131 16,-1 0-131-16,0 0 0 0,-1 1-38 0,-1 1 38 16,-2 2 0-16,1-3-186 15,-1 0 186-15,-1 0 0 0,1 0-228 0,-1 3 228 0,-1-3 0 0,-1 3-200 0,-1-1 200 0,-2 0 0 0,0 1-182 31,-1 0 182-31,-2 1 0 0,1 1-138 0,-2-1 138 0,0 1 0 16,0 1-84-16,0 0 84 0,-4 1 0 0,5 1-34 16,-1 0 34-16,1 2 0 0,7 4-347 0,6 3 347 0,3 3 0 0</inkml:trace>
  <inkml:trace contextRef="#ctx0" brushRef="#br0" timeOffset="35000.272">13282 9988 1024 0,'0'0'0'16,"0"0"0"-16,0 0 0 0,0 0 0 0,0 0 0 0,0 0 0 0,0 0 0 0,0 0 33 0,0 0-33 15,0 0 0-15,0 0 256 0,0 0-256 0,0 0 0 0,0 0 256 0,0 0-256 16,0 0 0-16,-5-8 256 0,-2-4-256 16,-3-6 0-16,5 11 256 0,3 2-256 0,2 4 0 0,0 1 0 0,-2-5 9 15,-1 1-9-15,-1-3 0 0,1 2-256 0,0-2 256 16,0 1 0-16,-3 0-256 0,2-1 256 0,-5 0 0 0,3 2-256 0,-1-1 256 15,-1 2 0-15,-2-1-173 0,1 0 173 0,-3 2 0 0,1-1 231 0,0 3-231 16,-3 0 0-16,2-1 132 0,0 1-132 16,-4 1 0-16,3 0 67 0,1 1-67 0,0 1 0 0,1-1-68 0,-3 0 68 15,1 3 0-15,0-2-82 0,2 3 82 0,0 1 0 0,-2-2-101 16,3 2 101-16,-2-1 0 0,1 1-28 16,0 2 28-16,-1 1 0 0,1-2 129 0,2 2-129 0,-2 0 0 0,2 0 165 15,-1 2-165-15,3 0 0 0,-2 1 39 0,2-1-39 0,-1 1 0 0,-1 0-82 16,2-1 82-16,0 1 0 0,0 0-95 0,0 2 95 0,2 2 0 15,0-3-20-15,1 1 20 0,1-1 0 0,-1 1 40 16,0-1-40-16,-1 1 0 0,2 0 86 16,0 0-86-16,2 2 0 0,-2-2 163 0,1-1-163 0,-2 1 0 0,1 0 71 15,2 1-71 1,-1 0 0-16,0 0-74 0,2-1 74 0,-1 2 0 0,0-1-141 0,2 0 141 0,-1 2 0 0,0 0-50 0,0-1 50 0,0 1 0 16,0 1 47-16,2-1-47 0,-1 0 0 0,0-2 25 15,1-1-25-15,1 0 0 16,-1 0 47-16,0 1-47 0,0 1 0 0,0-3 31 15,1 1-31-15,1-4 0 0,0 4 9 0,0-1-9 0,1 1 0 0,-1-1-30 0,1 1 30 0,1 1 0 0,0-1-29 32,0-1 29-32,1 0 0 0,0-1 7 0,1-1-7 0,3-3 0 0,-3 3-26 15,0-1 26-15,2 2 0 0,-2-3-47 0,1-1 47 0,2 0 0 0,-1-1-53 0,1-1 53 16,2 0 0-16,-2-1 5 0,-2-2-5 0,2-2 0 0,-1 2-4 16,3 0 4-16,1-2 0 0,-2-1 4 0,0-1-4 0,-1-2 0 15,0 1 4-15,1 0-4 0,0-3 0 0,1 0 23 16,-3-1-23-16,1-2 0 0,1 2 19 0,-1-2-19 0,0 0 0 0,1-1-6 15,-2 0 6-15,0-1 0 0,1-1-47 0,0 0 47 0,2-3 0 16,-2 3-50 0,-2-3 50-16,2 0 0 0,-1-1-42 0,-2 0 42 15,1-1 0-15,0 0 7 0,1-2-7 0,1-1 0 0,-2 1 107 16,-2 0-107-16,-1 0 0 0,0-1 175 0,3-1-175 16,-2-1 0-16,-1 1 186 0,-2 0-186 0,1 0 0 0,0 1 108 15,-1 2-108-15,0 0 0 0,-1-1 54 0,2-1-54 0,0-1 0 0,-2 2 62 16,-1 0-62-16,-1 0 0 0,1 0 148 0,0 2-148 0,1 0 0 15,-2-1 217-15,-1 2-217 0,-1-2 0 0,1 3 256 16,0 1-256-16,0 1 0 0,-1-2 251 0,-2 2-251 0,0-1 0 16,1 2 14-16,-1-1-14 0,-1 0 0 0,0 2-182 15,-1 1 182-15,-1 1 0 0,0-1-256 0,1 2 256 0,0 0 0 0,-1 0-256 16,-1 1 256-16,-3 0 0 0,4 0-256 0,-2 1 256 16,-2 0 0-16,1 1-256 0,1-1 256 0,-1 2 0 0,-1-1-187 15,3-1 187-15,-1 1 0 0,5 2-586 16,3 2 586-16,3 2 0 0</inkml:trace>
  <inkml:trace contextRef="#ctx0" brushRef="#br0" timeOffset="36141.6">9913 12040 1024 0,'0'0'0'0,"0"0"0"0,0 0 0 0,0 0 0 0,0 0 256 0,0 0-256 0,0 0 0 0,2-3 256 16,1-2-256-16,1-2 0 0,-2 2 256 15,-1 0-256-15,-1 2 0 0,1-1 256 0,2-1-256 0,0 2 0 0,-1-3 256 16,-2 1-256-16,0-3 0 0,0 1 170 0,0 1-170 0,-2 0 0 0,-1 0-256 16,-2 1 256-16,0 0 0 0,-1-1-256 0,0 1 256 15,-3 1 0-15,0-1-256 0,-1 2 256 16,-4 1 0-16,3 0 256 0,0 1-256 0,-4 1 0 0,1 1 256 16,-4 1-256-16,0 0 0 0,1 3 256 15,0 0-256-15,-2 2 0 0,2 0 256 0,-1 1-256 0,-1 2 0 0,2 0-256 0,-1 2 256 16,-1 1 0-16,2 1-256 0,-1 1 256 0,0 3 0 0,1-1-195 15,3-3 195-15,1 3 0 0,1-1 256 0,0 1-256 16,2 0 0-16,1 0 256 0,1 1-256 16,0 0 0-16,2 0 256 0,2 0-256 0,1 1 0 0,1-1 256 0,3 0-256 0,0-1 0 0,1 0-97 15,1 1 97-15,0 1 0 0,4-2-216 16,1 0 216-16,3-1 0 0,-1 0-61 0,4-2 61 0,0 0 0 0,2 0 68 16,1 1-68-16,3 1 0 0,-3-4 48 15,2-1-48-15,1-2 0 0,-1-3-70 0,3 0 70 0,1-3 0 0,-2 0-256 16,0 0 256-16,2-3 0 0,-1-2-256 0,-2-1 256 0,1-1 0 0,-1 0-150 15,-2-2 150 1,0 0 0-16,-13 4-1033 0,-5 2 1033 0,-5 2 0 0</inkml:trace>
  <inkml:trace contextRef="#ctx0" brushRef="#br0" timeOffset="36428.307">10161 12193 1024 0,'0'0'0'0,"0"0"256"0,0 0-256 0,0 0 0 0,1 7 256 0,1 3-256 0,1 4 0 16,-2-4 256-16,-1 1-256 0,-1 0 0 0,1 1 256 0,0 1-256 0,0 2 0 0,0 1 256 16,-1 0-256-16,1 3 0 0,-1-2-256 0,-1 2 256 0,-1 1 0 0,1-1-189 0,-1 0 189 0,-1 1 0 15,1-3 254-15,-2 2-254 0,0-2 0 0,1-2 256 16,0-1-256-1,0-1 0-15,0-3 73 0,0 0-73 0,0-3 0 0,-1-1-256 0,2-1 256 0,0-2 0 0,0-2-256 0,1 1 256 16,1-2 0-16,-1-3-256 16,0-1 256-16,0-2 0 0,1 4-650 15,1 2 650-15,1 2 0 0</inkml:trace>
  <inkml:trace contextRef="#ctx0" brushRef="#br0" timeOffset="36698.119">10114 12179 1024 0,'0'0'0'0,"0"0"0"0,0 0 0 0,0 0 0 0,0 0 256 0,0 0-256 0,0 0 0 0,0 0 256 16,0 0-256-16,0 0 0 0,4 4 256 0,1 2-256 0,4 1 0 0,-5-3 256 16,-1-1-256-16,-1-1 0 0,4 2 256 15,2 1-256-15,1 2 0 0,-2 0 256 0,2 1-256 0,0 2 0 0,1 0-189 16,1 2 189-16,2 1 0 0,-2 0-256 0,2 2 256 16,0 1 0-16,0-1 256 0,-1 3-256 0,0-1 0 15,1 1-256-15,-2 1 256 0,2 2 0 0,-1-3 52 16,-1 1-52-16,0 0 0 0,-2 0 200 0,-1-2-200 0,0 1 0 15,-1-3-225-15,-1-2 225 0,-1-1 0 0,0-2-256 16,-1-1 256-16,0-2 0 0,0-2-256 0,-2-3 256 0,1 0 0 0,-1-1-254 16,-1-2 254-16,-1-2 0 0,1-3 256 0,-2-2-256 0,1-3 0 15,0 8-608-15,0 3 608 0,0 3 0 16</inkml:trace>
  <inkml:trace contextRef="#ctx0" brushRef="#br0" timeOffset="36948.191">10377 12069 1280 0,'0'0'0'16,"0"0"256"-16,0 0-256 0,0 0 0 0,0 0 256 0,0 0-256 0,0 0 0 0,0 0 256 0,0 0-256 16,0 0 0-16,0 0 256 0,0 0-256 0,0 0 0 0,0 0 256 15,0 0-256-15,0 0 0 0,0 6 256 0,2 2-256 0,-1 3 0 0,0-2-256 16,-2 2 256-16,1 1 0 0,0 1-256 16,2 0 256-16,-1 1 0 0,0 3 256 0,0 1-256 0,-1 2 0 0,2-1 256 15,-1 3-256-15,0 0 0 0,1 0 256 0,0-1-256 0,1 2 0 0,-1-1 256 16,-2 0-256-16,1 0 0 15,0-1-253-15,-2 0 253 0,1 1 0 0,0-2-256 0,2-1 256 0,-1-1 0 16,0-3-256-16,-2-3 256 0,1-2 0 0,0-1-256 0,0-1 256 0,0-2 0 16,1-3-207-16,1-2 207 0,1-2 0 0,-2 1 256 15,-1 0-256-15,-1 0 0 0</inkml:trace>
  <inkml:trace contextRef="#ctx0" brushRef="#br0" timeOffset="37227.36">10665 12100 1024 0,'0'0'0'0,"0"0"0"0,0 0 0 0,0 0 0 0,0 0 256 0,0 0-256 0,0 0 0 0,0 6 256 31,3 3-256-31,-2 2 0 0,0-4 256 0,1-1-256 0,1 0 0 0,-1 2 256 16,1 1-256-16,1 2 0 0,-1 1 256 15,0 2-256-15,0 1 0 0,0 1 256 0,1 1-256 0,-1 4 0 0,0-2-243 0,-2 1 243 0,1 1 0 0,0-2-240 16,0 3 240-16,0 0 0 0,0-2 256 15,-2 0-256-15,1 0 0 0,-1-1 256 0,-1 0-256 16,-1 0 0-16,1-2 256 0,-1-2-256 0,-1 1 0 0,1-4 224 16,0 0-224-16,0-2 0 0,0-3-256 0,-2 0 256 15,0-2 0-15,1-2-256 0,0 0 256 0,0-3 0 0,0-1-256 16,0-4 256-16,0-1 0 0,0-3-256 0,0-2 256 0,-1-4 0 0,1-1 133 16,2-3-133-16,-1-3 0 0,1 16-1154 15,1 6 1154-15,1 6 0 0</inkml:trace>
  <inkml:trace contextRef="#ctx0" brushRef="#br0" timeOffset="37433.208">10616 12097 1024 0,'0'0'0'0,"0"0"0"0,0 0 0 0,0 0 0 0,0 0 256 0,0 0-256 16,0 0 0-16,0 0 0 0,0-3 256 0,-2-2-256 0,1-2 0 0,2 2 256 15,1 0-256-15,1 2 0 0,1-2 256 16,-1-3-256-16,5-1 0 0,0 1 256 0,1-3-256 0,2 1 0 16,0 1 256-16,0 0-256 0,2-1 0 0,1 1-95 0,1-1 95 15,3 1 0-15,-3 1 88 0,2 1-88 0,2 3 0 16,-3-2 256-16,1 1-256 0,0-1 0 0,-1 3 256 0,-2 2-256 0,0 0 0 15,-1-1 256-15,0 2-256 0,-2 2 0 0,-1-1 256 16,-2 0-256-16,3 2 0 0,-5 0-256 0,-2 2 256 0,-2 1 0 0,0-1-256 16,-1 1 256-16,-1 1 0 0,0-4-2041 0,0-3 2041 0,0-3 0 15</inkml:trace>
  <inkml:trace contextRef="#ctx0" brushRef="#br0" timeOffset="37599.611">10656 12325 1024 0,'0'0'0'0,"0"0"256"0,0 0-256 0,0 0 0 0,0 0 256 0,0 0-256 0,0 0 0 16,6 1 256-16,4 1-256 0,2 1 0 0,-3-1 256 0,2-3-256 0,0 0 0 0,1 2 256 15,4 0-256-15,0 0 0 0,0-1 256 0,1 0-256 16,1 0 0-16,-1 0-256 0,0 1 256 16,2 1 0-16,-2-2-256 0,0-1 256 0,-1-1 0 0,-10 1-1024 0,-6 1 1024 0,-6 1 0 15</inkml:trace>
  <inkml:trace contextRef="#ctx0" brushRef="#br0" timeOffset="38135.365">9445 12881 1024 0,'0'0'0'0,"0"0"0"16,0 0 0-16,0 0 0 0,0 0 256 0,0 0-256 0,0 0 0 0,0 0 256 0,0 0-256 0,0 0 0 0,0 0 256 0,0 0-256 0,0 0 0 0,5 4 256 31,3 2-256-31,4 3 0 0,-3-7 256 0,1-4-256 0,2-2 0 0,1 3-256 0,2-1 256 0,3-1 0 0,1 2-256 16,3-1 256-16,3-1 0 0,0 0 58 15,2-1-58-15,3-2 0 0,0 1 256 0,2 3-256 0,3-4 0 0,-1 2 256 16,3 0-256-16,3 0 0 0,-1-1 256 15,2-2-256-15,4 0 0 0,-4 1 256 0,2 1-256 0,2 0 0 16,-2 0-57-16,2-2 57 0,1-1 0 0,-3 3 256 16,-1 0-256-16,-1 1 0 0,1-1 256 0,-2-1-256 0,0 4 0 0,0-2-256 31,-2 2 256-31,0-2 0 0,-4 2 7 0,-3 0-7 0,-2-1 0 0,-2 3-124 0,-2-1 124 0,-3 0 0 16,-3 0-256-16,-2 0 256 0,-4-1 0 15,0 1-256-15,-5 0 256 0,-1 1 0 0,-2-3-256 16,-4 0 256-16,-1-2 0 0,-1 2-20 0,-2-3 20 0,-2 1 0 0,4 2-1144 15,1 3 1144-15,1 3 0 0</inkml:trace>
  <inkml:trace contextRef="#ctx0" brushRef="#br0" timeOffset="38500.443">9384 12950 1024 0,'0'0'0'0,"0"0"0"0,0 0 0 16,0 0 0-16,0 0 256 0,0 0-256 0,0 0 0 0,0 0 256 0,0 0-256 0,0 0 0 0,0 0 256 16,0 0-256-16,0 0 0 0,2 0 256 15,1 0-256-15,1 0 0 0,5 0 256 0,3-2-256 0,2 1 0 0,2 0-15 16,1 1 15-16,4 1 0 0,-21-1 0 0,24-1-229 0,3 1 229 0,3-2 0 0,-1 1 41 15,3-1-41-15,2 2 0 0,1-1 256 16,3 0-256-16,4-1 0 0,0 1 256 0,2-1-256 0,3-1 0 16,-3 0 256-16,2 1-256 0,1-2 0 15,-3 1 256-15,-1 0-256 0,-1-1 0 0,2 1-186 16,-2 2 186-16,1-1 0 0,-2 0-256 0,2 1 256 0,2 1 0 0,-6-1-256 16,-2 1 256-16,-2 1 0 0,1-1-117 15,-2 0 117-15,-2 0 0 0,-3 0 114 0,-4 0-114 0,-1 0 0 0,-2 0 56 16,-3 0-56-16,-4 0 0 0,-9 0-1456 0,-6 0 1456 0,-6 0 0 0</inkml:trace>
  <inkml:trace contextRef="#ctx0" brushRef="#br0" timeOffset="47447.59">5391 7097 1024 0,'0'0'0'0,"0"0"0"0,0 0 0 0,0 0 0 16,0 0 256-16,0 0-256 0,0 0 0 0,0 0 256 0,0 0-256 0,0 0 0 0,0 0 134 15,0 0-134-15,0 0 0 0,0 0 1 0,0 0-1 0,0 0 0 16,8 3 19-16,7 0-19 0,2 1 0 0,-9-4 13 16,-4-1-13-16,-2-1 0 0,2 1 33 0,1 1-33 15,1 1 0-15,1-1 43 0,-1 0-43 16,3 0 0-16,-2 0 42 0,1 1-42 0,-1 1 0 0,1-2 40 0,1 0-40 0,2 0 0 0,-2 0 16 16,1 2-16-16,2-1 0 0,-1-1 28 15,4 1-28-15,1 1 0 0,-2-1 55 0,-1 0-55 0,4 0 0 0,-2 0 60 16,2-1-60-16,0 2 0 0,0-2 55 0,0 0-55 0,3 0 0 0,-2 0 17 15,-1 0-17-15,1 0 0 0,0 1 36 0,3 1-36 16,1 0 0-16,-2-2 38 0,0 1-38 0,-2 0 0 0,3 0 43 16,1-1-43-16,1-1 0 0,-3 0 41 0,2 1-41 0,3-1 0 0,-4-1 66 15,2 2-66-15,1-3 0 0,-1 1 35 16,1 2-35-16,1-1 0 0,0 0 28 0,-2-1-28 0,1-1 0 0,-1 0-4 16,0 2 4-16,1-1 0 0,-1 1 33 0,0-2-33 15,3 0 0-15,-2 1 42 0,-1-1-42 0,-1-1 0 16,0 1 71-16,2 2-71 0,3-2 0 0,-2 1 53 0,-2-1-53 0,0-1 0 15,1 1 69-15,-1 1-69 0,-1 1 0 0,1-2 43 16,2 0-43-16,0-1 0 0,0 2 40 16,0 0-40-16,3 0 0 0,-3-1 41 0,-1 0-41 0,-1 0 0 0,-1 0 82 0,1 1-82 0,-1 2 0 15,1 0 73-15,-2-1-73 0,0 0 0 0,0 1 62 16,1-2-62-16,1 1 0 0,-1-1 45 16,2 2-45-16,-1-1 0 0,0 1 56 0,-1-2-56 0,0 1 0 0,-1 0 80 0,0 1-80 15,-1-2 0-15,-1 0 125 0,3 1-125 16,0 0 0-16,-2 0 149 0,0 1-149 0,0-1 0 0,-1 0 135 0,0-1-135 15,-2 0 0-15,1 2 111 0,-1 0-111 0,-1 0 0 0,1 0 78 16,-3-1-78-16,1 0 0 0,1-1 78 16,-2 0-78-16,1 0 0 0,-1 0 68 0,1 3-68 0,0 0 0 0,0-2 117 0,-2 0-117 0,0-1 0 0,0 2 69 15,-2-2-69-15,2 2 0 16,-2-1 0-16,0-1 0 0,-2 0 0 0,1 2 0 16,0-1 0-16,-1 0 0 0,-1 0 0 0,-2 0 0 0,-2-1 0 0,3 2 0 15,-1-1 0-15,0 0 0 0,-1-1 0 16,0 1 0-16,-2 0 0 0,1 0 0 0,-2 0 0 0,-1 1 0 0,1-1 0 15,-2 1 0-15,1 1 0 0,0-2-15 0,0-1 15 0,0 1 0 16,0 1-245-16,-2 1 245 0,1 2 0 0,0-3-239 16,0 1 239-16,0 0 0 0,0 0-132 0,-2 0 132 0,1 1 0 0,0-2-19 15,-1 1 19-15,-1 0 0 0,2 1-2421 16,1-2 2421-16,1-2 0 0</inkml:trace>
  <inkml:trace contextRef="#ctx0" brushRef="#br0" timeOffset="56895.858">12784 11958 1024 0,'0'0'0'0,"0"0"0"0,0 0 0 16,0 0 0-16,0 0 256 0,0 0-256 0,0 0 0 0,0 0 256 16,0 0-256-16,0 0 0 0,0 0 256 0,0 0-256 0,0 0 0 0,0 0 256 15,0 0-256-15,0 0 0 0,-1 10 256 0,-1 5-256 0,-2 3 0 0,3-10-66 16,1-3 66-16,-1-5 0 0,0 7-256 16,1 0 256-16,0 2 0 0,0-1-198 0,-1 1 198 0,-1 2 0 0,1-1 256 15,-1 2-256-15,-1 1 0 0,1 1 256 16,2 0-256-16,-2 2 0 0,1 1 256 0,-1 0-256 0,-1 2 0 0,1 0 256 15,0 2-256-15,0 0 0 0,0-1-108 0,-1-1 108 0,-1 2 0 0,1 0-222 16,0-1 222-16,-1 2 0 0,1 0-15 16,0-3 15-16,0 3 0 0,0-1 238 0,-1 1-238 0,-2 2 0 0,3-2 256 15,1 0-256-15,1 0 0 0,-2-1 256 0,3 0-256 0,-1 0 0 0,0-1 173 16,0 1-173 0,0-2 0-16,0 0-256 0,2 1 256 0,-1-2 0 0,0 0-256 15,-2-2 256-15,1 1 0 0,0-2-256 0,0 2 256 0,0-2 0 0,0-2-256 16,2-1 256-16,-1-2 0 0,0-3-256 0,-2 0 256 0,1-3 0 15,0-1-1082-15,2-3 1082 0,-1-3 0 0</inkml:trace>
  <inkml:trace contextRef="#ctx0" brushRef="#br0" timeOffset="57296.626">12737 12059 1024 0,'0'0'0'0,"0"0"0"16,0 0 0-16,0 0 0 0,0 0 256 0,0 0-256 0,0 0 0 0,4-4 256 0,4-3-256 0,1-1 0 16,-1 4 256-16,-2 1-256 0,-1 1 0 0,3-3 256 15,0 2-256-15,2-2 0 0,0 2 256 0,4 2-256 0,0-1 0 0,0 0 104 16,-3 2-104-16,1 2 0 0,1-2-256 15,0 3 256-15,3 0 0 0,-2 1-256 0,-1 0 256 0,0 3 0 0,0 0-70 16,-1 0 70-16,0 2 0 0,0-1 256 0,-3 1-256 0,1 2 0 16,-2-1 256-16,0 2-256 0,-1 1 0 0,-1-1 256 15,-1 2-256-15,-1 0 0 0,-1-1 256 0,-3 1-256 0,0-3 0 0,-1 3 11 16,-2-3-11-16,-2 3 0 0,0-3-36 16,-3 3 36-16,-2-2 0 0,1 0 256 0,-1-2-256 0,-2 0 0 0,0 0 256 15,0 0-256-15,-4-2 0 0,2 2 256 0,-2-1-256 0,-1 1 0 16,0-2-256-16,-1-1 256 0,0 0 0 0,0 0-256 15,0-1 256-15,-4 0 0 0,4-1-256 0,2-2 256 0,0-2 0 0,3 1-256 16,2-1 256-16,1-1 0 0,0 0-256 0,1-1 256 16,0-1 0-16,6 2-1289 0,3 0 1289 0,3 0 0 0</inkml:trace>
  <inkml:trace contextRef="#ctx0" brushRef="#br0" timeOffset="57879.904">13342 12106 1024 0,'0'0'0'0,"0"0"0"0,0 0 0 0,0 0 0 0,0 0 256 0,0 0-256 0,0 0 0 0,0 0 256 0,0 0-256 16,0 0 0-16,0 0 256 0,0 0-256 0,0 0 0 0,4 3 256 15,4 3-256-15,0 1 0 0,-3-2 256 0,-2-1-256 0,-2-1 0 0,2 3-88 16,2 1 88 0,0 3 0-16,-1-3-256 0,0 1 256 0,0 3 0 0,-1-3-101 0,-1 1 101 0,-1 1 0 0,1 0 256 15,0 1-256-15,1-1 0 0,-1 2 256 0,-2-1-256 0,1 2 0 0,0-1 256 16,0 0-256-16,-1 2 0 0,2-1 256 16,-4 2-256-16,2 1 0 0,0-1 256 15,3 0-256-15,-2 2 0 0,0-1 231 0,0-1-231 0,0 1 0 0,0-1-142 16,-2 1 142-16,1 1 0 0,0-2 256 0,2 0-256 0,-1 0 0 0,0-2 256 15,1-1-256-15,1 0 0 0,-1-2 256 0,-2 0-256 0,1-2 0 0,0 1 99 16,1-1-99-16,2-2 0 0,-2 0 0 16,-2-2 0-16,1 1 0 0,0-1 0 0,-2-1 0 0,1 0 0 0,0-1 0 15,2-1 0-15,-1-1 0 0,0-1 0 0,0-2 0 0,0 1 0 16,0-1 0-16,1-2 0 0,1 0 0 16,-1-1 0-16,1-2 0 0,1 0 0 0,-1-1 0 0,2 0 0 0,0-3 0 0,-1 2 0 31,1-5 0-31,1 1 0 0,-1-1 0 0,2 0 0 0,1 1 0 0,-1-3 0 0,-2 1 0 0,1-2 0 0,0 1 0 15,1-1 0-15,0-1 0 0,-1 2 0 0,2-1 0 0,0 0 0 0,-1 1 0 16,-2-1 0-16,1 1 0 0,1 2 0 16,-1-2 0-16,0 3 0 0,0-1 0 15,-2 0 0-15,2 3 0 0,-2-1 0 0,0 0 0 0,0 1 0 0,-1 2 0 16,2 1 0-16,0 0 0 0,-1 1 0 0,0-1 0 0,-2 1 0 16,1-1 0-16,-2 1 0 0,1 0 0 0,0 1 0 0,-2 0 0 0,1 2 0 0,0-2 0 31,0 1 0-31,0 0 0 0,0 3-3071 0,-2 3 3071 0,1 3 0 0</inkml:trace>
  <inkml:trace contextRef="#ctx0" brushRef="#br0" timeOffset="59424.78">14167 12159 1024 0,'0'0'0'0,"0"0"0"0,0 0 0 0,0 0 0 0,0 0 256 0,0 0-256 0,0 0 0 16,0 0 256-16,0 0-256 0,0 0 0 0,0 0 256 15,0 0-256-15,0 0 0 0,0 0 256 0,0 0-256 0,0 0 0 0,0 0 256 16,0 0-256-16,0 0 0 0,0 0 256 0,0 0-256 0,0 0 0 16,4 5 256-16,1 3-256 0,3 3 0 0,-3-9-185 15,1-3 185-15,1 0 0 0,1 1-246 0,0 0 246 16,2 0 0-16,-2 0 256 0,2 0-256 0,0 0 0 0,-1-1 256 16,4 0-256-16,-1-2 0 0,0 3 256 0,-3-2-256 0,1-2 0 0,0 3 256 15,2-1-256-15,1 2 0 0,-2-1 256 16,-2-1-256-16,-1 2 0 0,1-1 256 0,0-2-256 0,-1 0 0 15,0 2 71-15,-2 1-71 0,2-1 0 0,-2 0 94 16,-1 0-94-16,-1-1 0 0,1 2 9 0,-1-1-9 0,0-1 0 0,0 2 0 16,-2 0 0-16,1 0 0 0,-1 0 0 0,-1-2 0 0,-1 1 0 0,1 0 0 15,0 1 0-15,0 1 0 0,0-1 0 0,-2 0 0 0,1 0 0 0,0 0 0 16,0 0 0-16,0 0 0 0,0 0 0 16,-2 0 0-16,1 0 0 0,0 0 0 0,2 3 0 0,-1 0 0 0,0 0 0 15,-2-1 0-15,1-1 0 0,0 2 0 16,-1 1 0-16,-1 2 0 0,1-1 0 0,0 0 0 0,0 2 0 0,-1-3 0 15,1 2 0-15,0 2 0 0,0 0 0 16,-1 1 0-16,-1 2 0 0,1-2 0 0,-6 11 0 0,4-10 0 16,3 2 0-16,-1 0 0 0,0 0 0 15,-1 0 0-15,-1 3 0 0,2-4 0 0,1 3 0 0,1-2 0 0,-1 1 0 16,0 3 0-16,-2 0 0 0,2-1 0 16,0-1 0-16,-1 0 0 0,1 1 0 0,1-1 0 0,1 3 0 0,-1-4 0 15,0 1 0-15,0-2 0 0,0 2 0 0,0 0 0 0,0 0 0 0,0-1 0 16,0 0 0-16,0-1 0 0,0 0 0 15,0-1 0-15,0 0 0 0,0 0 0 0,-1-2 0 0,-1 0 0 0,2-2 0 16,1-2 0-16,1-1 0 0,-1-1 0 0,2-1 0 16,-1-1 0-16,0 1-3071 0,-2-2 3071 0,1-2 0 0</inkml:trace>
  <inkml:trace contextRef="#ctx0" brushRef="#br0" timeOffset="60395.116">14984 11903 1024 0,'0'0'0'0,"0"0"0"0,0 0 0 0,0 0 0 0,0 0 256 0,0 0-256 0,0 0 0 0,0 0 256 15,0 0-256-15,0 0 0 0,0 0 256 0,0 0-256 0,0 0 0 0,-11 7 256 16,-4 3-256-16,-6 3 0 0,12-9 256 0,6 0-256 0,3-4 0 0,-5 5 256 16,-2 0-256-16,0 2 0 0,1-1 256 15,-1 1-256-15,-3 1 0 0,2 0-8 0,0 2 8 16,-4 1 0-16,3-1 256 0,1 2-256 0,0 1 0 0,-1-2 256 15,0 1-256-15,-1 3 0 0,0-1 256 0,3 2-256 0,-1 1 0 0,0-1 256 16,-1 1-256-16,0 0 0 0,1-1 256 0,3 2-256 0,-1-2 0 16,2 3 7-16,1 0-7 0,1 4 0 15,-1-4-226-15,2 1 226 0,-1-2 0 0,2 1 166 0,0 0-166 0,3 3 0 0,-2-3 60 16,1-1-60-16,1-2 0 0,0 3 0 0,2-2 0 16,0 2 0-16,1-2 0 0,0-1 0 0,3 1 0 0,-1-3 0 15,0-1 0-15,1 1 0 0,1-1 0 0,0 0 0 16,1-1 0-16,0-2 0 0,0-1 0 0,1 0 0 0,2-2 0 15,-2-1 0-15,5 0 0 0,-3-2 0 0,-1-1 0 0,0-1 0 0,0-1 0 16,1-1 0-16,-1-1 0 0,0-1 0 0,1-4 0 0,1 2 0 16,-1-1 0-16,-1-2 0 0,0 0 0 0,0-2 0 15,0-2 0-15,-1-1 0 0,1 1 0 0,-1-2 0 0,1-1 0 0,-1 1 0 16,-2-2 0-16,-1-1 0 0,1 1 0 16,-2-2 0-16,-1-2 0 0,0 0 0 0,1 0 0 0,-1-3 0 0,-1 2 0 15,-1 0 0-15,-1 0 0 16,1 1 0-16,-1-2 0 0,-2-1 0 0,1 2 0 0,-1 1 0 0,-1 1 0 0,-1-2 0 15,-1 1 0-15,-1-3 0 0,0 3 0 0,-1 0 0 0,-1 1 0 0,-2-1 0 16,1 3 0-16,-3 0 0 0,1 1 0 0,-2 0 0 16,-1 1 0-16,1 1 0 0,0 0 0 0,-4 1 0 15,3 1 0-15,-2-1 0 0,0 4 0 0,1-1 0 16,-2 1 0-16,0 3 0 0,1-1 0 0,-1 0 0 16,0 1 0-16,0 2 0 0,-1 2 0 0,-1 0 0 0,2-1 0 15,0 2 0-15,2 2 0 0,-1-1 0 0,1 0 0 0,0 2 0 0,0 1 0 16,1 1 0-16,0 3 0 0,0-3 0 15,0 1 0-15,1 1 0 0,1 1 0 0,2 2 0 0,1 1 0 0,0-1 0 0,0 0 0 16,2 2 0-16,0-1 0 0,2 0 0 0,2 2 0 0,0-1 0 16,1-1 0-16,1 3 0 0,0-1 0 0,1 2 0 0,2 2 0 0,1-2 0 15,0 0 0-15,0 1 0 0,2 1 0 16,1 0 0-16,0 0 0 0,0 0 0 0,2 1 0 0,0-2 0 0,0 1 0 16,0 0 0-16,2-1 0 0,-1 0 0 0,0 2 0 0,2-1 0 0,-2-2 0 15,1 0 0-15,-1-1 0 0,-2 1 0 16,0 0 0-16,-1-1 0 0,0 0 0 0,1 0 0 0,0 0 0 0,-1 0 0 15,0 0 0-15,-2-1 0 16,0 0 0-16,0 1 0 0,-2 2 0 0,1-2 0 16,-2-1 0-16,1 1 0 0,1-1 0 0,-3 0 0 0,1-1 0 0,-1 0 0 15,-1 1 0-15,-1 0 0 0,1-1 0 0,-1-2 0 0,2 0 0 0,-1 1 0 16,-2 0 0-16,-1 1 0 0,0-1 0 16,-1-2 0-16,-2 1 0 0,2-2 0 0,-2 0 0 0,1 1 0 15,0-3 0-15,2 0 0 0,-1 0 0 0,0-2 0 16,-1-1 0-16,-1-3 0 0,2 0 0 0,1-3 0 0,1-1 0 0,-1 3-3071 31,0 1 3071-31,0 1 0 0</inkml:trace>
  <inkml:trace contextRef="#ctx0" brushRef="#br0" timeOffset="60836.352">15480 11693 1024 0,'0'0'0'0,"0"0"0"0,0 0 0 0,0 0 0 15,0 0 256-15,0 0-256 0,0 0 0 0,4 0 256 0,4 3-256 0,1-1 0 0,-1 0 256 16,-1-1-256-16,0-1 0 0,1 4 256 15,2 0-256-15,1 1 0 0,-1 0 256 0,2 2-256 0,1 0 0 0,-1 2-200 16,0 0 200-16,1 2 0 0,0-1-256 0,-1 4 256 0,1 0 0 0,-1 0-256 16,0 2 256-16,0 1 0 0,1 1 256 15,0 1-256-15,-1 5 0 0,-1-4 256 0,3 2-256 0,0 0 0 16,-2 3 256-16,-2 0-256 0,-2 1 0 0,3 0 256 0,-3 0-256 16,-1 2 0-16,1 0 256 0,-1 3-256 0,0 1 0 0,0-1-102 15,0 0 102-15,1 2 0 0,-3-1-120 0,-2 0 120 0,-2 2 0 16,0-2 256-16,-1 0-256 0,-1-1 0 0,-1-1 256 15,-2 1-256-15,-3-2 0 0,2 2 256 0,-2-1-256 0,-3-2 0 0,0 1 256 16,0 0-256-16,-1-1 0 0,-3 0 256 16,0-1-256-16,-5-1 0 0,0 1-256 0,-4-1 256 0,-5-2 0 0,3-1-256 15,-2 1 256-15,-2-2 0 0,1-3-256 16,-1-1 256-16,-2-1 0 0,1-4-256 0,-1 1 256 0,-3-3 0 0,23-6-1882 16,11-5 1882-16,11-5 0 0</inkml:trace>
  <inkml:trace contextRef="#ctx0" brushRef="#br0" timeOffset="61604.504">12732 11586 1024 0,'0'0'0'0,"0"0"0"0,0 0 0 0,0 0 0 0,-8 3 256 16,-3-1-256-16,-3 2 0 0,7-2 256 15,4 0-256-15,1 0 0 0,-4 0 256 16,0 1-256-16,-4 2 0 0,1-2 256 0,0 1-256 0,-4 1 0 0,3 2 170 0,-1 2-170 0,-2 0 0 0,1 2-212 16,-4 0 212-16,-1 2 0 0,1 0-219 0,2 0 219 0,-1 3 0 0,2-1-21 31,-3 3 21-31,0 2 0 0,0-2 255 0,0 0-255 0,-3 2 0 16,3 2 256-16,0 0-256 0,2 1 0 0,-1 1 256 15,-1-1-256-15,-2 2 0 0,4 0 10 0,0 2-10 0,2 1 0 16,0-2-121-16,2 2 121 0,1 0 0 0,0-1-154 15,-3 2 154-15,1 0 0 0,1-2-122 0,2 3 122 0,1-1 0 0,1-1 73 16,1 0-73-16,0 1 0 0,2-1 256 16,1-1-256-16,1-1 0 0,0 2 256 0,1-2-256 15,1 0 0-15,-1-1 115 0,2 1-115 16,-1-1 0-16,1-1-131 0,2 1 131 0,0-2 0 0,0 0-218 0,1 1 218 0,1-2 0 16,-1 2-133-16,1-1 133 0,-1 0 0 0,2-1-31 0,0 0 31 0,3-3 0 0,-1 0 103 15,-1-1-103-15,0-1 0 0,1-1 195 0,0 1-195 16,1-3 0-16,-1-1 196 0,1 0-196 0,-1-1 0 0,0-1 152 15,2-2-152-15,0-1 0 0,-2 1-2 0,1 2 2 0,-3-3 0 0,1 1-47 16,-1-1 47-16,1-2 0 0,0 1-88 16,-2-2 88-16,1-1 0 0,1 1-133 0,-3 1 133 0,1 2 0 0,0-3-181 15,-2-1 181-15,1 0 0 0,1 0-203 16,-3 0 203-16,1 0 0 0,0-1-182 0,-2 1 182 0,1-2 0 0,-1-1-129 16,-1-1 129-16,-1-1 0 0,1 1-96 0,-2-3 96 0,1 0 0 0,0 3-894 15,0 0 894-15,0 0 0 0</inkml:trace>
  <inkml:trace contextRef="#ctx0" brushRef="#br0" timeOffset="62560.256">16605 12008 1024 0,'0'0'0'0,"0"0"0"0,0 0 0 0,0 0 0 0,0 0 256 0,0 0-256 0,0 0 0 0,0 0 256 16,0 0-256-16,0 0 0 0,0 0 256 0,0 0-256 16,0 0 0-16,0 0 256 0,0 0-256 0,0 0 0 0,0 10 256 15,2 6-256-15,-1 5 0 0,-1-12 256 0,-1-4-256 0,-1-3 0 0,0 4-256 16,-1 1 256-16,-1 2 0 0,0 1-256 15,-1-1 256-15,-2 4 0 0,2-3-253 0,-1 1 253 0,-1 2 0 0,1-1 256 16,-2 2-256-16,0 1 0 0,1-1 256 0,-2 2-256 0,0 1 0 16,1 0 256-16,-1-3-256 0,-3 3 0 0,2 0 256 15,2 1-256-15,-1 1 0 0,0-2 108 16,-1 1-108-16,0 0 0 0,-1 0-221 0,3 1 221 0,-1 1 0 0,0-1 51 0,-1 0-51 16,0 0 0-16,0 0 256 0,2-1-256 0,1 1 0 0,-1 0 256 15,1-1-256-15,0 0 0 0,0-2 256 0,0 0-256 0,0-1 0 0,0 0-13 16,1-2 13-16,2 0 0 0,-2-1-256 15,2-2 256-15,-1-1 0 0,1-1-256 16,2 0 256-16,1-2 0 0,-1-2-256 0,2 0 256 0,-1-2 0 0,0-2 57 16,2 0-57-16,-1 0 0 0,1-3 101 0,1 0-101 0,1-1 0 0,-2 2-1878 15,-1 2 1878-15,-1 2 0 0</inkml:trace>
  <inkml:trace contextRef="#ctx0" brushRef="#br0" timeOffset="63265.206">16556 12020 1024 0,'0'0'0'0,"0"0"256"0,0 0-256 0,0 0 0 0,0 0 256 15,0 0-256-15,0 0 0 0,0 0 256 0,0 0-256 0,0 0 0 0,0 0 256 16,0 0-256-16,0 0 0 0,0 0 256 16,0 0-256-16,0 0 0 0,5 4 256 0,3 3-256 15,3 1 0-15,-4-4 220 0,-3 0-220 0,-2-3 0 0,2 3-256 16,-2 0 256-16,0 2 0 0,2-2-256 0,0 1 256 0,2 1 0 0,-2 0 256 16,-2 1-256-16,1 2 0 0,0-2 256 0,1 1-256 0,1-1 0 0,-2 3 256 15,3 0-256-15,-1 2 0 0,-1-1 256 16,-1-1-256-16,3 0 0 0,-1 2 256 0,-2 0-256 0,2 2 0 0,-1-1-256 0,1 1 256 15,1 1 0-15,-1-1-256 0,-2-1 256 0,1 0 0 0,1 1 256 32,0 1-256-32,1 0 0 0,-1 1 256 0,0-2-256 0,0 1 0 0,1 0 256 15,0 0-256-15,1 2 0 0,-1-2 256 0,1-2-256 0,-1 0 0 0,0 1 35 16,0 0-35-16,0 3 0 0,1-3 0 0,-3-1 0 0,1 0 0 16,0 0 0-16,0-1 0 0,0 1 0 0,0-1 0 15,1 1 0-15,-1 1 0 0,0-3 0 0,-2 0 0 16,1-2 0-16,0 1 0 0,0 1 0 0,1 0 0 0,-2-2 0 15,2 1 0-15,0-1 0 0,-1-2 0 16,-1 1 0-16,0-1 0 0,1-1 0 0,-2 1 0 0,-1-1 0 0,1 0 0 16,-2-1 0-16,0 0 0 0,2 0 0 0,-1-1 0 15,0-1 0-15,0 0 0 0,0-1 0 0,0-1 0 0,0 1 0 16,-2 1 0-16,1-1 0 0,0-2 0 0,-2 0 0 16,1 0 0-16,0 0 0 0,2 0 0 0,-1 0 0 0,0 0 0 15,0 0 0-15,0 0 0 0,0-1 0 0,0 0 0 0,0-1 0 16,0 1 0-16,-2 1 0 0,0-2 0 0,2 2 0 15,0 0 0-15,0 0 0 0,0 0 0 0,0-1 0 0,0-1 0 0,0 1 0 16,-1 0 0-16,0 0 0 0,0 1 0 0,2 0 0 0,-1 0 0 16,0 0 0-16,0-1 0 0,0-1 0 0,0 2 0 15,0 0 0-15,0 0 0 0,0 0 0 0,0 0 0 0,0 0 0 0,0 0 0 16,0-2 0-16,0 1 0 0,0 0 0 16,0 1 0-16,0 1 0 0,0-1 0 0,0 0 0 0,0 0 0 0,0-1 0 15,0 1 0-15,0-2 0 0,0 1 0 0,2-1 0 0,-2 2 0 16,2-2 0-16,-1-2 0 0,0 0 0 0,0 3-3071 15,-2 1 3071-15,1 1 0 0</inkml:trace>
  <inkml:trace contextRef="#ctx0" brushRef="#br0" timeOffset="64066.419">18166 11518 1024 0,'0'0'0'0,"0"0"0"0,0 0 0 0,0 0 0 0,0 0 149 0,0 0-149 15,0 0 0-15,0 0 256 0,0 0-256 0,0 0 0 0,-6 4 256 0,-4 4-256 0,-3 2 0 0,7-6 256 0,4-1-256 0,1-1 0 16,-2 2-31-16,-1 0 31 0,-2 1 0 0,2 0-144 0,-1-1 144 15,-1 3 0-15,-1-2-166 16,-1 3 166-16,-2 1 0 0,1-1-44 0,-2 2 44 0,0 0 0 0,1-1 145 0,0 1-145 16,1 0 0-1,-1 1 256-15,-2-1-256 0,-1 4 0 0,1-3 193 0,0 3-193 0,2-1 0 0,-2 1 36 16,1 0-36-16,0 1 0 0,-1 1-96 0,0 1 96 0,-3 1 0 0,3-1-15 0,1 0 15 16,0 0 0-16,0 1 146 15,0 3-146-15,-1-1 0 0,2 2 256 0,-2 0-256 0,-2 1 0 0,4 0 256 16,0 1-256-16,2 2 0 0,-1-2 256 0,2 1-256 0,-2 1 0 0,1 0 256 31,2 0-256-31,-1 1 0 0,0-1 92 0,2 1-92 0,1 0 0 0,0-1-28 16,0 2 28-16,2 0 0 0,0-2 202 0,1 2-202 15,1-1 0-15,-2-1 256 0,4 2-256 0,-2 0 0 0,2 1 256 16,1-3-256-16,1 2 0 0,0-2 72 0,1 1-72 16,2-1 0-16,0 0 0 0,0-1 0 0,3 2 0 0,0-2 0 15,0 0 0-15,0-2 0 0,2-2 0 0,-1 0 0 0,3-2 0 16,-2-1 0-16,1 1 0 0,3-3 0 0,-2 0 0 15,-1-2 0-15,0 0 0 0,1-2 0 0,-1-1 0 0,0 0 0 0,0-3 0 16,1 0 0-16,1-2 0 0,-1-2 0 0,-1-2 0 0,0-1 0 16,-2-2 0-16,0-1 0 0,-1-2 0 0,-6 3-3071 15,-5 2 3071-15,-2-1 0 0</inkml:trace>
  <inkml:trace contextRef="#ctx0" brushRef="#br0" timeOffset="64993.042">18134 12045 1024 0,'0'0'0'0,"0"0"0"0,0 0 0 0,0 0 0 15,0 0 256-15,0 0-256 0,0 0 0 0,0 0 256 0,0 0-256 0,0 0 0 16,0 0 256-16,0 0-256 0,0 0 0 0,0 0 256 0,0 0-256 0,0 0 0 0,-2 4 256 16,-2 3-256-16,-2 1 0 0,1-1 256 0,3-1-256 15,-1 0 0-15,0 1-256 0,0 0 256 0,0 2 0 0,0 0-234 16,-1 1 234-16,-2 2 0 0,3-2 256 16,-2 2-256-16,0 1 0 0,0-1 256 0,2 1-256 0,-2 2 0 0,2 0 256 15,-3-1-256-15,0 2 0 0,1-1 256 0,2 0-256 0,-1 1 0 0,1 1 64 16,1 0-64-16,1 0 0 0,-1 0-256 15,-2 1 256-15,0-2 0 0,3 0-81 0,1 2 81 0,1-1 0 16,-1-1 256-16,0-1-256 0,0 1 0 0,0-3 256 0,2 2-256 16,-1-2 0-16,1 1 256 0,2 0-256 0,0-1 0 0,-1-1 256 15,1-1-256-15,1-3 0 0,-1 3 93 0,1-2-93 0,2 0 0 16,-1-1-256-16,1-2 256 0,1-1 0 0,-1 0 50 16,2-1-50-16,0 0 0 0,0-3 256 0,2 0-256 0,0-1 0 0,0 0 107 15,2-1-107-15,1 0 0 0,-2-3 0 0,-2 0 0 16,-1-1 0-16,2-1-200 0,0 0 200 0,3-5 0 0,-3 4-5 15,-1-3 5-15,0 0 0 0,-1-1-23 0,2-1 23 16,1-1 0-16,-3 0 168 0,-1-1-168 16,-2-3 0-16,3 2 39 0,-3 0-39 0,-1-2 0 0,1 1 21 0,-2-1-21 0,1 0 0 15,0-1-7-15,-2 1 7 0,-1-2 0 0,-1 1 7 0,-1 0-7 16,-1 0 0-16,1 1 0 16,-2 0 0-16,1 0 0 0,-2 1 0 0,-3-2 0 0,-1-1 0 0,2 2-116 15,-1-1 116-15,-1 0 0 0,-2 1-256 0,-1 1 256 0,-2 1 0 0,0-1-256 16,0 1 256-16,-2-1 0 0,1 3 85 0,-2-1-85 0,-1 3 0 0,1-2 256 15,-1 2-256-15,-1 0 0 0,2 1 256 0,-2 0-256 16,0 2 0-16,0 0 31 0,1 2-31 0,-1 1 0 0,2-1 0 16,-3 2 0-16,0 1 0 0,3 0-98 15,1 1 98-15,-2 2 0 0,3 0-256 0,-1 0 256 0,2 2 0 0,-1-2-256 16,4 3 256-16,-1 0 0 0,1 0-23 16,4 2 23-16,0 0 0 0,0 0 164 0,1-2-164 15,0 1 0-15,3 2 94 0,0 3-94 0,1-1 0 16,1 0-4-16,0-2 4 0,3 1 0 0,0 2-83 0,0-1 83 0,3 0 0 15,-1 0 71-15,3 1-71 0,1-1 0 0,-1 2 141 0,3-1-141 0,2 2 0 0,-2-2 122 16,0 0-122-16,1 1 0 0,0 0-27 16,0 0 27-16,3 2 0 0,-2-2-173 0,-1 1 173 0,0-1 0 15,0 0-126-15,0 2 126 0,-1 1 0 0,2-1 5 0,-3 0-5 16,2-1 0-16,-2 0 148 0,-1 2-148 16,0 0 0-16,0 1 175 0,-2-1-175 0,1 1 0 0,0 0 126 0,-2 1-126 0,-1 1 0 0,1-1 0 0,0-1 0 15,-1 0 0-15,0 2 0 16,-1-1 0-16,-1 2 0 0,1-2 0 0,-1 1 0 15,0-2 0-15,-1 0 0 0,-1 0 0 0,-1-1 0 0,1 0 0 0,0 0 0 0,0 1 0 0,0-2 0 16,-2 1 0-16,1-2 0 16,0 0 0-16,-2 1 0 0,1-2 0 0,0 2 0 15,0-1 0-15,0-2 0 0,0 1 0 0,0 0 0 16,0-1 0-16,0 0 0 0,-2-2 0 0,1 0 0 0,1-2 0 16,1-1 0-16,1-1 0 0,0-1 0 0,1-1 0 0,2-1 0 15,-2-1 0-15,1-4 0 0,2 2 0 0,-2-3 0 16,1 0 0-16,1-2 0 0,-3 6-3071 0,-3 2 3071 0,-3 2 0 0</inkml:trace>
  <inkml:trace contextRef="#ctx0" brushRef="#br0" timeOffset="65522.984">18667 12066 1024 0,'0'0'0'16,"0"0"0"-16,0 0 0 0,0 0 0 0,0 0 256 0,0 0-256 0,0 0 0 0,0 0 256 0,0 0-256 0,0 0 0 16,0 0 256-16,0 0-256 0,0 0 0 0,2 6 256 15,1 4-256-15,2 1 0 0,-2-4 207 0,-2-1-207 0,1 0 0 0,0 0-256 16,0 1 256-16,0 1 0 0,-1 2-256 0,2 0 256 0,0 2 0 16,-1 0-256-16,0 0 256 0,4 2 0 0,-3-1-137 15,-2 2 137-15,1 1 0 0,0-2 256 0,0 1-256 16,0 0 0-16,0 1 256 0,1-1-256 0,0 2 0 0,1-1 230 15,-1 1-230-15,1 0 0 0,-1 0-256 16,1-1 256-16,1-1 0 0,-1 0-256 0,-2-1 256 0,1 1 0 0,1-2-256 16,2 0 256-16,0-1 0 0,-1 0 150 0,-2-2-150 0,1-1 0 0,0-1 256 15,0 0-256-15,1-2 0 0,-1 0 256 0,-2-1-256 0,1 1 0 16,0-4 256-16,-2 2-256 0,1-2 0 0,0-1-256 16,1-1 256-16,1-1 0 0,-1 0-57 0,1-1 57 0,-1-1 0 0,0-2 256 15,1-1-256-15,1-2 0 0,-1 0 256 16,1-3-256-16,1-2 0 0,-1 2 256 0,1-2-256 0,0 0 0 0,-1-1 256 15,1-1-256-15,2-1 0 0,-2 1 256 0,1-1-256 16,2-3 0-16,-1 2 203 0,-2-1-203 0,-1-1 0 0,1 2 13 16,0 0-13-16,1 0 0 0,-1 1 100 15,-2-1-100-15,1 0 0 0,-1 1-128 0,2 0 128 0,1 1 0 0,-3 0 63 16,-1 0-63-16,-1 1 0 0,1-1-14 0,0 2 14 0,0 0 0 0,0 0 256 16,-2 2-256-16,1 1 0 0,1-2 237 0,-1 1-237 0,0-2 0 0,0 2 59 15,-2 0-59-15,1 1 0 0,1 0-183 16,1-1 183-16,1 2 0 0,-2-4-256 0,-1 2 256 0,-1-1 0 15,1 8-2535-15,-2 4 2535 0,1 4 0 0</inkml:trace>
  <inkml:trace contextRef="#ctx0" brushRef="#br0" timeOffset="65867.27">19464 11919 1024 0,'0'0'0'0,"0"0"0"0,0 0 0 15,0 0 0-15,1 6 0 0,1 4 0 0,1 2 0 0,-1-6 0 16,0 0 0-16,1-3 0 0,-1 5 75 16,1 1-75-16,1 3 0 0,-1-2 256 0,0 3-256 0,0-1 0 0,0 1 256 0,0 1-256 15,0 3 0-15,1-1 256 0,-1 1-256 0,0 1 0 0,0 0 209 0,-2 2-209 16,1 2 0-16,0-1 247 0,1-2-247 0,1 1 0 0,-2 1 256 0,-1-1-256 15,-1 1 0-15,1 0 256 16,0-1-256-16,0 0 0 0,0-1 256 0,1 0-256 0,-1 0 0 16,0-1 256-16,-2 0-256 0,1-1 0 0,0 0-106 15,-3 0 106-15,2 0 0 0,0-3-199 0,0 0 199 0,0-1 0 0,0-2-157 0,0-2 157 0,0-1 0 16,0 0 256 0,0-2-256-16,0 0 0 0,0-4 256 0,2-2-256 15,-1 0 0-15,0-1 175 0,0-2-175 0,0-2 0 0,0 4-2548 16,0 1 2548-16,0 1 0 0</inkml:trace>
  <inkml:trace contextRef="#ctx0" brushRef="#br0" timeOffset="66390.015">19467 12162 1024 0,'0'0'0'0,"0"0"0"0,0 0 0 0,0 0 0 0,0 0 256 0,0 0-256 0,0 0 0 0,2-4 256 15,1-5-256-15,2-1 0 0,-2 4 256 0,0 0-256 0,0 0 0 16,1-1 256-16,1 0-256 0,1-2 0 0,-6 9 0 0,8-7 256 15,-1 1-256-15,3 0 0 0,-1-1 256 0,3 1-256 0,2 0 0 0,-2 1-6 16,1 0 6-16,1 0 0 0,-2 1-256 0,1 2 256 16,2-1 0-16,-2 1-206 0,2 1 206 0,0 0 0 0,0 2 256 15,-2-1-256-15,1 3 0 0,-2 0 256 0,-1 1-256 0,0 0 0 16,-1 2 165-16,-1-1-165 0,0 1 0 0,-2-1-256 16,-1 3 256-16,-1 1 0 0,-1-2-256 0,-1 2 256 15,0 0 0-15,-3-1-256 0,-3 1 256 0,-1 2 0 0,-1-1-56 0,-2 0 56 16,-2 2 0-16,-1-2 256 0,-1-1-256 0,-3 0 0 15,2 0 256-15,-1 1-256 0,-3 0 0 0,4-1 256 16,-3-2-256-16,-1-1 0 0,1 0 256 0,0-1-256 0,-2-1 0 0,3 1-141 16,-1-1 141-16,3 0 0 0,1 1-106 0,-1-2 106 0,3 0 0 0,-1-2 256 15,0 0-256-15,2 2 0 0,1-1 221 16,2-1-221-16,1-1 0 0,0 1 41 0,0 1-41 0,3-1 0 0,0 0-256 16,1 0 256-16,1 3 0 0,0-3-174 0,4 1 174 0,2 2 0 15,-1-2 146-15,2 3-146 0,2 0 0 0,1 0 256 16,1-1-256-16,3 2 0 0,-3 0 256 0,1 2-256 0,4 1 0 0,-3-2 135 15,2 2-135-15,0 0 0 16,0-1-88-16,-3-1 88 0,2 0 0 0,-1 1-58 0,0 1 58 0,-1 2 0 0,1-3 37 16,-2 2-37-1,-1-2 0-15,1 0 256 0,-2 2-256 0,-1 0 0 0,1-1 256 0,-1 0-256 0,-2 1 0 0,0-1 89 16,0 0-89-16,-2-1 0 0,1-1 0 16,-2 1 0-16,0-1 0 0,0-1 0 0,-1 1 0 0,-2-2 0 0,1 1 0 15,0-2 0-15,0-1 0 0,0 0 0 0,-2-1 0 0,1 0 0 0,0-2 0 16,-2-1 0-16,1-2 0 0,0 0 0 15,0-1 0-15,0-1 0 0,0 3-3071 0,0 2 3071 0,0 2 0 16</inkml:trace>
  <inkml:trace contextRef="#ctx0" brushRef="#br0" timeOffset="66866.421">19935 11637 1024 0,'0'0'0'0,"3"4"0"0,1 1 0 0,2 2 0 0,-2-2 0 0,0-1 0 0,0 0 0 0,2 1 0 0,3 0 0 16,1 3 0-16,-1-1 0 15,1 0 0-15,2 2 0 0,-2 0 0 0,2 1 0 0,1 3 0 0,0-1 0 0,-3 2 0 0,1 1 0 0,2 0 0 16,0 2 0-16,3 1 0 0,-4-1 256 0,-1 2-256 0,0 2 0 0,0 0 256 16,0 1-256-16,1 1 0 0,-1-1 29 15,-3 0-29-15,4 0 0 0,-3 0-256 16,-1 3 256-16,0 0 0 0,0 0-256 0,-1-1 256 0,0 1 0 0,0 1-29 16,-2 1 29-16,-1 2 0 0,0-4 0 0,-1 0 0 0,-1 0 0 0,0 0 0 15,-1 0 0-15,-1 1 0 0,1 0 0 0,-2 0 0 16,1 1 0-16,-2-2 0 0,-1 0 0 0,-1-2 0 15,1-1 0-15,-1 2 0 0,-1-1 0 16,-1-2 183-16,-1 1-183 0,-3-1 0 0,1-1 256 0,-2 0-256 0,0 0 0 0,-1-3 256 16,2 0-256-16,-3-1 0 0,0 0 256 15,3 0-256-15,-1-1 0 0,-1 0-256 0,1-2 256 0,0 0 0 0,-1 0 256 0,0 1-256 0,-3-3 0 0,2 0 256 16,1-1-256-16,0-3 0 0,0 3 256 0,0-2-256 31,1-1 0-31,0 0 256 0,0-2-256 0,2 0 0 0,5-4-1719 16,4-1 1719-16,4-1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36:38.04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5498 5378 1024 0,'0'0'0'0,"0"0"0"0,0 0 0 0,0 0 0 0,0 0 256 0,0 0-256 0,0 0 0 0,0 0 96 16,0 0-96-16,0 0 0 0,0 0 256 15,0 0-256-15,0 0 0 0,5 3-222 0,3 4 222 0,3 1 0 0,-4-6 35 16,-3 0-35-16,-2-3 0 0,2 3 21 15,-2-2-21-15,1 2 0 0,0-2-6 0,1 0 6 0,2 0 0 0,-3 0-9 16,-1 0 9-16,-1 0 0 0,1 0 4 0,1 0-4 0,1 0 0 0,-1 0 46 16,-2 0-46-16,1 0 0 15,0 0 27-15,1 0-27 0,2 0 0 0,-3 0 24 0,2 3-24 0,0 0 0 0,-1-2-15 16,-1 0 15-16,-1-1 0 0,1 3 12 16,1 0-12-16,1 2 0 0,-1-4 37 0,1 2-37 15,-1-1 0-15,0 0 35 0,-2 2-35 0,1-2 0 0,0 1 36 16,-1 0-36-16,2 2 0 0,-1-3-7 0,-2 1 7 0,1-2 0 0,0 0 2 15,0 1-2-15,0-2 0 0,0 1 12 0,0 1-12 0,0-2 0 16,0 1 28-16,0 0-28 0,1-1 0 0,-1 0 10 16,0 0-10-16,0-2 0 0,0 2 16 0,1-2-16 0,2 1 0 15,-2-1 8-15,1-2-8 0,1 1 0 0,-1-1 26 0,1 0-26 0,2-1 0 16,-2 0-4-16,1 1 4 0,1 1 0 0,-1-3 2 16,0 0-2-16,1-1 0 0,-1 1-22 0,0 0 22 15,0 1 0-15,0 0 21 0,1 0-21 0,2-4 0 0,-2 3 2 16,-2 1-2-16,1-3 0 0,-1 2 44 0,2 0-44 0,1 0 0 0,-2 0-6 15,-1-1 6-15,-1 1 0 0,1 1-7 16,0 1 7-16,1 0 0 0,-1 0-25 0,-2 0 25 0,1-1 0 0,0 1 10 16,0 1-10-16,0-2 0 0,-1 2 256 15,2-1-256-15,0 2 0 0,1-1-182 0,-3 1 182 0,1 0 0 16,0-1-20-16,-2 2 20 0,1-1 0 0,0 1-10 16,-2-1 10-16,1-1 0 0,0 1-33 15,0 1 33-15,0 1 0 0,0-1 0 0,-2 0 0 0,1-1 0 0,0 2-754 16,0 0 754-16,0 0 0 0</inkml:trace>
  <inkml:trace contextRef="#ctx0" brushRef="#br0" timeOffset="7473.133">7233 5418 1024 0,'0'0'0'0,"0"0"0"0,0 0 0 16,0 0 0-16,0 0 256 0,0 0-256 0,0 0 0 0,0 0 52 0,0 0-52 0,0 0 0 16,0 0 53-16,0 0-53 0,0 0 0 0,0 0 76 15,0 0-76-15,0 0 0 0,0 0 61 0,0 0-61 0,0 0 0 0,0 0 5 16,0 0-5-16,0 0 0 0,0 0-16 0,0 0 16 0,0 0 0 15,4 14-25-15,4 7 25 0,1 4 0 0,-4-17 29 0,-3-6-29 16,-2-6 0-16,2 6 48 0,1-2-48 0,1 2 0 0,-1-1 56 16,0-1-56-16,0 2 0 0,1-2 47 0,-1 0-47 0,0 0 0 15,0-1 26-15,-2 0-26 0,1 0 0 0,0-1 33 16,1 2-33-16,1-2 0 0,-1 2 20 0,0-3-20 0,1 0 0 0,-1 1 54 16,0-1-54-16,0-2 0 0,0 2 52 15,1-1-52-15,1 2 0 0,-1-1 41 0,2 0-41 0,1-3 0 0,-2 1 4 16,0-1-4-16,0 1 0 0,1 0-1 0,-1 1 1 0,0 0 0 0,-1 1 4 15,3-2-4-15,0 0 0 0,-1 1-3 16,0 0 3-16,2-1 0 0,-2 1-24 0,2 0 24 0,0-2 0 0,-1 1-49 16,0-1 49-16,1 3 0 0,-1-1-58 15,-1-1 58-15,0-2 0 0,0 3-19 0,1-1 19 16,-1 2 0-16,0-2 20 0,-2-2-20 0,1 0 0 0,0 0 43 0,-1 0-43 0,0-1 0 0,-2 5-785 16,-2 3 785-16,-2 3 0 0</inkml:trace>
  <inkml:trace contextRef="#ctx0" brushRef="#br0" timeOffset="12523.392">18063 5048 1024 0,'0'0'0'0,"0"0"0"15,0 0 0-15,0 0 0 0,0 0 256 0,0 0-256 0,0 0 0 0,0 0 256 16,0 0-256-16,0 0 0 0,0 0 256 0,0 0-256 0,0 0 0 0,0 0 256 16,0 0-256-16,0 0 0 15,0 0 256-15,0 0-256 0,0 0 0 0,0 0 153 16,0 0-153-16,0 0 0 0,0 8 3 0,1 5-3 0,1 4 0 0,-1-9 184 15,-2-3-184-15,1-1 0 0,0 2 256 0,0 1-256 0,0 0 0 0,0 2 179 16,0 0-179-16,0 3 0 0,0-4 84 0,-2 3-84 0,1 1 0 0,0 0 51 31,0 1-51-31,0 3 0 0,-1-2 47 0,0 2-47 0,-2 1 0 0,1 0 7 16,2 3-7-16,-1 0 0 0,0-1-38 0,2 0 38 16,-1-1 0-16,0 2 14 0,0 1-14 0,0 1 0 0,-1 0-29 15,2-1 29-15,-1-1 0 0,0 3-86 0,0-2 86 0,0 2 0 0,0-3-104 16,0-1 104-16,0-1 0 0,0-1-114 15,0-2 114-15,-1 0 0 0,1-2-89 0,0-1 89 0,0-2 0 0,0-6-1798 16,2-4 1798-16,-1-4 0 0</inkml:trace>
  <inkml:trace contextRef="#ctx0" brushRef="#br0" timeOffset="12940.084">18128 5086 1024 0,'0'0'0'0,"0"0"0"0,0 0 0 16,0 0 0-16,4-2 0 0,4-1 0 0,1-1 0 0,-1 1 0 0,-3 0 0 0,1-1 0 15,0 0 124-15,1 0-124 0,3-1 0 0,-4 2 220 16,3-1-220-16,1-1 0 0,-3 1-23 0,2 0 23 0,-1-1 0 0,0 2-81 16,1 0 81-16,0 0 0 0,-2 0-63 0,0 3 63 0,-2 0 0 15,1 0 83-15,-2 0-83 0,1 3 0 0,1-2 224 16,-1 1-224-16,0 1 0 0,-2 0 256 0,-1 2-256 0,-1 0 0 0,1-1 256 16,-2 0-256-16,1 0 0 0,-1 1 167 0,-1 2-167 15,-1 0 0-15,0 0 50 0,-1-2-50 0,-1 2 0 0,0-1 56 16,-2 0-56-16,0 2 0 0,0-3 144 15,-1 1-144-15,-2 1 0 0,1 0 139 0,-2 0-139 0,-3 0 0 0,1 1 107 16,1-3-107-16,-4 1 0 0,3 1-45 0,-2-1 45 0,-1 0 0 0,0 0-72 16,3 0 72-16,-1 2 0 0,0-4-98 0,2-1 98 0,0-1 0 15,7-1-1444-15,4-1 1444 0,4-1 0 0</inkml:trace>
  <inkml:trace contextRef="#ctx0" brushRef="#br0" timeOffset="13300.212">18535 5402 1024 0,'0'0'0'0,"0"0"0"0,0 0 0 0,0 0 0 0,0 0 256 0,0 0-256 0,0 0 0 16,0 0 256-16,0 0-256 0,0 0 0 0,0 0 256 16,0 0-256-16,0 0 0 0,0 0 256 15,0 0-256-15,0 0 0 0,0 0 256 0,0 0-256 0,0 0 0 0,2 8 256 0,1 5-256 16,2 3 0-16,0-11 256 16,3-6-256-16,1-3 0 0,0 4 70 0,1 0-70 0,2 0 0 15,-1 1 23-15,2 0-23 0,0 0 0 0,0-1-93 0,0-1 93 0,0-1 0 0,1 2-133 16,0 0 133-16,2 0 0 0,-2 0-62 15,0-1 62-15,-2-1 0 0,1 1 13 0,-2 0-13 0,-1-4 0 0,1 2 83 16,-2 0-83-16,-1-3 0 0,-1 2 29 16,0-2-29-16,-2 1 0 0,-3 3-1722 15,-2 2 1722-15,-2 2 0 0</inkml:trace>
  <inkml:trace contextRef="#ctx0" brushRef="#br0" timeOffset="13631.854">18726 5285 1024 0,'0'0'0'0,"0"0"0"0,0 0 0 0,0 0 0 0,0 0 256 0,0 0-256 0,0 0 0 0,0 0 256 32,0 0-256-32,0 0 0 0,0 0 256 0,0 0-256 15,0 0 0-15,7 6 256 0,4 1-256 0,3 5 0 0,-7-8-60 0,-1-4 60 0,-3-1 0 0,4 2-200 0,0-1 200 16,4-1 0-16,-2 1 230 0,1 0-230 16,2 0 0-16,-1 1 256 15,1-1-256-15,3 2 0 0,-3-1 256 0,2 2-256 0,0 0 0 0,0-3 95 16,-2 2-95-16,0-1 0 0,1 0 10 0,-2 1-10 0,-1 1 0 0,2-1 117 15,-2-2-117-15,0 1 0 0,0 0 195 16,-2 1-195-16,-1 1 0 0,-1-2 231 0,0 2-231 16,-2 0 0-16,1 0 256 0,1-1-256 0,1-1 0 0,-4 4 256 15,-1-1-256-15,-4 3 0 0,2 0 16 16,-1 1-16-16,-1 2 0 0,-1-2 132 0,-2 2-132 0,-2 0 0 0,2 1 79 16,-1 0-79-16,-2 3 0 0,0-3-130 0,0 0 130 0,-4 0 0 0,4 1-256 15,-2 0 256-15,-1 0 0 0,2-2-256 16,1 0 256-16,1-2 0 0,0-1-256 0,2 0 256 0,1-2 0 15,2-2-1995-15,2-3 1995 0,2-3 0 0</inkml:trace>
  <inkml:trace contextRef="#ctx0" brushRef="#br0" timeOffset="14371.474">19511 5123 1024 0,'0'0'0'0,"0"0"0"0,0 0 0 0,0 0 0 0,0 0 256 0,0 0-256 0,0 0 0 0,0 0 256 15,0 0-256-15,0 0 0 0,-1 6 68 0,-1 3-68 0,-2 1 0 0,2-3-43 16,0-1 43-16,0-2 0 0,0 4 107 15,-1 1-107-15,-1 2 0 0,4-11 0 0,-3 10 256 0,-1 2-256 16,-1 1 0-16,0 0 256 0,0 2-256 16,-1 1 0-16,2-2 256 0,1 1-256 0,1 0 0 0,0 0 256 0,-4 1-256 15,3 0 0-15,1-1 256 0,1-1-256 0,1-2 0 0,-1 1 256 0,2 0-256 0,-1-1 0 16,1 0 256-16,1-2-256 0,1-1 0 0,0 0 256 16,0-1-256-16,1-1 0 0,-1-1 172 0,1-2-172 0,1 0 0 0,-1-1-9 15,2 0 9-15,1-3 0 0,0 2-256 0,2-3 256 0,3 0 0 0,-3 1-256 16,1-3 256-16,2 0 0 0,-2 1-92 0,1-3 92 0,2 0 0 15,-2 0 133-15,2-1-133 0,1-2 0 0,-2 1 77 16,1-1-77-16,0-2 0 0,0 2-83 0,-2-3 83 0,-1 2 0 16,2-1-112-16,-3-1 112 0,1 0 0 0,0 0 26 0,-2 0-26 15,-1 1 0-15,1 0 215 0,0-4-215 0,-1 1 0 0,-1 1 256 16,-1 1-256-16,-1-1 0 0,0 0 256 0,-2 0-256 0,-1-2 0 0,-1 1 52 16,-1 1-52-16,-1-1 0 0,-1 1 0 15,0 1 0-15,-1 0 0 0,-1 0 0 0,-1 0 0 0,-1 0 0 0,-1 2 0 16,0-1 0-16,-1 1 0 0,-1 2 0 0,-1 1 0 0,-3 1 0 15,2 1 0-15,0 1 0 0,-2 0 0 0,2 1 0 16,0 1 0-16,-1 1 0 0,2 0 0 16,-3 1 0-16,1 1 0 0,2 0 0 0,0 1 0 0,1 2 0 0,1-2 0 15,0 1 0-15,2 1 0 0,-1 1 0 16,2 2 0-16,-2 0 0 0,2 0 0 0,1-1 0 0,1 1 0 0,1-1 0 16,2 3 0-16,2 0 0 0,-2 0-96 0,2-1 96 15,-1 1 0-15,2 0-49 0,2 0 49 0,2 2 0 0,-1-2-96 16,2 2 96-16,0 0 0 0,-1-1 3 0,1 1-3 0,2 0 0 0,-2 0 119 15,1-1-119-15,1 1 0 0,0 0 119 16,-1 0-119-16,0 2 0 0,-1-2 0 0,2-2 0 0,2 2 0 0,-4-1 0 16,-1 1 0-16,0 1 0 0,0-2 0 0,0 0 0 15,0 0 0-15,0 0 0 0,-1 1 0 0,0 1 0 0,-1-2 0 0,-1 3 0 16,-1-1 0-16,0-1 0 0,-1-1 0 0,-1 0 0 16,-1 0-14-16,-1 2 14 0,-1 1 0 0,1-3-136 0,0-1 136 0,0 0 0 0,0-1-133 15,-1-1 133-15,-2 1 0 0,4-6-2788 16,1-3 2788-16,1-3 0 0</inkml:trace>
  <inkml:trace contextRef="#ctx0" brushRef="#br0" timeOffset="15628.329">20163 5247 1024 0,'0'0'0'0,"0"0"0"0,0 0 0 0,0 0 0 0,0 0 256 0,0 0-256 0,0 0 0 0,0 0 256 0,0 0-256 16,0 0 0-16,8 2 256 0,4 2-256 0,5 3 0 0,-10-6 256 16,-2-3-256-16,-4-1 0 0,5 2 256 0,-3-1-256 0,1-1 0 0,1 1 256 15,1 0-256-15,1-1 0 0,1 1 256 16,0-1-256-16,1-1 0 0,-1 2 256 0,1-2-256 0,0 0 0 0,-1 1 256 15,2-1-256-15,-1-2 0 0,2 4 256 0,1-2-256 0,1 2 0 16,0-1 256-16,-3 1-256 0,1 0 0 0,2-1 255 16,0 1-255-16,2-3 0 0,-2 4 0 0,0 0 0 0,1 1 0 15,-1 0 0-15,0-2 0 0,0 1 0 0,1 0 0 16,-2 1 0-16,-1 1 0 0,1-2 0 0,-2 0 0 0,-1 0 0 0,1 0 0 16,-2 1 0-16,-1 1 0 0,-1-1 0 15,0 0 0-15,-2 0 0 0,0-1 0 0,-1 0 0 0,-1-1 0 0,-1 1 0 16,-1 1 0-16,-1 1 0 0,1-1-3071 0,0 0 3071 0,0 0 0 0</inkml:trace>
  <inkml:trace contextRef="#ctx0" brushRef="#br0" timeOffset="15955.572">20238 5398 1024 0,'0'0'0'0,"0"0"0"0,0 0 0 16,0 0 0-16,0 0 256 0,0 0-256 0,0 0 0 0,0 0 256 0,0 0-256 16,0 0 0-16,0 0 256 0,0 0-256 0,0 0 0 15,4 8 256-15,5 5-256 0,0 4 0 0,-3-12 256 0,-1-4-256 0,-1-4 0 16,-4 3 0-16,7 1 256 0,0-1-256 0,2-1 0 0,-2 1 256 0,2-1-256 0,-1-1 0 16,3 1 256-16,0 0-256 0,2-4 0 0,-2 4 256 15,2-2-256-15,1 1 0 0,-1 0 256 0,0-2-256 0,2 1 0 0,-2 0 256 16,2 1-256-16,0-3 0 0,0 3 255 15,-2-1-255-15,0 2 0 0,0 0 0 0,0-1 0 0,0-1 0 0,-1 1-70 16,-1 0 70-16,0-1 0 0,0 2 0 16,-2-2 0-16,2 1 0 0,-3 1 70 15,-1-1-70-15,-1-1 0 0,2 0 0 0,-3 1 0 0,1 1 0 0,-4 0-3071 16,-2 1 3071-16,-2 1 0 0</inkml:trace>
  <inkml:trace contextRef="#ctx0" brushRef="#br0" timeOffset="16226.454">20256 5682 1024 0,'0'0'0'0,"0"0"0"0,0 0 0 0,0 0 0 16,0 0 256-16,0 0-256 0,0 0 0 0,0 0 256 0,0 0-256 0,0 0 0 0,5 7 256 15,2 2-256-15,5 4 0 0,-4-10 256 0,-1-3-256 0,-1-3 0 0,4 3 256 0,-1 0-256 16,3 0 0-16,2-1 256 0,0 0-256 0,5-1 0 0,-2 1 256 16,4-2-256-16,1 1 0 0,-3 1 256 0,2-1-256 0,1-1 0 0,-1 0 256 31,2-1-256-31,2-2 0 0,-3 3 256 0,-2-2-256 0,1 0 0 0,-1-1 256 16,-2-1-256-16,0-2 0 0,-1 1 255 15,1 0-255-15,-1 0 0 0,-11 5-3071 0,-6 3 3071 0,-6 3 0 0</inkml:trace>
  <inkml:trace contextRef="#ctx0" brushRef="#br0" timeOffset="16815.964">21063 5181 1024 0,'0'0'0'0,"0"0"0"0,0 0 0 0,0 0 0 0,0 0 256 0,0 0-256 0,0 0 0 0,0 0 256 16,0 0-256-16,0 0 0 0,5-1 256 0,3 0-256 0,4 0 0 15,-6-1 256-15,-1 2-256 0,-1-2 0 0,4 1 256 0,-1 1-256 16,3-1 0-16,-2-1 256 0,2-1-256 0,1 0 0 0,-2 0 256 16,3 2-256-16,-1 0 0 0,-1-2 256 0,0 0-256 0,-2-2 0 0,0 3 256 15,1-2-256-15,-1 1 0 0,-1 0 256 0,-1 1-256 16,-1-3 0-16,2 2 256 0,-1 0-256 0,0 0 0 0,-1 0 255 16,0 2-255-16,-1-1 0 0,0 1 0 0,-1-2 0 0,-1 0 0 0,1 2 0 15,-2 0 0-15,1 0 0 0,0 1 0 16,-2-1 0-16,1 0 0 0,0 0 0 0,0 0 0 0,0-1 0 0,-1 2 0 15,-1 0 0-15,-1 0 0 0,1 0 0 0,0 0 0 16,0 0 0-16,0 1 0 16,0 2 0-16,0-1 0 0,-1 1 0 0,1 0 0 0,-2 1 0 0,1-1 0 0,0 2 0 0,0 0 0 0,-1 0 0 15,0 2 0 1,-2 2 0-16,2 0 0 0,1 1 0 0,1 1 0 0,-1-1 0 16,-1 3 0-16,-1 1 0 0,1-1 0 0,-2 2 0 0,0 1 0 0,1 0 0 0,0 1 0 15,0 1 0-15,0-1 0 0,-1 0 0 16,-3 2 0-16,4-1 0 0,1 2 0 0,-1-1 0 0,0-1 0 15,-1-2 0-15,-2 1 0 0,2-2 0 0,0 2 0 0,0-3 0 0,0 3 0 0,1-3 0 16,-2 1 0-16,3-3 0 0,1-1 0 16,1 0 0-16,0-2 0 0,1 0 0 0,1-1 0 0,-1-3 0 0,2-2 0 15,-1-2 0-15,0 1-3071 0,-2-2 3071 0,1-2 0 0</inkml:trace>
  <inkml:trace contextRef="#ctx0" brushRef="#br0" timeOffset="17150.223">21635 5095 1024 0,'0'0'0'16,"0"0"0"-16,0 0 0 0,0 0 0 0,0 0 256 0,0 0-256 0,0 0 0 0,2 6 256 0,1 2-256 16,1 3 0-16,-1-3 256 0,-2-2-256 0,1-1 0 0,0 3 256 15,-2 1-256-15,1 2 0 0,0 1 256 0,1 0-256 0,1 3 0 0,-2-1 256 16,-1 2-256-16,-1 4 0 0,1-2 256 0,-2 2-256 16,1 2 0-16,-1-2 256 0,-1 3-256 0,-1 0 0 0,1 0 256 15,-1 1-256-15,-1 2 0 0,-1-3 256 0,-2 1-256 0,1-2 0 0,1 1 256 16,1-3-256-16,0-1 0 0,0-1 255 15,2-4-255-15,-1 0 0 0,0-3 0 0,0-1 0 0,0-3 0 0,-1-3 0 16,4-2 0-16,0-2 0 0,0 1-3071 16,1-1 3071-16,1-1 0 0</inkml:trace>
  <inkml:trace contextRef="#ctx0" brushRef="#br0" timeOffset="17513.352">21561 5217 1024 0,'0'0'0'16,"0"0"0"-16,0 0 0 0,0 0 0 0,1-3 256 0,1-4-256 0,1-2 0 0,-1 3 256 0,2 0-256 0,0 1 0 16,-1-3 256-16,0 0-256 0,0-2 0 0,0 0 256 15,1-1-256-15,2-3 0 0,-1 3 256 0,0 0-256 0,1-1 0 0,-1-1 82 16,1 1-82-16,3-1 0 0,-2 1 214 0,0 2-214 16,3 0 0-16,-1 0 256 0,-1 1-256 0,0 0 0 0,0 2 256 15,2 0-256-15,0 2 0 0,0 0 256 0,2 1-256 16,1 0 0-16,-1 1 256 0,0 2-256 0,1-1 0 0,0 3 256 15,-1 1-256-15,1 1 0 0,-1 0 215 0,2 2-215 16,0 0 0-16,-1-1 0 0,-1 3 0 0,-1 1 0 16,-2-1 0-16,-2 1 0 0,-1 2 0 0,0-1 0 0,-1 0 0 0,-1 1 0 0,-1-1 0 15,-1 1 0-15,-4 0 0 0,2-2 0 0,-1 0 0 0,-1 1 0 0,-1 0 0 16,-2-2 0-16,-2 2 0 0,1-1 0 0,-2 0 0 16,-1-2 0-16,0 1 0 0,-2 0 0 0,0-2 0 0,0 1 0 15,-3 0 0-15,-2-1 0 0,1-1 0 16,1 2 0-16,-4-2 0 0,4 2 0 0,-1-1 0 0,3-2 0 0,0 0 0 15,0-2 0-15,2 0 0 0,6 1-3071 16,4-2 3071-16,4-2 0 0</inkml:trace>
  <inkml:trace contextRef="#ctx0" brushRef="#br0" timeOffset="18391.427">22307 5117 1024 0,'0'0'0'0,"0"0"256"0,0 0-256 0,0 0 0 16,0 0 256-16,0 0-256 0,0 0 0 0,0 0 256 15,0 0-256-15,0 0 0 0,0 0 256 0,0 0-256 0,0 0 0 0,0 0 256 0,0 0-256 0,0 0 0 0,0 0 256 16,0 0-256 0,0 0 0-16,0 0 256 0,0 0-256 0,0 0 0 0,0 0 256 15,0 0-256-15,0 0 0 0,0 0 256 16,0 0-256-16,0 0 0 0,0 0 256 0,0 0-256 0,0 0 0 0,0 0 256 15,0 0-256-15,0 0 0 0,0 0 255 16,0 0-255-16,0 0 0 0,0 0 0 0,0 0 0 0,0 0 0 0,0 0 0 16,0 0 0-16,0 0 0 0,0 0 0 0,0 0 0 15,0 0 0-15,0 0 0 0,0 0 0 0,0 0 0 0,0 0 0 16,0 0 0-16,0 0 0 0,0 0 0 0,0 0 0 0,0 0 0 16,0 0 0-16,0 0 0 0,0 0 0 0,0 0 0 15,0 0 0-15,0 0 0 0,0 0 0 0,0 0 0 0,0 0 0 0,0 0 0 16,0 0 0-16,0 0 0 0,3 4 0 0,-1 1 0 15,0 3 0-15,3-8 0 0,1 0 0 0,2-5 0 0,-1 5 0 16,-1 0 0-16,0 0 0 0,0 0 0 0,0-1 0 0,1 0 0 16,-7 1 0-16,5-1 0 0,2 0 0 0,0-1 0 0,-1 2 0 15,0-1 0-15,-2-1 0 0,1 1 0 0,-2 0 0 0,1 0 0 0,0 1 0 16,-2 0 0-16,1 0 0 0,0 0 0 0,1-1 0 0,-1-1 0 0,0 2 0 16,-2 0 0-16,1 0 0 0,0 0 0 15,-2 0 0-15,1 0 0 0,0 0 0 0,-1 0 0 0,2 0 0 0,-1-1 0 16,-2-1 0-16,1 1 0 0,0 1 0 15,2 0 0-15,-1 0 0 0,0 0 0 0,-2 0 0 0,1 0 0 0,0 0 0 16,0 0 0-16,0 0 0 0,0 0 0 0,0 0 0 0,0 0 0 0,0 0 0 16,0 0 0-16,0 0 0 0,0 0 0 15,-2 0 0-15,1 0 0 0,-1 0 0 16,4 0 0-16,-2 0 0 0,0 0 0 0,0 0 0 0,0 0 0 0,0 0 0 16,-2 0 0-16,1 0 0 0,0 1 0 0,2 1 0 0,-1-1 0 0,0 0 0 15,-2-1 0-15,1-1 0 0,0 0 0 16,0-1 0-16,0 1 0 0,0 1-3071 15,2 0 3071-15,-1 0 0 0</inkml:trace>
  <inkml:trace contextRef="#ctx0" brushRef="#br0" timeOffset="19233.011">22280 4918 1024 0,'0'0'0'0,"0"0"0"0,0 0 0 0,0 0 0 0,0 0 256 0,0 0-256 0,0 0 0 0,0 0 256 16,0 0-256-16,0 0 0 0,0 0-104 0,0 0 104 0,0 0 0 0,0 0-103 16,0 0 103-16,0 0 0 0,0 0-196 15,0 0 196-15,0 0 0 0,0 0-109 0,0 0 109 0,0 0 0 0,0 0 0 16,0 0 0-16,0 0 0 0,0 0 256 0,0 0-256 0,0 0 0 0,0 0 256 15,0 0-256-15,0 0 0 0,0 0 256 16,0 0-256-16,0 0 0 0,0 0 256 0,0 0-256 0,0 0 0 0,0 0 256 16,0 0-256-16,0 0 0 0,0 0 256 0,0 0-256 15,0 0 0-15,1 5 256 0,1 1-256 0,1 3 0 0,-1-5 256 16,0 2-256-16,0-1 0 0,0 1 256 0,0-1-256 16,0 3 0-16,0-1 256 0,0 2-256 0,0 1 0 0,-1-2 256 15,2 0-256-15,1 1 0 0,-2-1 255 0,1 1-255 0,1 2 0 0,-1-3 0 16,0 0 0-16,0 1 0 0,0-1 0 15,0 0 0-15,1 2 0 0,-1-3 0 0,-2 1 0 0,1-2 0 0,0 1 0 16,1-1 0-16,1 0 0 0,-1 0 0 0,0 0 0 0,0 1 0 0,0-1 0 16,-2 0 0-16,2-1 0 0,-1-1 0 0,0 0 0 15,0 0 0-15,0-1 0 0,-2 1 0 0,1-3 0 0,0 3 0 16,0-3 0-16,0 2 0 0,0 0 0 16,1-1 0-16,2 2 0 0,-3-2 0 15,-1-2 0-15,-1 0 0 0,1 1 0 0,1 1 0 0,1 0 0 0,-1-1 0 16,-2-1 0-16,1 1 0 0,0 0 0 0,2-1 0 0,-1-1 0 15,0 0 0-15,-2 1 0 0,1-1 0 0,0 0 0 16,2 0 0-16,-1-2 0 0,0 3 0 0,1-2 0 0,-1-2 0 0,0 2 0 16,1-3 0-16,1-1 0 0,-1 3 0 15,0-3 0-15,0 1 0 0,0-1 0 0,1-2 0 0,1-1 0 0,-1 2 0 16,1-2 0-16,2 0 0 0,-2 1 0 16,0-3 0-16,0 1 0 0,0 1 0 0,1-1 0 0,2-2 0 0,-2 2 0 15,-2 0 0-15,1 2 0 0,0-2 0 16,1-2 0-16,1-1 0 0,0 2 0 0,-1-2 0 0,0 0 0 0,-1 0 0 15,2 2 0-15,1 0 0 0,-2-1 0 0,-1 0 0 0,0 1 0 0,0 1 0 16,-1 0 0-16,-1 2 0 0,1-2 0 16,1 1 0-16,2-1 0 0,-3 3 0 0,-1 0 0 0,-1 2 0 0,1-2 0 15,0 1 0-15,0 0 0 0,0 2 0 0,-2 1 0 0,1 1 0 0,0-1 0 16,0 1 0-16,0 0 0 0,0-1 0 16,-2 2 0-16,1-1 0 0,0-1 0 15,2 1 0-15,-2-3 0 0,2 4-3071 0,-4 1 3071 0,2 1 0 0</inkml:trace>
  <inkml:trace contextRef="#ctx0" brushRef="#br0" timeOffset="20043.284">22867 4735 1024 0,'0'0'0'0,"0"0"0"0,0 0 0 0,0 0 0 0,0 0 256 0,0 0-256 0,0 0 0 0,0 0 256 0,0 0-256 0,0 0 0 0,0 0 256 16,0 0-256-16,0 0 0 0,0 0 256 0,0 0-256 0,0 0 0 0,-2 12 12 16,-3 7-12-16,-1 4 0 0,4-14 242 0,1-4-242 15,1-4 0-15,-1 4 256 16,-1 0-256-16,-1 2 0 0,1-1 256 0,0 1-256 0,0 1 0 0,0 1 256 15,-1-1-256-15,-2 0 0 0,2 2 256 16,-1-1-256-16,-2 2 0 0,1-2 256 0,2 2-256 0,-1 3 0 0,-1-3-256 16,1 0 256-16,0 2 0 0,0-1-211 0,-1 1 211 0,-1 0 0 0,2-1-256 15,0 0 256-15,1-2 0 0,2 1-256 16,-3 0 256-16,0-1 0 0,2-1-256 0,1 1 256 0,1-1 0 0,0 0-75 16,1 0 75-16,1-2 0 0,-1 2 256 15,1 0-256-15,2-2 0 0,0 1 256 0,2-3-256 0,0 1 0 16,-1 0 256-16,1 0-256 0,1 1 0 0,2-3 256 0,1-2-256 15,2-2 0 1,0 2 256-16,1-3-256 0,4 0 0 0,-4 0 256 0,2-2-256 0,0-1 0 0,0-2 256 0,0 1-256 0,2-4 0 16,-2 4 31-16,0-3-31 0,-1-1 0 0,0 1 0 0,-2-2 0 15,0 0 0 1,1-1 0-16,-2 0 0 0,-1-2 0 0,0 1 0 16,-2 2 0-16,-1 1 0 0,0-3 0 0,0 2 0 0,-2-3 0 15,-1 3 0-15,-1-1 0 0,-1 0 0 0,1 1 0 0,-2-2 0 0,1 0 0 0,-2 1 0 0,-2 1 0 16,-2 0 0-16,0 0 0 15,0 0 0-15,-3 0 0 0,-1 2 0 16,1-2 0-16,-3 1 0 0,1 0 0 0,-2 1 0 0,0 2 0 0,-1 0 0 16,0 2 0-16,-1-1 0 0,1 0 0 0,-1 0 0 15,-1 3 0-15,2-2 0 0,1 2 0 0,-1 1 0 0,0 0 0 16,1 1 0-16,0 1 0 0,0 0 0 0,1 1 0 0,0 2 0 0,1-3 0 16,1 0 0-16,0 2 0 0,1 0 0 15,0 2 0-15,3 1 0 0,-2-2 0 0,1 2 0 0,0 2 0 0,2-2 0 16,2 1 0-16,1-2 0 0,-2 3 0 0,2-2 0 15,2 2 0-15,-1 1 0 0,1-1 0 0,1 0 0 0,0 2 0 16,3-1 0-16,2 2 0 0,-2-1 0 0,0-1 0 0,4 3 0 16,-2-2 0-16,1 0 0 0,1 2 0 0,0-2 0 15,-3 2 0-15,1 0 0 0,0-1 0 0,1 0 0 0,-1-1 0 0,0-1 0 16,-1 3 0-16,0-1 0 0,0 0 0 16,-1-1 0-16,2 1 0 0,-1-3 0 0,-1 3 0 0,-2-3 0 15,1 2 0-15,-1-1 0 0,-1 1 0 0,2 0 0 0,-2-1 0 16,0-1 0-16,1 2 0 0,-2-1 0 0,0 2 0 15,1-1 0-15,-2 1 0 0,-1 2 0 0,1-1 0 16,0 2 0-16,0 1 0 0,0-3 0 0,-2-2 0 0,1-1 0 16,0-5-3071-16,0-4 3071 0,0-4 0 0</inkml:trace>
  <inkml:trace contextRef="#ctx0" brushRef="#br0" timeOffset="37305.931">4004 6804 1024 0,'0'0'0'0,"0"0"0"0,0 0 0 0,0 0 0 0,0 0 256 0,0 0-256 0,0 0 0 0,0 0 256 0,0 0-256 15,0 0 0-15,0 0 256 0,0 0-256 0,0 0 0 0,0 0 256 16,0 0-256-16,0 0 0 16,0 0-91-16,0 0 91 0,0 0 0 0,0 0-94 0,0 0 94 0,0 0 0 0,4 11 31 0,1 6-31 0,3 5 0 0,-3-15 128 15,-1-7-128-15,-1-4 0 0,1 6 151 16,1-2-151-16,2 2 0 0,-1-2 64 0,1 0-64 0,1 0 0 0,2 0-47 15,-1 0 47-15,3 0 0 0,0 0-109 16,1 0 109-16,4 2 0 0,-4-1-110 16,1-1 110-16,2-1 0 0,1 2-11 0,2 0 11 0,2 1 0 15,-3-2 84-15,3 1-84 0,0 1 0 0,-2 0 108 16,2-2-108-16,1 1 0 0,0-1 256 16,1 0-256-16,3 0 0 0,-1 0-239 15,1 0 239-15,0 0 0 0,1-1-102 0,0 1 102 0,3-2 0 0,-2 1-64 0,1 0 64 0,1 0 0 0,-1 0-13 16,-1 0 13-1,1-1 0-15,-1 2 51 0,-1-2-51 0,0 2 0 0,0-1 32 16,-1 0-32-16,2-1 0 0,-2 1 31 0,-1-1-31 16,0-1 0-16,-1 1 0 0,-2 0 0 0,0-1 0 0,-1 1-18 15,-2 1 18-15,1-2 0 0,0 3-71 0,-2-3 71 0,1 0 0 0,-1 2 62 16,0 0-62-16,0 0 0 0,-2 0 101 0,-1-1-101 16,-3-2 0-16,1 4 114 0,0-2-114 0,-2 1 0 0,-1 1 77 15,0 0-77-15,-2 0 0 0,0 0 0 0,1-2 0 0,-2 1 0 0,-1 1-46 16,-1 0 46-16,-1 0 0 0,-1 0-50 15,-1 0 50-15,0 0 0 0,0 0-22 0,-2 0 22 0,1 0 0 0,0 0 32 16,-2 0-32-16,1 0 0 0,-2 0 56 16,-2 0-56-16,0 0 0 0,1 0 89 0,-1-1-89 0,-1-1 0 0,0 0 51 15,-2 1-51-15,-2-2 0 0,6 2-1455 0,3 1 1455 0,3 1 0 0</inkml:trace>
  <inkml:trace contextRef="#ctx0" brushRef="#br0" timeOffset="48451.385">5489 8451 1024 0,'0'0'0'0,"0"0"0"0,0 0 0 0,0 0 0 0,0 0 124 16,0 0-124-16,0 0 0 0,0 0-13 0,0 0 13 0,0 0 0 0,6 5-13 0,2 1 13 0,3 3 0 0,-5-5 52 16,-1-1-52-16,-3-1 0 0,2 0 23 15,-2 1-23-15,1-1 0 0,0-1 7 0,0 2-7 0,0-1 0 16,0-1-36-16,1 0 36 0,2 1 0 0,-2-2-6 15,0 0 6-15,0 0 0 0,0 0 16 0,1 0-16 0,3 0 0 0,-3 0 2 16,2 0-2 0,0 0 0-16,0 0 17 0,-1 0-17 0,0 0 0 0,0 0 16 0,1 0-16 0,1 0 0 0,0 0 29 0,-1 0-29 15,0 0 0-15,0 0 8 0,1 0-8 0,-1 0 0 0,0-2 17 32,1 1-17-32,2 0 0 0,-2 0 30 0,1 1-30 0,3 1 0 0,-3-1 38 0,1 0-38 0,2 0 0 0,-2 0 10 15,0 0-10-15,1 0 0 0,-1 0 14 0,1 1-14 0,3 2 0 0,-3-3 17 31,3 0-17-31,-1-1 0 0,-1 0 46 0,0 2-46 0,-2-1 0 0,1 0 26 16,2 0-26-16,0 0 0 0,0 0 20 16,0 0-20-16,2 0 0 0,-2 0 16 0,-1 0-16 0,1 0 0 0,0 1 15 15,2-1-15-15,1 2 0 0,0-1-4 0,-3-1 4 0,2-1 0 0,-1 2-12 16,2-1 12-16,1 1 0 0,0 1-9 16,-3-1 9-16,2 1 0 0,-1-2 25 0,-1 0-25 0,0 0 0 0,0 0 29 15,1 1-29-15,2 0 0 0,-3 0 35 16,2-1-35-16,0-1 0 0,0 1 26 0,-2 0-26 0,3 0 0 0,-2 1 37 15,2 0-37-15,1 1 0 0,0-2 9 0,-3 1-9 0,2 0 0 16,-2 0-17-16,3-1 17 0,0-1 0 0,-2 1-23 16,1 0 23-16,0 0 0 0,0 0-12 0,0 0 12 0,2 0 0 0,-3-1 9 15,3 1-9-15,0-1 0 0,-2 0 16 16,3 0-16-16,0-1 0 0,-1 1 13 0,-1 1-13 0,0 1 0 0,0-1 18 16,2 0-18-16,-1 0 0 0,0 0 13 0,0 0-13 0,2 0 0 15,-1 0 15-15,-2 0-15 0,2 0 0 0,-1-1 5 16,0 1-5-16,2-1 0 0,-1 0 11 0,0 1-11 0,3 1 0 0,-3-1 15 15,-3-1-15-15,2 1 0 0,-1-1 7 0,0 0-7 0,0-1 0 16,-1 2 16-16,3 0-16 0,-1 0 0 0,-1 0 15 16,-2 0-15-16,0 0 0 0,1 0 31 0,-2-1-31 0,3 0 0 0,-2 1 31 15,0-2-31-15,0 1 0 0,0 0 44 16,-2 1-44-16,0 1 0 0,0-1 66 0,1 0-66 0,-1 0 0 16,-2 0 98-16,0 0-98 0,-1 0 0 0,-1-1 115 0,0 0-115 0,-3 0 0 15,3 0 145-15,-2 1-145 0,0 1 0 0,-2-1 167 16,-1 0-167-16,-1 0 0 0,0 0 211 0,0 0-211 0,-2 0 0 0,1-1 247 15,-1 0-247-15,0-1 0 0,-1 1 256 16,-1 1-256-16,-1 1 0 0,1-1 256 0,0 0-256 0,0 0 0 16,0-1 256-16,-2 1-256 0,1-1 0 0,1 0 256 0,-3 1-256 0,2 1 0 0,-1-1 180 15,2 0-180-15,-1 0 0 0,0 0 0 16,-2 0 0-16,0 0 0 0,1-1 0 0,2 0 0 16,-1-2 0-16,0 3 0 0,0 0 0 0,0 0 0 0,0 0 0 15,0 0 0-15,0 0 0 0,0 0 0 0,2 0 0 0,-1 0 0 0,0 0 0 16,-2 0 0-16,1 0 0 0,0 0 0 0,2 0 0 0,-1 0 0 15,0 0 0-15,-3 0 0 0,3 0 0 0,-1 0 0 16,2 0 0-16,-1 0 0 0,0 0 0 0,0 0 0 0,0 0 0 0,0 1-93 16,0 1 93-16,0 0 0 0,0-2-256 0,-2-2 256 15,1-1 0-15,0 3-256 0,2 0 256 16,-1 0 0-16,-1 0-170 0,-1 0 170 0,-1-2 0 0,1 1-2296 16,2 1 2296-16,2 1 0 0</inkml:trace>
  <inkml:trace contextRef="#ctx0" brushRef="#br0" timeOffset="56341.719">12828 7743 1024 0,'0'0'0'0,"0"-4"0"0,0-3 0 0,0 0 0 0,0 0 256 0,2 0-256 0,-1-1 0 0,0 1 256 0,0-1-256 15,0 1 0-15,0 0 256 0,0 1-256 0,0-1 0 0,0 2 256 16,-2-1-256-16,1 2 0 0,0 1 42 0,0 1-42 0,0 0 0 0,0 3-256 16,-2 2 256-1,1 0 0-15,0 4-256 16,0 0 256-16,0 5 0 0,-2-1 256 16,0 5-256-16,-2 0 0 0,1 2 256 0,0 3-256 0,-3 3 0 0,2-1 256 15,-1 1-256-15,-3 2 0 0,1 2 256 16,2 3-256-16,-5 2 0 0,2-1-53 0,4 0 53 15,-2 4 0-15,0 2-256 0,-1 3 256 0,1 4 0 0,0-5-76 0,1 2 76 0,-1-1 0 0,0 3 237 16,2 2-237-16,-1 3 0 0,2-2 256 16,1 5-256-16,1 0 0 0,-2 0 210 0,0 4-210 15,-2 0 0-15,1 0 159 0,0 1-159 0,-4 4 0 0,3-3-256 16,2 4 256-16,-1 0 0 0,0 1-256 0,1 3 256 16,0 1 0-16,-1 0-256 0,-1 0 256 0,0 2 0 0,1-2 183 15,-1 0-183-15,-2 1 0 0,3-1 256 0,0 2-256 0,2 0 0 0,-1 1 256 16,1 5-256-16,1 0 0 0,-5 0 256 15,0 0-256-15,-4 3 0 0,5 0-96 16,2 3 96-16,0 3 0 0,1-1-256 0,2 1 256 0,2 2 0 0,-2-2-256 16,2 1 256-16,-1 2 0 0,-2-3-256 0,-1 2 256 15,-2 0 0-15,3-2 256 0,1 1-256 0,1-2 0 0,-4 1 256 16,-3 1-256-16,-1 2 0 0,3-3 256 16,-2 1-256-16,0-2 0 0,0 1-75 0,0 0 75 15,-1 1 0-15,2-1-256 0,0 0 256 0,1 1 0 0,0-5-256 0,1-1 256 16,1-2 0-16,-1-1-256 0,0-2 256 0,0-2 0 15,-1 3-256-15,2 1 256 0,0 3 0 0,0-5-256 16,1 0 256-16,1-1 0 0,-1-2-256 0,0-3 256 0,0-1 0 0,1-1-256 16,-2-1 256-16,0 0 0 0,0-5-227 15,-2-1 227-15,-1-2 0 0,1-1-48 0,2-1 48 0,-1-3 0 16,0-1 256-16,0-3-256 0,-2-1 0 0,4 0 256 16,-3-2-256-16,0 3 0 0,0-4-256 15,0-2 256-15,-4 1 0 0,3-2-256 0,0-1 256 0,0 0 0 0,1-5 0 16,-1-1 0-16,3-3 0 0,-1-2 0 0,-1-4 0 15,-1 0 0-15,1-4 0 0,2-2 0 0,-2-3 0 0,1 0 0 16,2-4 0-16,-1-2 0 0,0 0 0 0,-1 0 0 0,-1-5 0 0,1 2 0 16,-1-2 0-16,1 0 0 0,0-4 0 15,0-2 0-15,0-2 0 0,0-2 0 0,2-4 0 0,-1 1 0 0,-1-3 0 16,3-2 0-16,-1-2 0 0,1 11 0 0,1 4 0 0,1 4 0 0</inkml:trace>
  <inkml:trace contextRef="#ctx0" brushRef="#br0" timeOffset="57108.692">13937 8053 1024 0,'0'0'0'0,"0"0"0"0,0 0 0 0,0 0 0 15,0 0 256-15,0 0-256 0,0 0 0 0,0 0 256 0,0 0-256 0,0 0 0 0,0 0 256 16,0 0-256-16,0 0 0 0,0 7 256 0,0 4-256 0,0 3 0 0,-4033-7 256 16,8068-2-256-16,-4034-2 0 0,0 4 256 15,1 5-256-15,1 1 0 0,-2-1-256 0,2 1 256 0,0 4 0 0,0-3 75 16,-2 4-75-16,1 2 0 0,0 1 256 16,1 0-256-16,-1 4 0 0,0-3 256 0,1 1-256 15,1 1 0-15,-1 0 256 0,-2 2-256 0,1 0 0 0,0 0 256 16,-2 1-256-16,1 1 0 0,0 0 256 0,0-3-256 0,0 2 0 15,0-2 19-15,0 1-19 0,0-1 0 0,0-1-103 0,-2-1 103 0,1-1 0 16,0 1 90-16,2 0-90 0,0 0 0 0,-1-1-30 16,-2-1 30-16,1-1 0 0,-2 0-256 0,1-1 256 0,-1-2 0 15,0 0-256-15,2-4 256 0,-1-1 0 0,0-2-256 16,-1-1 256-16,-1-2 0 0,1-1-256 0,-1-2 256 0,-1-2 0 0,1-2-190 16,0-5 190-16,-1 1 0 0,3 2-1397 15,1 2 1397-15,1 2 0 0</inkml:trace>
  <inkml:trace contextRef="#ctx0" brushRef="#br0" timeOffset="57472.875">13883 8286 1024 0,'0'0'0'0,"1"-3"0"0,1 1 0 0,1-3 0 0,-2 3 256 0,2-3-256 0,0 0 0 0,0 1 256 16,1-2-256-16,2 1 0 0,-1-3 256 0,1-2-256 0,1-1 0 0,1 2 256 15,0-1-256-15,2 1 0 0,-1-1 256 0,1 2-256 0,2-3 0 0,0 3 256 16,0 2-256-16,2-2 0 0,-1 3 24 16,0 1-24-16,2 0 0 0,-2 1-256 0,1 2 256 0,-1-1 0 0,0 2 256 15,2 2-256-15,0-1 0 0,0 3 256 16,-2 1-256-16,2 2 0 0,-3 1 256 0,-2-1-256 0,-1 3 0 0,-1-1 256 16,-1 0-256-16,0 1 0 0,-2 0 256 0,-1-1-256 15,-1 2 0-15,-2-3-35 16,-2 4 35-16,-2 1 0 0,-1-2-19 0,-4 0 19 0,1-1 0 0,-1 1 256 0,0-1-256 0,-4 1 0 15,0 0 256-15,-3 0-256 0,-4 2 0 0,4-3 29 16,-1-1-29-16,-2 0 0 16,1 0 0-16,-3 1 0 0,-3 0 0 0,3-1-145 0,1-1 145 0,-1 0 0 15,1-2-256-15,0-1 256 0,1-1 0 0,1 0-256 16,3-1 256-16,0 0 0 0,2-3-256 0,2 0 256 0,1 0 0 0,5 0-2158 16,4 0 2158-16,4 0 0 0</inkml:trace>
  <inkml:trace contextRef="#ctx0" brushRef="#br0" timeOffset="57823.084">14604 8522 1024 0,'0'0'0'0,"0"0"0"0,0 0 0 0,0 0 0 0,0 0 256 0,0 0-256 0,0 0 0 0,0 0 256 16,0 0-256-16,0 0 0 0,6 3 256 0,3 1-256 0,2 3 0 16,-3-4 256-16,0 1-256 0,-2-2 0 0,3 2 256 0,4-2-256 15,0 1 0-15,0 0-256 0,2 2 256 0,0 1 0 0,2-4 256 16,0 0-256-16,2 0 0 0,0 0 256 0,0 0-256 0,3-1 0 16,-1 1 256-16,0-1-256 0,3 3 0 0,-2-3 256 15,2 0-256-15,-1-1 0 0,1 1 256 0,-2 1-256 0,1 0 0 0,-1-1 256 16,0 0-256-16,1 0 0 0,-2 0 256 0,-2 1-256 0,0 0 0 15,-1 0 255-15,0-1-255 0,-1 0 0 0,-2 0-255 16,-1 0 255-16,1 3 0 0,-3-2-256 0,-2-2 256 0,-1 1 0 0,-1 0-256 16,-1-1 256-16,1-1 0 0,-2 0-150 15,-2-1 150-15,-2-2 0 0,0 4-2154 0,-2 0 2154 16,-2 0 0-16</inkml:trace>
  <inkml:trace contextRef="#ctx0" brushRef="#br0" timeOffset="58291.03">15198 8406 1024 0,'0'0'0'0,"0"0"0"0,0 0 0 0,0 0 0 0,0 0 256 16,0 0-256-16,0 0 0 0,0 0 256 0,0 0-256 0,0 0 0 0,0 0 256 15,0 0-256-15,0 0 0 0,4 4 256 0,2 3-256 0,2 1 0 0,-2-4 256 16,2-1-256-16,1-1 0 0,-2 1 256 16,1-2-256-16,2 2 0 0,-1-1 256 0,1 2-256 15,2-1 0-15,-1 0 161 0,2-1-161 0,1 0 0 0,-1 0 256 16,-1 1-256-16,0 1 0 0,1-2 256 0,0 0-256 0,3 0 0 0,-3 0 256 16,-1 0-256-16,0 1 0 0,0-1 256 0,2-1-256 15,0 2 0-15,-2 0 94 16,0 0-94-16,-2 0 0 0,-1 0-3 0,1-1 3 0,-2-1 0 0,0 2-256 0,0 0 256 15,-2 1 0-15,0-1 219 0,-1 1-219 0,-1-2 0 0,0 1 40 16,-1 0-40-16,0 1 0 0,-1 1 0 0,-1 1 0 0,-1 3 0 0,0-4 0 16,-1 1 0-16,-1 1 0 0,-2 0 0 0,0 1 0 0,-1 3 0 0,-1-3 0 15,0 1 0-15,-4 1 0 16,3 1 0-16,-1 1 0 0,-2 1 0 0,0-1 0 16,0-1 0-16,-2 1 0 0,1-2 0 0,0 3 0 0,-2 1 0 0,2-1-89 15,-1 0 89-15,-2 2 0 0,3-2-187 0,-3-1 187 0,1 1 0 0,2-2-256 16,0 0 256-16,2-2 0 0,1-1-256 0,0-1 256 0,2-3 0 0,-1 0-256 15,2-2 256-15,-1-2 0 16,4 2-2027-16,2-3 2027 0,2 0 0 0</inkml:trace>
  <inkml:trace contextRef="#ctx0" brushRef="#br0" timeOffset="59070.847">16603 8132 1024 0,'0'0'0'0,"0"0"0"0,0 0 0 0,0 0 0 0,0 0 0 0,0 0 0 0,0 0 0 0,0 0 245 16,0 0-245-16,0 0 0 0,3-6 256 0,3-1-256 0,1-3 0 16,-4 5 256-16,-1 2-256 0,-1 1 0 0,1-1 256 15,0 0-256-15,0 0 0 0,0-1 256 0,-2 0-256 0,1 0 0 16,0 0-215-16,-2 1 215 0,1 0 0 0,-1-1-256 16,-1 1 256-16,-1 0 0 0,1 1-256 0,-1 0 256 0,-1 1 0 0,0-1-256 15,-2 1 256-15,0 0 0 0,0 1 256 0,-1 1-256 0,-1 2 0 0,-2-1 256 16,1 0-256-16,-5 2 0 0,4 3 256 15,-2 0-256-15,-2 2 0 0,1 0 256 0,-2-1-256 0,-2 4 0 0,3-3 256 16,1 3-256-16,0 1 0 0,-2 0 256 16,3 2-256-16,-2 2 0 0,2-2 256 0,-3 2-256 0,1 1 0 0,1-1 256 15,2 2-256-15,1 2 0 0,-2-2 256 16,3 1-256-16,-1 0 0 0,2 1 256 0,0 1-256 0,2 2 0 0,0-2 225 16,0-1-225-16,2-1 0 0,0 2 0 0,4 0 0 0,0 3 0 15,1-2-135-15,3 0 135 0,1 0 0 0,1 1-256 16,1 0 256-16,5 1 0 0,-3-3-256 0,1 0 256 0,2-2 0 0,1-1-256 15,5 0 256-15,1-1 0 0,0 0-256 16,1-4 256-16,2 2 0 0,0-4-256 0,0-2 256 0,2 0 0 0,-2-4-256 0,1-2 256 16,1-2 0-16,-2 0-256 15,-1-3 256-15,1 0 0 0,-2-3-233 0,1 1 233 0,-1-2 0 0,-13 2-911 0,-7 3 911 0,-7 3 0 16</inkml:trace>
  <inkml:trace contextRef="#ctx0" brushRef="#br0" timeOffset="59795.447">16823 8232 1024 0,'0'0'0'0,"0"0"0"0,0 0 0 0,0 0 0 0,0 0 256 0,0 0-256 16,0 0 0-16,-4 6 256 15,-1 5-256-15,-2 1 0 0,3-5 256 0,1-3-256 0,1-2 0 0,-2 2 256 16,1 3-256-16,0 1 0 0,-1-2 256 0,-1 2-256 0,-1 3 0 16,1-1 169-16,-1 0-169 0,1 3 0 0,0-1 83 0,0 1-83 0,0 1 0 0,0-1 132 15,1 1-132-15,0 0 0 0,0 0 256 16,0-1-256-16,0 1 0 0,1-1 256 16,0-1-256-16,1 1 0 0,1-1 93 0,0 3-93 0,1-1 0 0,0-2 14 15,1 1-14-15,0-1 0 0,3 1-51 16,0-1 51-16,1-1 0 0,0-1-192 0,1-1 192 0,3-1 0 0,-1 1-256 15,1-1 256-15,2-2 0 0,0-1-226 16,0-2 226-16,4-2 0 0,-3 2-109 0,2-1 109 0,0 0 0 16,0-4-90-16,0-1 90 0,4-1 0 0,-4-1-134 0,2 0 134 15,0-2 0-15,0 0-54 0,-3-3 54 0,2-1 0 0,-1 1 83 16,-1 0-83-16,1-2 0 0,-2 1 148 0,-1-1-148 0,-3-2 0 16,1 1 180-16,-1 0-180 0,0-2 0 0,-2 2 170 15,-2-1-170-15,-2 0 0 0,0 0 133 0,-1-1-133 0,-1 0 0 0,-1 0 1 16,-2 4-1-16,-2-1 0 0,-2 0-86 0,-3-1 86 15,-1-1 0-15,0 3-13 0,-3-1 13 0,-1 1 0 0,0 0 73 16,-1 2-73-16,-4 0 0 0,2 2 88 0,1 1-88 0,-4 0 0 0,4 3 83 16,-3-1-83-16,0 3 0 0,3-1 104 15,0 0-104-15,1 2 0 0,0-1 24 0,2 1-24 0,0 1 0 0,2 1-89 16,2 1 89-16,1 1 0 0,1-1-172 0,1 2 172 0,1 1 0 16,0-2-105-16,3 0 105 0,2 2 0 0,0 0-113 15,2 3 113-15,2-1 0 0,2 0-140 0,1 3 140 0,2-2 0 0,0 1-72 16,3-2 72-16,1 3 0 0,-1-1 84 0,2 0-84 15,0 1 0-15,2 0 256 0,-2-1-256 0,6 1 0 0,-4-1 256 16,0 1-256-16,-1-1 0 0,1 1 256 0,-2-2-256 0,0 3 0 0,0-1 256 16,-2 0-256-16,0 3 0 15,-1-4 256-15,-1 0-256 0,0 0 0 0,-1 2 239 0,-1-2-239 0,-1 3 0 0,1-1 0 16,1 0 0-16,-1 1 0 0,-2 0 0 16,-1-1 0-16,0 2 0 0,1-3 0 0,-2 3 0 0,-1-1 0 15,1-1-140-15,-2 1 140 0,1 0 0 0,0-3-256 0,0-1 256 0,0 0 0 0,0-2-256 16,0 1 256-16,0-1 0 0,1-4-256 15,2 0 256-15,0-3 0 0,-1 0-256 0,0-1 256 0,0-1 0 0,1-1-256 16,1-3 256-16,2-1 0 0,-6 5-1651 16,-2 2 1651-16,-2 2 0 0</inkml:trace>
  <inkml:trace contextRef="#ctx0" brushRef="#br0" timeOffset="60050.86">17394 8324 1024 0,'0'0'0'0,"0"0"0"0,0 0 0 0,0 0 0 0,0 0 256 0,0 0-256 0,0 0 0 16,0 0 256 0,0 0-256-16,0 0 0 0,0 0 256 0,0 0-256 0,0 0 0 0,0 7 256 0,0 5-256 0,0 3 0 0,0-6 256 15,0-2-256 1,0-3 0-16,0 4 256 0,-2 1-256 0,1 2 0 0,-1 1 256 0,-1-1-256 0,-1 3 0 0,0 0-221 16,1 1 221-16,-1 1 0 0,2-1 224 0,-2 0-224 0,-1 2 0 0,1-2 115 15,0 0-115-15,-1-1 0 0,2 0-231 16,-2-2 231-16,0 1 0 0,1-3-256 0,0 0 256 0,-3-2 0 15,5-3-256-15,0 0 256 0,1-4 0 0,-1 2-256 16,2-1 256-16,-1-2 0 0,0-3-168 0,2-1 168 0,-1-2 0 0,0 4-743 16,0 2 743-16,0 2 0 0</inkml:trace>
  <inkml:trace contextRef="#ctx0" brushRef="#br0" timeOffset="60321.611">17406 8349 1024 0,'0'0'0'0,"0"0"0"0,0 0 0 0,0 0 0 0,0 0 256 0,0 0-256 0,0 0 0 0,0 0 256 15,0 0-256-15,0 0 0 0,7-2 256 0,2-2-256 0,4-3 0 0,-7 3 256 16,-3 3-256-16,-2 0 0 0,3 0 256 0,0 0-256 0,3-1 0 0,-2 2 256 16,1 0-256-16,2 0 0 0,-2 2-256 0,0-2 256 0,0 2 0 0,0 0 16 15,1 2-16-15,-1-1 0 16,0 1 256-16,0 2-256 0,0 0 0 16,1 1 256-16,0 0-256 0,1 2 0 0,-1 0 256 15,0 1-256-15,-1 2 0 0,0 1 256 0,2 0-256 0,1 2 0 16,-1-2 256-16,-3 2-256 0,3 1 0 0,-2-1-256 0,0 1 256 0,-2 0 0 0,1-1-256 15,-2-2 256-15,1 0 0 0,0 2-256 16,0-2 256-16,1 1 0 0,-2-3-256 0,2-2 256 0,-1-2 0 0,0 1-27 16,-2-1 27-16,1-2 0 0,0-2-10 0,2-1 10 15,0-2 0-15,-3 2-1515 0,-2-2 1515 0,-2-2 0 0</inkml:trace>
  <inkml:trace contextRef="#ctx0" brushRef="#br0" timeOffset="60622.254">18053 8166 1024 0,'0'0'0'0,"0"0"0"0,0 0 0 0,0 0 0 0,0 0 256 0,0 0-256 0,0 0 0 0,0 0 256 15,0 0-256-15,0 0 0 0,1 8 256 0,1 4-256 16,2 6 0-16,-2-9 256 0,0-2-256 0,3-2 0 0,-2 3 256 15,0 2-256-15,0 1 0 0,1 1 256 0,1 0-256 0,2 3 0 0,-2-1 256 16,-2 1-256-16,1 2 0 0,0 0 256 16,1-1-256-16,2 2 0 0,-2-1 256 0,-2 2-256 0,1 2 0 0,0-3 256 15,-2-1-256-15,1 1 0 0,0 0-26 0,-2 0 26 0,1 0 0 0,1-1-256 16,-1-1 256-16,0-2 0 0,0 0-256 16,-2-3 256-16,1 1 0 0,0-1-256 0,-2-1 256 0,1-1 0 0,0-5-256 15,-2 0 256-15,1-4 0 0,0 2-256 0,2-2 256 0,-1-2 0 16,0 2-1254-16,0 0 1254 0,0 0 0 0</inkml:trace>
  <inkml:trace contextRef="#ctx0" brushRef="#br0" timeOffset="61122.852">18087 8326 1024 0,'0'0'0'0,"0"0"0"0,0 0 0 0,0 0 0 0,0 0 256 16,0 0-256-16,0 0 0 0,-1-5 256 0,-1-5-256 0,-1-2 0 0,3 3 256 15,2 1-256-15,2 2 0 0,-1-2 256 0,0 0-256 0,1-1 0 16,0 1 256-16,1-3-256 0,1 1 0 0,1 1 138 15,1 0-138-15,2-1 0 0,-1 2-256 0,2 3 256 0,1-1 0 16,-2 0-256-16,2 1 256 0,0 0 0 0,0 1-149 0,0 0 149 16,1 3 0-16,0 0 256 0,-2 1-256 0,0 1 0 0,1 0 256 15,-2 1-256-15,1 1 0 0,-2 0 256 0,-1 1-256 0,-1 1 0 0,0 2-245 16,-3 0 245-16,-2 2 0 0,-1-1-225 16,-2 0 225-16,-2 1 0 0,-1 0-17 0,-4 0 17 0,1 1 0 0,-2 0 235 15,-3 0-235-15,-2 2 0 0,1-3 256 0,1 0-256 0,-3-2 0 16,1 1 256-1,0 0-256-15,-3-1 0 0,3-1 256 0,-1 1-256 0,0-1 0 0,1-2 216 16,3 0-216-16,2 0 0 0,-2-1-256 0,2 1 256 0,1-2 0 0,1 1-256 0,0-1 256 0,2 0 0 16,0-1-256-16,1 1 256 0,1-2 0 15,-1 0 50-15,2 0-50 0,-2 0 0 0,2 0 177 16,1 0-177-16,1 0 0 0,0 0 60 0,1 0-60 0,1 0 0 0,0 0-134 16,2 1 134-16,0 0 0 0,1 1-92 15,0-1 92-15,3 1 0 0,-2-1-97 0,2-1 97 0,0 1 0 0,1 2-163 0,1 0 163 16,2 1 0-16,-1 0 29 15,2 0-29-15,0 4 0 0,0-3 256 0,0 2-256 0,3 0 0 0,-3-1 256 16,3 2-256-16,-1 0 0 0,0-1 256 16,0 4-256-16,2-1 0 0,-2 0 256 0,0 1-256 0,-1 0 0 0,1 0 256 15,-1 0-256-15,0 1 0 0,-1 0-254 0,-2-2 254 0,0 0 0 0,0 1-256 16,-2-1 256-16,2 0 0 0,-3-1-256 0,-1-4 256 0,0 0 0 0,-1 0-256 16,0-2 256-16,-2-1 0 0,1-1-256 15,-2-1 256-15,1-1 0 0,-2 1-1321 16,-2 0 1321-16,-2 0 0 0</inkml:trace>
  <inkml:trace contextRef="#ctx0" brushRef="#br0" timeOffset="61541.49">18765 7979 1024 0,'0'0'0'0,"4"5"0"0,1 3 0 0,2 1 0 0,-2-3 116 15,0 1-116-15,0-1 0 0,3 0 172 0,-1 4-172 0,3 0 0 16,-1 1 48-16,-1 3-48 0,0 1 0 0,1 2 230 0,2 0-230 0,0 4 0 15,-1-2 256-15,-1 3-256 0,0 2 0 0,0-1 256 0,0-1-256 16,0 3 0-16,-2-2 256 0,-3 2-256 0,0 0 0 0,0 0 256 16,0 0-256-16,-2 0 0 0,0 0 256 15,-1 0-256-15,-1 1 0 0,-1-2 256 0,-1-1-256 0,-2-1 0 0,1 2 256 16,0-1-256-16,-1-1 0 0,-1 1 256 16,0-2-256-16,-3-2 0 0,0 2 256 0,0 0-256 0,-2-2 0 0,0 0 23 15,3-1-23-15,-1-1 0 0,-1-1-256 0,-2 3 256 0,-1-1 0 0,2 0-256 16,-2-1 256-16,0-1 0 0,-1 0-256 15,0-2 256-15,-1 0 0 0,0-2-256 0,0 0 256 0,-2-1 0 0,3-3-256 16,-3-2 256-16,0-1 0 0,10-3-1613 16,6-2 1613-16,6-2 0 0</inkml:trace>
  <inkml:trace contextRef="#ctx0" brushRef="#br0" timeOffset="86008.491">7819 5654 1024 0,'0'0'0'0,"0"0"0"16,0 0 0-16,0 0 0 0,0 0 0 0,0 0 0 0,0 0 0 0,0 0 0 16,0 0 0-16,0 0 0 0,0 0 0 0,0 0 0 0,0 0 0 0,0 0 0 15,0 0 0-15,0 0 0 0,0 0 0 0,0 0 0 0,0 0 0 0,0 0 0 16,0 0 0-16,0 0 0 0,-1-10 0 0,-1-6 0 16,-1-5 0-16,1 15 0 0,2 3 0 0,-2 6 0 15,2-6 0-15,-1 0 0 0,0-1 0 0,0 2 0 0,0-1 0 0,0 2 0 0,-1 0 0 16,0-3 0-16,-2 0 0 0,1 1 0 15,2 0 0-15,-1-1 0 0,0 2 0 0,-1-1 0 0,-1 2 0 16,1-2 0-16,0 2 0 0,-1-1 0 0,1 1 0 16,0-2 0-16,0 1 0 0,0 0 0 0,-1-1 0 0,-1 1 0 0,1 0 0 15,-1-1 0-15,1 2 0 16,0-2 0-16,-1 0 0 0,-1-1 0 0,1 2 0 0,-2 0 0 16,0 0 0-16,1 0 0 0,2-1 0 0,-1-1 0 0,0 1 0 0,-2 0 0 0,0 2 0 0,1 0 0 15,2-1 0-15,-1 2 0 16,-2-2 0-16,0 1 0 0,-2-3 0 0,2 2 0 0,0 0 0 0,1 1 0 0,0-1 0 15,-1 1 0-15,-1 0 0 0,0 1 9 16,0-3-9-16,-1 0 0 0,0 3-6 16,3 0 6-16,-1 0 0 0,-1 0 0 0,-2 0 0 0,0 0 0 0,2 0 6 0,-2 0-6 0,-1 0 0 0,2 1 13 15,1 1-13-15,0 1 0 0,0-2 14 16,-1 2-14-16,-2 0 0 0,3-1 22 16,1 3-22-16,1 0 0 0,-1-2 27 0,-2 2-27 15,-1 0 0-15,2 0 22 0,0-1-22 0,2-1 0 0,-1 1 4 16,1 0-4-16,0 1 0 0,-1-1-7 0,0-1 7 0,-1-1 0 0,1 2-4 15,1 1 4-15,0-1 0 0,0 0 6 0,0-1-6 0,0 0 0 0,-1-1 16 16,1 1-16-16,0 1 0 0,0-1-4 16,-1 0 4-16,-2 0 0 0,2-1-4 15,1 2 4-15,0 0 0 0,0-2 7 0,-2 1-7 0,0-2 0 0,2 1 17 16,1 0-17-16,1 1 0 0,-2-1 10 0,0 1-10 0,-2 1 0 16,3 0 10-16,1 0-10 0,0 1 0 0,0 0 10 15,0-2-10-15,0 1 0 0,0 1 16 0,0 1-16 0,0-1 0 16,0 0-8-16,1-1 8 0,0 0 0 0,0 0-6 15,0 1 6-15,0 1 0 0,1 0-5 0,-2-1 5 0,0 1 0 0,1-2 13 16,1 0-13-16,1 3 0 0,-2-1 20 16,3-1-20-16,-1 0 0 0,0 0 29 0,-1 0-29 0,-1 1 0 0,1-2 28 15,2 2-28-15,-1 0 0 0,0 0 12 0,2-2-12 16,-1 0 0-16,0 2 12 0,0-1-12 0,0 1 0 0,0 0 3 16,2 0-3-16,-1 1 0 0,0-1 17 0,-2 0-17 0,1-2 0 0,0 1 9 15,2 2-9-15,-1-1 0 0,0-1 21 0,1 1-21 16,2-1 0-16,-2 1 21 0,-2 0-21 0,1 2 0 0,1-3 18 15,1 1-18-15,1-2 0 0,-1 2 7 0,0-2-7 0,0 2 0 0,-1-1 8 16,2 1-8-16,0-1 0 0,0 1 12 16,1 0-12-16,1 2 0 0,-1-3 19 0,0 1-19 0,1 1 0 15,-1-2 25-15,1 1-25 0,3-2 0 0,-3 1 18 0,2 1-18 16,0 0 0-16,-1-2 14 0,0 1-14 0,1 1 0 0,-1-1 4 16,1 0-4-16,1-3 0 0,1 3 11 0,0 1-11 0,1 0 0 0,0-3 15 15,-3 0-15-15,0-1 0 0,4 2 17 0,-1 0-17 16,3 2 0-16,-3-3 19 0,1-2-19 0,2 1 0 0,-2-1 8 15,-1 1-8-15,0 0 0 0,2 0 16 16,0-2-16-16,2-2 0 0,-1 1 29 0,0-2-29 0,3-1 0 0,-2-1 22 16,-1 0-22-16,0-2 0 0,0 0 7 0,-1 0-7 0,0-4 0 0,0 3-34 15,1-3 34-15,1-1 0 0,-2 1-27 16,0-2 27-16,-1-1 0 0,-1 1-39 0,0 0 39 0,-2-1 0 0,0 0-37 16,1-1 37-16,-3-1 0 0,0 2-23 15,-2 2 23-15,-2 0 0 0,1 0 2 0,-1-1-2 0,0 0 0 0,-2 3 16 16,-2 0-16-16,-3 2 0 0,2 0 10 0,-1 2-10 0,-1 1 0 0,3 2-487 15,1 3 487-15,1 3 0 16</inkml:trace>
  <inkml:trace contextRef="#ctx0" brushRef="#br0" timeOffset="91358.825">18888 6060 1024 0,'0'0'0'15,"0"0"0"-15,0 0 0 0,0 0 0 0</inkml:trace>
  <inkml:trace contextRef="#ctx0" brushRef="#br0" timeOffset="92224.052">17779 4729 1024 0,'0'0'0'0,"0"0"256"0,0 0-256 0,0 0 0 0,0 0 256 0,0 0-256 0,0 0 0 0,0 0 256 16,0 0-256-16,0 0 0 0,0 0 256 0,0 0-256 0,0 0 0 0,0 0 113 15,0 0-113-15,0 0 0 0,-3 7 123 0,-2 5-123 16,-2 4 0-16,4-6 187 0,1 0-187 0,1-2 0 0,-1 5 256 16,0 2-256-16,0 1 0 0,-1 2 169 15,-1 2-169-15,1 3 0 0,0 0 58 0,0 2-58 0,0 2 0 16,0 0-1-16,2 2 1 0,-1 3 0 0,1 0 10 0,-2 0-10 0,-1 3 0 0,1-2 99 15,2 0-99-15,-1 2 0 0,1-1 126 0,1 2-126 16,1 1 0-16,-1-1 184 0,2 1-184 0,-1 1 0 0,2-3 156 16,2 2-156-16,0 1 0 0,-1 1 256 15,1 1-256-15,1 4 0 0,0-2 201 0,2-3-201 16,0 3 0-16,0-1-10 0,3 1 10 0,1 1 0 0,0-3-226 16,-2 0 226-16,0-1 0 0,0-1-226 0,-1-2 226 15,0-3 0-15,0 1 11 0,-2-2-11 0,2-2 0 0,-3-3 251 0,-2-1-251 16,-2-2 0-16,2-3 256 0,-2-1-256 0,1-3 0 0,1 1 54 15,-1-2-54-15,0-2 0 0,0-1 0 0,-2-2 0 0,1-1 0 0,0 0 0 16,0-2 0-16,0 0 0 0,-1-2-230 16,2-1 230-16,0 0 0 0,-1-2-256 0,2 0 256 0,0 0 0 0,-1 0-256 15,-2-3 256-15,1 0 0 0,0-1-256 0,1-3 256 16,0 0 0-16,-1-2 27 0,-2-1-27 0,-2-2 0 0,2-2 136 16,0 0-136-16,0-3 0 0,0 12-2236 0,0 2 2236 0,0 2 0 0</inkml:trace>
  <inkml:trace contextRef="#ctx0" brushRef="#br0" timeOffset="94051.901">17742 4805 1024 0,'0'0'0'0,"0"0"0"16,0 0 0-16,0 0 0 0,0 0 256 0,0 0-256 16,0 0 0-16,0 0 256 0,0 0-256 0,0 0 0 0,0 0 256 0,0 0-256 0,0 0 0 0,0 0 256 0,0 0-256 15,0 0 0-15,0 0 256 16,0 0-256-16,0 0 0 0,0 0 256 15,0 0-256-15,0 0 0 0,1-8 99 0,1-5-99 0,1-4 0 0,3 11 63 0,1 6-63 0,2 3 0 0,-1-4 192 32,2-1-192-32,1 2 0 0,0-1 225 0,2 1-225 0,1 1 0 0,1-1 235 15,0 0-235-15,2 0 0 0,0 0 232 0,1 0-232 0,3 3 0 0,-2-3 111 16,3 2-111-16,3-1 0 0,-1-1-86 16,0 0 86-16,3 0 0 0,0 0-127 0,2 0 127 0,3 0 0 0,0-1-97 15,2 0 97-15,3 0 0 0,-1 0 80 16,0-1-80-16,2 2 0 0,-1-1 256 0,1-2-256 0,4 0 0 0,-3 2 256 15,1-3-256-15,3 0 0 0,-3 1 96 0,2-1-96 0,1-2 0 16,-2 3 0-16,-1 0 0 0,1 0 0 0,-1 1 0 16,0-1 0-16,0 2 0 0,-1-2-142 0,-1 2 142 0,0-1 0 0,2 0-117 15,0-4 117-15,3 1 0 0,-3-1 35 0,-2 3-35 16,-1-1 0-16,0 0 76 0,3-1-76 0,0-2 0 0,-2 2-101 16,1 0 101-16,3 0 0 0,-4 0-239 0,2 0 239 15,2-1 0-15,-2 0 256 0,-1 0-256 16,0-2 0-16,2 1 232 0,3 1-232 0,3-2 0 0,-4 2 0 15,3-1 0-15,-1-2 0 0,1 1 0 0,-1 1 0 16,3 0 0-16,-4 1 0 0,3-1 0 0,0 1 0 0,-2 0 0 16,-3 0 0-16,-1-1 0 0,2 1 0 0,-1 0 0 0,-1 1 0 0,1 1 0 15,-2 0 0-15,0 0 0 0,0 2 0 0,0-4 0 0,-1 1 0 16,-1 2 0-16,3-1 0 0,0-1 0 0,-2 1 0 16,0 1 0-16,-1 1 0 0,-1-1 0 0,2 2 0 0,2-1 0 15,-3-1 0-15,1 1 0 0,2-3 0 0,-3 3 0 16,0 0 0-16,-2-1 0 0,3 2 0 0,-1 1 0 0,-1-1 0 0,0 0 0 15,-1 0 0-15,0-1 0 0,1 0 0 0,-2 1 0 16,0-2 0-16,0 2 0 0,0-1 0 0,-1 1 0 0,0-1 0 16,-1 1 0-16,-1-2 0 0,1 3 0 0,-1-3 0 0,-2 0 0 0,1 1 0 15,2-1 0-15,1 2 0 0,-2-2 0 0,-1 2 0 16,-1-1 0-16,0-1 0 0,2 1 0 0,1-3 0 0,-3 3 0 16,-1 1 0-16,-1 1 0 0,1-2 0 15,-1 1 0-15,-1-2 0 0,1 1 0 0,-1 0 0 0,0-1 0 16,0 1 0-16,-1-2 0 0,0 0 0 0,-2 1 0 0,0-1 0 0,-1 2 0 0,1-1 0 15,-2 0 0-15,2 0 0 0,-2 0 0 0,-3 0 0 0,-1-1 0 16,3 0 0-16,0 1 0 0,3 1 0 16,-4-1 0-16,0 0 0 0,-3 0 0 0,3 0 0 0,-3 0 0 0,2-2 0 15,0 3 0-15,-2 0 0 0,1 1 0 0,-2-1 0 16,-1 1 0-16,-3-1 0 0,2 2 0 0,-2-1 0 0,-1 0 0 0,0 1 0 16,-2-2 0-16,0 2 0 0,1-2 0 15,-2 0 0-15,0-1 0 16,0 1 0-16,0 2 0 0,-2-2 0 0,1 2 0 0,0-1 0 15,0 0 0-15,0 0 0 0,-2 0 0 0,-1-1 0 0,1 1 0 0,-2 1 0 0,1 1 0 16,1-2 0-16,-3 1 0 0,1-3 0 0,0 3 0 16,-2 0 0-16,1 0 0 0,0 2 0 0,-2-2 0 0,1 2 0 0,0 0 0 15,0-1 0-15,0 2 0 16,0-1 0-16,1-1 0 0,1 0 0 0,-2 2 0 0,-1 0 0 0,-1 0 0 0,1 1 0 16,1-1 0-16,1 2 0 0,-1-1 0 0,0 0 0 0,0 2 0 0,1-2 0 31,-1 0 0-31,0-1 0 0,0 4 0 0,-2-1 0 0,1 1 0 0,0 0 0 0,2-1 0 0,-1 0 0 0,0 1 0 15,-2 2 0-15,1 0 0 16,0 0 0-16,0 2 0 0,0 1 0 0,0-1 0 0,0 0 0 0,0 2 0 0,0-1 0 16,-2 2 0-16,1 0 0 0,0 1 0 0,2-1 0 15,-1 1 0-15,0 2 0 16,0-1 0-16,0 1 0 0,0 1 0 16,0 1 0-16,0 2 0 0,0-2 0 0,2 0 0 0,-1 0 0 0,0 0 0 0,-2 0 0 0,1-1 0 0,0 2 0 15,0 0 0-15,0 0 0 0,0-1 0 0,0 1 0 16,0-3 0-16,0 2 0 0,-2-1 0 0,1 0 0 0,0-1 0 0,2-1 0 15,-1 1 0-15,0 0 0 16,0 1 0-16,0 1 0 0,0-3 0 0,0 0 0 0,0-1 0 0,0 0 0 0,0 1 0 0,0 1 0 16,0-2 0-16,-2-1 0 0,0 1 0 0,1-2 0 15,0 0 0-15,0-1 0 0,-1 0 0 0,4 1 0 0,-2 0 0 0,0-1 0 16,-2-3 0-16,1 1 0 0,0 0 0 16,-1 0 0-16,-2-2 0 15,2 2 0-15,-1 1 0 0,-1 0 0 0,1-1 0 16,-1-2 0-16,-2-1 0 0,2 2 0 0,-1 0 0 0,-1 2 0 0,0-2 0 15,-2-1 0-15,0 0 0 0,-1 0 0 16,0 2 0-16,-4 0 0 0,2 0 0 16,-3 0 0-16,-2 2 0 0,0-3 0 0,0 2 0 0,-3-3 0 0,1 2 0 15,-2 0 0-15,-1 1 0 0,1 0 0 16,-3-1 0-16,0 1 0 0,1-1 0 0,-1 0 0 0,-1-1 0 0,1-1 0 16,-2 2 0-16,0 0 0 0,1-1 0 0,-2-3 0 0,-1 1 0 15,2 0 0-15,-2 0 0 0,-1 1 0 0,3-2 0 16,-2-1 0-16,-1 0 0 0,0 1 0 0,-2 0 0 0,-3 1 0 0,1-1 0 15,-2 0 0-15,0-2 0 0,0 1 0 16,-1-1 0-16,0-1 0 0,0 1 0 0,-1 2 0 0,-3 0 0 0,2 0 0 16,0-1 0-16,-1 0 0 0,1-1 0 0,-1 1 0 15,-5 2 0-15,6-2 0 0,-2 1 0 0,-3-2 0 0,4 1 0 16,-2-1 0-16,-2 1 0 0,3-1 0 0,-2 0 0 0,-1 2 0 0,2 0 0 16,-2 0 0-16,-1 1 0 0,1 0 0 15,-1 0 0-15,-4 2 0 0,4-2 0 0,0 0 0 0,1 0 0 0,-1 1 0 16,-4 0 0-16,-2-1 0 0,4 0 0 0,1 0 0 0,-1 1 0 0,1-1 0 15,-3 1 0-15,0-1 0 0,1 1 0 0,0 0 0 16,-1 1 0-16,1-1 0 0,0 1 0 0,1 0 0 0,0 0 0 16,-1-1 0-16,-2 0 0 0,2-1 0 15,-2 1 0-15,-2-1 0 0,2 1 0 0,-2 0 0 0,-2 2 0 0,2-2 0 16,1 0 0-16,1 2 0 0,1-3 0 16,1 0 0-16,0-1 0 0,1 1 0 0,-3 1 0 0,-2 0 0 0,2-1 0 15,-1 0 0-15,1 0 0 0,-1 1 0 16,2 1 0-16,-1 0 0 0,1-1 0 0,-3 0 0 0,-1-1 0 0,4 0 0 15,-1 0 0-15,3-1 0 0,-1 2 0 0,-1 1 0 0,-2 1 0 0,4-3-54 16,-1 1 54-16,2-1 0 0,-2 0-256 16,1-1 256-16,2 0 0 0,-1 0-256 0,-2-1 256 15,0-1 0-15,3 2-48 0,1-1 48 0,2 0 0 0,1 0 108 16,0-1-108-16,1 0 0 0,3 0 140 0,1-1-140 0,3 1 0 16,2-3 91-16,1 0-91 15,2-1 0-15,1 0 76 0,0 3-76 0,1 0 0 16,1-1 8-16,3 1-8 0,0-2 0 0,0 0 17 0,2-1-17 0,-1-1 0 0,3 1-141 0,2 0 141 0,1 0 0 15,-2 0-208-15,2 0 208 0,-1 0 0 0,2-1-218 16,2-1 218-16,1-1 0 0,0-1-121 16,1 0 121-16,1-4 0 0,0 3-69 0,2-2 69 15,1 0 0-15,2 5-2140 0,2 2 2140 0,2 2 0 0</inkml:trace>
  <inkml:trace contextRef="#ctx0" brushRef="#br0" timeOffset="98158.28">13668 9924 1024 0,'0'0'0'0,"0"0"197"15,0 0-197-15,0 0 0 0,0 0 256 0,0 0-256 0,0 0 0 0,0 0 256 0,0 0-256 0,0 0 0 16,0 0 256-16,0 0-256 0,0 0 0 0,0 0 256 0,0 0-256 16,0 0 0-16,0 0 256 0,0 0-256 0,0 0 0 0,0 0-3 15,0 0 3-15,0 0 0 0,0 0-256 0,0 0 256 0,0 0 0 16,0 12-256-16,-2 5 256 0,1 5 0 0,3-15-239 16,2-5 239-16,2-5 0 0,0 4 256 0,1 1-256 0,2 1 0 0,-2-1 256 15,1 1-256-15,3-1 0 0,-2-1 256 0,1-2-256 16,3 1 0-16,-2 0 256 0,-2 2-256 0,2-1 0 0,-1 1 133 15,0-2-133-15,1-2 0 0,-1 2-256 0,0-1 256 16,4-1 0-16,-3 1-52 0,0 0 52 0,-1-1 0 0,1 1 256 16,-1 0-256-16,0 0 0 0,0 1 256 15,-1-3-256-15,0 0 0 0,-1 1 256 0,0-1-256 0,-1 2 0 0,-1 0 256 16,-1-1-256-16,-1 2 0 0,0-1 256 0,-1 0-256 0,-1 0 0 0,2 0 172 16,-3 1-172-16,1-2 0 0,-1 1-60 15,2 1 60-15,-1 1 0 0,-1-2 98 0,-1-1-98 0,-1 1 0 16,1 1 9-16,0 0-9 0,0 0 0 0,0 0 0 0,-2 0 0 15,1 0 0-15,-1 0 0 0,4 0 0 0,-2 0 0 0,0 0 0 0,-2 0 0 16,1 0 0-16,0 1 0 0,0 0 0 16,0 1 0-16,0 0 0 0,-1-2 0 0,1 1 0 0,0 0 0 15,0 1 0-15,0 1 0 0,0 0 0 0,0-2 0 0,0 1 0 0,0 1 0 16,0 1 0-16,0 2 0 0,0-1 0 16,0-1 0-16,0 2 0 0,0 0 0 0,-1 3 0 0,-1-1 0 0,1-1 0 15,-1 3 0-15,-1-2 0 0,0 3 0 16,3-1 0-16,-1 4 0 0,0-3 0 0,0-1 0 0,0 1 0 0,0-1 0 15,0 3 0-15,2 2 0 0,-2-3 0 0,2 1 0 0,-1-1 0 0,0 1 0 16,2 1 0-16,-1 0 0 0,0-1 0 0,0 0 0 0,0-1 0 0,0 0 0 16,0 1 0-16,0 0 0 0,0 0 0 15,0-1 0-15,0 1 0 0,0-1 0 16,0 1 0-16,0 0 0 0,0-2 0 0,0-1 0 0,0 1 0 0,0-2 0 16,-1 2 0-16,1-1 0 0,-1-1 0 0,2 0 0 0,-1-1 0 0,0 0 0 15,0 1 0-15,0 0 0 0,0-9 0 0,0 6 0 0,0 0 0 0,0-3 0 0,0 1 0 16,-2-1 0-16,1 0 0 15,0-3 0-15,2-1 0 0,-1-1 0 0,0 0-3071 16,0 2 3071-16,0 2 0 0</inkml:trace>
  <inkml:trace contextRef="#ctx0" brushRef="#br0" timeOffset="98572.412">14270 9890 1024 0,'0'0'0'0,"0"0"0"0,0 0 0 0,0 0 0 0,0 0 256 0,0 0-256 0,0 0 0 0,0 0 256 0,0 0-256 0,0 0 0 16,0 0 256-16,0 0-256 0,0 0 0 0,0 0 256 0,0 0-256 0,0 0 0 0,2 9 256 31,0 4-256-31,1 6 0 0,-1-10 256 16,-2 0-256-16,1-2 0 0,0 3-121 0,0 0 121 0,0 4 0 0,0-1 256 15,0 1-256-15,0 1 0 0,0-1 256 0,-2 0-256 0,1 2 0 0,0 0 256 16,2 0-256-16,-1 2 0 0,0 0 256 16,0 1-256-16,-1 1 0 0,2-2 256 0,-4 2-256 0,2-1 0 0,0 0 256 15,3 1-256-15,-2 1 0 0,0-1 120 0,0 0-120 16,0 0 0-16,0-1-120 0,-2 1 120 0,1-1 0 0,0-2-256 15,0 1 256-15,0 0 0 0,-1-2-256 0,-1-2 256 0,-2 0 0 0,3-3-256 16,1 1 256-16,-1-1 0 0,0-3-256 16,-1-2 256-16,-1-1 0 0,1-2-256 0,2-2 256 0,-1-2 0 0,0-1-256 15,0-2 256-15,0-2 0 0,0 4-1415 16,2 2 1415-16,-1 2 0 0</inkml:trace>
  <inkml:trace contextRef="#ctx0" brushRef="#br0" timeOffset="98904.731">14267 9987 1024 0,'0'0'0'0,"0"0"0"0,0 0 0 0,0 0 0 0,1-3 256 0,1-2-256 16,2-2 0-16,-2 3 256 0,0 0-256 0,0 2 0 0,1-3 256 16,1-1-256-16,0-2 0 0,2 2 256 0,1 1-256 15,1 1 0-15,-3-2 256 0,3 2-256 0,1-2 0 0,-1 1 256 16,1-1-256-16,1 1 0 0,0 0-256 0,-3 1 256 0,1 0 0 0,2 3-184 15,0 0 184-15,2 1 0 0,-1-1 256 0,-2 1-256 16,0 1 0-16,2 0 256 0,-3 1-256 0,1 1 0 0,-1 0 256 0,0 2-256 16,-2 1 0-16,0 0 256 0,-1 0-256 0,-1 2 0 0,2-1 256 15,-3-1-256-15,1 3 0 0,-2-1 256 16,-1 0-256-16,-1 2 0 0,-1-1-256 0,-1-1 256 0,-1-1 0 0,-1 1-215 16,-1 3 215-16,-2-1 0 0,0 0 162 0,0 1-162 0,-4 0 0 0,1-2 3 15,-3 2-3-15,-2-3 0 0,3 0-256 16,-2 1 256-16,0-1 0 0,0-2-256 15,2 0 256-15,0-1 0 0,-1-3-256 0,2-2 256 0,0 0 0 0,7 0-1558 0,4 0 1558 0,4 0 0 16</inkml:trace>
  <inkml:trace contextRef="#ctx0" brushRef="#br0" timeOffset="99620.368">14961 10041 1024 0,'0'0'0'0,"0"0"0"0,0 0 0 16,0 0 0-16,0 0 256 0,0 0-256 0,0 0 0 0,0 0 256 0,0 0-256 0,0 0 0 0,0 0 256 15,0 0-256-15,0 0 0 0,4 8 256 0,2 5-256 0,3 4 0 0,-5-10 256 16,-1-3-256-16,-1-2 0 0,1 2 256 16,1 1-256-16,1 1 0 0,-1 0-256 0,0 0 256 0,1 1 0 0,-1-1-256 0,-2 0 256 0,1 1 0 0,0-1-156 15,1 2 156-15,1 1 0 0,-1-3 256 16,-1 2-256-16,0-1 0 0,0 1 256 16,0 1-256-16,0 0 0 0,0 0 256 0,-2-1-256 0,1 3 0 0,-1-1 256 15,3-1-256-15,1 1 0 0,-1 0 256 0,-1 0-256 0,1 1 0 0,-1-1 109 16,-1 1-109-16,-1-1 0 15,1 0-256-15,-2 0 256 0,1-1 0 0,0 0 219 16,1 0-219-16,1-2 0 0,-1 2 256 0,-2 0-256 0,1-2 0 0,0 1 256 0,0-3-256 0,1 1 0 0,-1 0 256 16,-2-1-256-1,1 1 0-15,0-2 83 0,0 0-83 0,0 0 0 0,0-2 0 0,0 1 0 0,0-1 0 0,0-1 0 16,0 0 0-16,0 0 0 0,0 0 0 16,0-1 0-16,0 2 0 0,0-2 0 15,2-2 0-15,-1 1 0 0,0-1 0 0,0 1 0 0,0-4 0 0,0 4 0 0,-2-3 0 0,1 0 0 0,1 0 0 16,1-3 0-16,1 0 0 0,-1 0 0 15,0 0 0-15,0-2 0 0,0 0 0 16,1-1 0-16,1-2 0 0,0 1 0 16,0 1 0-16,1-1 0 0,-1-1 0 0,1-1 0 0,1-3 0 0,-1 4 0 15,1-1 0-15,-1 1 0 0,0-1 0 0,0-1 0 0,0 0 0 16,-1 1 0-16,3-2 0 0,-1 1 0 0,0 1 0 16,-2 0 0-16,0 1 0 0,3 1 0 0,-2-3 0 0,0 1 0 0,0 1 0 15,-1 3 0-15,2-1 0 0,0-1 0 16,-3 1 0-16,1-1 0 0,0 1 0 0,-2 1 0 0,1 0 0 0,0 0 0 15,0 3 0-15,0-1 0 0,0 1 0 0,-1 0 0 0,0 2 0 16,0 0 0-16,0 0 0 0,0-1 0 0,0 2 0 16,-2-1 0-16,1 2 0 0,0 0 0 0,-2 1 0 0,1 1 0 0,0-1 0 15,0 0 0-15,0 0 0 0,0 1 0 0,0 0 0 0,0 0 0 16,0 1 0-16,-2 1 0 0,1 1 0 16,0-2 0-16,-1 1 0 0,-1 1 0 0,1-1 0 0,2 0 0 0,-2 1 0 0,0-2 0 15,-1 1 0-15,-1-2 0 0,3 1-3071 16,1-1 3071-16,1-1 0 0</inkml:trace>
  <inkml:trace contextRef="#ctx0" brushRef="#br0" timeOffset="102261.094">16399 9097 1024 0,'0'0'0'16,"0"0"0"-16,0 0 0 15,0 0 0-15,0 0 256 0,0 0-256 0,0 0 0 0,0 0 256 0,0 0-256 0,0 0 0 16,0 0 256-16,0 0-256 0,0 0 0 0,0 0 256 0,0 0-256 0,0 0 0 0,0 0 256 15,0 0-256-15,0 0 0 0,0 0 256 0,0 0-256 0,0 0 0 0,0 0 102 16,0 0-102-16,0 0 0 0,0 0-256 0,0 0 256 0,0 0 0 0,7 4-256 16,3 4 256-16,7 2 0 15,-8-7 49-15,-2-3-49 0,-1-3 0 0,3 3 256 16,-1 0-256-16,3 0 0 0,0 0 256 0,0 2-256 0,2-1 0 0,1-1 256 16,0-1-256-16,2-1 0 0,-3 1-19 15,4 1 19-15,-1 1 0 0,1-2-137 0,3 1 137 0,1-2 0 0,-2 1-141 16,1-1 141-16,0-1 0 0,2 0 7 15,0 3-7-15,2-1 0 0,-1 0 195 0,1 0-195 0,2 0 0 16,-1 1 256-16,2-2-256 0,3 1 0 0,-3 0 207 16,1 1-207-16,1-2 0 0,0 1-9 0,2 0 9 0,1 0 0 0,-2 0-128 15,1 1 128-15,1-2 0 0,-2 0-85 16,2 1 85-16,0 1 0 0,-1-1 67 0,2 1-67 0,1 1 0 0,-2-2 239 16,2 1-239-16,0-2 0 0,-2 1 256 0,2 1-256 0,1 1 0 0,-1-3 256 15,-1 1-256-15,0 0 0 0,0 0 164 0,0 1-164 16,1 1 0-16,0-2 0 0,-2 0 0 0,0 0 0 0,0-1 0 15,0 2 0-15,1-1 0 0,-3 0 0 0,-1 1 0 0,0-3 0 0,-1 2 0 16,-2-1 0-16,1 0 0 0,-2 0 0 16,-1 1 0-16,0 1 0 0,-3-1 0 0,1 0 0 15,-2-2 0-15,-1 2 0 0,-1 0 0 0,-3 1 0 0,1-1 0 0,-3 1 0 16,-1 1 0-16,-1-2 0 0,-1 0 0 0,0 0 0 0,0-1 0 16,-2 2 0-16,0-2 0 0,-2 2 0 0,-2-2 0 15,-1 1 0-15,0 0 0 0,-2-1 0 0,-2-1 0 0,0 1-69 16,-1 0 69-16,-1 0 0 0,0 0-110 15,-1 0 110-15,-3-2 0 0,5 4-2892 0,3 0 2892 0,0 0 0 0</inkml:trace>
  <inkml:trace contextRef="#ctx0" brushRef="#br0" timeOffset="103130.613">17239 9213 1024 0,'0'0'0'0,"0"0"0"0,0 0 0 0,0 0 0 0,0 0 256 0,0 0-256 0,0 0 0 0,0 0 256 16,0 0-256-16,0 0 0 0,0 0 256 16,0 0-256-16,0 0 0 0,-7 5 256 0,-5 1-256 0,-3 2 0 15,8-3 256-15,1-4-256 0,3 0 0 0,-2 2 256 16,2-1-256-16,-1 3 0 0,0-1 256 0,0 0-256 0,-1 3 0 0,1-1-114 16,0 2 114-16,0 1 0 0,0-2-18 0,-1 0 18 0,-1 4 0 0,0-2 199 15,2 1-199-15,0 2 0 0,0-2 240 0,1 0-240 0,1 2 0 0,0-2 109 31,-2 1-109-31,-1 0 0 0,2 0-14 0,1-1 14 0,1 0 0 0,-1 1-73 16,2 0 73-16,-1 1 0 0,1-1-72 16,1 0 72-16,1-1 0 0,1 1 41 0,2-1-41 0,-1 1 0 0,1-1 186 15,0 0-186-15,2-2 0 0,-2 2 220 0,-2-3-220 0,2 1 0 16,-1 0 170-16,1 0-170 0,1-1 0 16,0-1-12-16,2-2 12 0,1 0 0 0,-1 1-15 15,0-2 15-15,4 0 0 0,-3-2 9 0,0-1-9 0,1 1 0 0,-1 0 103 16,1-1-103-16,2-1 0 0,-2-1 138 0,-2-3-138 15,2-1 0-15,0 4 89 0,2-4-89 0,4 0 0 0,-4 0-38 0,3 0 38 0,-1-1 0 0,0-1-98 16,-2-2 98-16,-1-1 0 0,1 2-63 16,-2 0 63-16,-1-1 0 0,1-1-57 0,1-1 57 0,0 0 0 0,-1-1-38 15,-3 1 38-15,-2-1 0 0,2 1 21 16,-2 0-21-16,2 1 0 0,-2 0 70 16,-1-2-70-16,-1-1 0 0,-1 2 20 0,-1 1-20 0,-1 0 0 0,1 0-87 0,-2 2 87 0,1 1 0 0,-2-1-73 31,-2-1 73-31,-2 0 0 0,0 1 32 0,-1 1-32 0,-2 2 0 0,1-1-4 15,-1 1 4-15,-2 0 0 0,2 0-74 16,-1 4 74-16,-2-2 0 0,2 2-39 0,1-1 39 0,-1 2 0 16,1 0 90-16,-1 0-90 0,-2 0 0 0,2 1 80 15,0 1-80-15,-1 1 0 0,1-1-26 0,1 0 26 0,-1 1 0 0,0 0-150 16,2 2 150-16,-2 1 0 0,2 0-142 0,1 0 142 16,1 2 0-16,0-2-169 0,-1 1 169 0,3 2 0 0,0-2-180 15,2 1 180-15,2 2 0 0,0-3-170 0,1 1 170 0,1 1 0 0,1-1-52 16,1 2 52-16,1-2 0 0,1 0 82 15,-1 2-82-15,3 0 0 0,-1 0 133 0,2 0-133 0,1 2 0 0,-1-2 192 16,-1 1-192-16,6 2 0 0,-3-2 228 0,2 1-228 0,1-1 0 16,-2 0 247-16,-2 1-247 0,-1 0 0 0,-1-1 102 15,-1 0-102-15,-3-2 0 0,2 3-77 0,1 0 77 0,1 3 0 16,0-3-256-16,0 1 256 0,2 2 0 0,-1-1-256 16,-2 1 256-16,-1 0 0 0,1-1-256 0,1 0 256 0,-1-1 0 0,-1 0-256 15,-1-1 256-15,-1 0 0 0,-1 0-256 0,1-2 256 16,-1 0 0-16,-2-6-1458 0,-1-3 1458 15,-1-3 0-15</inkml:trace>
  <inkml:trace contextRef="#ctx0" brushRef="#br0" timeOffset="104067.838">15949 9836 1024 0,'0'0'0'0,"0"0"0"0,0 0 0 0,0 0 0 0,0 0 256 16,0 0-256-16,0 0 0 0,0 0 256 0,0 0-256 0,0 0 0 0,-4 7 256 15,-4 5-256-15,-2 4 0 0,5-11 256 16,2-2-256-16,2-2 0 0,1-1 0 0,-3 3 256 0,0 1-256 0,0 2 0 16,-1-2 256-16,-2 0-256 0,0 0 0 0,1 1 43 0,-1 2-43 0,-2 0 0 0,0 0-157 15,3-1 157-15,-1 3 0 0,-1-1-35 0,-2 2 35 16,0 1 0-16,1-2 106 0,-1 1-106 0,-2 2 0 0,2 0 256 15,0 1-256-15,-1 0 0 0,1 1 251 16,-2 0-251-16,-2 2 0 0,3 1 188 0,1 2-188 0,0 0 0 0,0-2 119 16,2 1-119-16,-1 0 0 0,0 0 186 15,2 2-186-15,1 2 0 0,0-3 181 0,1 1-181 0,1 0 0 16,-2 0 223-16,2 0-223 0,-1 0 0 0,3-1 174 0,0 2-174 16,1 0 0-16,1-1 0 0,0 0 0 0,3 0 0 0,-2 0 0 15,1 1 0-15,2 0 0 0,-1-1 0 0,1-1 0 0,1-1 0 0,1 0-85 16,1 0 85-16,2 0 0 0,-1 0-256 0,3-2 256 0,2 1 0 0,-3-1-256 15,3-2 256-15,-1 0 0 0,0-2-256 16,0-2 256-16,2-1 0 0,-2-1-205 0,2-2 205 0,0-1 0 0,-1-1-118 16,2-2 118-16,2-1 0 0,-4-3 26 15,-1-1-26-15,0-1 0 0,-8 2-1921 0,-6 2 1921 0,-3 2 0 16</inkml:trace>
  <inkml:trace contextRef="#ctx0" brushRef="#br0" timeOffset="104884.161">16143 10136 1024 0,'0'0'0'0,"0"0"0"0,0 0 0 0,0 0 0 0,0 0 256 0,0 0-256 0,0 0 0 0,0 0 256 0,0 0-256 0,0 0 0 0,-4 6 256 0,-2 2-256 0,-3 4 0 16,6-6 256-1,-1-3-256-15,2 0 0 0,-1 2 256 0,2 1-256 0,-1 2 0 0,2-8 0 0,-2 8 256 0,-1 1-256 16,-1 2 0-16,1-1 179 0,-1 0-179 0,-2 2 0 0,3-2 26 16,-2 3-26-16,0 1 0 0,0-1 256 15,2 1-256-15,-1 0 0 0,0-1 256 0,-1 0-256 0,1 2 0 0,0 0 256 16,0-1-256-1,0 2 0-15,1-2 256 0,1 1-256 0,1 0 0 0,-1-1-82 0,2-1 82 0,-1 0 0 16,1 1-209-16,1-1 209 0,1-1 0 0,-1-1-200 16,1 1 200-16,1 0 0 0,0-2 42 0,1-1-42 0,1 0 0 0,0 0 172 15,2-3-172-15,0 1 0 0,1-1 59 16,0 0-59-16,4-3 0 0,-3 0-99 0,1 0 99 0,2-2 0 16,-2 1-157-16,1-4 157 0,3 2 0 0,-2-3-24 15,-1-1 24-15,0-2 0 0,-2 1 93 0,5 0-93 0,-2-4 0 0,1 2 256 16,-3-1-256-16,1-2 0 0,0 1 256 0,-1-2-256 0,-2-1 0 15,2 1 199-15,-2-2-199 0,-1 0 0 0,1-1 0 16,-2 1 0-16,2-2 0 0,-2 1-72 0,-1 0 72 0,-1-1 0 0,1 0-149 16,-2-1 149-16,2-1 0 0,-3 1-11 15,-2 1 11-15,-2-1 0 0,1 1 45 0,-3 0-45 0,2 0 0 0,-1 1 116 16,-1 0-116-16,-1 2 0 0,-1-1 71 0,0-1-71 0,-4 3 0 16,2-1-19-16,-1 1 19 0,-2 2 0 0,2-1-163 15,-1 2 163-15,-2 2 0 0,0-2-217 0,1 3 217 0,-4-1 0 0,4 0-95 16,-1 1 95-16,0 2 0 0,0 0-86 0,0 1 86 0,2 2 0 15,-2-2-50-15,3 2 50 0,-1 2 0 0,1-2-75 16,0 2 75-16,2 1 0 0,-1 0-36 0,3-1 36 16,-1 2 0-16,1 1-71 0,1-2 71 0,1 2 0 0,0 1-79 15,0 0 79-15,2 2 0 0,0-3-4 0,2 3 4 0,2 1 0 16,0-2 140-16,1 1-140 0,2 2 0 0,0-2 200 0,-1 3-200 16,3 2 0-16,-1-2 210 0,2-1-210 0,0 0 0 0,0 1 63 15,1-2-63-15,2 2 0 0,-2 2 32 0,2 0-32 0,0 2 0 16,0-2-40-16,2 1 40 0,1 0 0 0,-1 0-45 15,-2 2 45-15,1-2 0 0,0 2 6 0,-2 1-6 0,1 1 0 16,1-1 120-16,-3-2-120 0,2 1 0 0,-2 0 152 0,-1 0-152 16,0 2 0-16,-1-2 49 0,-1 0-49 15,-1-1 0-15,1 1-153 0,-2-2 153 0,-1 0 0 0,1 1-256 0,-3-2 256 0,3 1 0 0,-2-2-256 16,-1 1 256-16,0-1 0 0,-1 0-256 16,2 0 256-16,0 0 0 0,0-4-256 15,-2-1 256-15,1-1 0 0,-1-1-256 0,2 0 256 0,-1-3 0 0,0-2-256 0,1 0 256 16,3-2 0-16,-4 2-1374 15,-2 0 1374-15,-2 0 0 0</inkml:trace>
  <inkml:trace contextRef="#ctx0" brushRef="#br0" timeOffset="105207.987">16696 10293 1024 0,'0'0'0'16,"0"0"256"-16,0 0-256 0,0 0 0 0,0 0 256 0,0 0-256 0,0 0 0 0,0 0 256 16,0 0-256-16,0 0 0 15,0 0 256-15,0 0-256 0,0 0 0 0,0 10 256 0,-2 3-256 0,1 5 0 0,0-9 256 16,2-1-256-16,-1-3 0 0,0-5 0 0,-1 7 97 16,-1 1-97-16,-1 0 0 0,1 0-206 0,0 1 206 0,2 2 0 0,-1 0-15 0,-1-3 15 0,-1 4 0 0,1-1 256 15,-2-2-256 1,0 1 0-16,2-2 256 0,-2 2-256 0,0 0 0 0,0-1-81 15,0 0 81-15,-4 1 0 0,3-3-256 0,0-1 256 0,0 0 0 16,1-2-256-16,1 0 256 0,1 1 0 0,-1-4-256 0,-1-1 256 0,1-1 0 0,1-2-256 16,1 0 256-16,1-1 0 0,0-1-82 0,1-3 82 0,1-1 0 0,-1 6-737 31,-2 3 737-31,1 3 0 0</inkml:trace>
  <inkml:trace contextRef="#ctx0" brushRef="#br0" timeOffset="105508.139">16648 10259 1024 0,'0'0'0'0,"0"0"0"0,0 0 0 0,0 0 0 0,0 0 256 15,0 0-256-15,0 0 0 0,0 0 256 16,0 0-256-16,0 0 0 0,0 0 256 0,0 0-256 0,0 0 0 0,8-2 256 16,3-1-256-16,5-2 0 0,-9 3 256 15,-4-1-256-15,-3 2 0 0,3-1 256 0,0-1-256 0,0 2 0 0,1-1 256 16,-1 1-256-16,3 0 0 0,-2 0-117 0,0 1 117 0,0 1 0 0,0-1-256 16,-1 0 256-16,3 0 0 0,-2 1-172 15,1 2 172-15,1 0 0 0,-1 0 256 0,1 1-256 0,-1 2 0 0,0-2 256 16,0 1-256-1,0 1 0-15,0 0 256 0,-2 2-256 0,2 0 0 0,-1 1 256 16,0-1-256-16,0 4 0 0,0-2 256 0,1 1-256 0,3 2 0 0,-3-1-256 16,-1 1 256-16,-1 0 0 0,1-1-256 0,-2 1 256 0,1 0 0 15,0 1 35-15,-2-3-35 0,1 3 0 0,0-3 254 16,1 0-254-16,-1 0 0 0,0 0 108 0,-2 1-108 0,1-3 0 0,0 1-256 16,0 0 256-16,0-1 0 0,-1-3-256 0,2 0 256 15,-1-2 0-15,0 0-256 0,1-2 256 0,1 1 0 0,-1-3-256 16,-2 0 256-16,1-3 0 0,0 2-1388 15,-2 1 1388-15,1 1 0 0</inkml:trace>
  <inkml:trace contextRef="#ctx0" brushRef="#br0" timeOffset="105824.545">17107 10186 1024 0,'0'0'0'0,"0"0"0"0,0 0 0 0,0 0 0 0,0 0 256 16,0 0-256-16,0 0 0 0,2 7 256 0,0 1-256 0,1 5 0 0,-1-6 256 15,-1-2-256-15,-1 0 0 0,1 1 256 0,1 1-256 0,1 0 0 0,-1 2 256 16,0 0-256-16,0 3 0 0,0-3 256 16,0 1-256-16,-1 2 0 0,3 0 74 0,-4-2-74 0,1 3 0 0,0 0-256 15,0 1 256-15,0 0 0 0,0-1 91 0,0-1-91 16,0 1 0-16,0-1 256 0,-2 1-256 0,1-1 0 0,0 1 256 15,-2-2-256-15,1 1 0 0,0-2 51 0,-1 1-51 0,-3-1 0 0,3-2-256 16,-1-2 256-16,-1-1 0 0,2-1-256 0,1 0 256 0,1-3 0 0,-1 0-256 16,-1-1 256-16,-1-1 0 0,1-2-60 15,2-2 60-15,-1-2 0 0,0 4-1180 0,2 3 1180 16,-1 3 0-16</inkml:trace>
  <inkml:trace contextRef="#ctx0" brushRef="#br0" timeOffset="106296.635">17129 10157 1024 0,'0'0'0'0,"0"0"0"15,0 0 0-15,0 0 0 0,2-4 256 0,1-2-256 0,2-3 0 0,-2 6 256 0,0 1-256 0,0 1 0 16,2-1 256-16,0-2-256 0,4 2 0 0,-3-3 256 0,0 1-256 0,0-1 0 0,1 2 256 16,2-1-256-16,0 1 0 0,-1 2 256 15,-1-1-256-15,1 2 0 0,-1 0 256 0,1 0-256 0,1 0 0 0,-1 2-256 16,-2-2 256-16,-1 1 0 0,1 2-256 0,-2 0 256 0,2 1 0 0,-4-1-244 15,1 2 244-15,-2 1 0 0,0-4 256 16,-1 4-256-16,-1 0 0 0,-1 0 256 0,-1 0-256 0,-2 1 0 0,0-1 256 0,0 1-256 16,-3-1 0-16,1 0 256 0,-3 0-256 0,-2 1 0 15,2-1 256-15,1 0-256 0,-1 1 0 0,2-1-256 16,-3 0 256 0,0-1 0-16,1-1-256 0,1 0 256 0,0 0 0 0,0-1 99 0,2 2-99 0,-2 0 0 0,1-1 256 15,1-1-256-15,-1 2 0 0,1-2 256 0,4 1-256 0,0-3 0 0,1 2 256 0,1 0-256 16,1 2 0-16,-1-3 28 15,2 1-28-15,-1-2 0 0,2 2-176 0,1 0 176 0,1 1 0 0,0-1-120 16,4-1 120-16,1 2 0 0,-2-1 61 0,0 1-61 0,4 2 0 0,-2-2 256 16,1 1-256-16,2 1 0 0,-2 0 256 0,2-1-256 15,0 0 0-15,-1 1 95 16,2 2-95-16,0 1 0 0,-1-1 0 0,1-2 0 0,0 1 0 0,0 0 0 16,-2 0 0-16,-1 1 0 0,1 0-177 15,1 0 177-15,1 3 0 0,-3-4-256 0,-1 0 256 0,0 0 0 0,-2-1-256 0,-1-1 256 0,-1 0 0 0,1-1-186 16,-2-1 186-16,2 0 0 0,-3-2 78 15,-1-1-78-15,-1-1 0 0,1-1 72 0,-2 1-72 0,1-4 0 16,2 1 183-16,0 0-183 0,1-2 0 0,-2 3-2529 16,-2 3 2529-16,-2 3 0 0</inkml:trace>
  <inkml:trace contextRef="#ctx0" brushRef="#br0" timeOffset="106681.574">17349 9893 1024 0,'0'0'0'0,"3"0"0"0,0 3 0 0,1 0 0 0,-1-1 256 0,0 1-256 0,0 1 0 0,0 0 256 15,1 0-256-15,1 1 0 0,2-1 256 0,-1 0-256 0,3-1 0 0,-9-3 0 0,8 6 256 16,2 0-256-16,0 1 0 0,-1 1 256 0,2 1-256 15,0 1 0-15,0-1 256 0,2 1-256 0,0 2 0 16,-1-1 256-16,1 1-256 0,1 3 0 0,-2-2 4 16,2 2-4-16,1 1 0 0,-2 0 46 0,0 1-46 15,-2 1 0-15,0-2 256 0,0 1-256 0,-2 1 0 0,1 0 256 0,-2 2-256 0,2 0 0 16,-2 1 256-16,0 0-256 0,-2 1 0 0,-1-2 256 0,-1 2-256 16,-1 0 0-16,1-2 205 0,-1 0-205 0,0-1 0 0,-2 1 0 15,-2 0 0-15,0 1 0 0,0-2 0 0,-1 0 0 0,-1 0 0 0,0-1 0 16,-1 0 0-16,-1-2 0 0,0 1 0 15,-2-1 0-15,0-1 0 0,0 0 0 0,-2 1 0 0,0-2 0 16,0 0 0-16,-1-1 0 0,-2 1 0 0,0-2 0 16,1 2 0-16,-4-3 0 0,3 1 0 0,-3-2 0 0,1 0 0 0,-1-1 0 15,4-1 0-15,0 0 0 0,6-5-3071 16,5-3 3071-16,5-3 0 0</inkml:trace>
  <inkml:trace contextRef="#ctx0" brushRef="#br0" timeOffset="139068.284">13322 11578 1024 0,'0'0'0'16,"2"5"0"-16,1-2 0 0,1 0 0 0,-1 1 126 0,1-2-126 0,1 0 0 0,1 2 33 0,0-2-33 0,1 3 0 16,-1-4 204-16,1 4-204 0,2-1 0 15,-2-3 255-15,1 0-255 0,2-1 0 0,-2 1 256 16,1 0-256-16,2 0 0 0,-1 0 256 0,0-1-256 0,1-1 0 16,0 1 166-16,0 0-166 0,3 0 0 0,-2-1-213 0,-2-1 213 0,2-1 0 0,-3 0-256 15,4 1 256-15,0 0 0 0,-1 0-256 16,-1-1 256-16,0-1 0 0,0 0-174 0,-1 2 174 0,0-1 0 0,0 0 256 15,-1 0-256-15,0-1 0 0,0 0 256 16,-2 1-256-16,2 0 0 0,-1 1 256 0,-1 0-256 0,0 1 0 0,0-1 256 16,-2-1-256-16,0 0 0 0,0 2 256 0,-1-1-256 0,-1-1 0 0,1 1-25 15,-1 2 25-15,0-1 0 0,-1 1-41 0,-1-2 41 16,-1 1 0-16,1 1 173 0,0-1-173 0,0-1 0 0,0 2 256 16,-2 0-256-16,1 0 0 0,0 0 256 15,0 0-256-15,0 0 0 0,0 0 46 0,-2 0-46 0,1 0 0 0,0 0-136 0,0 0 136 16,0 0 0-16,0 1-93 15,0 0 93-15,0 0 0 0,0 0 34 0,-1 1-34 0,1 1 0 0,0-2 174 0,0 2-174 0,0-1 0 16,0 1 256-16,0 3-256 16,0-2 0-16,0 0 256 0,2 2-256 0,-1 1 0 0,-1-2 238 0,-1 2-238 0,-2 2 0 0,3-1 0 15,1 2 0-15,-1 1 0 0,0-2 0 0,0 1 0 16,0 2 0-16,0-1 0 16,0 1 0-16,0 0 0 0,0 1 0 0,2-1 0 0,-1 1 0 0,0 0 0 15,-1 0 0-15,1 2 0 0,0-2 0 16,1 2 0-16,1 1 0 0,-1-1 0 0,0 1 0 0,0 0 0 0,0-1 0 0,0 0 0 0,0 0 0 0,-1-1 0 15,2-1 0-15,-1 1 0 0,0-2-75 16,0 0 75-16,0-1 0 0,0-1-256 0,-2-1 256 0,1-1 0 0,1 0-256 16,1-3 256-16,1-1 0 0,-1-1-256 15,-2-1 256-15,2-1 0 0,-1 0-2228 0,-2-1 2228 0,1-1 0 0</inkml:trace>
  <inkml:trace contextRef="#ctx0" brushRef="#br0" timeOffset="139770.789">14108 11578 1024 0,'0'0'0'0,"0"0"0"0,0 0 0 0,0 0 0 0,0 7 256 0,0 3-256 0,0 3 0 0,0-9 256 16,0 0-256-16,0-3 0 0,0 4 256 0,2 1-256 16,-1 2 0-16,0 0 256 0,0 1-256 0,0 2 0 0,0-1 256 15,-2 2-256-15,1 0 0 0,0 2 256 0,2 0-256 0,0 3 0 0,-1-2-22 16,-2-1 22-16,1 1 0 0,0 1-105 16,0 0 105-16,0 2 0 0,0-2 256 0,-3 2-256 0,2 0 0 0,0-3 256 15,2 1-256-15,-1-1 0 0,0 0 256 0,-2 0-256 0,1 0 0 0,0-2 256 16,2 0-256-16,-1-1 0 0,0 0 256 15,-2 1-256-15,1 0 0 0,-1-3-256 0,2-1 256 0,-1 0 0 0,0-2-256 16,0-2 256-16,0-1 0 0,0-1-256 16,0-1 256-16,0-1 0 0,0-3-256 0,2 0 256 0,-1-3 0 0,0-1-199 15,0 1 199-15,0-3 0 0,0-1 256 0,-2 0-256 0,1-2 0 16,0 8-1722-16,2 3 1722 0,-1 3 0 0,0-12 0 16,-2-5 0-16,1-4 0 0,0 3 0 0,-1-2 0 0,-1-1 0 0,0 1 0 15,1 0 0-15,0 1 0 0,0-1 0 16,-1 1 0-16,-1 1 0 0,1 0 256 0,0 0-256 0,0 0 0 0,0 1 256 15,0 2-256-15,-1 1 0 0,1-1 256 0,0 2-256 16,0 0 0-16,1 1 256 0,1-2-256 0,1 3 0 0,-1-1 256 16,0 1-256-16,0 0 0 0,0 0 256 0,2-1-256 0,-1 1 0 0,2-1 256 15,1 1-256-15,1 2 0 0,-1 0 256 0,1 1-256 0,2 0 0 16,0 0-256-16,0 0 256 0,3 0 0 0,-1 0-256 16,0 0 256-16,1 2 0 0,-1-1-256 0,2 3 256 0,1-1 0 0,-2 1 256 15,2 2-256-15,0-1 0 0,-1 2 256 16,2-1-256-16,1 3 0 0,-1-2 256 0,-2 3-256 0,-1 1 0 0,2-1 256 15,-1 2-256-15,0 3 0 0,0-3-256 16,-1 0 256-16,-2 1 0 0,1 0-256 0,0 2 256 0,-2 1 0 0,-1-2-256 16,-1 0 256-16,-1 1 0 0,0-1 256 0,-1 0-256 15,-1 1 0-15,-1-2 256 0,-1 1-256 0,-1-1 0 0,-1-1 256 16,-2 2-256-16,1 0 0 0,-3-1 256 16,-3-1-256-16,-2 0 0 0,1 0 256 0,-2-1-256 0,0 0 0 0,-1 0-256 0,0 0 256 0,-2-2 0 15,2-1-256-15,-2 0 256 0,-2-3 0 0,2 2-256 16,2-1 256-16,0 0 0 0,2-2-256 15,1-1 256-15,0-2 0 0,7 2-1792 0,4 2 1792 0,4 2 0 0</inkml:trace>
  <inkml:trace contextRef="#ctx0" brushRef="#br0" timeOffset="140531.906">14698 11654 1024 0,'0'0'0'0,"0"0"0"0,0 0 0 0,0 0 0 0,0 0 0 0,0 0 0 0,0 0 0 0,0 0 256 16,0 0-256-1,0 0 0-15,0 0 256 0,0 0-256 0,0 0 0 0,0 0 256 16,0 0-256-16,0 0 0 0,0 10 256 0,-2 2-256 0,1 8 0 0,2-13 256 0,1-4-256 0,1-4 0 0,0 5-256 15,0 1 256-15,1 2 0 0,-2-2-256 0,2 2 256 16,0-1 0-16,0 1-256 16,-2 0 256-16,1 2 0 0,1-1-36 0,-1 1 36 15,0 2 0-15,0-1 256 0,0-1-256 0,0 1 0 0,0-1 256 16,0 2-256-16,0 0 0 0,0 0 256 0,1 0-256 16,-1 1 0-16,0 0 256 0,0 0-256 0,0-1 0 0,0 2-256 15,-2-1 256-15,1 2 0 0,0-3-256 0,1 0 256 0,1-2 0 0,-1 2-6 16,-1-1 6-16,0 1 0 0,0-2 256 15,0 0-256-15,0-2 0 0,0-1 256 0,-2 0-256 0,1-2 0 0,0 0 256 16,0 1-256-16,0 2 0 0,0-4 256 0,-2-1-256 0,1-1 0 16,0 0 256-16,2 1-256 0,-1-2 0 0,0 0 256 15,0-1-256-15,0-1 0 0,0-1 173 0,0-1-173 16,0-2 0-16,0 0 149 0,1-1-149 0,2-2 0 0,-2 1 139 16,1 0-139-16,1-2 0 0,-1 1 92 0,0-2-92 0,0-3 0 0,1 1 0 15,1 1 0-15,3-5 0 0,-2 4 0 0,-2-2 0 0,0-1 0 16,2 2 0-16,1 0 0 0,1-2 0 0,-1 2 0 15,-2 0 0-15,1-2 0 0,1 2 0 0,-1 0 0 0,0-2 0 0,0 3 0 16,0 1 0-16,1-1 0 0,-1 1 0 16,0 0 0-16,0 1 0 0,0 0 0 0,-1 0 0 0,0 3 0 15,0-2 0-15,-1-1 0 0,0 3 0 0,0 0 0 16,-1 2 0-16,-1 0 0 0,2 1 0 0,-3 1 0 0,1 2 0 0,0-3 0 16,-2 2 0-16,1 0 0 0,0 1 0 0,-2 0 0 0,1 0 0 15,0 1 0-15,0 1 0 0,0 1 0 0,0 0 0 16,-2 0 0-16,1 0 0 0,0 1 0 0,0-1 0 0,0 2 0 0,0-2 0 15,-2 2 0-15,3 1 0 0,-1-4 0 16,2 1 0-16,-1 0 0 0,0 0-3071 0,0-1 3071 0,0-1 0 0</inkml:trace>
  <inkml:trace contextRef="#ctx0" brushRef="#br0" timeOffset="141722.43">15439 11531 1024 0,'0'0'0'0,"0"0"0"0,0 0 0 0,0 0 0 0,0 0 0 0,0 0 0 0,0 0 0 0,0 0 0 16,0 0 0-16,0 0 0 0,0 0 0 0,0 0 0 0,0 0 0 0,0 0 0 15,0 0 0-15,0 0 0 0,0 0 256 16,0 0-256-16,0 0 0 0,0 0 256 0,0 0-256 0,0 0 0 0,0 0 256 16,0 0-256-16,0 0 0 0,0 0 256 0,0 0-256 0,0 0 0 15,0 0-256-15,0 0 256 0,0 0 0 0,0 0-256 0,0 0 256 16,0 0 0-16,0 0-256 0,0 0 256 0,0 0 0 0,0 0-256 16,0 0 256-16,0 0 0 0,0 0 256 0,0 0-256 15,0 0 0-15,-5 3 256 0,-3 3-256 0,-3 1 0 0,4-3 256 16,3 3-256-16,1-3 0 0,-2 2 256 0,2 1-256 0,-1 0 0 0,0 0-146 15,-1-1 146-15,1 2 0 0,0 1-256 16,-1 1 256-16,-1 1 0 0,1-1-220 0,2-2 220 0,-2 5 0 0,1-2 256 16,-1 1-256-16,-1-1 0 0,1 1 256 0,3 0-256 15,0-1 0-15,-1 1 256 0,-1 1-256 0,1 0 0 0,0-1 256 16,0 1-256-16,0 0 0 0,0 0 234 16,1 1-234-16,-1 0 0 0,2-2-256 0,1 0 256 0,1-2 0 0,-1 2-172 15,2 1 172-15,-1 0 0 0,0-1 256 0,0 0-256 0,4 0 0 0,-2-1 256 16,0-1-256-16,4 0 0 0,-4-1 256 15,2 0-256-15,0-2 0 0,-1 1 256 0,1-2-256 0,1 3 0 0,0-3 256 16,2-2-256-16,0 1 0 0,-1 0-171 0,2 0 171 16,0-2 0-16,-1-2-187 0,2 1 187 0,0-2 0 0,-1 0 10 15,1 0-10-15,-1 0 0 0,1-3 183 0,2 0-183 16,1-1 0-16,-1 1 206 0,-1 0-206 0,0-3 0 0,0 1 241 0,0-2-241 0,-1-1 0 16,0 2 113-16,0-2-113 0,-2-3 0 0,1 1 49 15,1 1-49-15,-1-3 0 0,0 1-34 0,-1 1 34 0,1 0 0 0,-2-3-51 16,-2 1 51-16,1-2 0 0,0 1-9 15,-2 1 9-15,-1-1 0 0,-1 1 20 16,-1-1-20-16,-1 1 0 0,1-1 68 0,-2-2-68 0,1 1 0 0,-1 0 22 0,-1 1-22 16,-1 0 0-16,0 0 31 0,-2 1-31 0,0-1 0 0,0 1-17 15,-1 0 17-15,-1 1 0 0,0 0-24 16,0-1 24-16,-1 4 0 0,1-3 3 0,-2 4-3 0,0 0 0 0,1 0-12 16,-1 0 12-16,-2 1 0 0,2 2-38 15,-1 1 38-15,-4 1 0 0,4 0-83 0,1-1 83 0,0 1 0 0,0 0-181 0,0 2 181 16,-1 2 0-16,1-1-162 0,2 2 162 0,-1 0 0 15,-1 1-99-15,3 0 99 0,-1 0 0 0,1 0 66 0,-1 3-66 0,3-1 0 0,0 0 185 16,1 0-185-16,1 3 0 0,1-1 222 16,1 2-222-16,1 1 0 0,0-2 135 0,1 1-135 0,1 2 0 0,0 0-36 15,1 0 36-15,2 2 0 0,-1-2-60 0,1 0 60 16,1-1 0-16,0 0 1 0,2 2-1 16,1 1 0-16,-1-2 130 0,-1 3-130 0,0-1 0 0,0-1 38 0,1 1-38 0,2 1 0 0,-3-3 0 15,0 1 0-15,-1-2 0 0,0 3 0 0,1 0 0 16,1-1 0-16,0 2 0 0,-3-2 0 0,1 1 0 0,0-1 0 15,-2-1 0-15,2 1 0 0,-1-1 0 16,-2 1 0-16,1 0 0 0,0-1 0 0,-2-2 0 0,2-1 0 16,-1 2-222-16,-1 0 222 0,0-1 0 0,-1 1-256 15,-1-1 256-15,-1 0 0 0,1 1-256 16,-1-3 256-16,1 2 0 0,-1-2-256 0,1 1 256 0,1 0 0 0,-1-3-256 16,-1-2 256-16,2 0 0 0,-1-2-1825 0,-2-2 1825 0,1-2 0 0</inkml:trace>
  <inkml:trace contextRef="#ctx0" brushRef="#br0" timeOffset="142649.776">15819 11483 1024 0,'0'0'0'0,"0"0"0"0,0 0 0 15,0 0 0-15,0 0 256 0,0 0-256 0,0 0 0 0,0 0 256 0,0 0-256 0,0 0 0 0,0 0 256 16,0 0-256-16,0 0 0 0,0 0 256 16,0 0-256-16,0 0 0 0,8 8 256 0,3 4-256 0,5 3 0 0,-9-11 256 0,-3-3-256 15,-3-3 0-15,4 3 256 16,2 2-256-16,0 0 0 0,0 0-256 0,1-1 256 0,2 2 0 0,-2 0-256 0,-2-1 256 0,1 3 0 16,1-2 232-1,2 1-232-15,0 2 0 0,-1-1 256 0,1 3-256 0,1 1 0 0,0-1 256 16,-2 0-256-16,-1 1 0 0,2 2 256 0,-3 0-256 0,1 3 0 0,0-2 256 15,1 2-256-15,-1 0 0 0,0 2-256 16,0 1 256-16,1 1 0 0,-1 1-256 0,0 1 256 0,0 1 0 0,0 0-62 0,-2 0 62 16,-1 0 0-16,0 1 256 0,-1-1-256 0,-1 2 0 0,2-1 256 15,0 1-256-15,1-2 0 0,-4 3 256 16,-2 0-256-16,-2 2 0 0,0-1 256 16,-1 2-256-16,-1 1 0 0,-4-2-256 0,-1 1 256 0,-2 1 0 0,-2-1-256 15,-2 0 256-15,-2-1 0 16,-1-1 50-16,-4-1-50 0,-3-1 0 0,1-3 120 0,-4-2-120 0,1-2 0 0,-2-2-18 0,-2-1 18 0,-2-2 0 0,1-1-256 15,-3-4 256-15,0-2 0 16,24-3-2370-16,11-2 2370 0,11-2 0 0</inkml:trace>
  <inkml:trace contextRef="#ctx0" brushRef="#br0" timeOffset="143210.392">13425 11197 1024 0,'0'0'0'0,"0"0"0"0,0 0 0 0,0 0 0 0,0 0 256 0,0 0-256 16,0 0 0-16,-6 3 256 0,-4 3-256 0,-5 2 0 0,7-4 256 15,2-2-256-15,1 0 0 0,-2 4 256 0,-1-1-256 0,-2 4 0 0,0-1 256 16,1 1-256-16,-3 2 0 0,1 1-256 0,0 2 256 16,-2 1 0-16,1 0-256 0,-1 3 256 0,-3 2 0 0,2-2-10 15,2 3 10-15,0 0 0 0,-2 1 256 0,0 1-256 16,-2 1 0-16,4 1 256 0,2-2-256 0,1 3 0 0,0-1 256 16,-2 1-256-16,-1 2 0 0,3-2 256 0,1 1-256 0,1 0 0 0,-1 0 256 15,2 1-256-15,1 0 0 0,0 0 256 16,-1-1-256-16,4 0 0 0,-3 0 172 0,2 0-172 0,0-1 0 0,2 0 256 15,3-1-256-15,0 3 0 0,-1-1 256 0,1-2-256 0,2 1 0 0,1-1 93 16,2 3-93-16,0-1 0 0,0-2-74 16,1 0 74-16,2 0 0 0,0-1-256 0,4-3 256 0,0 1 0 0,-1-3-256 15,0-1 256-15,2-2 0 0,-2-3-256 0,1 1 256 0,2-3 0 16,-11-6-2229-16,-5-6 2229 16,-5-3 0-16</inkml:trace>
  <inkml:trace contextRef="#ctx0" brushRef="#br0" timeOffset="144044.683">16822 11654 1024 0,'0'0'0'0,"0"0"0"0,0 0 0 0,0 0 0 15,0 0 256-15,0 0-256 0,0 0 0 0,0 0 256 0,0 0-256 0,0 0 0 0,0 0 256 16,0 0-256-1,0 0 0-15,0 0 256 0,0 0-256 0,0 0 0 0,0 0 256 0,0 0-256 0,0 0 0 0,0 0 256 16,0 0-256-16,0 0 0 0,0 0 256 16,0 0-256-16,0 0 0 0,0 0 256 0,0 0-256 0,0 0 0 0,0 0 256 0,0 0-256 15,0 0 0-15,7 10 256 16,2 4-256-16,3 5 0 0,-9-12 256 0,-4-4-256 16,-4-6 0-16,4 7 255 0,2 0-255 0,-1 2 0 0,0-3 0 15,-2 1 0-15,1 1 0 0,-1-1 0 0,2 3 0 0,-1 0 0 0,0 1 0 0,-1-2 0 0,-1 3 0 0,1 1 0 31,-1-1 0-31,-2 4 0 0,2-2 0 0,0-2 0 0,0 2 0 0,0 0 0 16,0 2 0-16,0 1 0 0,0-2 0 16,-1 1 0-16,-2-1 0 0,6-12 0 0,0 0 0 0,0 0 0 0,0 0 0 0,-4 13 0 0,4-13 0 0,0 0 0 0,0 0 0 0,-4 17 0 0,4-17 0 0,0 0 0 0,-4 14 0 0,4-14 0 0,-4 15 0 15,-1 0 0-15,-1-1 0 0,-1 1 0 0,4-1 0 0,-1-1 0 0,-1 1 0 16,2-1 0-16,-1 1 0 0,0-1 0 16,1 0 0-16,0-1 0 0,0 1 0 0,-1-3 0 15,-1 2 0-15,1-1 0 0,2 0 0 0,-2-2 0 0,2 1 0 16,-2-2 0-16,1-1 0 0,0-1 0 0,2-2 0 0,-1-1 0 15,0 0 0-15,2-1 0 0,-1-1 0 0,0-1 0 16,2-2 0-16,-1-2 0 0,0 0 0 0,2 0 0 0,-1-3 0 16,0 5-3071-16,-2 2 3071 0,1 2 0 0</inkml:trace>
  <inkml:trace contextRef="#ctx0" brushRef="#br0" timeOffset="144490.567">16863 11686 1024 0,'0'0'0'0,"0"0"0"0,0 0 0 0,0 0 0 0,0 0 256 16,0 0-256-16,0 0 0 0,0 0 256 0,0 0-256 0,0 0 0 0,0 0 256 16,0 0-256-16,0 0 0 0,0 0 256 15,0 0-256-15,0 0 0 0,0 0 256 0,0 0-256 0,0 0 0 0,0 0 256 0,0 0-256 16,0 0 0-16,0 0 256 0,0 0-256 0,0 0 0 0,0 0 256 15,0 0-256-15,0 0 0 0,7 0 146 0,4 0-146 16,4 0 0-16,-9 1-116 0,-3 1 116 0,-3 2 0 0,3-1 256 16,0 1-256-16,0 4 0 0,0-2 256 15,2-1-256-15,0 2 0 0,-1 0 256 0,1 3-256 0,1-2 0 0,-1 2 225 16,1-1-225-16,-1 2 0 0,0-2 0 0,1 2 0 0,0 3 0 0,2-3 0 16,-1 2 0-16,1 1 0 0,-1-2 0 15,2 2 0-15,0 1 0 0,-1-1 0 0,-2 0 0 0,2 3 0 0,-1-3 0 16,1-1 0-16,2 4 0 0,0-3 0 0,-3 1 0 15,1-1 0-15,0 0 0 0,0 0 0 0,-1 0 0 0,0-1 0 16,1-1 0-16,2 1 0 0,-3-3 0 16,-1 2 0-16,-2 0 0 0,4-1 0 0,-1 0 0 0,1-1 0 0,-3-1 0 15,-1-1 0-15,-1 0 0 0,2-1 0 0,-1 0 0 0,0-2 0 0,-1 0 0 16,-2-1 0-16,1-1 0 0,0 0 0 0,-2-1 0 0,1-1 0 16,0-1 0-16,-2-1 0 0,1 0 0 0,0 0-3071 15,0 1 3071-15,0 1 0 0</inkml:trace>
  <inkml:trace contextRef="#ctx0" brushRef="#br0" timeOffset="146078.475">17679 11625 1024 0,'0'0'0'0,"0"0"0"0,0 0 0 0,0 0 0 0,0 0 256 0,0 0-256 0,0 0 0 0,0 0 256 0,0 0-256 16,0 0 0-16,0 0 256 15,0 0-256-15,0 0 0 0,6 5 256 0,5 2-256 0,3 3 0 0,-6-7 256 16,0-3-256-16,-2-3 0 0,1 3 256 0,1 1-256 0,3 1 0 15,-3-1-256-15,1-1 256 0,2 2 0 0,-1 0-256 16,1-1 256-16,3 0 0 0,-2 0 174 0,-1-1-174 16,0 1 0-16,0 2 256 0,2-1-256 0,1 1 0 0,-3-2 256 15,2 0-256-15,-3-1 0 0,2 2 256 0,-3-1-256 0,1 3 0 0,0-4-123 16,-2 2 123-16,-2-2 0 0,3 1-256 0,-2-1 256 16,0-1 0-16,-1 2-249 0,0 1 249 0,-2 0 0 0,1-2 256 15,0 1-256-15,-1 0 0 0,-1 0 256 0,1-1-256 0,-2-1 0 16,0 1 256-16,-1 0-256 0,-1 0 0 0,1 0 256 15,0 0-256-15,0 0 0 0,-1 1 256 0,-1 0-256 0,-1 1 0 16,1-2-256-16,0 1 256 0,0 1 0 0,0-1 14 0,-1 0-14 16,-1 2 0-16,1 1 256 0,-1 1-256 0,-3 0 0 15,2-1 256-15,2 1-256 0,-1 1 0 0,1 1 183 0,-2-1-183 0,0 2 0 16,1 1 0-16,-1-1 0 0,-2 1 0 0,2 1 0 16,2 0 0-16,-1 2 0 0,-1-1 0 0,2 1 0 0,-1 0 0 15,1-1 0-15,1 4 0 0,1 0 0 0,-1-1 0 16,0-1 0-16,0 1 0 0,0-2 0 0,2 2 0 15,-1 2 0-15,0-4 0 0,0 2 0 0,0 0 0 0,0-2 0 16,0 0 0-16,0-1 0 0,0-3 0 0,2 2 0 0,-1-3 0 16,0 0 0-16,0-2 0 0,0-1 0 0,0-1-193 15,1-3 193-15,0 0 0 0,1-2-256 0,0-2 256 0,1-3 0 0,-3 5-2622 16,-1 2 2622-16,-1 2 0 0</inkml:trace>
  <inkml:trace contextRef="#ctx0" brushRef="#br0" timeOffset="146439.033">18216 11534 1024 0,'0'0'0'0,"0"0"0"0,0 0 0 0,0 0 0 0,0 0 256 0,0 0-256 0,0 0 0 0,0 0 256 15,0 0-256-15,0 0 0 0,0 0 256 0,0 0-256 16,0 0 0-16,4 6 256 15,2 1-256-15,2 5 0 0,-4-6 256 0,-2 0-256 0,-1-2 0 0,2 2 256 16,0 2-256-16,1 0 0 0,-1 0 77 0,-2 2-77 0,1 0 0 0,0 0 190 16,0 2-190-16,0 0 0 0,0 0 256 0,0 1-256 0,0 0 0 0,-1 0 256 15,-1 1-256-15,-1 1 0 0,1-1 256 16,2 2-256-16,-1 2 0 0,0-2 256 16,-2 2-256-16,1 1 0 0,0-1-256 0,0-2 256 0,0 0 0 0,0 1-256 15,0-2 256-15,0 2 0 0,0-5 98 0,-2 1-98 0,1-1 0 16,0-1 256-1,-1-2-256-15,-1-1 0 0,1 0 256 0,0-4-256 0,0 0 0 0,0-2 146 16,2-1-146-16,-1-2 0 0,0-1-146 0,0-2 146 0,0-2 0 0,-1-1-256 16,1-1 256-16,-2-2 0 0,2 8-2669 15,1 2 2669-15,1 2 0 0</inkml:trace>
  <inkml:trace contextRef="#ctx0" brushRef="#br0" timeOffset="146775.332">18212 11600 1024 0,'0'0'0'0,"0"0"0"0,0 0 0 0,0 0 0 0,0 0 256 16,0 0-256-16,0 0 0 0,0 0 256 0,0 0-256 0,0 0 0 0,4-4 256 16,1-3-256-16,2-1 0 0,-3 2 256 0,-1 1-256 0,-1 0 0 0,1 1 256 15,2 0-256-15,1 0 0 0,0-1 256 0,1 1-256 0,1 0 0 0,0 1 43 16,-1 1-43-16,0 1 0 0,1 0-256 0,2 1 256 0,1 1 0 0,-1-1-256 16,-1 1 256-16,0 1 0 0,1 0 256 15,2 2-256-15,0-1 0 0,-2 1 256 0,0-1-256 0,-2 3 0 0,1-1 256 16,-1 1-256-16,0 2 0 0,-1-2 256 15,-1 2-256-15,-1 0 0 0,2-1-256 16,-2 0 256-16,1 1 0 0,-2 0-256 0,-3 1 256 16,0-1 0-16,1 0-3 0,-2 1 3 0,1-1 0 0,-2 2 256 15,-1-2-256-15,-1-1 0 0,1 2 256 16,-1-3-256-16,-2 2 0 0,0 0 256 0,-3-2-256 0,-2 3 0 0,3-3 256 16,-1 1-256-16,-2-1 0 0,-1-1-103 15,2 0 103-15,-5-1 0 0,3 1-256 0,1-3 256 0,0 1 0 0,0-2-256 16,-2 1 256-16,-1-1 0 0,4-2 98 0,2-1-98 15,1-2 0-15,-1 2 36 0,2-1-36 0,-1-2 0 0,4 4-2119 16,2 1 2119-16,2 1 0 0</inkml:trace>
  <inkml:trace contextRef="#ctx0" brushRef="#br0" timeOffset="147485.732">18883 11600 1024 0,'0'0'0'0,"0"0"0"0,0 0 0 0,0 0 0 0,-1 6 256 0,-1 4-256 0,-1 2 0 0,3-6 256 15,1-1-256-15,1-3 0 0,-1 3 256 16,0 0-256-16,0 3 0 0,0-2 256 0,0 1-256 16,3-1 0-16,-1 2 256 0,0 0-256 0,1 1 0 0,-1 0 256 0,0-1-256 15,0 1 0-15,-1 1 256 0,2-2-256 0,1 3 0 16,-1-2 256-16,0 2-256 0,1 0 0 0,-1 0 256 0,0-1-256 15,0 1 0-15,0-1 172 16,1-1-172-16,-1 0 0 0,0 1 256 0,-2 0-256 0,1 2 0 0,0-2 256 16,1-1-256-16,1 0 0 0,-2 0 25 0,0-1-25 0,-2 0 0 0,1-1-183 0,1 2 183 0,0-2 0 0,1 0-201 15,-1 0 201-15,0 0 0 0,0 0 74 16,-2-2-74-16,1-1 0 0,0 1 201 0,1-1-201 0,-1 1 0 0,0-2 167 16,-2 0-167-16,1-1 0 0,-1 1 0 0,2-1 0 0,-1-1 0 0,0 1 0 15,0-1 0-15,0 0 0 16,0-1 0-16,-2-1 0 0,1-2 0 0,1 2 0 0,1-1 0 0,1-1 0 0,-1 1 0 15,0-3 0-15,0 0 0 0,0 1 0 16,0-2 0-16,0 1 0 0,0-1 0 0,2-2 0 0,0-1 0 0,-1 1 0 16,-2-3 0-16,1 1 0 0,0-1 0 0,1 0 0 15,1-1 0-15,-1 0 0 16,-2-1 0-16,1 0 0 0,1-1 0 0,0 2 0 0,2-3 0 0,-2 1 0 16,1 0 0-16,1-2 0 0,-2 2 0 0,0-1 0 0,1-1 0 0,-1 1 0 15,0 1 0-15,0 0 0 0,0 0 0 0,0 1 0 0,0 1 0 16,0 2 0-1,-2 0 0-15,1-1 0 0,0 1 0 0,0 1 0 0,1 0 0 16,-2 0 0-16,2 2 0 0,0 0 0 0,-1 1 0 0,-1 0 0 0,-1 3 0 0,1-2 0 16,1 1 0-1,1 0 0-15,-1 1 0 0,-2 0 0 0,1 0 0 0,0 1 0 0,1-2 0 16,1 0 0-16,-1 2 0 0,1 1 0 0,-1 1 0 0,0-2 0 0,0 1 0 0,0-2 0 0,-4-2 0 16,-2-2 0-16,-3 0 0 15,5 4-3071-15,2 3 3071 0,2 3 0 0</inkml:trace>
  <inkml:trace contextRef="#ctx0" brushRef="#br0" timeOffset="148434.1">19530 11472 1024 0,'0'0'0'0,"0"0"256"0,0 0-256 0,0 0 0 0,0 0 256 15,0 0-256-15,0 0 0 0,2 8 256 0,1 3-256 0,2 3 0 16,-2-7 256-16,0-1-256 0,0-3 0 0,0 2 256 16,-3 2-256-16,3 0 0 0,-1-1 256 0,0 1-256 0,0 2 0 0,0-2 256 15,-2 2-256-15,1 3 0 0,0-2 256 0,0 0-256 0,0 2 0 0,1-1 256 16,-1 0-256-16,0 2 0 0,0-2 256 0,-2 2-256 15,1 0 0-15,0 1 256 0,2 0-256 0,-1 3 0 16,0-3 255-16,0-1-255 0,0 1 0 0,0 0 0 0,-2 0 0 0,1 1 0 16,0-1-172-16,1 0 172 0,1 0 0 0,-2-1-256 15,-2 0 256-15,1 2 0 0,0-3-256 0,0-2 256 0,0-1 0 0,0 1 24 16,0-2-24-16,0-1 0 0,0-1 59 0,0-2-59 16,-1 0 0-16,1-2-46 0,0-2 46 0,0-2 0 0,0-1-255 15,-1 1 255-15,-1-3 0 0,1-2-166 0,2-2 166 16,-1-4 0-16,-4 1-120 0,-2-3 120 0,-3-2 0 0,7 13-1883 15,4 4 1883-15,1 4 0 0,-6-16 0 16,-3-7 0-16,-1-6 0 0,3 4 0 0,0 1 0 0,2-3 0 16,-2 3 0-16,4 1 0 0,-2 2 0 0,0-2 0 15,2 4 0-15,-1-2 0 0,0 2 256 0,0 3-256 0,0 1 0 0,1-1 256 16,1 0-256-16,1 1 0 0,-1 2 256 16,0 0-256-16,0 2 0 0,2-1 256 0,0-1-256 0,1 1 0 15,-1 1 256-15,1-3-256 0,1 2 0 0,-1-1 256 16,0 1-256-16,0 0 0 0,1-1 256 0,0 1-256 0,1 2 0 0,-1 0 256 15,1-2-256-15,1-1 0 0,1 4 256 0,0-2-256 0,1 1 0 0,-1 0 24 16,2 1-24-16,0 1 0 0,-1-1 256 16,1 2-256-16,3 0 0 0,-3 1 256 15,3 2-256-15,-1 0 0 0,-1 0 231 0,2 3-231 0,0 1 0 0,-1-2 0 16,1 2 0-16,-1 1 0 0,0 2-230 0,-1 1 230 0,0 3 0 16,-1-3-112-16,0 3 112 15,-2-3 0-15,0 4 256 0,2 1-256 0,1 2 0 0,-3-3 86 16,-1 1-86-16,-1-1 0 0,1 1 0 0,-1 0 0 0,-2 2 0 0,0-2 0 15,-1 2 0-15,-1-1 0 0,-1 0 0 16,-1-1 0-16,-1 0 0 0,-1 0 0 0,0-1 0 0,-1 1 0 0,-1-1 0 0,1 0 0 0,-3-1 0 16,2 0 0-1,-1-2 0-15,-3-1 0 0,2 1 0 0,0-2 0 0,-3-1 0 0,1-1 0 16,3 0 0-16,-1-2 0 0,0 3 0 0,-2-4 0 16,0 3 0-16,1-3 0 0,2 1 0 0,-2-3 0 0,1 2 0 15,2-2 0-15,-1-2 0 0,0 2 0 0,0 0 0 0,1 0 0 0,-1 0 0 16,2 0 0-16,-1 0 0 0,1 0 0 15,1-1 0-15,0-1 0 0,0 1 0 0,2 1 0 0,-1 1 0 0,1-2 0 16,1 1 0-16,1-1 0 0,-1 1 0 0,0 1 0 0,0 0 0 0,1 0 0 31,1 0 0-31,1 0 0 0,2 1 0 0,-1 0 0 0,3 1 0 0,-1 1 0 0,0-1 0 0,5 3 0 16,-4-1 0-16,1 2 0 0,1 0 0 0,1-1 0 0,0-1 0 0,1 2 0 0,0 0 0 16,-3 0 0-16,1 2 0 0,1-3 0 0,-3 1 0 0,1-1 0 15,-1-1 0-15,0-1 0 0,-2-1 0 0,1 0 0 16,0-2 0-16,0 1 0 0,0-2 0 15,-1 0 0-15,-1-3 0 0,1 0 0 0,-1-1 0 0,-1-1 0 0,1-1 0 16,1-1 0-16,-1-2 0 0,-2 6-3071 31,-2 3 3071-31,-2 3 0 0</inkml:trace>
  <inkml:trace contextRef="#ctx0" brushRef="#br0" timeOffset="148791.603">19879 11278 1024 0,'0'0'0'0,"0"0"0"0,0 0 0 0,0 0 0 0,2-3 256 0,1-1-256 0,1-2 0 0,-2 1 256 16,2 2-256-16,0-1 0 0,0 0 256 0,0 1-256 0,4 0 0 0,-3-1 256 15,1 0-256-15,1 0 0 0,0-1 256 0,0 2-256 0,1 1 0 0,0-1 256 32,2 1-256-32,0 0 0 0,-1 2 256 0,2 0-256 15,0 0 0-15,-1 1 256 0,2 2-256 0,2 0 0 0,-3 1 256 0,2 1-256 0,0 2 0 0,0 0 256 16,-1 5-256-1,1 0 0-15,0 1 256 0,1 2-256 0,2 1 0 0,-3 1 255 0,3 2-255 0,-1 2 0 16,1 0 0-16,-3 3 0 0,2 1 0 16,-3 0 0-16,0 1 0 0,-1 2 0 0,0-2 0 15,0 2 0-15,-2 3 0 0,-1-2 0 0,-1 1 0 0,0 2 0 0,-2-2 0 16,1-1 0-16,-2 1 0 0,-1-1 0 0,-1-1 0 0,-1 0 0 16,-1 1 0-16,-2 2 0 0,-2 0 0 0,2-1 0 15,-1-1 0-15,-2-2 0 0,0 0 0 0,-3 1 0 0,-3-1 0 0,1-2 0 16,-4-2 0-16,0-2 0 0,-2 1 0 15,-1-1 0-15,-4-1 0 0,1-2 0 0,0-4 0 0,-2-2 0 0,1 0 0 16,0-2 0-16,-3-2 0 0,16-5-3071 16,8-4 3071-16,8-1 0 0</inkml:trace>
  <inkml:trace contextRef="#ctx0" brushRef="#br0" timeOffset="149506.414">18053 11187 1024 0,'0'0'0'0,"0"0"0"0,0 0 0 0,0 0 0 0,0 0 256 0,0 0-256 0,0 0 0 0,-5-3 256 0,-3 0-256 0,-3-2 0 16,5 4 256-16,3-2-256 0,2 2 0 0,-1-1 256 15,-2-1-256-15,0-1 0 0,0-1 256 16,0 1-256-16,-4-1 0 0,3 2 256 0,-1 0-256 0,-1 0 0 15,1 1 256-15,-2 1-256 0,-1 1 0 0,2 0-247 0,-1 1 247 0,-2 1 0 0,2 0-256 16,-1 1 256-16,-2 1 0 0,2 1 256 16,-2-1-256-16,0 3 0 0,1-1 256 15,0 0-256-15,-1 1 0 0,2 2 256 0,-2 0-256 0,-1 2 0 0,2-1 256 16,0 1-256-16,-2 2 0 0,2 0 179 16,1 3-179-16,0 0 0 0,0 0-140 0,-1 2 140 0,-2 1 0 0,3 1 95 15,0-1-95-15,1 2 0 0,0 0 256 0,1 0-256 0,1 1 0 0,0-1 256 16,0-1-256-16,2 2 0 0,-1-2 112 15,2 3-112-15,-2 0 0 0,3-1 0 0,0 2 0 0,1 0 0 0,0-2 0 16,1 1 0-16,1-2 0 0,0 1 0 0,1 1 0 0,0 0 0 0,1 0 0 16,0-3 0-16,1 1 0 15,0 1 0-15,1-1 0 0,2 3 0 0,-2-5 0 16,0 1 0-16,0-2 0 0,0 0 0 0,1 0 0 0,-1-2 0 0,1 2 0 0,1-3 0 0,1 0 0 16,0 0 0-16,-3 2 0 0,1-1 0 0,1-1 0 15,1-2 0-15,2 0 0 0,-2-1 0 0,0 1 0 0,1-1 0 0,-1-1 0 16,1-2 0-16,4 0 0 0,-5 0 0 15,3 0 0-15,1 1 0 0,-2 0 0 16,0-1 0-16,1 1 0 0,-1-2 0 0,1 1 0 0,2-1 0 0,-2-1 0 0,0 1 0 0,1 3 0 0,-1-4 0 31,2 0 0-31,0 0 0 0,0 1 0 0,0 0 0 0,0-1 0 16,0-1 0-16,-2 0 0 0,-1 0 0 0,2 0 0 0,-3 1 0 0,1-1 0 0,-1 0 0 16,-2-1 0-16,-1 0 0 0,-1-1 0 15,-1 1 0-15,0-1 0 0,-1 0 0 0,-1 0 0 0,-1 0 0 0,0-1 0 16,-1-1 0-16,-1 0 0 0,1-1-3071 0,0-2 3071 0,0 1 0 15</inkml:trace>
  <inkml:trace contextRef="#ctx0" brushRef="#br0" timeOffset="161639.129">16699 12699 1024 0,'0'0'0'0,"0"0"0"0,0 0 0 0,0 0 0 0,0 0 256 0,0 0-256 0,0 0 0 0,0 0 99 16,0 0-99-16,0 0 0 0,0 0-6 15,0 0 6-15,0 0 0 0,0 0 111 0,0 0-111 0,0 0 0 0,9-1 256 0,2 0-256 0,4 0 0 0,-6 0 256 16,-5 1-256-16,-1 1 0 0,3-1 256 0,1 0-256 16,2 0 0-16,-1-1 256 0,1 0-256 0,2 0 0 0,-1-1 256 15,1 2-256-15,2-2 0 0,-2 2-256 16,1-3 256-16,3 0 0 0,-3 3-256 0,3-3 256 0,-1 0 0 0,1 1-256 16,-3-1 256-1,2 1 0-15,-1 0 256 0,0 0-256 0,1 0 0 0,-2 2 256 16,3-3-256-16,-1 0 0 0,0 1 256 0,-2-1-256 0,-1 2 0 0,2 0 256 15,-3-2-256-15,2 1 0 0,-2 0-22 0,2-1 22 0,2 1 0 0,-3-1-256 16,-1 1 256-16,0 1 0 0,0-1-256 16,-2 1 256-16,2 0 0 0,-1 0 256 0,-2 1-256 0,1-1 0 0,0 0 256 15,-2 0-256-15,-1-1 0 0,1 1 256 0,-2 1-256 16,2-2 0-16,-1 1 256 0,-3 0-256 0,3-1 0 0,-1 2 256 0,-2 0-256 0,1 0 0 0,-1 0-256 31,0-1 256-31,-2 0 0 0,1 1-256 0,-1 0 256 0,-1 0 0 0,1 0-256 0,0-2 256 0,0 0 0 0,-2 1-200 16,-1 0 200-16,-2-3 0 0,3 3-1774 15,2 1 1774-15,2 1 0 0</inkml:trace>
  <inkml:trace contextRef="#ctx0" brushRef="#br0" timeOffset="162522.139">13673 13445 1024 0,'0'0'0'0,"0"0"0"0,0 0 0 0,0 0 0 0,0 0 256 0,0 0-256 0,0 0 0 0,-2-6 256 16,-1-2-256-16,-1-3 0 0,1 5 256 0,2 1-256 0,-1 3 0 15,-2-3 256-15,3 0-256 0,-1-1 0 0,0 2 256 16,-1-1-256-16,-1-2 0 0,0 2 256 0,-1-1-256 0,-1-1 0 0,0 1 256 15,0-1-256-15,-1 0 0 0,0 2-256 16,-2 0 256-16,0 0 0 0,-1 1-256 0,0 1 256 0,-4 0 0 0,4 0-256 16,-3 1 256-16,1-2 0 0,0 3 176 0,-2 1-176 0,-1 1 0 0,0 0 256 15,3 1-256-15,-2 1 0 16,2 0 256-16,-3 1-256 0,1 2 0 0,-1-1 256 0,3 1-256 0,-1 2 0 0,-2-2 49 16,5 4-49-16,-3-1 0 0,1 0-256 15,2 2 256-15,-2 0 0 0,1 0-256 0,1-1 256 0,-2 1 0 0,3 1 108 16,1 0-108-16,0 3 0 0,2-3 256 0,1 2-256 0,1 0 0 0,1-1 256 15,1 1-256-15,1 1 0 0,1-1 256 0,1 0-256 0,1 1 0 16,1 0 256 0,1-2-256-16,1 1 0 0,1 0 256 0,1-1-256 0,2 1 0 0,-1-1 178 15,2 0-178-15,4-1 0 0,-2-1 0 16,2-1 0-16,0 0 0 0,1 0 0 0,0 1 0 0,3 0 0 0,-2-4 0 16,-1 0 0-16,0 0 0 0,1 0 0 15,0-2 0-15,2 0 0 0,-3-1-57 0,3-1 57 0,1-1 0 0,-3-2-256 16,0-1 256-16,-2-1 0 0,2 0-256 0,-3-2 256 0,2 1 0 0,-1-1-256 15,-1-2 256-15,1 0 0 0,-9 3-2246 0,-5 3 2246 0,-5 3 0 0</inkml:trace>
  <inkml:trace contextRef="#ctx0" brushRef="#br0" timeOffset="163367.247">13893 13414 1024 0,'0'0'0'0,"0"0"0"0,0 0 0 16,0 0 0-16,0 0 256 0,0 0-256 0,0 0 0 0,0 0 256 0,0 0-256 0,0 0 0 0,0 0 256 16,0 0-256-16,0 0 0 0,2 5 256 0,1 3-256 0,2 4 0 0,-2-5 256 15,-2-1-256-15,1 0 0 0,0 2 256 16,-2 3-256-16,1 1 0 0,0-1 256 0,-2 0-256 0,1 1 0 0,0 1 256 16,-2 1-256-16,1 1 0 0,0-1 256 0,0 1-256 15,0 0 0-15,0-2 256 0,-1 4-256 0,-2-3 0 0,2 1 256 16,0-1-256-16,0-2 0 0,0 2 255 0,-1-1-255 0,-2-1 0 0,2-1-210 15,1 0 210-15,1-2 0 0,-1-1-256 16,-1-2 256-16,-2-1 0 0,3-1-256 0,1-1 256 0,1 0 0 0,-1-3-256 16,0-3 256-16,0-1 0 0,0 0 256 0,0-3-256 0,0-2 0 15,0 1 256-15,0-3-256 0,0-3 0 0,0 0 256 16,2-2-256-16,-1-2 0 0,0 1-136 0,0-1 136 0,0-1 0 0,0 2-256 16,2-3 256-16,-1 1 0 0,0 2-256 15,1-1 256-15,2 1 0 0,-2 2-256 0,-1 1 256 0,-1 0 0 0,1 2-256 16,-2 2 256-16,1 0 0 0,0 1 256 0,0 0-256 0,0 1 0 15,0 1 256-15,3 1-256 0,-2 0 0 0,0 3 256 16,-2-1-256-16,1 2 0 0,0-1 256 0,0 1-256 0,0-2 0 0,0 3 256 16,2 1-256-16,-1 1 0 0,0 0 90 0,1 2-90 15,1-1 0-15,0 2-90 0,1 1 90 0,1 2 0 16,0 0-256-16,2 2 256 0,0 3 0 0,-1-1 100 16,1 1-100-16,2 0 0 0,-2 1 246 0,1 0-246 0,2 2 0 0,0 1 0 15,-1 1 0-15,3 1 0 0,-3-2 0 0,3 1 0 16,-1 0 0-16,0-1 0 0,-2 1 0 0,-1 2 0 0,2-3 0 15,-1 1 0-15,0 0 0 0,0-3 0 0,-2-1 0 0,-1 0 0 0,0-1 0 16,-1-1 0-16,-1-2 0 0,2-2-246 0,-3-3 246 0,1 1 0 16,0-3 206-16,-2-1-206 0,1-1 0 0,0-3 40 0,-2-1-40 15,1-1 0-15,0-2 0 0,-2-2 0 0,1-4 0 0,1 1 0 16,-4-3 0-16,2-3 0 16,0 1-134-16,0-3 134 0,0-3 0 0,2 3-256 0,-1 0 256 15,1-2 0-15,-2-2-256 0,-1 0 256 0,-1-2 0 0,0 4-256 0,4 0 256 0,-2 1 0 0,-2-1 81 16,0 0-81-16,-1-1 0 0,1 4-30 0,0 3 30 0,0 1 0 15,-1 1 87 1,2-1-87-16,-1 3 0 0,0 1 256 0,0 3-256 0,0 2 0 0,0-3 256 16,2 4-256-16,-1-1 0 0,0 3 252 0,0-2-252 15,-1 4 0-15,1-1 0 0,0 1 0 0,0 1 0 0,0 0 0 0,2 1 0 0,-1 1 0 0,0 1 0 16,2 1 0-16,-1 1 0 0,1 2 0 0,-1 0 0 0,0 2 0 16,1 1-22-16,1 2 22 0,1 3 0 0,-1 0-256 15,0 0 256-15,0 3 0 0,0 0 256 16,0 2-256-16,1 2 0 0,-1-2 22 0,-2 0-22 0,1 3 0 0,0-1 0 15,0 1 0-15,0 1 0 0,0 0 0 0,-2 0 0 16,1 1 0-16,0-1 0 0,0 0 0 0,0 1 0 0,0-2 0 16,-1-3 0-16,1-1 0 0,0 0-22 0,-1-2 22 0,-1-3 0 15,2 0-256-15,0-1 256 0,1-4 0 0,0 0-110 0,-2-4 110 0,1 0 0 0,0-3 256 16,2-2-256-16,0-2 0 0,-1-1 132 16,3-1-132-16,1-2 0 0,-2-2-182 15,1-3 182-15,2-4 0 0,-5 11-2889 16,-2 4 2889-16,-2 4 0 0</inkml:trace>
  <inkml:trace contextRef="#ctx0" brushRef="#br0" timeOffset="163618.073">14406 13426 1024 0,'0'0'0'0,"0"0"0"0,0 0 0 0,0 0 0 0,0 0 256 0,0 0-256 0,0 0 0 0,0 0 256 16,0 0-256-16,0 0 0 0,0 0 256 0,0 0-256 0,0 0 0 15,-1 6 256-15,0 2-256 0,-1 4 0 0,3-6 256 16,2 0-256-16,0-4 0 0,-1 7 256 0,1 0-256 15,1 2 0-15,-1 2 256 0,0 0-256 0,1 3 0 0,-1-1-166 16,0-1 166-16,0 3 0 0,0 0-256 0,0-1 256 0,0 2 0 0,0 0 256 16,-2-1-256-16,1 3 0 0,-1-4 256 0,-1 2-256 0,-1 0 0 0,1 1 256 15,-2-2-256-15,2 2 0 0,0-4 256 16,0 0-256-16,0-1 0 0,0-2 167 0,-1-2-167 0,0-1 0 0,0-2-256 16,2-2 256-16,-1-1 0 0,0-1-256 0,-2-2 256 15,1 1 0-15,0-4-256 0,-1-2 256 0,-1-2 0 0,2 4-1793 16,1 3 1793-16,1 0 0 0</inkml:trace>
  <inkml:trace contextRef="#ctx0" brushRef="#br0" timeOffset="163829.01">14431 13334 1024 0,'0'0'0'15,"0"0"0"-15,0 0 0 0,0 0 0 0,0 0 256 0,0 0-256 0,0 0 0 0,3 0 256 16,2-1-256-16,2-1 0 0,-3 0 256 0,3 0-256 0,-2-3 0 0,2 1 256 15,2 0-256-15,3-1 0 0,-3 1 256 0,1 0-256 0,2-1 0 16,-1 2 256-16,2 0-256 0,4 0 0 0,-3 0-256 16,-1 2 256-16,0-1 0 0,0 0-256 0,1 1 256 0,1 0 0 0,-3 0-94 15,-1 0 94-15,1 0 0 0,-2 0 256 16,-2 1-256-16,-1 1 0 0,-4-1-1186 0,-3 0 1186 0,-3 0 0 0</inkml:trace>
  <inkml:trace contextRef="#ctx0" brushRef="#br0" timeOffset="164036.982">14465 13590 1024 0,'0'0'0'0,"0"0"0"0,0 0 0 0,0 0 0 0,2 6 256 0,1 2-256 16,1 3 0-16,-2-7 256 0,3-2-256 0,1-2 0 15,-1 1 256-15,1 2-256 0,1 0 0 0,1-1 256 0,1 1-256 0,1 1 0 16,0-2 256-16,1-1-256 0,0-1 0 0,0 1 256 15,2-1-256-15,1-1 0 0,-1 0-256 16,-1-1 256-16,2-1 0 0,-3 1-256 0,-1-3 256 0,0-1 0 0,-6 4-1024 16,-4 2 1024-16,-4 2 0 0</inkml:trace>
  <inkml:trace contextRef="#ctx0" brushRef="#br0" timeOffset="171254.477">15719 11430 1024 0,'0'0'0'0,"0"0"0"16,0 0 0-16,0 0 0 0,0 0 256 0,0 0-256 0,0 0 0 0,0 0 256 15,0 0-256-15,0 0 0 0,5 4 256 0,3 5-256 0,3-1 0 0,-4-2 256 0,-3-4-256 0,2 1 0 16,-1-1 41-16,1 2-41 0,1-1 0 0,0 1 51 0,-3-1-51 16,1 2 0-16,0-1 127 15,0-1-127-15,0 0 0 0,1 0 140 0,0-2-140 0,2 2 0 0,-3-2 142 16,-1 1-142-16,0 1 0 0,0-1 58 0,1 0-58 0,1 0 0 16,-1 0 1-16,0-1-1 0,1 2 0 0,-1-1-121 0,0 0 121 0,0 1 0 15,0-2-99 1,0 1 99-16,1 1 0 0,-1-1-41 0,1 0 41 0,1 0 0 0,-1 1 116 15,-2 0-116-15,2 1 0 0,-1-1 109 0,0 0-109 16,0 0 0-16,-1-1 35 0,-1 2-35 0,-1 0 0 0,3-1-64 16,0 1 64-16,1 1 0 0,-1 0-109 0,-1 1 109 0,1-1 0 0,0 1-43 0,0-1 43 0,1-1 0 15,-2 1 41 1,-1 0-41-16,-1 2 0 0,1-2 115 0,1 1-115 16,2 1 0-16,-2-1 144 0,-2 1-144 0,1 0 0 0,0-1 40 15,-2 0-40-15,1 4 0 0,-1-3-28 0,2-1 28 0,-1 0 0 16,0 1-99-16,-2-1 99 0,1-1 0 0,0 1-14 15,0 1 14-15,1 0 0 0,-1 0 73 0,0 1-73 0,0 2 0 0,0-3 125 16,-2 1-125-16,1-1 0 0,0 0 77 16,2 2-77-16,-1 0 0 0,0-2 20 0,-2 1-20 0,1-1 0 15,0 0-37-15,2 0 37 0,-1 1 0 0,-1-1-42 0,-1 1 42 0,-1 0 0 16,1-1 12-16,2 0-12 0,-1 0 0 0,0-1 93 16,0 1-93-16,0 2 0 0,0-1 144 0,0-2-144 0,0-1 0 0,0 2 101 15,0 1-101-15,0-1 0 0,0 2 64 16,0-2-64-16,0 0 0 0,0-1-16 0,0 2 16 0,0 0 0 0,0-1-15 15,0-1 15-15,0 0 0 0,0 1 14 0,0-3-14 0,0 3 0 16,0 0 49-16,0 0-49 0,0 2 0 0,0-2 90 16,2 0-90-16,-1 1 0 0,0-1 151 0,-2-1-151 0,1 0 0 15,0 0 168-15,0 0-168 0,0 1 0 0,0-1 115 0,0-2-115 16,0 2 0-16,0-1 35 0,-1 1-35 0,1 1 0 0,0-1-23 16,-1 1 23-16,-1-1 0 0,1 0 5 0,2 0-5 15,-1-2 0-15,0 2 6 0,-2-1-6 0,1 0 0 0,0 0 72 16,0 1-72-16,-1 0 0 0,1-2 139 0,0 3-139 0,0 0 0 0,0-1 85 15,-1-1-85-15,-2-1 0 0,3 2 0 16,-1 0 0-16,0 2 0 0,0-3 0 0,0 1 0 0,0-1 0 0,0 0 0 16,0 0 0-16,0-1 0 0,0 2 0 0,-1 0 0 15,1-1 0-15,0-1 0 0,-1 2 0 0,-1 0 0 16,1-1 0-16,-1 0 0 0,-1 0 0 0,1 0 0 0,-1 0 0 16,1 2 0-16,1-2 0 0,-2 0 0 0,0 0 0 0,0-1 0 15,2 2 0-15,-2 0 0 0,2-2 0 0,-2 2 0 0,0 0 0 0,1-1 0 16,-2-1 0-16,0-1 0 0,1 1 0 15,0 0 0-15,0 1 0 0,0-2 0 0,0 2 0 0,-1 0 0 0,1-2 0 16,2-1 0-16,-1-1 0 0,0-1 0 0,-1 3 0 0,-1 0 0 0,1 0 0 16,2-1 0-16,1-1 0 0,-1 1 0 15,-2 1 0-15,1-1 0 0,0-2 0 0,2 2 0 0,-1-1 0 0,-1-1 0 16,1 2 0-16,0-1 0 0,0 0 0 16,-1 0 0-16,-2 0 0 0,2 0 0 0,-1-1 0 0,-2-1 0 0,2 2 0 15,2 0 0-15,-1 0 0 0,0-1 0 0,0-1 0 0,-2-1 0 16,5 2-3071-16,1 0 3071 0,1 0 0 0</inkml:trace>
  <inkml:trace contextRef="#ctx0" brushRef="#br0" timeOffset="172341.563">13493 11272 1024 0,'0'0'0'0,"0"0"0"0,0 0 0 0,0 0 0 0,0 0 256 0,0 0-256 0,0 0 0 0,0 0 40 31,0 0-40-31,0 0 0 0,-5 3-33 0,-3 2 33 0,-4 0 0 0,6-3-52 16,1 0 52-16,1-2 0 0,-1 0-1 0,0 1 1 0,-1 1 0 16,1-1 32-16,-1-1-32 0,-1 1 0 0,1 0 113 15,-1-1-113-15,1-1 0 0,0 1 110 0,0 0-110 0,0 0 0 0,0 0 80 16,-1 0-80-16,0 0 0 0,1 0-5 15,-1-1 5-15,-2 0 0 0,2 0-83 0,2 1 83 0,-1 1 0 0,-1-2-73 16,0 0 73-16,-1 0 0 0,1-1-33 0,-2 2 33 0,0 2 0 16,1-2 55-16,1 1-55 0,-1 1 0 0,0-1 59 15,2 0-59-15,-1 2 0 0,-1 0 49 0,0-2-49 0,-2 2 0 0,1 0 29 16,1 2-29-16,0 0 0 0,0-1 21 0,0 1-21 0,-1 1 0 16,1 1 10-16,2-2-10 0,-1 2 0 0,-1-1 4 15,1 2-4-15,0 0 0 0,1 0 25 0,-3 0-25 0,1-1 0 0,1 0 40 16,1 4-40-16,-1-1 0 0,2 0 43 0,-2 0-43 15,-1 2 0-15,1-1 25 0,0 0-25 0,1 1 0 16,1-1 14-16,1 2-14 0,1-2 0 0,-1 1 0 0,-2 0 0 0,0 3 0 16,1-4 10-16,2 1-10 0,-1-2 0 0,1 3 46 15,-2 0-46-15,-1 3 0 0,1-4 83 16,2 1-83-16,-2-3 0 0,2 3 105 0,1 0-105 0,-1 2 0 0,0-2 81 0,0 1-81 16,-1 0 0-16,1-2 38 0,2 3-38 0,-1-1 0 0,0 0 4 15,2-1-4-15,-1 0 0 0,0 1-19 0,2 1 19 16,-1 2 0-16,0-4-7 0,0-1 7 0,0 0 0 0,0 1 46 15,1-1-46-15,1 1 0 0,-1-1 108 0,0 1-108 16,0 0 0-16,0 0 148 0,1-1-148 0,2 0 0 0,-1 1 174 16,1-1-174-16,1-2 0 0,-1 2 138 0,-2-1-138 0,1 1 0 0,0 0 131 15,1 0-131-15,2 0 0 0,-2-1 120 0,0 1-120 0,0-2 0 0,0 2 110 16,1 0-110-16,2 0 0 0,-2-2 83 16,1 2-83-16,1-1 0 0,-1 1 77 15,0-1-77-15,-2-2 0 0,3 1 80 0,-3-2-80 0,1-1 0 0,0 1 67 16,-2 1-67-16,2 0 0 0,-1-1 73 0,1-1-73 0,1 0 0 0,-1 0 35 15,0 2-35-15,1 1 0 0,-2-3-61 16,2 1 61-16,0-2 0 0,0 1-181 0,-2 1 181 0,2-1 0 0,-1 0-256 16,-2 1 256-16,1 1 0 0,1-3-256 0,1 1 256 0,2-1 0 15,-2-2-256-15,0 2 256 0,0-2 0 0,0 1-256 0,2-3 256 16,0 1 0-16,-1-1-256 0,1-1 256 0,2-1 0 0,-7 1-934 16,-3-1 934-16,-3-1 0 0</inkml:trace>
  <inkml:trace contextRef="#ctx0" brushRef="#br0" timeOffset="175743.152">16829 11650 1024 0,'0'0'0'0,"0"0"0"0,0 0 0 0,0 0 0 0,0 0 97 0,0 0-97 0,0 0 0 0,0 0 103 16,0 0-103-16,0 0 0 0,0 0 256 0,0 0-256 0,0 0 0 16,0 0 256-16,0 0-256 0,0 0 0 0,0 0 256 15,0 0-256-15,0 0 0 0,0 0 256 0,0 0-256 0,0 0 0 16,0 0 256-16,0 0-256 0,0 0 0 0,0 0 50 16,0 0-50-16,0 0 0 0,-5 14-256 0,-3 5 256 0,-1 6 0 0,6-18-250 15,4-3 250-15,1-5 0 0,-2 4-22 0,-2 2 22 0,1 2 0 0,0-1 256 16,2-2-256-16,-1 1 0 0,0 0 256 15,-2 1-256-15,1 2 0 0,0-1 256 0,-1 2-256 0,-2 1 0 16,2-2 256-16,2 2-256 0,-1 0 0 0,0-1-133 0,-1 0 133 0,-1-2 0 16,1 3-60-16,2 0 60 0,-1 2 0 0,0-1 154 15,-1 0-154-15,-1 1 0 0,1-1 256 0,2 0-256 0,-1-1 0 0,0 2 256 16,0-2-256-16,0 3 0 0,0-1 256 16,-1 0-256-16,-3 1 0 0,3-1 256 0,1 0-256 0,1 0 0 15,-1 0 60-15,-1 0-60 0,-1 2 0 0,1-2-70 16,2-2 70-16,-1-1 0 0,0 1 70 0,-1 0-70 0,-1 2 0 0,1-1 0 15,2-3 0-15,-1 2 0 0,0-2 0 0,0 0 0 16,0 1 0-16,0-2 0 0,-2-2 0 0,0 1 0 0,1 0 0 0,2 0 0 16,-1 1 0-16,0-1 0 0,2 0 0 15,-1-2 0-15,0 0-221 0,0 0 221 0,0-2 0 0,0 0-256 0,2-2 256 0,-1 0 0 0,0 0-256 16,1-3 256-16,2 0 0 0,-2-1-256 16,-2 0 256-16,1-3 0 0,1 0-110 0,1-1 110 15,1-3 0-15,-3 8-1972 0,-1 3 1972 16,-1 3 0-16</inkml:trace>
  <inkml:trace contextRef="#ctx0" brushRef="#br0" timeOffset="176120.232">16844 11723 1024 0,'0'0'0'0,"0"0"0"0,0 0 0 0,0 0 0 0,0 0 256 0,0 0-256 0,0 0 0 16,0 0 256-16,0 0-256 0,0 0 0 0,0 0 256 15,0 0-256-15,0 0 0 0,0 0 256 0,0 0-256 0,0 0 0 0,0 0 256 16,0 0-256-16,0 0 0 0,0 0 256 0,0 0-256 0,0 0 0 0,2 5 256 16,1 3-256-16,1 2 0 0,-1-7 256 15,1-1-256-15,-1-2 0 0,0 4-178 0,1 0 178 0,1 1 0 0,-2 0-256 16,2 0 256-16,2 2 0 0,-3-2 143 16,1 1-143-16,1 1 0 0,-1 0 256 15,0 1-256-15,0-1 0 0,2 1 256 0,0 2-256 16,1 1 0-16,-1-2 256 0,1 1-256 0,-1 2 0 0,0-2 256 15,1 2-256-15,2 1 0 0,-2-1 256 0,0 0-256 0,1 1 0 0,-1 0 34 16,0-1-34-16,0 1 0 0,1-1 0 16,-3 1 0-16,2 0 0 0,-1-1 0 0,0 0 0 0,-2 0 0 0,1 0 0 15,0 0 0-15,0-2 0 0,1 1 0 0,-3 0 0 0,2-1 0 0,-2-1 0 16,-1-1 0-16,-1 0 0 0,1 0 0 16,0-1 0-16,0 0 0 0,1-2 0 0,-3-2 0 0,1-2 0 0,0 1 0 15,1-2 0-15,1-2 0 0,-3 2-3071 0,-1 0 3071 0,-1 0 0 0</inkml:trace>
  <inkml:trace contextRef="#ctx0" brushRef="#br0" timeOffset="177329.851">20142 11315 1024 0,'0'0'0'0,"0"0"0"0,0 0 0 0,0 0 0 16,0 0 256-16,0 0-256 0,0 0 0 0,0 0 256 0,0 0-256 0,0 0 0 0,0 0 256 15,0 0-256-15,0 0 0 0,0 0 42 0,0 0-42 16,0 0 0-16,-5-8 256 0,-3-5-256 0,-4-5 0 0,9 13 256 15,3 2-256-15,3 3 0 0,-3-2 256 0,-2 0-256 16,1 0 0-16,0 0 159 0,2-1-159 0,-1 2 0 0,0-2 49 16,0 1-49-16,0 0 0 0,0 0 17 0,2 1-17 0,-1 1 0 0,0-1 160 15,0 1-160-15,0 1 0 0,0-1 99 0,2 1-99 0,0 1 0 16,-1 0 14-16,0 1-14 0,0 2 0 0,0 0-106 16,1-1 106-16,1 2 0 0,-1 0-187 0,1 0 187 0,2 1 0 15,-2 0-126-15,-2 2 126 0,0 1 0 0,3-1-13 0,0-1 13 16,1 0 0-16,0 1 91 0,-3 2-91 0,1 0 0 0,-1 1 44 15,2-2-44-15,0 3 0 0,0-1-63 16,-2 2 63-16,2 1 0 0,-1-2-68 0,0 1 68 0,0 1 0 0,0 0 35 16,0 2-35-16,0 1 0 0,1-2 86 0,-1 1-86 0,0 0 0 0,0 0 162 15,1 1-162-15,1 1 0 0,-2-2 111 0,3 2-111 0,-1-1 0 16,-1 0 103-16,1 0-103 0,1 3 0 0,0-4 13 16,-3 2-13-16,1 1 0 0,0-1 256 0,1-1-256 0,2 2 0 0,-2-2 256 15,0 1-256-15,0-3 0 0,0 1 256 16,-2 0-256-16,2 0 0 0,-1-1 145 0,0 1-145 0,0-3 0 15,0 3 0-15,-2 0 0 0,2 0 0 0,-1-1 0 0,-2 0 0 16,1-1 0-16,-1 0 0 0,-1 0 0 16,-1 0 0-16,1-2 0 0,-2 2 0 0,1-2 0 0,0-1 0 15,-2 0 0-15,1-2 0 0,0 1 0 0,-1-2 0 0,-1 0 0 0,1-1 0 16,-1-2 0-16,-2 0 0 0,4-5-3071 0,1-1 3071 0,1-1 0 0</inkml:trace>
  <inkml:trace contextRef="#ctx0" brushRef="#br0" timeOffset="178823.87">13246 14071 1024 0,'0'0'0'0,"0"0"0"0,0 0 0 0,0 0 0 16,0 0 256-16,0 0-256 0,0 0 0 0,0 0 256 0,0 0-256 0,0 0 0 15,0 0 256-15,0 0-256 0,0 0 0 0,0 0 256 0,0 0-256 0,0 0 0 0,0 0 256 0,0 0-256 16,0 0 0-16,0 0 256 0,0 0-256 0,0 0 0 0,0 0 256 16,0 0-256-16,0 0 0 0,-1 7 256 15,0 6-256-15,-1 4 0 0,5-11-24 0,2-6 24 0,4-3 0 0,-2 4 256 16,1 2-256-16,2 0 0 0,0-2 256 16,-1 2-256-16,3-1 0 0,1 1 256 0,1-2-256 0,3 1 0 0,-2 1 256 15,3 0-256-15,3 1 0 0,-2-3-156 0,2 2 156 0,1-1 0 0,-2 0-256 16,6 2 256-16,0 0 0 0,-1-1-130 15,0 0 130-15,0 0 0 0,1 0 256 16,2-2-256-16,2 1 0 0,0-1 256 0,0 1-256 0,2-2 0 16,-1 2 53-16,1-1-53 0,2 2 0 0,-1-1 0 15,1 0 0-15,3 1 0 0,-1-1 0 0,-2-2 0 0,0 1 0 16,0 0 0-16,0 1 0 0,1 2 0 0,-2-4 0 0,2 2 0 16,-2-2 0-16,-2 1 0 0,0 1 0 0,-1-1 0 0,-1 0 0 15,-1 0 0-15,-2 0 0 0,1 0 0 0,0 0 0 0,-2 0 0 16,-2-1 0-16,1 0 0 0,-2 0 0 0,-2 0 0 15,-2 2 0-15,-2-1 0 0,0 1 0 0,-1-1 0 0,-3 2 0 16,0-2 0-16,-3 2 0 0,-2-1 0 0,-1 0 0 16,-1-1 0-16,-3-1 0 0,-1 1 0 0,-1 0 0 0,-1 1 0 0,-2-1 0 15,-3-1 0-15,-1-1 0 0,5 1-3071 0,2 0 3071 0,2 0 0 16</inkml:trace>
  <inkml:trace contextRef="#ctx0" brushRef="#br0" timeOffset="179318.275">13205 14493 1280 0,'0'0'0'0,"0"0"256"0,0 0-256 0,0 0 0 0,4 0 256 0,2 0-256 0,2 0 0 0,-2 0 256 16,2 0-256-16,0 0 0 0,0 1 256 16,2 1-256-16,1-1 0 0,-11-1 0 0,12 1 256 0,1 2-256 0,3-1 0 0,1-1 256 15,2 0-256-15,1 0 0 0,0 0 27 0,1 0-27 0,0 0 0 0,2 1 111 16,3-2-111-16,2 1 0 0,0 1 256 0,2-2-256 0,3-2 0 15,-2 4 256-15,0-2-256 0,3 1 0 0,-1 0 256 16,2-1-256-16,1-1 0 0,-1 2 256 16,0-1-256-16,-1 2 0 0,0 0-256 0,2-1 256 0,1 0 0 0,-3-1-217 15,-3 3 217-15,0 0 0 0,0-2 256 0,0 0-256 16,-1 0 0-16,-1 1 256 0,-1-1-256 0,-1 4 0 0,1-4 78 16,-1 0-78-16,0 1 0 0,-3 1 0 0,1 0 0 0,-1 1 0 15,1 0 0-15,-1 0 0 0,-2 1 0 0,0-2 0 0,-1 0 0 16,-2 1 0-16,0-1 0 0,0 1 0 0,-2-2 0 0,0 2-78 15,-4-2 78-15,0 0 0 0,0 1 78 0,-3-1-78 0,-2 0 0 0,1 0 0 16,-2 2 0-16,0 0 0 0,-1-2 0 0,-1 1 0 0,-3-2 0 16,0 1 0-16,-1-4 0 0,-1 2 0 0,0 0 0 15,-1-1 0-15,-1 0 0 0,1-1-3071 0,2 2 3071 0,-1 2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40:01.42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3359 4449 1024 0,'0'0'0'0,"0"0"0"0,0 0 0 0,0 0 0 0,0 0 256 0,0 0-256 16,0 0 0-16,0 0 256 0,0 0-256 0,0 0 0 0,0 0 256 15,0 0-256-15,0 0 0 0,2-7 256 16,1-5-256-16,2-4 0 0,-3 9 256 16,-1 3-256-16,-1 0 0 0,1 0 256 0,-2-2-256 0,1 1 0 0,0-1 256 15,0 2-256-15,0 1 0 0,0-2 256 0,0 0-256 0,0-2 0 0,-1 3 256 16,-1 0-256-16,-2 0 0 0,1 1 256 0,-1-2-256 0,-1 0 0 16,0 4 256-16,1-1-256 0,-4 2 0 0,2 0 155 15,0 0-155-15,-3 0 0 0,0 2 100 0,-1-1-100 0,-3 2 0 0,0 0 0 16,0 2 0-16,-2 0 0 0,0 2 0 15,-1 0 0-15,-2 1 0 0,2 1 0 16,-1-1 0-16,-1 0 0 0,2 2 0 0,-3-1 0 0,0 3 0 16,2 1 0-16,-1 0 0 0,0 3 0 0,0-2 0 0,2 0 0 15,0 2 0-15,1-1 0 0,-3 1 0 0,0 1 0 0,3-1 0 16,1 0 0-16,3 2 0 0,-1-1 0 0,-1 1 0 0,3 0 0 0,1 0 0 16,-1 0 0-16,3 0 0 0,0 0 0 15,1 1 0-15,1 2 0 0,0-4 0 0,2 0 0 0,1-1 0 16,1 1 0-16,2 0 0 0,2 0 0 0,0-2 0 0,2 0 0 0,0-1 0 15,1-1 0-15,2-1 0 0,1 0 0 0,3-1 0 0,-2 0 0 0,4-1 0 0,-2-1 0 16,3-1 0-16,0 0 0 0,-2-1 0 0,2 0 0 16,0-2 0-16,0 0 0 0,0-1 0 0,2-1 0 0,-2 0 0 15,2-2 0-15,2-1 0 0,-3 0 0 0,1-1 0 16,0-2 0-16,1 2 0 0,-3-2 0 16,2-1 0-16,-2-1 0 0,3 2 0 0,-1-2 0 0,-1-1 0 0,-2 0 0 15,0-5 0-15,-1 4 0 16,0-2 0-16,-2 0 0 0,0 0 0 0,1 1 0 0,-3 0 0 0,-5 5-3071 15,-5 3 3071-15,-2 3 0 0</inkml:trace>
  <inkml:trace contextRef="#ctx0" brushRef="#br0" timeOffset="395.419">3455 4803 1024 0,'0'0'0'0,"0"0"0"0,0 0 0 0,0 0 0 0,0 0 256 0,0 0-256 0,0 0 0 0,0 0 256 15,0 0-256-15,0 0 0 0,-1 8 256 0,-1 4-256 0,-1 6 0 0,3-11 256 32,1-1-256-32,1-4 0 0,-1 3 256 0,0 0-256 15,0 2 0-15,1-2 256 0,1 1-256 0,2 1 0 0,-2-1 256 16,1 0-256-16,1 1 0 0,-1 0 256 0,3-1-256 0,1 0 0 0,-2 0 256 16,-2-1-256-16,1 0 0 0,1-2 89 0,2 1-89 0,0-2 0 15,-1 0 160-15,1-1-160 0,2-1 0 0,-3-1 116 16,2-2-116-16,0-2 0 0,0 2 256 15,-2-1-256-15,0-2 0 0,1 0 146 0,-1-1-146 0,0-2 0 0,-1 2-65 16,-1-1 65-16,-1-2 0 0,0 1-256 0,-2-2 256 0,-1-1 0 16,0 1-237-16,-1 1 237 0,-1 0 0 0,0-1 209 15,-1 1-209-15,-2-1 0 0,0 2 133 0,0 1-133 0,-3-1 0 0,0 2 145 16,-1 1-145-16,-2 0 0 0,2 1-12 0,-1 1 12 16,-2 1 0-16,2 2 42 0,-1 1-42 0,-3 1 0 0,3 2-60 15,0 0 60-15,-2 1 0 0,3-1 101 0,1 1-101 0,0 2 0 16,1-4 0-16,1 2 0 0,1-2 0 0,0 1 0 15,0-1 0-15,2-2 0 0,-1 0 0 0,0-2 0 0,0-1 0 0,2 3-3071 16,2 0 3071-16,2 0 0 0</inkml:trace>
  <inkml:trace contextRef="#ctx0" brushRef="#br0" timeOffset="802.228">3703 4736 1024 0,'0'0'0'16,"0"0"0"-16,0 0 0 0,0 0 0 0,0 0 256 0,0 0-256 0,0 0 0 0,0 0 256 0,0 0-256 15,0 0 0-15,0 6 256 16,0 5-256-16,0 1 0 0,0-12 0 0,2 8 256 0,2-2-256 0,0-1 0 16,-1 2 256-16,0 0-256 0,0 1 0 0,0-1 256 0,1 2-256 0,1 0 0 0,0 0 256 15,-3-1-256-15,1 0 0 0,0 0 256 0,1 0-256 0,1-1 0 0,-1-1 256 16,0 1-256-16,0-1 0 0,1-1-77 16,-4 1 77-16,3-2 0 0,-2 0 174 0,-1-1-174 0,-1 0 0 15,1-3 133-15,0 0-133 0,0 0 0 0,0-1 256 16,-2-1-256-16,1-1 0 0,0-1 256 0,2-2-256 0,-1 0 0 0,0 0 25 15,1 0-25-15,2-1 0 0,-1-2 0 0,-1 0 0 0,6-2 0 16,-4 1 0-16,0 1 0 0,0-3 0 0,-1 3 0 16,2 0 0-16,1 2 0 0,-1-2 0 0,-2 0 0 0,1 2 0 0,0-1-90 15,-2 1 90-15,1 3 0 0,0-2-142 0,2 1 142 16,0 2 0-16,-1 2 129 0,-2-1-129 0,1 2 0 0,1 2 57 16,1 0-57-16,1 0 0 0,0 3-230 0,-3 1 230 0,1 0 0 0,-1-1-256 15,0 3 256-15,0 1 0 16,0 0-256-16,0 2 256 0,0-1 0 0,0 1-256 0,-2 1 256 0,-1-2 0 0,1 1-153 15,-2 0 153-15,1 2 0 0,-1-4 221 0,-2 0-221 16,0-2 0-16,1-1 256 0,0 0-256 16,0-2 0-16,0-1 256 0,0-1-256 0,0-1 0 0,1 0-2607 0,1-1 2607 0,1-1 0 15</inkml:trace>
  <inkml:trace contextRef="#ctx0" brushRef="#br0" timeOffset="1110.84">4080 4736 1024 0,'0'0'0'0,"0"0"0"0,0 0 0 0,0 0 0 0,0 7 256 0,0 4-256 0,0 2 0 0,1-5 256 16,1-3-256-16,1-1 0 0,-1 3 256 15,1 1-256-15,1 2 0 0,-1-1 256 16,1 2-256-16,1 1 0 0,0-2-148 0,-1-1 148 0,0 0 0 0,0 0-80 16,0 1 80-16,0 0 0 0,-1-3 246 0,3-1-246 0,-1 0 0 0,-2 0 256 0,-1 0-256 15,-1 0 0-15,1-2 256 16,0-1-256-16,0 0 0 0,0-1 243 0,-2 0-243 0,1 0 0 0,0 0 50 0,1-3-50 0,1 0 0 0,0-2 111 31,-1 1-111-31,0-2 0 0,0-2 219 0,1 1-219 0,1-3 0 0,-1-1 256 16,1 0-256-16,1-2 0 0,-1 1 256 15,2-1-256-15,0-2 0 0,-1 1 256 0,0 0-256 0,-1 1 0 0,3-1 126 16,-4 2-126-16,1-2 0 0,0 2 0 0,-1 2 0 0,1 0 0 0,-3 0 0 16,1 1 0-16,-2-1 0 0,1 2 0 0,-2-2 0 0,1 1 0 15,0 3-3071-15,0 4 3071 0,0 4 0 16</inkml:trace>
  <inkml:trace contextRef="#ctx0" brushRef="#br0" timeOffset="1476.017">4440 4809 1024 0,'0'0'0'0,"0"0"256"0,0 0-256 0,0 0 0 0,0 0 256 0,0 0-256 0,0 0 0 0,0 0 256 16,0 0-256-16,0 0 0 0,9 0 256 0,2-2-256 0,4 1 0 0,-6-1 256 15,-5-1-256-15,-1-1 0 0,2-1 256 0,1 2-256 0,2-2 0 0,-3 0 256 16,2 0-256-16,0-2 0 0,-2 3 256 16,-1-2-256-16,0 2 0 0,0-2 256 0,-2 1-256 0,1-1 0 0,-2 2 214 15,-1-2-214-15,-1 1 0 0,1 1-206 16,0 1 206-16,0 0 0 0,-2 1-6 0,-3 0 6 0,-1 0 0 0,1 1-53 16,-1 0 53-16,-1 1 0 0,2-1 0 0,-3 1 0 15,1 1 0-15,1 0-12 0,-1 2 12 0,-1 1 0 16,0 0 44-16,2-1-44 0,0 2 0 0,-1 1 46 15,2 1-46-15,-2 3 0 0,2-2 103 0,1 2-103 0,1 0 0 0,0 0 156 16,1 0-156-16,1 2 0 0,1-1 27 0,2 1-27 0,2 2 0 0,0-1 7 16,2-2-7-16,3 1 0 0,-2-1-25 0,1 0 25 0,5-2 0 0,-1-1 17 15,0 0-17-15,2-2 0 0,-2-2-49 16,0 0 49-16,1-2 0 0,-2-2-94 0,3 0 94 0,-1 0 0 16,-8 0-2473-16,-6 0 2473 0,-3 0 0 0</inkml:trace>
  <inkml:trace contextRef="#ctx0" brushRef="#br0" timeOffset="1810.828">4682 4746 1024 0,'0'0'0'0,"0"0"0"0,0 0 0 16,0 0 0-16,0 0 256 0,0 0-256 0,0 0 0 0,0 0 256 0,0 0-256 0,0 0 0 0,6-3 256 16,3-1-256-16,2-1 0 0,-2 5 256 0,-1 4-256 0,0 0 0 15,1 1 256-15,1-2-256 0,2 2 0 0,-2 0 256 0,0 2-256 16,1 0 0-16,-1 0 256 0,-1 0-256 0,1 2 0 0,-2-2-47 15,-1 2 47-15,-1 0 0 0,1-2-81 0,-2 0 81 0,-1 0 0 16,-1 0 230-16,-1 0-230 0,-1 2 0 0,-1-2 256 16,-1-1-256-16,-1 0 0 0,0-1 256 0,-1-1-256 0,-1 0 0 0,1-1 250 15,0 0-250-15,-1 0 0 0,1 0 56 0,-1-2-56 0,-2 1 0 16,1-2-32 0,2 0 32-16,-1-3 0 0,-1 2-67 0,0-1 67 0,2-2 0 0,-1 1 29 0,2-2-29 0,-1-2 0 15,1 0 61 1,1-1-61-16,1-2 0 0,-1 0 53 0,-1-1-53 0,-1 0 0 15,3 1-76-15,1-1 76 0,1 1 0 0,-1-2-87 16,0-2 87-16,0-1 0 0,2 1-228 0,1-1 228 0,2-1 0 0,-2 2-230 16,2-1 230-16,0 0 0 0,-1-1-120 0,1 0 120 0,1-2 0 0,-5 12-2015 15,-2 6 2015-15,-2 6 0 0</inkml:trace>
  <inkml:trace contextRef="#ctx0" brushRef="#br0" timeOffset="2062.235">5081 4409 1024 0,'0'0'0'0,"0"0"0"0,0 0 0 0,0 0 0 0,0 0 256 16,0 0-256-16,0 0 0 0,0 0 256 0,0 0-256 0,0 0 0 0,2 5 256 0,1 4-256 15,1 2 0-15,0-4 256 0,0-1-256 0,1 0 0 0,-1 1 256 16,0 3-256-16,0 1 0 16,0-1 256-16,2 2-256 0,0 1 0 0,0 0 256 0,1 3-256 0,2 2 0 0,-1-2-256 0,-2 3 256 0,-1 0 0 15,1-1-256 1,0 2 256-16,1 2 0 0,-1-3 256 15,-2-1-256-15,1-1 0 0,-1 0-256 0,-1 2 256 0,-1 0 0 0,2-2 64 0,-3-1-64 0,1-1 0 0,0-1 183 16,-2-2-183-16,1 0 0 0,0-2 173 16,0 0-173-16,0-1 0 0,0-4 127 15,0-2-127-15,0-2 0 0,0 0-1827 0,-2-1 1827 16,1-1 0-16</inkml:trace>
  <inkml:trace contextRef="#ctx0" brushRef="#br0" timeOffset="2238.056">5140 4755 1024 0,'0'0'0'0,"0"0"0"0,0 0 0 0,0 0 0 16,0 0 256-16,0 0-256 0,0 0 0 0,5-2 256 0,2-3-256 0,4-1 0 0,-2 5 101 16,1 2-101-16,2-1 0 0,0 0 12 15,5 0-12-15,1 0 0 0,0 0 174 0,2-1-174 0,1-1 0 0,-14 2-799 16,-8 0 799-16,-5 0 0 0</inkml:trace>
  <inkml:trace contextRef="#ctx0" brushRef="#br0" timeOffset="3239.25">6340 4307 1024 0,'0'0'0'0,"0"0"0"0,0 0 0 0,0 0 0 0,0 0 224 0,0 0-224 16,0 0 0 0,0 0 147-16,0 0-147 0,0 0 0 0,0 0 68 0,0 0-68 15,0 0 0-15,0 0 34 0,0 0-34 0,0 0 0 0,3 7 54 16,2 4-54-16,2 3 0 0,-3-7 129 16,-2 0-129-16,-1-1 0 0,1 1 115 0,1 2-115 0,1 2 0 15,-1-1 99-15,1 3-99 0,1 1 0 0,0-1 50 0,0 4-50 16,1-2 0-16,-3 1 49 0,1 1-49 0,-2 0 0 0,1 0 97 15,1 1-97-15,2 1 0 0,-3-2 90 0,-1 1-90 0,-1 1 0 0,0-1 48 16,3-1-48-16,0 1 0 0,-1 0-16 16,-2 0 16-16,1 1 0 0,0-1-33 0,1-1 33 0,2 0 0 0,-2 1-76 15,0 1 76-15,0 1 0 0,0-3-84 0,-2-1 84 0,1-1 0 0,0 0-80 16,-2 0 80-16,1-1 0 0,0-2-42 16,-2-2 42-16,1 0 0 0,0-2-4 0,0-2 4 0,0-1 0 0,0-2 24 15,0 0-24-15,0-3 0 0,0 0-893 0,0 0 893 16,0 0 0-16</inkml:trace>
  <inkml:trace contextRef="#ctx0" brushRef="#br0" timeOffset="3686.796">6402 4405 1024 0,'0'0'0'0,"0"0"0"0,0 0 0 0,0 0 0 0,0-7 202 16,-2-2-202-16,1-3 0 0,1 6 22 0,1 1-22 0,1 3 0 0,-2-3 108 16,3 2-108-16,0-1 0 0,-1-2 163 0,-2 2-163 0,1-3 0 0,2 2 95 15,1 0-95-15,0 0 0 0,-1-1-19 0,-1 1 19 0,-1-3 0 0,2 2-77 16,1 0 77-16,1 2 0 0,0-2-35 15,2 1 35-15,0 1 0 0,0 0 7 0,1 1-7 0,2 0 0 0,-1 2 29 16,1-4-29-16,3 2 0 0,-2 0-4 16,1 3 4-16,3-2 0 0,-2 2-33 0,-1 2 33 0,0 1 0 0,1-2 9 15,0 0-9-15,1 3 0 0,-2-1 7 16,-2 1-7-16,-1 2 0 0,2-2 35 16,-2 3-35-16,0 0 0 0,0 0 18 0,-2 2-18 0,-1 0 0 0,-1-1 27 0,-1 0-27 0,0 2 0 0,-2-1 63 15,-1-1-63-15,0 0 0 0,-3-1 59 16,-2 2-59-16,-1 0 0 0,0 0 104 0,-1 0-104 0,-2-2 0 0,-1 2 65 15,0-2-65-15,-1-1 0 0,-2 3 19 16,1-2-19-16,-3 0 0 0,1-1-74 0,0 2 74 0,-2 0 0 0,2-1-110 16,-2-1 110-16,-1 0 0 0,0 1-84 0,3-3 84 0,-2 3 0 15,3-2-20-15,2-3 20 0,0-1 0 0,6 0-576 16,5-1 576-16,2-1 0 0</inkml:trace>
  <inkml:trace contextRef="#ctx0" brushRef="#br0" timeOffset="4176.093">6932 4679 1024 0,'0'0'0'15,"0"0"0"-15,0 0 0 0,0 0 0 0,0 0 256 0,0 0-256 0,0 0 0 0,0 0 239 0,0 0-239 0,0 0 0 0,0 0 121 16,0 0-121-16,0 0 0 0,0 0 27 0,0 0-27 0,0 0 0 16,0 0-99-1,0 0 99-15,0 0 0 0,11 6-113 0,3 3 113 0,6 2 0 0,-11-7-18 16,-3-4 18-16,-3-4 0 15,6 4 84-15,-1 0-84 0,3 0 0 0,0-1 84 0,0-1-84 0,2-2 0 0,-1 2 58 0,0 0-58 0,0 0 0 0,3 0 3 16,-1-2-3-16,2 2 0 0,-1-1 17 0,2 0-17 0,2 2 0 31,-3-2 36-31,3 0-36 0,-1-1 0 0,0 1 77 0,-2 0-77 16,0 2 0-16,1 0 86 0,2 1-86 0,2-2 0 0,-4 2 110 16,0-1-110-16,-2-1 0 0,1 2 72 0,1-1-72 15,1-1 0-15,-1 2 40 0,-2 2-40 0,1-1 0 0,-2 0 31 16,-2-1-31-16,-1-1 0 0,0 1 25 0,-1 0-25 0,0 0 0 0,-2 0 20 15,-1 0-20-15,-1 0 0 0,1 0-78 0,-3 0 78 16,1 0 0-16,-2 0-134 0,-1 0 134 0,-1 0 0 0,1-1-122 16,-2-1 122-16,1-1 0 0,-1 1-12 0,-1-2 12 0,-1 0 0 0,1 2-810 15,2 2 810-15,-1 2 0 0</inkml:trace>
  <inkml:trace contextRef="#ctx0" brushRef="#br0" timeOffset="4638.159">7460 4461 1024 0,'0'0'0'0,"0"0"256"0,0 0-256 0,0 0 0 16,0 0 166-16,0 0-166 0,0 0 0 0,0 0 167 0,0 0-167 0,0 0 0 0,0 0 80 15,0 0-80-15,0 0 0 0,0 0-82 0,0 0 82 0,0 0 0 0,5 6-129 16,4 3 129-16,2 1 0 0,-6-5-30 15,2-5 30-15,-3-1 0 0,3 2 49 0,0 0-49 0,3-1 0 0,-1 3 31 16,0-1-31-16,1 1 0 0,0 0-16 0,-1-2 16 16,3 2 0-16,0-1-50 0,1-1 50 0,4 0 0 0,-4 1-5 15,1 1 5-15,0-1 0 0,1 1 10 0,-3 0-10 0,1 1 0 16,1-1 45-16,-2 0-45 0,1-2 0 0,-2 0 32 0,-1 2-32 16,0-1 0-16,0-1 44 0,-2 0-44 0,2 0 0 0,-1 0 50 15,-2-1-50-15,1-1 0 0,-1 2 50 16,-2-1-50-16,-1 2 0 0,0-1 72 0,2-1-72 0,0-1 0 0,-3 2 104 0,1 2-104 0,-4-1 0 15,2 0 127 1,-2 0-127-16,1 1 0 0,-1 0 82 0,-1 1-82 0,-1 1 0 0,1-1 16 0,-2-1-16 0,0 0 0 16,0 0 30-16,-1 1-30 0,-2 2 0 0,1-1 84 0,2 1-84 15,-1 1 0-15,-3 0 66 0,1 1-66 0,-3-1 0 0,2 0 26 16,-2 2-26-16,0 0 0 0,1 0-79 16,-2 0 79-16,-1 2 0 0,1-2-126 0,1 2 126 0,-1 1 0 0,2-1-158 15,-2-1 158-15,-2 3 0 0,2-2-122 16,-2 1 122-16,0 0 0 0,2-1-42 0,-3-2 42 0,1-1 0 0,1 0 44 15,-1-3-44-15,0-2 0 0,8-1-792 0,4-2 792 0,4-2 0 16</inkml:trace>
  <inkml:trace contextRef="#ctx0" brushRef="#br0" timeOffset="5296.272">6945 4490 1024 0,'0'0'0'0,"0"0"0"0,0 0 0 0,0 0 0 0,0 0 256 0,0 0-256 16,0 0 0-16,0 0 256 0,0 0-256 0,0 0 0 0,0 0 256 15,0 0-256-15,0 0 0 0,0 0-19 0,0 0 19 0,0 0 0 0,0 0-134 16,0 0 134-16,0 0 0 0,0 0-146 16,0 0 146-16,0 0 0 0,0 9-18 0,-2 5 18 0,1 5 0 0,-2-15 35 15,-1-1-35-15,1-4 0 0,-1 3 38 0,-1 0-38 0,-1 3 0 16,0-1 24-16,-2 2-24 0,0 0 0 0,1-2 17 15,-1 2-17-15,-3-1 0 0,3 1 53 0,-1 1-53 0,-2 0 0 0,2-1 48 16,2 0-48-16,-2 1 0 0,1-1 78 16,0 0-78-16,0 0 0 0,-1 0 38 0,3 1-38 0,-1-1 0 15,1 1 50-15,0-1-50 0,1 0 0 0,0 0 7 0,1-1-7 0,1 0 0 16,-1-1 73-16,2 1-73 0,-1-1 0 0,1 0 75 16,1 0-75-16,1 0 0 0,0 1 97 0,-2-1-97 0,-1 0 0 15,5-1 3-15,-1 2-3 0,1-1 0 0,-1-1-62 16,1 1 62-16,1-2 0 0,-1 2-75 0,0-2 75 0,0 3 0 0,1-3-41 15,1 0 41-15,1 0 0 0,0 0-27 0,0 0 27 0,1 1 0 0,0-2-10 16,1-1 10-16,3 1 0 0,-3 0-46 16,1 0 46-16,1 1 0 0,0-2-55 0,-1 1 55 0,0 1 0 0,1-1-79 15,0 1 79-15,1 0 0 0,-1 0-70 0,1 1 70 16,-1-1 0-16,-1 1-23 0,3-1 23 0,-2 3 0 0,-1-2 13 16,3 0-13-16,0-1 0 0,-1 2 57 15,0-2-57-15,-2 3 0 0,1-4 19 0,0 4-19 0,1-2 0 0,-1 1-20 16,0 1 20-16,1 2 0 0,-1-3-67 15,0 1 67-15,1 2 0 0,-1-3-60 0,-2 3 60 0,1 0 0 0,1-3-4 0,0 0 4 0,2-2 0 0,-2 0 53 16,-2 1-53-16,-1-1 0 0,1-2 63 16,2 0-63-16,0 0 0 0,-6 0-653 0,-3 0 653 0,-3 0 0 0</inkml:trace>
  <inkml:trace contextRef="#ctx0" brushRef="#br0" timeOffset="6522.376">8257 4153 1024 0,'0'0'0'16,"0"0"0"-16,0 0 0 0,0 0 0 0,0 0 0 0,0 0 0 0,0 0 0 0,0 0 0 0,0 0 0 0,0 0 0 0,0 0 0 16,0 0 0-16,0 0 0 0,-10 6 0 15,-6 4 0-15,-6 3 0 0,13-10 21 0,5-2-21 0,2-3 0 0,-3 3 29 0,-1 0-29 0,2-1 0 16,-1 3-8-1,-1 0 8-15,1 1 0 0,-1-2-10 0,1 3 10 16,-2-1 0-16,0-1-18 0,1 1 18 0,0 0 0 16,1 1-13-16,-2 2 13 0,-1 1 0 0,2-1-1 0,-1 1 1 0,-1 2 0 15,0 0 0-15,2 1 0 0,0 3 0 0,-1-3 0 16,2 0 0-16,-2 1 0 0,1 0 14 0,2 1-14 0,-1 0 0 16,1-1 70-16,1 1-70 0,1 1 0 0,-2-3 78 0,1 1-78 0,0-2 0 15,1 2 65-15,0 0-65 0,2 0 0 0,-1 0 61 16,1 1-61-16,1 2 0 0,-1-1 39 0,2-2-39 0,-1 1 0 15,1-2 48-15,1 1-48 0,2-1 0 0,-2 0 57 0,0-2-57 0,0 0 0 16,0-1 92-16,1 0-92 0,1 1 0 0,-2-1 73 16,1-2-73-16,3-1 0 0,-1 1 45 0,1 1-45 0,1 0 0 15,-1-3 11-15,1 0-11 0,0-1 0 0,0 0 30 16,1 0-30-16,2-2 0 0,-2 0 0 0,1 0 0 0,-1-1 0 16,1 0 16-16,2-1-16 0,0 0 0 0,-2 0-42 15,3-2 42-15,-1 0 0 0,0 0-26 0,0-1 26 0,1 0 0 0,0-2-40 16,-1 1 40-16,1-1 0 0,-2 0-7 0,0 2 7 0,-1-2 0 0,0 1 17 15,0-1-17-15,2-2 0 0,-2 2 22 16,-1-2-22-16,0 0 0 0,-1 1 37 0,-1 1-37 0,-1 0 0 0,1 0 6 16,-1-1-6-16,0-2 0 0,0 1 9 15,0 0-9-15,-1-1 0 0,3 1 19 0,-3 0-19 0,0-2 0 0,1 1 79 16,-2-2-79-16,2-1 0 0,-2 3 106 0,-1-2-106 16,-1 1 0-16,1 0 98 0,0-1-98 0,0-1 0 0,-1 2 56 15,-1-1-56-15,-1-2 0 0,1 2 7 0,-2 0-7 0,1 3 0 0,0-3-13 16,-3-1 13-16,3 2 0 0,-1-1-7 0,-1 1 7 0,-1 0 0 15,1 0 4-15,-1 0-4 0,-1 1 0 0,1 0-4 16,-2 1 4-16,0 0 0 0,-1-1-34 0,0 0 34 0,-3-1 0 16,1 2-110-16,0 1 110 0,-1 2 0 15,0-2-105-15,0 3 105 0,-1-3 0 0,0 3-128 0,-2 0 128 0,-1 2 0 0,0 0-59 16,3-1 59-16,-1 2 0 0,0-1-46 0,-1 2 46 0,-1-1 0 0,2 0 16 16,1 1-16-16,0 1 0 0,1 0 30 15,-2 1-30-15,-1 1 0 0,3-1 27 0,1 0-27 0,1-1 0 0,-2 2-15 16,1 0 15-16,0 2 0 0,1-1-7 15,0-2 7-15,2 0 0 0,-1 2 8 0,2-2-8 0,-1 2 0 0,0 0 54 16,1 0-54-16,0 1 0 0,1 0 63 0,1-1-63 0,1 3 0 0,0-1 67 16,1-1-67-16,1 3 0 0,0-1 43 15,1 2-43-15,1 1 0 0,1-2 27 16,1 2-27-16,2 0 0 0,-2-1 7 0,1 0-7 0,1 1 0 0,0-1-13 16,0 1 13-16,1-1 0 0,0 1-45 0,2-1 45 15,0 2 0-15,-1-3-31 0,1 0 31 0,-1 1 0 0,0-1-9 16,2 1 9-16,0 1 0 0,-2-1 22 0,3-1-22 0,0 0 0 0,-1 0 40 15,0 1-40-15,-2-1 0 0,1 2 10 0,1-2-10 0,-1-1 0 16,-1 2 8-16,0-1-8 0,-2-1 0 0,1 0-8 16,-2 0 8-16,2 1 0 0,-1-1 47 0,-2 1-47 15,1 2 0-15,0-3 104 0,-2 2-104 0,2 0 0 0,-2-1 155 0,-1 0-155 0,-1 1 0 0,1 0 169 16,-2-1-169-16,1 0 0 16,0 1 113-16,0 1-113 15,0 0 0-15,-2-1 1 0,0 0-1 0,0 1 0 0,0 0-112 16,2 0 112-16,-1 2 0 0,0-1-205 0,-2-1 205 0,1 1 0 0,-1-1-239 0,-1 3 239 0,-1 1 0 0,1-3-210 15,2-2 210-15,-1-1 0 0,0-4-655 0,2-4 655 16,-1-4 0-16</inkml:trace>
  <inkml:trace contextRef="#ctx0" brushRef="#br0" timeOffset="12976.894">8599 3888 1024 0,'0'0'0'0,"0"0"0"0,0 0 0 0,0 0 0 0,0 0 256 0,0 0-256 0,0 0 0 0,2-6 240 16,3-5-240-16,1-1 0 0,-2 6 125 0,-1 1-125 0,0 3 0 0,0-2-29 15,1 1 29-15,1 1 0 0,2 0-143 16,-1 1 143-16,3 1 0 0,-2 0-95 0,2 1 95 16,0 1 0-16,0 2-33 0,2 1 33 0,0 2 0 0,1 1 81 0,3 1-81 15,1 3 0-15,-1-2 68 0,0 5-68 0,4-1 0 0,-4 2 87 16,2 0-87-16,-2 1 0 0,0 1 54 0,1 1-54 0,-1 1 0 16,1 1 78-16,-3 1-78 0,1 0 0 0,1 1 59 15,-2 0-59-15,1 1 0 0,-3-1 63 0,1 1-63 16,-3-1 0-16,0-1 100 0,-2 2-100 0,-1-1 0 0,0 0 163 15,-1-1-163-15,-1 2 0 0,-1-2 199 0,-2 2-199 0,-2-1 0 0,0 1 169 16,-1-1-169-16,-1 2 0 0,-2-1 124 0,-2-2-124 0,-1-1 0 0,0 2 26 16,-2-1-26-16,-3 3 0 0,0-1-60 15,-5-1 60-15,-1 3 0 0,-3-2-186 0,-3 1 186 0,-4 1 0 0,0 1-256 16,-4 2 256-16,-2 0 0 0,2-3-256 0,-1-2 256 16,-3-1 0-16,1-3-239 0,4-1 239 0,0-1 0 0,21-12-595 15,11-6 595-15,11-6 0 0</inkml:trace>
  <inkml:trace contextRef="#ctx0" brushRef="#br0" timeOffset="13612.049">6701 3896 1024 0,'0'0'0'0,"0"0"0"0,0 0 0 0,0 0 0 0,-4-1 256 0,-3-2-256 0,-1-1 0 16,3 1 256-16,1 0-256 0,0-1 0 0,1 2 191 0,-3-1-191 0,0-1 0 0,1 1-46 16,-1 1 46-16,-1 1 0 0,-1-1-61 0,0 2 61 0,-1 2 0 15,-1-2 4-15,0 3-4 0,-2 0 0 0,1 1 58 16,0 1-58-16,-1 1 0 0,-1 1 65 15,0 2-65-15,-2 1 0 0,2 0 40 0,-2 1-40 0,-2 2 0 0,2 2 41 16,-1-1-41 0,0 5 0-16,1-2 105 0,-1 2-105 0,1 1 0 0,-1 2 113 0,1 0-113 0,-2 1 0 0,2 1 83 0,-3 3-83 0,1 0 0 0,1 0 40 31,2 1-40-31,-1 2 0 0,1-1 28 0,0-1-28 0,2 1 0 0,1-1 39 0,0 1-39 0,1-1 0 0,-2 1 32 16,3 0-32-16,-1 2 0 0,2-2 43 0,1 2-43 0,3 0 0 0,-2 0 10 31,2 1-10-31,-1 3 0 0,2-5-16 0,2-1 16 0,1 0 0 0,0 1-43 15,2 1 43-15,2 0 0 0,0-2-29 16,0 1 29-16,3-1 0 0,0-1-3 0,3 0 3 0,1-1 0 16,2-2 7-16,1 1-7 0,4-2 0 0,-3 1-17 15,5 0 17-15,0-2 0 0,1-1-34 0,3 1 34 0,1-2 0 16,-2-3-73-16,5 0 73 0,2-4 0 0,-3-1-56 0,1-2 56 16,1-4 0-16,-2-1-26 0,2-3 26 0,1-1 0 0,-2-2 35 15,-1-2-35-15,0 0 0 0,-18 1-1042 0,-9 1 1042 0,-9 1 0 16</inkml:trace>
  <inkml:trace contextRef="#ctx0" brushRef="#br0" timeOffset="14411.701">9284 4153 1024 0,'0'0'0'0,"0"0"202"0,0 0-202 0,0 0 0 0,0 0 214 0,0 0-214 15,0 0 0-15,0 0 103 0,0 0-103 0,0 0 0 0,0 0-37 16,0 0 37-16,0 0 0 0,3 2-68 0,2 3 68 0,2 0 0 0,-3 0 18 16,-1 0-18-16,-1 2 0 0,1 0 45 15,1 2-45-15,-1 2 0 0,0 0 87 16,-1 1-87-16,2 0 0 0,-1 1 2 0,1 1-2 0,1 3 0 0,-2-1-11 15,0 3 11-15,-2 0 0 0,1-1-58 16,-2 2 58-16,1 2 0 0,0-3-16 0,1 1 16 0,1 0 0 0,-2 0-49 16,-1-1 49-16,-1-1 0 0,1 0-24 0,2-1 24 0,-1-1 0 0,0 0 15 15,0-2-15-15,0 0 0 0,0-3 87 0,0-1-87 0,0-2 0 0,0 0 142 32,0-1-142-32,0 0 0 0,0-3 199 0,-2 0-199 0,1-3 0 0,0 2 231 15,2-1-231-15,-1-1 0 0,0 0 173 0,0-1-173 0,0-1 0 0,2 0 42 0,0-1-42 0,1-1 0 16,-1-1-37-16,1-1 37 0,1-2 0 0,-1 2-9 0,1-3 9 15,2-1 0-15,-2 0 84 16,0-1-84-16,0-2 0 0,-1 0 105 0,3 2-105 0,-1-3 0 0,0-1 67 0,0-2-67 0,3-1 0 0,-1 0-5 16,-2-2 5-16,0 0 0 0,0 2-71 15,2-2 71-15,0-1 0 0,-2 1-129 0,3-2 129 16,1 1 0-16,-3 1-70 0,0-2 70 0,0 1 0 0,-1 2 49 0,3 0-49 0,-1 1 0 16,-1 0 188-1,-1 1-188-15,0 1 0 0,0 2 103 0,-2 0-103 0,1 2 0 0,0 0-138 16,-2 1 138-16,2 2 0 0,-2 1-256 15,-1 0 256-15,-1 2 0 0,1-1-256 0,-2 1 256 0,1 0 0 0,0 0-218 16,0 0 218-16,0-1 0 0,0 4-704 0,-2 2 704 0,1 2 0 0</inkml:trace>
  <inkml:trace contextRef="#ctx0" brushRef="#br0" timeOffset="14772.364">10156 4128 1024 0,'0'0'0'0,"0"0"0"0,0 0 0 0,0 0 0 0,0 0 256 0,0 0-256 0,0 0 0 0,2 6 256 16,1 2-256-16,1 3 0 0,-1-2 256 0,-2-1-256 0,1 0 0 15,0 3 256-15,2 3-256 0,0 1 0 0,-1 2-225 0,1 1 225 16,1 2 0-16,-2-1-256 0,-1 2 256 0,-1 1 0 0,0-1-193 16,2-1 193-16,0-1 0 15,-1 0-51-15,-2 2 51 0,1 0 0 0,-1-2 4 0,-1 0-4 0,-1-2 0 0,-2 0-58 16,1-3 58-16,-1 1 0 0,1-4-28 0,-1 1 28 0,-1-1 0 0,1-4-58 15,2 0 58-15,-2-2 0 0,1-4 15 16,-1-1-15-16,-1-1 0 0,3 1-174 0,2 0 174 0,2 0 0 0</inkml:trace>
  <inkml:trace contextRef="#ctx0" brushRef="#br0" timeOffset="15361.288">10076 4246 1280 0,'0'0'0'0,"0"0"54"0,0 0-54 0,0 0 0 0,0-5 109 0,2-5-109 0,-1-3 0 0,0 5 50 0,0 0-50 0,1-1 0 16,-1 1-52-16,-2-1 52 0,1-2 0 0,0 0-174 16,2-1 174-16,-1 0 0 0,0 0-186 0,1 1 186 0,1-4 0 0,0 4-57 15,1-1 57-15,1 2 0 0,-1-3 34 0,2 4-34 16,2-1 0-16,-2 0 165 0,1 0-165 0,1 1 0 0,1 2 109 16,0 0-109-16,1 2 0 0,1-1 55 0,0 0-55 0,2 2 0 0,-1 0 27 15,1 1-27 1,3 0 0-16,-3 2 85 0,2 0-85 0,0 1 0 0,0 0 111 15,-1 1-111-15,1 0 0 0,-2 0 158 0,0 2-158 0,-1 0 0 0,-1 1 191 16,0 1-191-16,-1 2 0 0,-1-1 138 0,0 0-138 0,-2 1 0 0,-1 0 56 16,-2 1-56-16,-2 2 0 15,1-1-28-15,-1 2 28 0,-1 0 0 0,-1 1-35 0,-2-2 35 0,-2 4 0 0,1-2-12 0,-1 2 12 0,-1 1 0 16,-1-2-53 0,-4 2 53-16,0 0 0 0,1 0-75 0,-1 0 75 0,-2 0 0 0,0-2-75 0,0 0 75 0,-2 2 0 0,0-5-22 15,2 1 22 1,0-1 0-16,1-2-26 0,-2 2 26 0,-1-3 0 0,2 1-55 15,0-2 55-15,2-1 0 0,1-1-111 0,1 0 111 0,0-2 0 0,0 0-101 0,2 0 101 0,-1 0 0 0,0-1-81 16,2 1 81-16,1-2 0 0,0 1 10 16,0-1-10-16,2-1 0 0,-1 1 67 0,3 0-67 15,0 0 0-15,-1 0 159 0,2-1-159 0,-1-1 0 0,0 2 184 0,3 0-184 16,0 0 0-16,0 0 196 16,1 0-196-16,2 0 0 0,0 0 199 0,2 1-199 0,0 1 0 15,0 0 166-15,2 2-166 0,0 0 0 0,1-1 134 0,1 1-134 0,2 1 0 0,0 0 55 16,-1 1-55-1,4-1 0-15,-3 1 38 0,-1 0-38 0,1 2 0 0,-2-3 26 16,0 0-26-16,-1-1 0 0,-1 1-29 0,0 1 29 0,-2-4 0 0,0 2-83 0,-1-1 83 16,0 1 0-16,-1-3-156 0,-1 2 156 0,-1-1 0 0,1-1-202 0,-2 0 202 0,2 0 0 15,-1 0-250-15,0 1 250 0,0 0 0 0,0 1-235 16,-1 0 235-16,0 1 0 16,0-2-188-16,1 1 188 0,2-1 0 0,-2 0-93 0,0 2 93 0,0-2 0 0,0 1 6 15,1-1-6-15,2-1 0 16,-5 1-459-16,-2-2 459 0,-2-2 0 0</inkml:trace>
  <inkml:trace contextRef="#ctx0" brushRef="#br0" timeOffset="16571.127">11190 4196 1024 0,'0'0'0'0,"0"0"256"0,0 0-256 0,0 0 0 0,0 0 220 0,0 0-220 0,0 0 0 0,0 0 256 15,0 0-256-15,0 0 0 0,0 0 204 0,0 0-204 0,0 0 0 0,0 0-15 16,0 0 15-16,0 0 0 0,0 0-100 0,0 0 100 0,0 0 0 0,2 0-53 16,0 2 53-16,1-1 0 0,-1 4 71 15,0 2-71-15,0 3 0 0,0-1 124 0,1 0-124 16,0 3 0-16,1-3 55 0,-1 0-55 0,0 0 0 0,1 2-30 0,-3 1 30 0,1 0 0 0,0-2-90 15,0 1 90-15,0-3 0 0,0 2-69 16,-2-1 69-16,1 3 0 0,-1-1-77 0,2-3 77 0,-1 2 0 16,-1-2-82-16,-1 1 82 0,-1 0 0 0,1-3-69 15,-1 1 69-15,-1-2 0 0,1-2-25 0,0-1 25 16,0 0 0-16,1-2-576 0,1 0 576 0,1 0 0 0</inkml:trace>
  <inkml:trace contextRef="#ctx0" brushRef="#br0" timeOffset="16793.429">11175 3928 1024 0,'0'0'0'0,"0"0"256"0,0 0-256 0,0 0 0 0,0 0 256 15,0 0-256-15,0 0 0 0,0 0 256 0,0 0-256 0,0 0 0 0,0 0-256 16,0 0 256-16,0 0 0 0,4-7-256 15,4-1 256-15,2-5 0 0,-5 11-172 0,-1 2 172 16,-1 5 0-16,1-4 218 0,1 2-218 0,2 0 0 0,-2 0 205 0,0-1-205 0,0 2 0 0,-3-3-507 16,-2-1 507-16,-2-1 0 0</inkml:trace>
  <inkml:trace contextRef="#ctx0" brushRef="#br0" timeOffset="17254.104">11379 4149 1280 0,'0'0'0'0,"0"0"256"0,0 0-256 0,0 0 0 0,4 4 256 0,2 3-256 0,1 0 0 0,-1-1 256 16,-2 0-256-16,0-1 0 0,0 2 195 0,1 0-195 0,1 1 0 0,-6-8 0 0,5 7-256 16,0 1 256-16,1 3 0 0,-1-2-256 0,1 1 256 0,1 2 0 0,-3-2-256 31,-1 1 256-31,1 1 0 0,-1 1 120 0,0-4-120 0,1 2 0 0,-1-1 216 0,-1-1-216 16,-1 0 0-16,1 0 200 0,-2-2-200 0,1-1 0 0,0 1 177 15,0-2-177-15,0-1 0 0,-1-1 132 0,-1 0-132 0,-1-2 0 0,1 0 12 0,2-1-12 0,-1-1 0 0,0-2-9 16,0 0 9-16,0-1 0 0,0-2-41 15,0-1 41-15,0-2 0 0,0 0-9 16,2 1 9-16,-1-3 0 0,1 1-49 0,1-2 49 0,2-1 0 0,-1 1 57 16,1-2-57-16,1-1 0 0,-1 2 97 15,0 0-97-15,1 1 0 0,-1 0 123 16,0 3-123-16,0-2 0 0,0 1 40 0,0 1-40 0,1-1 0 0,-1 5-21 0,0 0 21 0,0 1 0 16,0 0-94-1,1 1 94-15,3 3 0 0,-2 0-188 0,-2 0 188 0,1 3 0 0,1 1-145 16,-1 0 145-16,0 1 0 0,-1 1-31 0,-1 4 31 15,-1-2 0-15,1 2 1 0,2 1-1 0,-1 0 0 0,0 0-76 0,-2 2 76 0,-1 2 0 0,1-3-146 16,-2 1 146-16,1 1 0 0,0 0-98 0,-2-1 98 0,1-1 0 16,0 1-67-16,-2-2 67 0,1 0 0 0,0-2-77 15,0 0 77-15,0-2 0 0,0 0-3 0,0-2 3 0,0-1 0 0,0-2 136 32,3-1-136-32,-2-1 0 0,0-3 239 0,0 1-239 0,0-3 0 0,-1-1 136 15,3-2-136-15,0-3 0 0,-1 1 34 16,1-2-34-16,2-3 0 0,-1-1-47 0,0-1 47 0,4-4 0 0,-6 15-1070 15,-2 6 1070-15,-2 6 0 0</inkml:trace>
  <inkml:trace contextRef="#ctx0" brushRef="#br0" timeOffset="17474.427">11848 3995 1024 0,'0'0'0'0,"0"0"256"0,0 0-256 0,0 0 0 0,0 0 256 0,0 0-256 0,0 0 0 16,0 0 256-16,0 0-256 0,0 0 0 0,3 6 115 0,0 3-115 15,1 4 0-15,-2-4-243 0,2 1 243 0,1 2 0 0,-2 2 14 16,1 2-14-16,1 2 0 0,-1 0 256 15,0 1-256-15,0 4 0 0,0-1 256 0,-1 1-256 16,0 2 0-16,0-3 135 0,0 2-135 0,0-1 0 0,0 0-46 16,-1-1 46-16,1 2 0 0,-1-2-109 15,-1-1 109-15,0 0 0 0,1-3-141 0,-2-3 141 0,1 2 0 0,-1-2-138 0,-1 0 138 0,-1-1 0 16,1-4 1-16,-1-1-1 0,-2-3 0 0,1 0 104 16,0-4-104-16,-3-2 0 0,1 0 120 15,0-1-120-15,-1-2 0 0,4 1-1092 0,2 2 1092 0,2 2 0 0</inkml:trace>
  <inkml:trace contextRef="#ctx0" brushRef="#br0" timeOffset="17656.424">11796 4345 1280 0,'0'0'0'0,"0"0"256"0,0 0-256 0,0 0 0 0,0 0 256 0,0 0-256 0,0 0 0 16,0 0 256-16,0 0-256 0,0 0 0 0,4-1-256 0,2 0 256 0,3 0 0 15,-2-3-256-15,1-2 256 0,2 0 0 0,-2 0-256 16,3 1 256-16,1 0 0 0,-12 5 0 0,12-6 256 0,3 0-256 0,2-1 0 0,-3 1 256 15,0 0-256-15,-2 0 0 0,3-1 256 16,-4 0-256-16,2-1 0 0,-2-1 256 0,-1 1-256 0,0-1 0 0,-6 5-1280 16,-4 4 1280-16,-4 4 0 0</inkml:trace>
  <inkml:trace contextRef="#ctx0" brushRef="#br0" timeOffset="18047.006">12157 4266 1024 0,'0'0'0'0,"0"0"0"0,0 0 0 0,0 0 0 0,0 0 256 0,0 0-256 0,0 0 0 16,0 0 256-1,0 0-256-15,0 0 0 0,0 7 256 0,2 6-256 0,-1 5 0 0,0-11 256 16,0-1-256-16,0-3 0 0,0 3-256 0,0 2 256 0,0 0 0 0,-1-1-256 16,3 3 256-16,0-2 0 0,-1 1-256 15,2-1 256-15,0 0 0 0,-1 1 256 0,0 0-256 0,0 2 0 0,0-3 256 0,0-1-256 0,0-1 0 0,1 0 256 16,2 3-256-16,0-2 0 0,-1-1 256 15,1-3-256-15,1 2 0 0,-1-3-12 16,1 0 12-16,0 0 0 0,-1-1-153 0,1-2 153 0,2 1 0 0,-2-3-151 16,0-1 151-16,0-2 0 0,1 2-88 0,-1-2 88 0,0 1 0 0,-1-3 46 15,1 0-46-15,-1-2 0 0,-1 0 90 0,-1-1-90 0,-1-3 0 16,-2 3 3 0,1 0-3-16,-2-1 0 0,-2 1-30 0,1-1 30 0,-2 0 0 0,0 0 76 15,-1 2-76-15,-1 0 0 0,-2 1 128 0,1 1-128 0,-3 0 0 0,2 0-5 0,-2 4 5 0,0-2 0 16,0 1-226-1,-2 4 226-15,0 0 0 0,1 1-256 0,-1 1 256 0,1 0 0 0,1 2-249 0,-3 1 249 0,1 0 0 0,2-2-153 16,1 0 153-16,0 3 0 0,2-4-21 16,1 3 21-16,1 1 0 0,2-4-279 15,2-1 279-15,2-1 0 0</inkml:trace>
  <inkml:trace contextRef="#ctx0" brushRef="#br0" timeOffset="18490.215">13409 4098 1280 0,'0'0'0'0,"0"0"256"0,0 0-256 15,0 0 0-15,0 0 256 0,0 0-256 0,0 0 0 0,-9 1 256 0,-3 0-256 0,-5 1 0 16,8-1 256-16,2 1-256 0,1 2 0 0,-3-2 256 16,1 2-256-16,-3 1 0 0,0 1 36 0,0 0-36 0,-1 1 0 0,0 0-256 15,0 1 256-15,-3 0 0 0,3 0-163 0,-3 0 163 0,1 0 0 0,-1 4-25 16,3-1 25-16,-1 1 0 0,-1 2 42 0,3 0-42 15,-2 3 0-15,3-4-9 0,1 3 9 0,1-1 0 0,0-1-65 16,2 0 65-16,0-1 0 0,1 0 256 16,1 1-256-16,0 0 0 0,2 1 256 0,2-2-256 0,2 1 0 0,2-2-256 15,1-1 256-15,2-1 0 0,-1 2 107 16,1 0-107-16,2 0 0 0,1-4 122 0,2 1-122 0,4-1 0 0,-2-2-87 16,2-2 87-16,0-2 0 0,1 0-240 0,1 1 240 15,0-1 0-15,0-5-157 0,0-2 157 0,4-3 0 0,-3 0 64 16,0-2-64-16,2 0 0 0,-14 5-1161 0,-8 6 1161 0,-5 3 0 0</inkml:trace>
  <inkml:trace contextRef="#ctx0" brushRef="#br0" timeOffset="18783.17">13625 4105 1024 0,'0'0'0'0,"0"0"256"0,0 0-256 0,0 0 0 15,0 0 256-15,0 0-256 0,0 0 0 0,0 0 256 0,0 0-256 16,0 0 0-16,0 0 256 0,0 0-256 0,0 0 0 0,-2 7 256 0,0 2-256 16,-1 4 0-16,1-5 222 0,0 3-222 0,0-2 0 0,0 2 256 15,0 1-256-15,0 2 0 0,0 0 256 16,0 1-256-16,0 1 0 0,0 0 190 0,-1 2-190 0,-2 0 0 0,2 0-224 0,0 0 224 16,0 1 0-16,0-1-256 0,0-1 256 0,0 1 0 0,1-2-190 15,-2-1 190 1,-1-2 0-16,2 0-128 0,1-2 128 0,1-3 0 0,0 0-227 0,1 0 227 0,1-1 0 0,-1-3-150 15,0-1 150-15,0-2 0 0,0 1-79 0,2 0 79 0,-1-1 0 16,0-6-46-16,1 0 46 0,2-4 0 0,-3 6-904 0,-1 3 904 0,-1 3 0 16</inkml:trace>
  <inkml:trace contextRef="#ctx0" brushRef="#br0" timeOffset="19046.459">13612 4120 1024 0,'0'0'0'15,"0"0"256"-15,0 0-256 0,0 0 0 0,0 0 256 0,0 0-256 0,0 0 0 0,0 0 256 16,0 0-256-16,0 0 0 0,0 0 256 0,0 0-256 0,0 0 0 0,5 1 201 16,4 1-201-16,2 3 0 0,-5-1-71 0,-1 0 71 0,-1 2 0 0,3 2 256 15,0 1-256-15,2-1 0 0,-2 3 256 0,2-1-256 0,0 1 0 0,-1 0 256 16,2 2-256-16,0 0 0 0,-1 2 256 0,-1 0-256 0,1 1 0 0,-1-2-90 16,-1 1 90-16,-1 0 0 0,2-2-256 15,-3 0 256-15,1-2 0 0,0 1-256 0,-2-2 256 0,2 0 0 0,-2-1-256 16,0 0 256-16,0-2 0 0,0 1-256 0,-2-2 256 15,1-1 0-15,0-2-256 0,0 0 256 16,-1-2 0-16,2-2-62 0,-3-2 62 16,-1 0 0-16,1-1 135 0,1-3-135 0,1-1 0 0,-2 5-881 0,-1 3 881 0,-1 3 0 0</inkml:trace>
  <inkml:trace contextRef="#ctx0" brushRef="#br0" timeOffset="19297.907">13897 4013 1024 0,'0'0'0'0,"0"0"0"0,0 0 0 0,0 0 0 16,0 0 256-16,0 0-256 0,0 0 0 0,0 0 256 0,0 0-256 0,0 0 0 0,0 0 256 15,0 0-256-15,0 0 0 0,0 3 256 0,2 1-256 0,-1 2 0 0,1 0 96 0,-4 3-96 0,2 1 0 16,0 1 16-16,0 1-16 0,0 3 0 0,-1 0 83 31,-1 2-83-31,-1 1 0 0,1 2 77 0,0-1-77 0,0 2 0 0,-1 0-124 16,-1 1 124-16,-1 2 0 0,1-2-134 15,1 1 134-15,-1 1 0 0,2-2-209 0,1-1 209 16,-1-1 0-16,2 1-256 0,1-1 256 0,0 0 0 0,-1-5-229 0,1-1 229 0,1-3 0 0,1-1 156 16,2-2-156-16,1 0 0 0,-4-5-500 15,-3-3 500-15,0-3 0 0</inkml:trace>
  <inkml:trace contextRef="#ctx0" brushRef="#br0" timeOffset="19629.238">14145 4032 1024 0,'0'0'0'0,"0"0"256"0,0 0-256 0,0 0 0 0,0 0 256 0,0 0-256 0,0 0 0 0,1 6 256 15,2 2-256-15,0 3 0 0,-1-3 192 0,-2 0-192 0,1-2 0 16,0 6 22-16,1 1-22 0,1 3 0 0,-1 0 214 16,-2 1-214-16,1 1 0 0,0 1 256 0,-2 1-256 0,1 2 0 0,0-2-58 15,2-1 58-15,-1 4 0 0,-1-3-256 0,-1 2 256 0,-1-1 0 0,1 0-256 16,0-3 256-16,0 0 0 0,1-1-171 16,-3-1 171-16,2-2 0 0,-1 0-134 15,2-3 134-15,-1 0 0 0,0-2-147 0,0-1 147 0,0 0 0 0,0-4-101 16,-1-4 101-16,-2-1 0 0,3 2-329 0,1-1 329 0,1-1 0 0</inkml:trace>
  <inkml:trace contextRef="#ctx0" brushRef="#br0" timeOffset="19919.257">14173 3982 1024 0,'0'0'0'0,"0"0"156"0,0 0-156 0,0 0 0 0,6-3 256 0,1 1-256 0,3-4 0 0,-3 3 256 15,0 1-256-15,-2-1 0 0,1 0 256 0,1 0-256 0,2-1 0 0,0 2 238 0,-3-1-238 0,1-2 0 0,-1 2-207 16,3-1 207-16,-2 0 0 16,0 0-256-16,0 0 256 0,1 1 0 0,-2 2-256 0,-1-3 256 0,-2 1 0 0,3 0 12 15,-1 0-12-15,1 3 0 0,-2-2 89 16,-1 0-89-16,-1-1 0 0,1 1 89 15,0 3-89-15,0 0 0 0,-1-1 84 0,-1 0-84 0,-1 0 0 0,1 1 147 0,0-1-147 16,0 2 0-16,0-1 43 16,-2 2-43-16,1-1 0 0,0 0 23 0,-2 0-23 0,1 1 0 15,0-2-930-15,2-2 930 0,-1 1 0 0</inkml:trace>
  <inkml:trace contextRef="#ctx0" brushRef="#br0" timeOffset="20175.074">14173 4303 1024 0,'0'0'0'0,"0"0"0"0,0 0 0 0,0 0 0 0,0 0 256 0,0 0-256 0,0 0 0 15,0 0 256-15,0 0-256 0,0 0 0 0,9 0 256 0,2 0-256 0,4-2 0 0,-6 0 256 16,-3-1-256-16,-2 1 0 0,2 0 256 15,0 0-256-15,4 0 0 0,-1-1 256 0,0 2-256 0,4-1 0 0,-3 1-256 0,2-2 256 0,1 1 0 0,-2-1-256 16,2 0 256 0,0-1 0-16,0-1-256 0,0 3 256 0,1-4 0 0,-8 5-768 15,-7 2 768-15,-4-1 0 0</inkml:trace>
  <inkml:trace contextRef="#ctx0" brushRef="#br0" timeOffset="167048.105">4664 6460 1024 0,'0'0'0'0,"0"0"0"0,0 0 0 0,0 0 0 0,0 0 256 0,0 0-256 0,0 0 0 16,0 0 256-16,0 0-256 0,0 0 0 0,0 0 256 16,0 0-256-16,0 0 0 0,0 0 59 0,0 0-59 0,0 0 0 0,0 0-101 15,0 0 101-15,0 0 0 0,0 0-11 0,0 0 11 0,0 0 0 16,0 0 54-16,0 0-54 0,0 0 0 0,0 0 83 16,0 0-83-16,0 0 0 0,1 4 97 0,1 4-97 0,1 2 0 0,-1-6 18 15,-2 1-18-15,1-2 0 0,0 2-4 16,0 2 4-16,0 0 0 0,0 2-66 0,-2 0 66 0,1 2 0 0,0-1 37 15,1-1-37-15,1 3 0 0,-1 1 127 16,-2 0-127-16,1 2 0 0,0 0 132 0,-2 0-132 0,1 2 0 0,0 1 102 0,2 1-102 16,-1 1 0-16,-1 0 43 0,0 1-43 0,-1 2 0 0,0-2 10 15,2-1-10-15,-1 1 0 0,0 1 7 0,0 0-7 0,0 1 0 0,0 0 80 16,0-1-80-16,0 0 0 0,-1-1 91 16,1 0-91-16,0 0 0 0,0-1 125 0,-1 0-125 0,-1-1 0 0,1 1 19 15,2 0-19-15,-1 0 0 0,0-2-10 0,0 0 10 16,0-3 0-16,0 2-36 0,0-3 36 15,0 2 0-15,0-2-37 0,-1-1 37 0,-2-1 0 0,2-2 47 0,1 0-47 16,1-2 0-16,-1-1 87 0,0-3-87 0,-1 1 0 0,1-4 122 0,-1 1-122 16,-1-3 0-16,2 2-1843 0,1-1 1843 0,1-1 0 0</inkml:trace>
  <inkml:trace contextRef="#ctx0" brushRef="#br0" timeOffset="167463.485">4645 6488 1024 0,'0'0'0'0,"0"0"0"0,0 0 0 0,0 0 0 0,4-2 256 0,2-3-256 0,3 0 0 0,-4 1 256 16,-1-1-256-16,-1 1 0 0,1 0 256 0,0-1-256 15,0 1 0-15,2 0 256 0,0-1-256 0,2-2 0 0,-1 2 24 0,-2-1-24 16,2 2 0-16,-1-1 12 0,1 1-12 0,2 0 0 0,0 1 102 16,-1 1-102-16,3 1 0 0,-1-1 98 15,-1 2-98-15,0 2 0 0,1 1 10 0,2-1-10 0,0 2 0 0,0 1-16 0,-3 1 16 16,1 2 0-16,1-1-78 16,-2 1 78-16,0 2 0 0,-1 1-6 0,-1 0 6 0,1 2 0 15,-2-1 144-15,-2-1-144 0,-2 0 0 0,1 2 144 0,0-1-144 0,-2 2 0 0,-1-2 115 16,-1 1-115-16,-2 3 0 0,1-2-38 0,-1 0 38 15,-1 3 0-15,0-4-24 0,-3 1 24 0,-3-2 0 16,3 3-40-16,-1 0 40 0,-1 0 0 0,-2-2 66 0,1 0-66 0,-3-1 0 0,-1 0 123 16,-2 1-123-1,-2 0 0-15,1-2 215 0,1 0-215 0,-4-2 0 0,3 1 106 0,-2 1-106 0,-1-3 0 0,3-2 15 16,-1 0-15-16,2-1 0 0,10-4-1996 16,6-1 1996-16,6-1 0 0</inkml:trace>
  <inkml:trace contextRef="#ctx0" brushRef="#br0" timeOffset="167945.378">5003 6936 1024 0,'0'0'0'0,"0"0"0"0,0 0 0 0,0 0 0 0,0 0 256 0,0 0-256 0,0 0 0 15,4 6 256-15,4 2-256 0,1 3 0 0,-4-6 28 0,0-2-28 16,-2 0 0-16,2-1-121 0,0-2 121 0,3 0 0 0,0 1-8 16,0 2 8-16,1 0 0 0,0-2 53 0,2 2-53 15,0-2 0-15,0 1 76 0,4-1-76 0,1 0 0 0,-1 0 64 0,0-1-64 0,2-1 0 16,1 0 55-16,-1 0-55 0,4-1 0 16,-3 2 14-16,2-1-14 0,2 0 0 0,-3-1-32 0,3 1 32 0,0-2 0 15,-1 2 31-15,2 1-31 0,1 1 0 0,1-1 65 16,-3 0-65-16,0 0 0 0,0 0 57 0,0 1-57 0,-3 1 0 0,1-2-10 15,-1 1 10-15,-1 1 0 0,-1-2-28 0,-4 1 28 16,1 0 0-16,-1 1 3 0,0-2-3 0,-1-2 0 0,-1 2 66 16,-2-2-66-16,-1-1 0 0,-1 1 78 0,-2 0-78 0,-2-1 0 0,1-1 72 15,-1-1-72-15,-1-1 0 0,0 4-975 16,-2 2 975-16,-2 2 0 0</inkml:trace>
  <inkml:trace contextRef="#ctx0" brushRef="#br0" timeOffset="168344.932">5636 6832 1024 0,'0'0'0'0,"0"0"0"15,0 0 0-15,0 0 0 0,0 0 256 0,0 0-256 0,0 0 0 0,0 0 0 0,0 0 256 0,0 0-256 0,0 0 0 0,0 0 117 16,0 0-117-16,0 0 0 0,0 0-56 0,0 0 56 0,0 0 0 0,0 0-78 16,0 0 78-16,0 0 0 0,0 0-63 15,0 0 63-15,0 0 0 0,4 4 42 0,2 1-42 16,3 2 0-16,-3-5 100 0,-1-2-100 0,0-2 0 0,3 2 92 15,1 0-92-15,2 0 0 0,-2 0 15 16,1 0-15-16,-1 0 0 0,0 0-81 0,2 1 81 0,0 1 0 16,-1-1-11-16,1 0 11 0,-1 0 0 0,-1 1 49 0,3-1-49 0,0 3 0 0,-3-1 96 15,0 0-96-15,-2 3 0 0,1-1 49 16,-2-2-49-16,2 1 0 0,-1 2-44 0,-2 0 44 16,1 1 0-16,-2 0-45 0,0-1 45 0,-2 0 0 0,0 2 7 0,0-1-7 0,0 2 0 0,-1-2 94 15,-1 2-94-15,-1 2 0 0,0-3 81 16,-2 1-81-16,1-1 0 0,-2 2 48 0,0-2-48 0,-1 3 0 0,0-3-55 15,-1 3 55-15,-1-2 0 16,-1 1-115-16,-1-1 115 0,-3 1 0 0,2-2-141 0,-1 1 141 0,0-1 0 0,-1-1-64 0,3 2 64 0,-1 0 0 16,-1-2 75-1,1 1-75-15,0-1 0 0,1-1 123 0,2-2-123 0,0-2 0 16,1 1 138-16,2-1-138 0,1-2 0 0,0 0 114 16,1-2-114-16,1-1 0 0,0 3-999 0,1 0 999 0,1 0 0 0</inkml:trace>
  <inkml:trace contextRef="#ctx0" brushRef="#br0" timeOffset="169202.265">6248 6519 1024 0,'0'0'0'15,"0"0"0"-15,0 0 0 0,0 0 0 0,0 0 256 0,0 0-256 0,0 0 0 0,0 0 256 0,0 0-256 16,0 0 0-16,0 0 142 0,0 0-142 0,0 0 0 0,0 0-95 16,0 0 95-16,0 0 0 0,-3 9-12 0,-2 2 12 0,-3 4 0 0,4-6 8 15,1-1-8-15,1-2 0 0,-2 2 109 0,-1 1-109 0,-1 2 0 16,1-1 84-16,-2 0-84 0,0 1 0 0,2 0 52 15,-2 2-52-15,-1 1 0 0,1 0-30 0,2 1 30 0,-1 0 0 0,0 1-71 16,-1-2 71-16,1 4 0 0,0-3-34 16,2 1 34-16,-1 0 0 0,0 0 11 0,-1-1-11 0,1 2 0 0,2-2 40 15,1 0-40-15,1-2 0 0,0 2 54 0,0-2-54 16,2 2 0-16,-1-3 90 0,1-3-90 0,1 1 0 0,-1 0 106 16,1-1-106-16,1 0 0 0,0-2 117 0,3-1-117 0,2 0 0 15,-2 0 79-15,0-1-79 0,4 0 0 0,-2-4 75 16,1 1-75-16,1-3 0 0,0 2 19 0,0-1-19 0,1-1 0 0,1 0-73 15,0 0 73-15,2-2 0 0,-2-1-88 0,2-2 88 16,2 0 0-16,-3 0-23 0,2 0 23 0,0-1 0 0,0-2 77 16,-1 1-77-16,1 0 0 0,-1-1 102 0,0 0-102 0,-1-2 0 0,0 1 75 15,-2 0-75-15,-1-2 0 0,2 1 46 0,-3 0-46 16,1-2 0-16,0 2-8 0,-1-1 8 0,-1-3 0 0,-1 3-103 16,-2-2 103-16,-1 0 0 0,0 1-89 0,-1 0 89 15,-1-2 0-15,1 0-11 0,-2 1 11 0,1-2 0 0,-2 2 55 16,-1 1-55-16,-1 0 0 0,1-2 11 0,-1 0-11 0,-1 1 0 15,0 0-33-15,-1 1 33 0,-2 2 0 0,1-1-30 16,-2-1 30-16,-3-1 0 0,1 4 7 0,3-1-7 0,-1 4 0 0,-1 0 35 16,-2 1-35-16,0 0 0 15,1 0 54-15,-1 0-54 0,-3-1 0 0,3 2 41 0,-2 3-41 0,0 0 0 0,1 0 6 16,-1 1-6-16,1 1 0 0,-2 1-49 0,5 1 49 0,-2 1 0 0,-1 0-78 16,2 0 78-16,0 0 0 0,0 0-61 15,0 3 61-15,1-2 0 0,0 0-2 0,1 2 2 0,0-1 0 0,1 1-12 16,0 0 12-16,3 2 0 0,-1-2-34 15,1 1 34-15,1 2 0 0,1-1-29 0,1-1 29 0,1 3 0 0,-1-2 0 0,2 2 0 0,-1 0 0 0,2 1 13 16,1-3-13-16,1 4 0 0,-1-1 20 16,1-2-20-16,2 1 0 0,-1-2 28 15,1 3-28-15,1 1 0 0,0-3 4 16,0 1-4-16,2-2 0 0,-1 3-43 0,-1-2 43 0,0 1 0 0,0-1-35 0,0 1 35 0,4 2 0 0,-4-2 21 16,2 0-21-1,1-2 0-15,-1 2 69 0,-2 0-69 0,2 2 0 0,-3-2 65 0,-1 0-65 0,-1-2 0 0,2 1 68 16,-1 1-68-16,0-1 0 0,-2 1 40 15,-1-1-40-15,-1 1 0 0,1 0 6 0,0-1-6 0,1 1 0 0,-2 0-62 16,-1 0 62-16,-1 2 0 0,1-4-83 0,0 5 83 0,0-3 0 0,0 0-88 16,-2-1 88-16,1-1 0 15,0 2-59-15,0-2 59 0,0 1 0 0,0-2-28 0,0 1 28 0,0-1 0 16,0-2-2-16,2-1 2 0,-1-1 0 0,0-1-976 0,-2-2 976 16,1-2 0-16</inkml:trace>
  <inkml:trace contextRef="#ctx0" brushRef="#br0" timeOffset="169832.246">7365 6434 1024 0,'0'0'0'0,"0"0"0"0,0 0 0 0,0 0 0 0,0 0 256 0,0 0-256 16,0 0 0-16,0 0 256 0,0 0-256 0,0 0 0 0,0 0 18 15,0 0-18-15,0 0 0 0,0 8-5 0,0 5 5 0,0 4 0 0,0-10 8 16,0-2-8-16,0-4 0 0,0 5 6 0,-2 1-6 0,1 2 0 0,0-2 38 16,0 1-38-16,0 2 0 0,-1-1 43 15,2 0-43-15,-1 1 0 0,0-1 65 0,-1 1-65 0,-1 0 0 0,0-1 13 16,-1 2-13-16,-2 0 0 0,2 0 16 16,0 0-16-16,0 2 0 0,0-1 38 0,0-1-38 0,0 1 0 15,0 0 13-15,-1-1-13 0,0 1 0 0,1-1-24 16,-1 1 24-16,-1 0 0 0,0 0-34 0,3-2 34 0,-1 2 0 15,0-1-10-15,0 0 10 0,0-2 0 0,-1 1-7 0,4 0 7 16,-2-1 0-16,-1-2-31 0,1-1 31 0,0 0 0 0,0-1-11 16,2-1 11-16,-1-1 0 0,0 0 13 0,2 0-13 0,-1-2 0 0,0-2-29 15,0-2 29-15,0 0 0 0,0 0-74 16,2-1 74-16,-1-4 0 0,1 2-56 0,1-1 56 0,1-2 0 0,-2 6-502 16,-1 3 502-16,-1 3 0 0</inkml:trace>
  <inkml:trace contextRef="#ctx0" brushRef="#br0" timeOffset="170172.972">7365 6441 1024 0,'0'0'0'0,"0"0"103"0,0 0-103 0,0 0 0 0,0 0 139 0,0 0-139 0,0 0 0 0,0 0 213 0,0 0-213 0,0 0 0 0,0 0 209 15,0 0-209-15,0 0 0 0,0 0 50 0,0 0-50 0,0 0 0 16,0 0-71-16,0 0 71 0,0 0 0 0,0 0-164 15,0 0 164-15,0 0 0 0,0 0-85 16,0 0 85-16,0 0 0 0,11 1 46 0,5 3-46 0,5 0 0 0,-12-1 166 31,-5 1-166-31,-4 2 0 0,4-2 150 0,-2 2-150 0,2 2 0 0,-1-1 96 0,0 2-96 0,0 1 0 0,0-1 56 0,-2 2-56 16,1 0 0-16,0-1 30 16,1 1-30-16,1-3 0 0,-2 3-14 0,-1 2 14 0,-1 1 0 0,4-2-56 15,1 1 56-15,2-1 0 0,-3 2-49 0,-1-1 49 16,-1 2 0-16,0-1-56 0,0 1 56 0,0 3 0 0,1-2-63 15,-3 0 63-15,1-1 0 0,0-1-84 0,1 1 84 0,1-3 0 0,-1 0-20 16,-2-1 20-16,1-2 0 0,0-1-8 16,0 0 8-16,0-2 0 0,0-3-588 0,-2-3 588 0,1-3 0 15</inkml:trace>
  <inkml:trace contextRef="#ctx0" brushRef="#br0" timeOffset="172001.536">8304 6359 1024 0,'0'0'0'0,"0"0"0"0,0 0 0 0,0 0 0 0,-4 4 0 16,-5 2 0-16,0 3 0 0,4-6 97 0,1 0-97 0,1-3 0 15,-1 2 138-15,-2 1-138 0,3 0 0 0,-1 2 90 0,-1-2-90 16,-2 3 0-16,1-2 42 0,0 1-42 0,-1 2 0 0,1-1-4 16,-1 1 4-16,1 1 0 0,-1 0-37 15,-1 1 37-15,-1 0 0 0,0 0-25 0,1 2 25 0,0 0 0 0,0 0 6 16,1 1-6-16,0 0 0 0,0 0 49 0,1 0-49 0,0 2 0 0,-1-1 33 16,2 1-33-16,1 0 0 0,0 0 3 0,1 0-3 0,1 3 0 0,1-4-11 15,1 1 11-15,1-1 0 0,0 1-17 16,1 1 17-16,1 0 0 0,-1-1-38 0,1-1 38 0,1-1 0 0,0-1-25 15,2 0 25-15,0-2 0 0,1 0 9 16,0 0-9-16,4-2 0 0,-1-1 42 0,0 0-42 0,4-2 0 0,-2-1 47 16,3-1-47-16,2-1 0 0,-1-1 46 0,-3-1-46 0,2-1 0 15,0-1 63-15,2 2-63 0,1-4 0 0,0 1 38 16,0-2-38-16,3 0 0 0,-2-2 25 0,-2-2-25 0,0-1 0 0,0 1 13 16,0 1-13-16,-2-3 0 0,2 1 43 15,-3-1-43-15,0-1 0 0,-1 2 20 16,1-3-20-16,-3 0 0 0,0-2 0 0,0-1 0 0,-1-1 0 0,-1 1-40 15,0-1 40-15,-2 2 0 0,-1-1-9 0,-1 0 9 0,-1 0 0 16,-1 2-1-16,-2 0 1 0,2 1 0 0,-3 0 1 0,-3 0-1 16,2-2 0-16,-2 1 12 0,-2 0-12 0,-2-2 0 0,0 2 35 0,-3 2-35 0,-1-1 0 0,0 2 59 15,-1-1-59-15,-2 1 0 0,0 1 17 16,-2 2-17-16,-3 1 0 0,3 0 2 0,0 2-2 0,2 2 0 16,-2-2 7-16,0 1-7 0,-2 2 0 0,3 0 36 15,-3 3-36-15,0 0 0 0,2 0 47 0,0 0-47 0,2 3 0 0,1-1 29 16,0 1-29-16,1 2 0 0,-1-1 2 0,5 0-2 0,1 0 0 15,0 1-23 1,0 2 23-16,1 0 0 0,2-1-41 0,3 0 41 0,0 1 0 0,1-1-25 0,2 4 25 0,2-1 0 0,-1 0-13 16,2 0 13-16,4 2 0 0,-2-2 20 15,1 1-20-15,2 2 0 0,-1-1 34 0,1 1-34 0,2 0 0 16,-1-1 47 0,1 1-47-16,3 0 0 0,-2-1 80 0,-1 0-80 0,0-1 0 0,0 2 82 15,1 1-82-15,-1 2 0 0,1-1 88 16,0-1-88-16,3 1 0 0,-4-1 81 0,-1 3-81 0,0-1 0 0,0 0 80 0,-2-1-80 0,2-1 0 0,-1 0 56 15,-1 1-56-15,1 3 0 0,-1-3 10 0,-1 4-10 0,-1 0 0 0,0-2-36 16,-2 0 36-16,-1-1 0 16,1 1-77-16,0 0 77 0,0 0 0 0,0-1-102 15,-2 0 102-15,-1-1 0 0,0 0-142 0,-1-3 142 0,-1 1 0 0,1 1-168 16,-2-2 168-16,1 1 0 0,0-2-142 0,2-1 142 0,-1-1 0 0,0 0-92 16,1-1 92-1,1-3 0-15,-1 1-45 0,0-4 45 0,0-1 0 0,1 0 1 0,2 0-1 0,0-2 0 0,-3 1-517 16,-2 1 517-1,-2 1 0-15</inkml:trace>
  <inkml:trace contextRef="#ctx0" brushRef="#br0" timeOffset="172382.803">8812 6576 1024 0,'0'0'0'0,"0"0"0"0,0 0 0 0,0 0 0 16,0 0 235-16,0 0-235 0,0 0 0 0,0 0 256 0,0 0-256 0,0 0 0 0,0 0 256 15,0 0-256-15,0 0 0 0,0 0 247 0,0 0-247 0,0 0 0 16,4 8-93-16,5 2 93 0,0 5 0 0,-3-13-214 16,-1-2 214-16,-1-2 0 0,3 2-143 0,1 0 143 0,3 0 0 0,0-2 14 15,0 1-14-15,1-1 0 0,1 1 234 16,0 0-234-16,2-3 0 0,-1 3 256 0,4-2-256 0,1 1 0 0,-2-1 256 15,1 2-256-15,0-1 0 0,1 1 144 0,0-2-144 0,1 0 0 0,0 2 2 16,-2-2-2-16,-1 1 0 0,0 1-114 16,0-1 114-16,-1 1 0 0,1 1-172 0,-2 0 172 0,0 0 0 0,-1 0-173 15,1-1 173-15,-3 0 0 0,1 0-103 16,-3 1 103-16,-2 1 0 0,2-2-69 0,-2 1 69 0,-1-2 0 0,0 1-68 16,0 1 68-16,-3 1 0 0,1-2-14 0,-2-1 14 15,-1 1 0-15,0 0 29 0,-1-1-29 0,-1-1 0 0,-1 2 19 16,-1-3-19-16,-1-1 0 0,1 2-25 0,-1-2 25 0,-1 1 0 0,3 2-760 15,1 2 760-15,1 2 0 0</inkml:trace>
  <inkml:trace contextRef="#ctx0" brushRef="#br0" timeOffset="172747.963">9204 6438 1024 0,'0'0'0'0,"0"0"0"0,0 0 0 0,0 0 0 16,0 0 256-16,0 0-256 0,0 0 0 0,0 0 214 0,0 0-214 0,0 0 0 0,0 0 256 0,0 0-256 0,0 0 0 15,0 0 256-15,0 0-256 0,0 0 0 0,0 0 149 16,0 0-149-16,0 0 0 0,0 0-249 15,0 0 249-15,0 0 0 0,0 0-256 0,0 0 256 0,0 0 0 0,6 3-256 16,3 3 256-16,5 0 0 0,-5-3-51 16,-1-2 51-16,1-2 0 0,0 2 201 0,-2-1-201 0,2-1 0 0,0 2 235 15,1-1-235-15,2 2 0 0,-2-1 108 0,1 0-108 0,2 1 0 0,-2-1-14 16,-2 0 14-16,1 0 0 0,1 0-50 16,-2 1 50-16,1 1 0 0,-1-1-24 0,-1 2 24 0,-1-1 0 0,1 0-34 15,-1-1 34-15,-2 3 0 0,0-2 11 16,-1 1-11-16,-1 1 0 0,2-1 103 0,-1 0-103 0,0 1 0 0,-1 0 173 0,-2-1-173 0,1 3 0 15,0 0 108-15,0 1-108 0,0 2 0 0,-2-1 29 16,-1-1-29-16,-1 0 0 0,1 1-62 16,-1 0 62-16,-1 2 0 0,1-3-135 0,-1 1 135 0,-1-1 0 0,-1 1-212 15,-1 2 212-15,-2 0 0 0,2 0-187 0,-1-1 187 0,-4 1 0 0,2 0-59 16,0-1 59-16,-4 1 0 16,3-1 19-16,1-1-19 0,0 1 0 0,1-4-29 0,1 0 29 0,1-3 0 0,-1 1-61 15,2 1 61-15,1-1 0 0,0-3 14 16,1-1-14-16,0-1 0 0,3 1-453 0,0 0 453 0,0 0 0 0</inkml:trace>
  <inkml:trace contextRef="#ctx0" brushRef="#br0" timeOffset="173080.827">9710 6222 1024 0,'0'0'0'0,"0"0"0"0,0 0 0 0,0 0 0 0,0 0 256 0,0 0-256 0,0 0 0 0,-1 9 256 0,-1 3-256 0,-1 6 0 0,3-10 256 16,2-2-256-16,2-2 0 0,-2 5 256 0,1 0-256 31,-1 1 0-31,0 2 79 0,0 1-79 0,0 1 0 0,0 1-63 0,1 3 63 0,1 2 0 16,-1-2-64-16,-2 3 64 0,1 0 0 0,0-1 28 0,0 1-28 0,1 1 0 0,-2-2 64 31,-1 1-64-31,-1-2 0 0,1 0 31 0,0 0-31 0,0 0 0 0,0-1-41 16,-3 0 41-16,2-1 0 0,0 1-127 15,-1-3 127-15,-1 1 0 0,1-4-147 0,1 0 147 0,0-2 0 0,0-1-151 16,1-4 151-16,1 0 0 0,0-2-86 0,1 0 86 0,1-3 0 16,-2 2-547-16,-1-3 547 0,-1 0 0 0</inkml:trace>
  <inkml:trace contextRef="#ctx0" brushRef="#br0" timeOffset="173427.797">9732 6216 1024 0,'0'0'0'0,"0"0"0"0,0 0 0 0,0 0 0 15,0 0 256-15,0 0-256 0,0 0 0 0,0-6 256 0,-2-1-256 0,1-5 0 0,2 6 256 16,1 0-256-16,1 2 0 0,-1 0 256 0,1-2-256 0,2 0 0 0,-1 1 256 15,1 1-256-15,1 1 0 0,-1 0-256 16,1 1 256-16,3 1 0 0,-3 1-256 0,1 1 256 0,1 1 0 0,0 0-256 16,-1 0 256-16,0 3 0 0,0-1 7 0,1 2-7 0,-1 0 0 15,0 0 256-15,0 1-256 0,0 2 0 16,0-2 256-16,-2 2-256 0,-1 0 0 0,0 0 256 0,0 0-256 0,-2 1 0 0,0 0 125 16,-1-1-125-16,-1 1 0 0,-1-1-171 15,-1 1 171-15,-1 0 0 0,0-1-212 0,-2 0 212 16,-3 1 0-16,0-2-145 0,-1-1 145 0,-2 1 0 0,0-2-52 0,0 0 52 0,-1 0 0 15,0-2 4-15,0-1-4 0,-3 0 0 0,3-2-22 16,1 1 22-16,0-2 0 0,2 0-22 0,1-2 22 0,1 1 0 0,3 0-792 16,4 1 792-16,4 1 0 0</inkml:trace>
  <inkml:trace contextRef="#ctx0" brushRef="#br0" timeOffset="173749.985">10125 5970 1024 0,'0'0'0'0,"0"0"0"0,0 0 0 0,0 0 0 0,6 2 256 0,4 4-256 15,5-2 0-15,-6 0 256 0,0 2-256 16,-1 0 0-16,2 3 256 0,1 1-256 0,2 3 0 0,-1-1 103 0,2 3-103 0,0 2 0 0,1 1-91 31,0 4 91-31,2 0 0 0,-3 3-78 0,3 0 78 0,-1 5 0 0,-1-2 50 16,-2 3-50-16,1 1 0 0,-4-1 154 0,-2 0-154 0,-2 3 0 0,-2-3 165 15,-1 2-165-15,-3 0 0 0,-4 1 8 16,-1-1-8-16,-3 1 0 0,-3 0-164 0,-5 0 164 0,-3 3 0 0,0-5-256 0,-4-2 256 0,-3-1 0 0,0-3-256 16,-1 0 256-16,-3-3 0 15,1-1-223-15,-2-2 223 0,-3-2 0 0,3-2 5 16,0-1-5-16,1 0 0 0,19-11-185 0,11-4 185 0,11-4 0 0</inkml:trace>
  <inkml:trace contextRef="#ctx0" brushRef="#br0" timeOffset="174608.593">4558 6078 1024 0,'0'0'0'0,"0"0"0"0,0 0 0 0,0 0 0 0,0 0 116 0,0 0-116 0,0 0 0 16,-6 0 4-16,-4 0-4 0,-5 0 0 15,6 1 10-15,4 1-10 0,-1 1 0 0,-2-1 26 0,-1 4-26 0,-1-1 0 0,-1 1 77 16,0 1-77-16,-3 2 0 0,2 0 114 0,0 2-114 0,-4 0 0 0,2 2 53 31,-3 0-53-31,-3 3 0 0,3-2 5 0,1 2-5 0,-1 1 0 0,2 0-67 0,-2 0 67 0,-1 2 0 16,2 0 32-16,0 1-32 0,1 2 0 0,0-1 119 15,2 2-119-15,-1 2 0 0,1-2 126 0,-2 1-126 0,0 1 0 0,0 2 59 16,3 0-59-16,-1 4 0 0,-2-1-63 16,4 1 63-16,-2 1 0 0,2-1-45 0,2 2 45 0,1 0 0 0,0 1-31 0,0-2 31 15,1 3 0-15,1-2 88 0,0 0-88 0,2-1 0 0,1 0 98 16,1 0-98-16,1-1 0 0,0-1 131 15,1 1-131-15,1-1 0 0,1 0 67 16,1-1-67-16,1 0 0 0,1 1 41 0,3 0-41 0,1-1 0 0,-1 0 21 0,3-3-21 0,2 1 0 0,-1 0-23 31,2 0 23-31,0-2 0 0,2 0-11 0,1-1 11 0,3 0 0 0,-1-1 49 0,1-1-49 0,4-1 0 0,-2-3 88 16,1 0-88-16,1-3 0 0,1 0 107 0,1-2-107 0,2-1 0 16,-1-2 42-16,0-1-42 0,3-3 0 0,-21-3-1233 15,-9-3 1233-15,-9-3 0 0</inkml:trace>
  <inkml:trace contextRef="#ctx0" brushRef="#br0" timeOffset="175866.277">10617 6153 1024 0,'0'0'0'0,"0"0"0"16,0 0 0-16,0 0 0 0,0 0 256 0,0 0-256 0,0 0 0 0,0 0 256 0,0 0-256 0,0 0 0 0,0 0 256 15,0 0-256-15,0 0 0 0,0 0 256 0,0 0-256 0,0 0 0 0,0 8 21 0,2 3-21 0,-1 5 0 16,0-9-227-1,0-2 227-15,0-1 0 0,1 3-189 16,1 1 189-16,1 1 0 0,-1-1 1 0,1 3-1 0,-1-1 0 0,0 0 174 0,1 2-174 0,1 1 0 0,-1-1 213 16,-2 1-213-16,1 0 0 0,-1-1 127 0,3 2-127 15,-1 1 0-15,-1-2 70 16,-2 0-70-16,1 1 0 0,-1 1 45 0,0-2-45 0,-1 1 0 16,0-1-36-16,1 0 36 0,1 1 0 0,-1 0-81 15,-2 0 81-15,1 0 0 0,0-1-5 0,0 0 5 0,0-1 0 0,0 0 104 16,0-3-104-16,0 1 0 0,0 1 103 0,2-1-103 15,-1 1 0-15,0-2 41 0,1 0-41 0,1-2 0 0,-1-1 59 16,-2 0-59-16,1-1 0 0,1-1 92 0,-1 0-92 16,0-1 0-16,0 0 72 0,0 2-72 0,0-4 0 0,0 2 88 15,0-1-88-15,0-2 0 0,0 0 127 0,1-2-127 0,1-1 0 0,-1 2 195 16,-2-2-195-16,1-2 0 0,2 1 36 0,0-1-36 0,1-2 0 0,0 1-53 16,-2-2 53-16,-1-3 0 0,0 3-65 15,3-1 65-15,0-2 0 0,-1 0 84 0,1-1-84 0,1-3 0 0,-1 2 104 16,-3 0-104-16,4-2 0 0,-2 2 117 0,1-2-117 15,1-1 0-15,-1 1 126 0,1-2-126 0,3-1 0 0,-3 0 164 16,1 0-164-16,1-1 0 0,-2 2 104 0,3-1-104 0,-1 0 0 16,-1 1 17-16,0 0-17 0,0 1 0 0,1 0 18 15,-1 2-18-15,0-1 0 0,0 2 49 0,0-1-49 0,1 1 0 0,-1 1-50 16,-2-1 50-16,1 2 0 0,0 2-256 0,0-2 256 0,1 3 0 16,-1 0-256-16,-1 1 256 0,0 0 0 0,-1 0-256 15,-1 1 256-15,-1 0 0 0,1 0-256 0,0 1 256 0,0 1 0 16,-1-2-256-16,-1 1 256 0,3-1 0 0,-2 5-1389 0,-2 1 1389 15,1 1 0-15</inkml:trace>
  <inkml:trace contextRef="#ctx0" brushRef="#br0" timeOffset="176326.111">11478 5979 1024 0,'0'0'0'0,"0"0"0"0,0 0 0 0,0 0 0 16,0 0 256-16,0 0-256 0,0 0 0 0,0 0 256 0,0 0-256 0,0 0 0 0,4 5 256 15,4 3-256-15,2 2 0 0,-6-3 256 0,0-3-256 0,-3 0 0 0,2 2 256 16,0 2-256-16,0 0 0 0,0 0-160 0,0 1 160 16,0 0 0-16,-1 0-147 0,3 2 147 0,-2 1 0 0,0-2 177 0,0 0-177 0,0 1 0 15,0 1 256-15,-2 1-256 16,1 2 0-16,0-1 256 0,-2 1-256 0,1 1 0 0,-1-1 256 0,3-1-256 16,1 1 0-16,-2 0 256 0,-2 2-256 0,1 1 0 15,0-2-38-15,0 1 38 0,0-2 0 0,0 2-248 16,0-3 248-16,0 3 0 0,0-3-233 0,0 3 233 0,0-1 0 0,0-1-177 15,0-1 177-15,0 0 0 0,0-1-117 0,0-2 117 0,0 0 0 0,0 0-150 16,-1 0 150-16,2-1 0 0,-1-1-141 0,-2 0 141 0,1-2 0 0,0-1-65 16,-2-2 65-16,1-1 0 0,1-3-16 15,1 0 16-15,1-3 0 0,-1 0 1 16,0 0-1-16,0-1 0 0,0 3-990 0,-2 1 990 0,1 1 0 0</inkml:trace>
  <inkml:trace contextRef="#ctx0" brushRef="#br0" timeOffset="177057.842">11508 6194 1024 0,'0'0'0'0,"0"0"256"0,0 0-256 0,0 0 0 0,0-3 256 0,1-3-256 0,-1-1 0 0,0 2 256 0,1 1-256 0,1 1 0 0,-1-3 256 16,1-1-256-16,1-3 0 0,-1 1 256 0,0-2-256 0,0-1 0 0,0 4 256 15,1-4-256-15,2 1 0 0,-2 0-104 0,0 1 104 16,0-1 0-16,1 1-233 0,1 0 233 0,1-1 0 0,0 1-153 0,0 0 153 15,1-1 0-15,-1 2 26 0,1-1-26 16,2 3 0-16,-2 0 195 0,1-3-195 0,3 2 0 0,-2 1 252 0,0 1-252 0,4 1 0 31,-3-1 163-31,1 1-163 0,1-1 0 0,1 3 6 16,-1 1-6-16,5 1 0 0,-4 1-164 0,0 1 164 0,-1 1 0 0,1 0-244 16,0 2 244-16,2 0 0 0,-3 0-179 0,-1 1 179 0,0 1 0 0,0 0 5 15,0 2-5-15,1 1 0 0,-2-1 160 16,-1-1-160-16,0 3 0 0,-2-2 190 0,0 2-190 0,-1 0 0 0,-1 1 141 15,-3-2-141-15,-2 3 0 0,0-1 92 0,-2 2-92 16,-3 0 0-16,0 0 16 0,-2-1-16 0,-1 2 0 0,-1-2-10 16,-1 2 10-16,-3 1 0 0,1-3-4 0,0 0 4 0,-4-1 0 15,2 0 98-15,-3 1-98 0,-2-1 0 0,2 1 51 16,0-2-51-16,-2-1 0 0,2 1-76 0,-1-1 76 0,-1-2 0 0,2 1-187 16,-1-1 187-16,0-1 0 0,1 0-193 0,2 0 193 15,0-1 0-15,2 0-149 0,0-2 149 0,2 1 0 0,0-1-99 16,3-1 99-16,1 0 0 0,0-1 30 0,1 0-30 0,0 1 0 15,1-2 165-15,1 0-165 0,1 0 0 0,0 0 166 16,1 0-166-16,1 0 0 0,0-2 44 0,1 2-44 0,1-2 0 0,-1 1-83 16,2 0 83-16,-1 0 0 0,1-1-127 0,1 0 127 15,1-1 0-15,1 2-142 0,1 1 142 0,2 1 0 0,-2-1-116 16,1 0 116-16,1 0 0 0,1 0-14 0,0 0 14 0,2 0 0 0,-1 1 74 16,0 0-74-16,1 0 0 0,0 1 78 15,-1 0-78-15,0 1 0 0,1 1 55 0,0-2-55 0,2 4 0 16,-2-1 85-16,-1-2-85 0,1 1 0 0,-1 1 88 15,0-1-88-15,2 0 0 0,-1 2 81 0,-2 0-81 0,2 1 0 0,-1-1 16 16,-2-1-16-16,2 1 0 0,-1 0 19 0,0 1-19 16,4 1 0-16,-3-1 22 0,0 1-22 0,1 0 0 0,-1-1 26 15,1 0-26-15,2 0 0 0,-1 0 51 0,-2 0-51 0,0 2 0 0,-1-3 93 16,2 1-93-16,1-1 0 0,-3 0 150 0,-1-1-150 16,0-1 0-16,0 1 132 0,0 0-132 0,0-2 0 0,0 1 67 15,-1 1-67-15,-2-2 0 0,2 0 21 0,-2 0-21 0,2-2 0 0,-1 1-47 16,0-2 47-16,0 1 0 0,0-1-206 15,1 0 206-15,-1 0 0 0,-2-1-256 0,-1 1 256 0,-1-2 0 0,1 1-256 16,-2-2 256-16,1 0 0 0,0 1-256 0,-2-1 256 16,1-1 0-16,-1-1-256 0,-1 1 256 0,-1-3 0 0,1 5-840 15,2 2 840-15,-1 2 0 0</inkml:trace>
  <inkml:trace contextRef="#ctx0" brushRef="#br0" timeOffset="200254.362">17080 5764 1280 0,'0'0'0'0,"0"0"256"0,0 0-256 0,0 0 0 0,0 0 256 0,0 0-256 0,0 0 0 0,-1 6 256 16,-1 3-256-1,-1 2 0-15,1-5 184 0,-1-1-184 0,0-1 0 0,1 4 84 16,1 1-84-16,1 3 0 0,-1-2 0 15,2 2 0-15,-1 0 0 0,0 4 32 0,0 0-32 0,0 3 0 0,0 0 129 16,2 0-129-16,-1 3 0 0,0 0 113 16,0 2-113-16,0 2 0 0,0-2 61 0,-2 1-61 0,1 3 0 0,0-2 29 15,0 4-29-15,0-1 0 0,0-1 74 0,-2 0-74 0,1 1 0 16,0 0 99-16,0 0-99 0,0 1 0 0,0-1 10 16,0-1-10-16,0 1 0 0,0-3-104 0,0 0 104 0,0 0 0 15,0-1-192-15,-2-1 192 0,1 0 0 0,1-3-216 16,-2-2 216-16,0-3 0 0,0-1-136 0,2-2 136 0,1-3 0 0,-1-5-1191 15,2-5 1191-15,-1-5 0 0</inkml:trace>
  <inkml:trace contextRef="#ctx0" brushRef="#br0" timeOffset="200711.797">17020 5897 1024 0,'0'0'0'0,"0"0"0"0,0 0 0 0,0 0 0 15,0 0 256-15,0 0-256 0,0 0 0 0,3-6 256 16,1-4-256-16,4-3 0 0,-3 6 256 0,-1 1-256 0,0 1 0 0,1-2 256 15,1 0-256-15,1-1 0 0,-1 1 256 0,2 0-256 0,1 2 0 16,-1-1 256-16,2 0-256 0,1 1 0 0,0 3-256 16,2 0 256-16,0 0 0 0,0 1-256 0,0 0 256 0,1 1 0 0,-1 1-77 15,1 2 77-15,1 1 0 0,-1 1 256 16,-1 1-256-16,0 0 0 0,1-1 256 0,-3 3-256 0,1 1 0 0,0 0 209 16,-1 1-209-16,-3 1 0 0,2 0 112 0,-5 1-112 0,0-3 0 0,0 2 28 15,-1 1-28-15,-1 0 0 0,-1 0 15 16,-2-1-15-16,-2 1 0 0,1-2 148 0,-1 1-148 0,-1 0 0 0,0 0 256 15,-1 0-256-15,-1-1 0 0,0-1 256 0,-2 2-256 16,-1 1 0-16,0-4 256 0,-1 3-256 0,-2-3 0 0,2 2-173 16,-1-1 173-16,-2 1 0 0,3-2-256 0,-2-1 256 0,-1-1 0 0,1 1-256 15,2 0 256-15,-2-1 0 0,2-2-256 0,1-1 256 0,0-1 0 0,5-1-1798 16,3-1 1798 0,3-1 0-16</inkml:trace>
  <inkml:trace contextRef="#ctx0" brushRef="#br0" timeOffset="201053.169">17558 6285 1024 0,'0'0'0'0,"0"0"0"0,0 0 0 0,0 0 0 0,0 0 256 16,0 0-256-16,0 0 0 0,0 0 256 0,0 0-256 0,0 0 0 0,0 0 256 15,0 0-256-15,0 0 0 0,6 7 256 0,3 4-256 0,2 2 0 16,-5-8 256-16,0-4-256 0,-1-4 0 0,2 5 256 0,1-1-256 16,1-1 0-16,1 1 188 0,0 0-188 0,1 1 0 0,1 0-29 15,0-2 29-15,2 1 0 0,-1 0 243 0,2-1-243 0,0-1 0 16,-2 1 256-16,3 0-256 0,0 0 0 0,-2-1 236 15,3-1-236-15,-1-2 0 0,0 4 19 0,-2-2-19 16,-1 1 0-16,1 0-179 0,-1-1 179 0,-1-1 0 0,-1 1-256 16,-3 0 256-16,1 0 0 0,-2-1-256 0,-2-2 256 0,-2 0 0 0,-1 3-1758 15,-2 2 1758-15,-2 2 0 0</inkml:trace>
  <inkml:trace contextRef="#ctx0" brushRef="#br0" timeOffset="201418.115">17782 6197 1024 0,'0'0'0'15,"0"0"0"-15,0 0 0 0,0 0 0 0,0 0 256 0,0 0-256 0,0 0 0 0,0 0 256 0,0 0-256 0,0 0 0 16,4 1 256-16,1 3-256 0,1 0 0 0,0-3 256 0,0-1-256 0,2-1 0 16,-2 1 256-16,3-2-256 0,0 1 0 0,0 1 256 15,0 0-256-15,1 0 0 0,0 0 116 16,0 1-116-16,2 1 0 0,0-2 197 0,-3 1-197 0,1 2 0 15,1-2 240-15,-1 1-240 0,0 1 0 0,1-2 56 16,-3 3-56-16,1 0 0 0,1-1-3 0,-3 1 3 0,1 2 0 0,-1-2 223 16,1 1-223-16,-3 1 0 0,1 0 256 15,-1-1-256-15,0 0 0 0,-1 1 256 0,0 0-256 0,-2 1 0 0,-1-1 81 16,-1 3-81-16,-1-2 0 0,0 0-7 16,-2 2 7-16,0 0 0 0,0-2-25 0,-1 3 25 0,-2-1 0 0,0 0-108 15,-3 2 108-15,-2 0 0 0,2 0-256 0,0-1 256 0,-4 0 0 0,3 1-256 16,-2-2 256-16,0 1 0 0,1-2-256 0,0 2 256 15,1 0 0-15,1-2-256 0,0-1 256 0,2 0 0 0,1-4-256 16,1 0 256-16,1-3 0 0,-4 2-254 16,1 1 254-16,-3 1 0 0,7-3-1284 0,3-1 1284 0,3-1 0 0</inkml:trace>
  <inkml:trace contextRef="#ctx0" brushRef="#br0" timeOffset="202278.626">18415 5891 1024 0,'0'0'0'0,"0"0"0"0,0 0 0 0,0 0 0 0,0 0 75 0,0 0-75 0,0 0 0 0,-2 7 256 16,-1 6-256-16,-1 4 0 0,2-9 256 16,1-2-256-16,1-4 0 0,-1 3 256 0,0 0-256 0,0 1 0 0,0 0 256 0,-2 1-256 0,0 2 0 15,1 0 201 1,-1 2-201-16,-1 1 0 0,1-2 75 0,-1 2-75 0,-1 0 0 0,-1 0 11 16,0 2-11-16,-1 1 0 0,0 0-8 0,-1 0 8 0,-3 2 0 0,3-1 23 15,1-1-23-15,1 2 0 0,-2-2-3 16,1 0 3-16,0-1 0 0,1 0-49 0,0 0 49 0,2-1 0 0,0 0-16 0,1-1 16 0,1 1 0 15,0-3-38-15,1 2 38 0,1-2 0 0,1-1-47 16,1-1 47 0,1 0 0-16,0 0 24 0,1-1-24 0,2 0 0 0,-1-1 86 0,1-1-86 15,1 0 0-15,-1-1 129 0,2 0-129 0,0 0 0 0,0-2 204 16,1-1-204-16,2-1 0 0,-1 0 209 0,1 0-209 16,3 0 0-16,-2-2 256 0,-1-2-256 0,0 2 0 0,0-3 256 15,0-1-256-15,1 0 0 0,-1-1 256 0,2 0-256 0,1-4 0 16,-1 4 256-16,-1-2-256 0,2 0 0 0,-1-2 147 15,-2-1-147-15,2 0 0 0,-3 0 0 0,-1 1 0 0,0-1 0 0,-1 1 0 16,-1 0 0-16,-1-3 0 0,1 3 0 0,-2-1 0 0,-1-1 0 16,0 1 0-16,-1 0 0 0,-1 1 0 0,1-1 0 15,-1 0 0-15,0-1 0 0,0 1 0 0,0 0 0 16,-2 0 0-16,0 2 0 0,-2-2 0 0,0-1 0 0,0 3 0 16,-1-1 0-16,-1 1 0 0,1 0 0 0,-1 0 0 0,-1 1 0 0,0 1 0 15,-3 0 0-15,-2-1 0 0,3 2 0 0,-2 1 0 16,0 0 0-16,0 1 0 0,-1 1 0 0,-2 1 0 0,2 0 0 15,2-1 0-15,-2 1 0 0,1 2 0 0,0 1 0 16,-1 1 0-16,1-1 0 0,1 0 0 0,0 0 0 0,0 1 0 16,2 2 0-16,0 0 0 0,0 0 0 0,1 1 0 0,0 1 0 15,0 0 0-15,2-1 0 0,-1 0 0 0,0 0 0 0,2 1 0 0,-1 2 0 16,1-2 0-16,1 2 0 0,1-1 0 0,0 1 0 16,1 0 0-16,1 2 0 0,0-2 0 0,1 0 0 15,1 1 0-15,0-1 0 0,1 3 0 0,1-2 0 0,0 1 0 16,0 0 0-16,1 2 0 0,0-1 0 0,2 0 0 0,1 2 0 0,-2-4 0 15,1 3 0-15,3-2 0 0,-3 0 0 16,1 0 0-16,2 1 0 0,-3-1 0 0,3 1 0 0,-2 0 0 0,0-1 0 16,-2 1 0-16,2 2 0 0,-3-1 0 0,-1 1 0 15,-1 0 0-15,2-1 0 0,-3-1 0 0,1 0 0 0,-1 1 0 16,-1 0 0-16,-1 1 0 0,1 0 0 0,-2-2 0 0,1 1 0 16,0-2 0-16,1 3 0 0,-1 1 0 0,0-2 0 0,0 1 0 0,0 0 0 0,0-1 0 15,0-1 0-15,0 1 0 0,0-3 0 16,-2 4 0-16,1-1 0 0,1-2 0 15,1 0 0-15,1-2 0 0,-1-1 0 0,1-2 0 0,-1-1 0 16,0 0 0-16,1-1 0 0,2-1 0 0,-4 0-3071 0,-3-1 3071 0,0-1 0 0</inkml:trace>
  <inkml:trace contextRef="#ctx0" brushRef="#br0" timeOffset="202702.261">19033 6105 1024 0,'0'0'0'0,"0"0"0"0,0 0 0 0,0 0 0 0,0 0 256 0,0 0-256 0,0 0 0 0,0 0 256 0,0 0-256 0,0 0 0 0,0 0 256 16,0 0-256-16,0 0 0 0,0 0 256 0,0 0-256 0,0 0 0 0,5-1 256 31,4-1-256-31,2-2 0 0,-3 3 256 0,0-2-256 0,1 1 0 0,0 1 256 16,1-2-256-16,3-1 0 0,-2 1 256 0,4 0-256 0,0 2 0 0,0-1 256 0,-1-1-256 0,4 1 0 0,-3-1 256 15,1 2-256 1,3-1 0-16,-2 1 256 0,-2 1-256 0,0 1 0 0,0-2 255 15,1-1-255-15,-1 1 0 0,0 0 0 0,-1 1 0 0,0-2 0 0,-2 2 0 16,-3 0 0-16,0 0 0 0,0 0 0 0,-2 0 0 0,-1 0 0 16,1 0 0-16,-2 0 0 0,-1 0 0 0,-2 0 0 15,-2 0 0-15,-2 0 0 0,1 2 0 0,-1-2 0 0,-1 1 0 0,2 0-3071 16,1-1 3071-16,1-1 0 16</inkml:trace>
  <inkml:trace contextRef="#ctx0" brushRef="#br0" timeOffset="202958.193">19118 6260 1024 0,'0'0'0'0,"0"0"0"0,0 0 0 0,0 0 0 0,0 0 256 0,0 0-256 0,0 0 0 0,0 0 256 0,0 0-256 0,0 0 0 0,4 7 256 0,2 4-256 0,2 5 0 0,0-12 256 31,0-2-256-31,2-5 0 0,0 4 256 16,-1-1-256-16,3-1 0 0,1 1 256 0,-1 0-256 0,4 0 0 0,-2 0 256 15,2-1-256-15,1-1 0 0,-1 0 256 0,0 1-256 0,2-2 0 0,-3 1 256 16,3 1-256-16,-1 1 0 0,0-1 256 16,-2 1-256-16,1-2 0 0,-2 1 256 0,0 1-256 0,-2 1 0 0,0-2-46 15,-3 1 46-15,-3-2 0 0,2 1-162 16,-1 1 162-16,-2 1 0 0,-1-2-216 0,-2 1 216 0,-2-3 0 0,1 3-2392 16,-1 0 2392-16,-1 0 0 0</inkml:trace>
  <inkml:trace contextRef="#ctx0" brushRef="#br0" timeOffset="203218.662">19055 6518 1024 0,'0'0'0'0,"0"0"0"0,0 0 0 0,0 0 0 0,0 0 256 0,0 0-256 16,0 0 0-16,0 0 256 0,0 0-256 0,0 0 0 0,1 10 256 15,1 3-256-15,1 5 0 0,0-11 256 0,1-5-256 16,1-2 0-16,2 4 256 0,-1-3-256 0,3 1 0 0,0 0 256 15,1-2-256-15,2-2 0 0,2 2 256 0,1 0-256 0,5 0 0 0,-4 0 256 16,2 0-256-16,0 0 0 0,0 0 256 0,1-1-256 16,0-1 0-16,0 1 127 0,1-1-127 0,1-1 0 15,-2 0-256-15,-2 1 256 0,1 0 0 0,0 0-256 0,-2-1 256 0,0-1 0 0,-2 1-55 16,-1 0 55-16,1-1 0 0,-2 0 0 0,0-1 0 0,-2-1 0 0,-6 4-1864 31,-4 2 1864-31,-4 2 0 0</inkml:trace>
  <inkml:trace contextRef="#ctx0" brushRef="#br0" timeOffset="203776.063">19905 6051 1024 0,'0'0'0'0,"0"0"0"0,0 0 0 0,0 0 0 0,0 0 256 15,0 0-256-15,0 0 0 0,0 0 256 0,0 0-256 0,0 0 0 0,8-3 256 16,3 1-256-16,5-2 0 0,-8 2 256 15,0 1-256-15,-3 1 0 0,3-1 256 16,0 1-256-16,1 1 0 0,0-2 256 0,2-2-256 0,1 0 0 0,-1 0 256 0,-1 2-256 0,0-1 0 0,0 1 256 16,2-2-256-16,1 1 0 0,-1-1 256 15,-2-1-256-15,-1-2 0 16,2 3-36-16,-3-1 36 0,1 1 0 0,-2 0 256 0,0 0-256 0,-1 0 0 0,0 0 256 16,-1 0-256-16,-1 0 0 0,0 0 256 15,0 0-256-15,-2 2 0 0,-1 0 35 0,1 0-35 0,-2 0 0 0,1 0 0 16,0 1 0-16,0 1 0 0,0 0 0 15,-2-1 0-15,1 2 0 0,0 1 0 0,-2 2 0 0,1 0 0 0,-1 0 0 0,2-1 0 0,-1-1 0 16,0 3 0-16,0 1 0 0,0 3 0 0,-1-2 0 16,1 0 0-16,0 1 0 0,0 1 0 0,0 1 0 0,0 2 0 0,0 0 0 15,-1 2 0-15,-1 1 0 16,1 0 0-16,-1 1 0 0,-2 1 0 0,3 0 0 16,1 3 0-16,1 0 0 0,-1-1 0 0,0-1 0 15,0 2 0-15,0-1 0 0,2 1 0 0,-1 1 0 0,0-1 0 16,-2-2 0-16,0 1 0 0,1-1 0 0,0-2 0 0,0 1 0 0,0-3 0 15,2 0 0-15,-1-1 0 0,1-4 0 16,1-1 0-16,2-3 0 0,-2 1 0 0,1-1 0 0,1-3 0 16,-3 0-3071-16,-1-3 3071 0,-1-3 0 0</inkml:trace>
  <inkml:trace contextRef="#ctx0" brushRef="#br0" timeOffset="204092.938">20611 5997 1024 0,'0'0'0'16,"0"0"0"-16,0 0 0 0,0 0 0 0,0 0 256 0,0 0-256 0,0 0 0 0,3 6 256 0,3 1-256 16,1 3 0-16,-3-4 256 0,-1 0-256 0,-1 0 0 0,1 3 256 15,1 1-256-15,2 3 0 0,-2 1 256 0,-2 0-256 16,1 2 0-16,2 1 256 0,0 0-256 0,3 2 0 0,-3 2 256 15,-2 0-256-15,-1 1 0 0,1 1 256 0,-2 2-256 0,1 2 0 0,-2-2 256 16,0 0-256-16,0 1 0 0,0-2 256 16,-2-2-256-16,1-2 0 0,-1 0 256 0,-1 0-256 0,-1-2 0 0,0-4 255 15,2 0-255-15,0-5 0 0,-1 1 0 0,2-4 0 0,-1-2 0 16,0-1 0-16,2-2 0 0,-1-2 0 0,0-2 0 16,2-3 0-16,-1-1 0 0,0 5-3071 0,0 2 3071 0,0 2 0 0</inkml:trace>
  <inkml:trace contextRef="#ctx0" brushRef="#br0" timeOffset="204407.422">20676 6197 1024 0,'0'0'0'0,"0"0"0"0,0 0 0 0,0 0 0 15,0-5 256-15,-2-1-256 0,1-2 0 0,1 1 256 0,1 0-256 0,1 2 0 0,0-4 256 0,-4 0-256 16,2-2 0-16,2 1 256 0,-2 10-256 0,2-10 0 0,1-2 0 0,-1 0 256 16,0-2-256-16,0-1 0 0,1 2 256 15,1 1-256-15,1 0 0 0,2-1 256 0,-1 1-256 0,3-1 0 0,-3 1 256 16,2 2-256-16,1 0 0 0,0 2 256 0,1 1-256 0,3 0 0 0,-3 1 256 0,1 1-256 15,2-1 0-15,-2 5 256 0,1 1-256 0,-1 1 0 0,0 2 255 16,1 0-255 0,-1 2 0-16,-2-1 0 0,0 1 0 0,-2 2 0 0,0 0 0 0,0 2 0 0,-1 3 0 0,-2-2 0 15,-3 0 0-15,0 1 0 0,-1 1 0 16,-2-2 0-16,-2 3 0 0,-2-3 0 0,-1 1 0 0,0 0 0 0,-1-2 0 16,-2 2 0-16,0-3 0 0,0 0 0 15,-2-2 0-15,0-1 0 0,1 1 0 0,-2-1 0 0,0 0 0 16,1-1 0-16,-1 0 0 0,-1 0 0 0,3-1 0 0,1-3 0 0,0 0 0 0,3 0 0 15,2-2 0-15,1-2 0 0,2 3-3071 16,2 2 3071-16,2-1 0 0</inkml:trace>
  <inkml:trace contextRef="#ctx0" brushRef="#br0" timeOffset="204812.937">21219 6089 1024 0,'0'0'0'0,"0"0"256"0,0 0-256 0,0 0 0 0,2 3 256 0,2 2-256 0,3 3 0 0,-4-3 256 0,2 2-256 0,0-1 0 15,0 3 256 1,-2 0-256-16,1 3 0 0,0-4 256 0,2 4-256 0,0 1 0 0,-2-1 256 16,0 1-256-16,0 1 0 0,0-3 256 0,1 1-256 15,-1 0 0-15,0 0 256 0,0 1-256 0,0 2 0 0,0-2 215 16,-2-3-215-16,1 2 0 0,0-2-256 0,1-1 256 0,-1 0 0 0,0 0-256 0,-2-2 256 0,1 0 0 0,0-1 239 31,-2-1-239-31,1-1 0 0,0-1 256 0,1 0-256 0,1-1 0 0,-2-2 256 0,-1-2-256 0,-1-1 0 16,2-1 256-1,1-3-256-15,1 0 0 0,0-1 256 0,2-3-256 0,0-2 0 0,-1 0 57 16,1-2-57-16,1-1 0 0,-1 0 0 0,2 0 0 16,0-2 0-16,-1 0 0 0,1-1 0 0,4-1 0 0,-4 2 0 15,-1 1 0-15,-1 2 0 0,1-3 0 16,-1 1 0-16,0 1 0 0,0 0 0 0,0 3 0 0,0 0 0 0,-1 1 0 15,0 2 0-15,-2 1 0 0,0 0 0 0,-1 0 0 0,-1 2 0 16,1-1 0-16,0 0 0 0,0 1 0 0,-1 1 0 16,-1 2 0-16,-1-1 0 0,1 0 0 0,2 1 0 0,-1 0 0 0,1 1 0 15,1 0 0-15,1-1 0 0,-2 3-3071 0,-1 1 3071 0,-1 1 0 0</inkml:trace>
  <inkml:trace contextRef="#ctx0" brushRef="#br0" timeOffset="205513.368">21827 5918 1024 0,'0'0'0'0,"0"0"0"15,0 0 0-15,0 0 0 0,0 0 256 0,0 0-256 0,0 0 0 0,0 0-256 0,0 0 256 16,0 0 0-16,0 0 0 0,0 0 0 0,0 0 0 0,-4 7 0 15,-5 3 0-15,0 2 0 0,4-5 0 0,2-2 0 16,2-1 0-16,-2 2 256 0,-1 2-256 0,-2 0 0 0,2 1 256 0,0 0-256 16,0 1 0-16,0 0 256 0,0 2-256 0,0 1 0 0,0-1 256 15,-2 1-256-15,0 3 0 0,1-2 256 0,2 2-256 0,-1 1 0 0,0 0 256 16,2-1-256-16,-2 1 0 0,1-2 256 16,1-1-256-16,0-1 0 0,1 0 256 0,1 1-256 15,1 0 0-15,0-2 256 0,1-2-256 0,1-1 0 0,0 1 256 16,3 0-256-16,2-1 0 0,-2-2 256 0,0-1-256 0,4 0 0 0,-1-1 255 15,2-1-255-15,3-1 0 0,-3 1 0 0,2-1 0 0,0-1 0 16,0 0 0-16,2-2 0 0,1-2 0 0,-2 1 0 16,3-1 0-16,0-1 0 0,-1 0-117 0,-1-2 117 0,0-2 0 0,1 1-256 15,-3-2 256-15,2-1 0 0,-1 1-256 0,0 1 256 16,-1-3 0-16,-1 1-178 0,-1-1 178 0,-2-2 0 0,1 2 256 16,-2-2-256-16,-1-1 0 0,-1 1 256 15,-1 1-256-15,0 0 0 0,-2-3 256 0,1 1-256 0,-2-1 0 0,-2-1 39 16,-2 0-39-16,-2 0 0 0,0 2 0 0,-3 0 0 0,-1 2 0 0,1-2 0 15,-2-1 0-15,-4-1 0 0,3 3 0 16,-1 2 0-16,-2 1 0 0,1-1 0 0,-3 0 0 0,-2 1 0 0,3 2 0 16,2 0 0-16,0 3 0 15,0 0 0-15,0 0 0 0,-1 2 0 0,1 1 0 0,1 1 0 0,0 1 0 16,0 0 0-16,-1 1 0 0,1 1 0 0,1 1 0 0,-1 0 0 0,2 4 0 0,1-2 0 16,3 1 0-16,-1 2 0 0,1-1 0 0,1 2 0 15,1 1 0-15,1-2 0 0,1 0 0 0,1 1 0 0,2 1 0 16,2 0 0-16,2 3 0 0,0-4 0 15,1 3 0-15,2 0 0 0,-1-1 0 0,3 0 0 0,2 3 0 0,-3-4 0 16,3 3 0-16,-1-1 0 0,1-1 0 0,-3 1 0 16,1 1 0-16,1 1 0 0,-1 0 0 0,0 0 0 0,1-1 0 15,-3 0 0-15,0-1 0 0,3 1 0 0,-4 1 0 0,1 1 0 0,-2-2 0 16,0 1 0-16,-2 0 0 0,1-1 0 0,-1 1 0 16,0 0 0-16,0-1 0 0,-2 1 0 0,-1 0 0 0,0-1 0 31,-1 0 0-31,-1-1 0 0,-1-1 0 0,-1-1 0 0,-2-2 0 0,0-2 0 15,3 0 0-15,-1-2 0 0,1-4-3071 0,1-1 3071 0,1-1 0 0</inkml:trace>
  <inkml:trace contextRef="#ctx0" brushRef="#br0" timeOffset="206690.849">17050 7103 1024 0,'0'0'0'0,"0"0"0"0,0 0 0 0,0 0 0 0,0 0 256 0,0 0-256 0,0 0 0 0,0 0 256 15,0 0-256-15,0 0 0 0,0 0 256 16,0 0-256-16,0 0 0 0,0 0 256 0,0 0-256 0,0 0 0 0,-9-3-3 15,-3 0 3-15,-4-2 0 0,7 7-256 0,3 1 256 0,2 3 0 0,-2-2-256 16,0 2 256-16,-1 3 0 0,0-2 204 16,-1 2-204-16,-3 2 0 0,3 0 256 0,1 1-256 0,1 0 0 0,-2 1 256 15,1 1-256-15,0 3 0 0,1-3 256 0,0 1-256 0,3 0 0 16,-3-1 256-16,2 2-256 0,0-1 0 0,1-1-91 0,1 1 91 16,1 0 0-16,0-1-207 0,1-1 207 0,1-2 0 0,-1 1-46 15,2 2 46-15,-1 1 0 0,0-3 102 16,1-3-102-16,1 2 0 0,0-1 256 0,3 0-256 0,2 1 0 0,-2-3 185 15,0 2-185-15,3-3 0 0,0 1 23 0,0-2-23 0,1-1 0 0,0 0-59 16,-1-2 59 0,0-1 0-16,1-1-30 0,0 0 30 0,1 0 0 0,1-3 202 0,0 1-202 0,3-2 0 0,-2-1 256 15,-2-2-256-15,2 0 0 16,-2-2 256-16,3-2-256 0,-1-1 0 0,-1 1 256 0,0-1-256 0,-2-2 0 0,1 1 231 16,0-2-231-16,-1-2 0 0,0 2 0 0,0-2 0 0,-3-1 0 0,2 0 0 15,-1 0 0 1,-2-3 0-16,-1 4-231 0,-1-1 231 0,-1 0 0 0,1 0-256 0,-2-1 256 0,1-1 0 15,-2 2 72 1,-1 2-72-16,-1 0 0 0,-1 0 256 0,-2-1-256 0,-2 0 0 0,1 2 159 16,-1 1-159-16,-2 2 0 0,0-1 0 0,-2 0 0 0,-3 1 0 0,3 3-232 15,0-1 232-15,-1 4 0 0,-1 0-256 0,0 0 256 0,-4 3 0 0,4 0-256 16,-3 1 256-16,0 1 0 0,0 0-179 0,2 1 179 0,0 1 0 0,0 1-12 16,2 2 12-16,-2 2 0 0,2-2 24 0,1 1-24 15,0 2 0-15,1-2-87 16,0 2 87-16,1 1 0 0,1-2-194 0,2 1 194 0,2 2 0 0,0-3-76 0,2 2 76 0,2 0 0 0,0-1 139 15,2 1-139-15,2-1 0 0,-1 0 256 16,1 0-256-16,2 1 0 16,-1-1 256-16,1 0-256 0,2 2 0 0,0-2 256 0,-1 1-256 0,3-1 0 0,1-1 256 15,-1 2-256-15,3 0 0 0,-1 0 105 16,-1 2-105-16,1 1 0 0,-1-1 0 16,1-1 0-16,3 1 0 0,-3-1 0 0,0 3 0 15,-1 1 0-15,2-1 0 0,-3-1 0 0,1 1 0 0,1-1 0 0,-1 2 0 16,1 1 0-16,-3-2 0 0,-1 0 0 0,0-1 0 0,-1 1 0 0,0 0 0 15,0 2 0-15,0-2-51 0,-2-1 51 0,-1 1 0 0,1-1-256 16,-2 1 256-16,1-1 0 0,0-1-256 0,-2-2 256 16,-1 1 0-16,0-3-256 0,2 0 256 0,0 0 0 0,-1-2-256 15,1-2 256-15,3-2 0 0,-2 1-256 0,-2-2 256 0,1-2 0 0,-2 2-1740 16,-2 0 1740-16,-2 0 0 0</inkml:trace>
  <inkml:trace contextRef="#ctx0" brushRef="#br0" timeOffset="207326.387">17505 7352 1024 0,'0'0'0'0,"0"0"256"16,0 0-256-16,0 0 0 0,0 0 256 0,0 0-256 0,0 0 0 0,0 0 256 0,0 0-256 16,0 0 0-16,2 1 256 0,2 1-256 0,2 0 0 0,-1 0 256 15,1-3-256-15,2 0 0 0,0 1 55 0,0-1-55 0,3-1 0 16,0 1-256-16,1 1 256 0,5-1 0 0,-3-1-256 15,3 1 256-15,1-3 0 0,0 1 155 0,0 2-155 0,2-1 0 0,-1-1 256 16,-1 1-256-16,5-3 0 0,-3 2 256 0,1 1-256 0,1-2 0 16,-1 1 256-16,-2 0-256 0,1 0 0 0,1 0 256 15,-3 2-256-15,2 1 0 0,-2-1 256 0,-2 0-256 0,0 0 0 0,-1 0-256 16,1 1 256-16,-2-2 0 0,-2 1-256 0,-1 0 256 0,-3 1 0 16,1-2-256-16,0-1 256 0,-2 1 0 0,-1-1-256 15,-2 0 256-15,-2-1 0 0,0 2-118 0,-2-1 118 0,0-2 0 16,0 1 154-16,-2-1-154 0,-1-1 0 0,-1 2-1 15,0-2 1-15,-3 3 0 0,2-2-256 0,-2-1 256 0,0-2 0 0,-1 2-256 16,0 1 256-16,-4 1 0 0,2-2-256 16,1 1 256-16,-5 0 0 0,3 0-256 15,0 1 256-15,2 0 0 0,-1 1 30 0,-1 0-30 0,1 0 0 0,0 0 108 16,-1 1-108-16,1 1 0 0,1-1 256 0,0 1-256 0,2 1 0 0,0-2 256 16,1 2-256-16,1-2 0 0,-1 2 256 15,2 0-256-15,1 0 0 0,-1 0 256 0,1-2-256 0,0 1 0 0,0 0 256 16,1 1-256-16,1 1 0 0,0-1 256 0,1 0-256 15,1 0 0-15,1 0-43 0,1 0 43 0,1 0 0 0,0 0-195 0,1 1 195 16,3 1 0-16,-1-1-96 0,2 0 96 0,2 4 0 0,-1-4 49 16,0 1-49-16,1 1 0 0,2-1 21 0,-1 0-21 0,4 0 0 0,-3 0 13 15,1 2-13-15,-1-2 0 0,1 3 130 16,-2-2-130-16,1 3 0 0,1 0 165 0,-2-1-165 0,0 3 0 16,-1-2 110-16,-1 0-110 0,0 1 0 0,-1-1 12 0,-1 3-12 0,-1 1 0 0,0-1 178 15,-2 2-178-15,-1 0 0 0,0-1 256 0,-1 0-256 16,-2 0 0-16,2 0 220 15,-2 3-220-15,-1 1 0 0,0-1-207 0,-1-1 207 0,-2 1 0 0,1-1-256 16,-2 1 256-16,-1-1 0 0,-1 2-256 0,-1-3 256 0,-2 3 0 0,1-3-256 16,-1 2 256-16,-2-3 0 0,3 0-256 15,1 0 256-15,0-1 0 0,2-2-38 0,1 0 38 0,1-2 0 16,1-1 256-16,1-1-256 0,1-1 0 0,-1-1-1726 16,2-1 1726-16,-1-1 0 0</inkml:trace>
  <inkml:trace contextRef="#ctx0" brushRef="#br0" timeOffset="208013.316">18417 7080 1024 0,'0'0'0'0,"0"0"0"0,0 0 0 0,0 0 0 0,0 6 256 0,2 7-256 0,-1-1 0 0,0-4 256 0,1-1-256 15,1-2 0-15,1 2 256 0,0 2-256 16,1 0 0-16,-1 2 256 0,0 1-256 0,0 3 0 0,0 0 256 0,1 1-256 0,-1 3 0 0,-1-2 120 16,0 1-120-16,-2 2 0 0,0-2-256 15,-1 1 256-15,-1 2 0 0,-1-1-256 16,-1-3 256-16,-2 0 0 0,1 0 92 16,0-2-92-16,-1 0 0 0,1-2 213 0,0-3-213 0,0-1 0 0,0 0 193 15,-2-2-193-15,0-2 0 0,1 0 85 0,2-4-85 16,-1-2 0-16,0-1-48 0,0 1 48 0,-1-3 0 0,1-1-158 15,2 0 158-15,-1-4 0 0,-1 0-110 0,1-1 110 16,-2-3 0-16,1 2-167 0,2-4 167 0,-2 0 0 0,1 1-133 16,2-1 133-16,-1-3 0 0,0 2-144 0,2 0 144 0,-1 2 0 0,0-2-90 15,0 0 90-15,0 3 0 0,0 0 196 0,2 1-196 16,-1 2 0-16,0-2 256 0,2 0-256 0,-1-2 0 0,0 2 256 16,-1 2-256-16,2-2 0 0,-1 1 256 0,1-1-256 0,1-1 0 15,2 3 212-15,-1 0-212 0,3 0 0 0,0-2-236 16,0 2 236-16,4-4 0 0,-1 4-256 0,2 0 256 0,3 2 0 0,-4 0-256 15,3 1 256-15,0 0 0 0,0 2-256 0,0 0 256 0,2 2 0 16,-3 0-201-16,-1 2 201 0,0-1 0 0,-1 1 134 16,0 1-134-16,-2 1 0 0,-1 1 116 0,-1 1-116 0,1 1 0 0,-2 2 155 15,-1 0-155-15,-1 1 0 0,-1 0 176 16,-1-1-176-16,-1 4 0 0,-1-2 24 0,-2 1-24 0,-2 2 0 0,1-2-10 16,-1 1 10-16,-1 0 0 0,0-2-111 15,-3 3 111-15,-2-3 0 0,3 2-106 0,-2-2 106 0,0-1 0 0,1 2-27 16,0-1 27-16,-1 0 0 0,1 1-127 0,2-1 127 0,-1-1 0 15,-1-1-83-15,1 0 83 0,0-3 0 0,1 3-78 16,1-1 78-16,0 0 0 0,1 1 86 0,0-1-86 0,2 0 0 0,0-1 256 16,1 2-256-16,1-1 0 0,1 1 256 15,1 1-256-15,1 0 0 0,0 0 256 0,1-2-256 0,3 1 0 0,-1 0 256 16,1 0-256-16,1 1 0 0,2 0-179 0,1-1 179 0,2 1 0 0,-1-1-256 16,-1 0 256-16,1 0 0 0,0 1-256 0,1-2 256 15,2 2 0-15,-3-1-256 0,1-2 256 0,-3-1 0 0,1 1-256 16,0-1 256-16,-2-1 0 0,1 0 18 15,0-2-18-15,-1-2 0 0,-5 2-580 0,-4 0 580 0,-4 0 0 0</inkml:trace>
  <inkml:trace contextRef="#ctx0" brushRef="#br0" timeOffset="208408.55">19014 7168 1024 0,'0'0'0'0,"0"0"0"0,0 0 0 0,0 0 0 0,0 0 256 0,0 0-256 0,0 0 0 0,0 0 256 16,0 0-256-16,0 0 0 0,0 0 256 0,0 0-256 0,0 0 0 15,8 4 256-15,4 3-256 0,5 0 0 0,-9-4 256 0,-2-3-256 0,-2-3 0 0,4 3 256 0,0-2-256 0,2-1 0 16,-2 2 165-16,2-1-165 0,0-1 0 0,-1 2-80 31,2-2 80-31,1 0 0 0,-2 2-51 0,2-2 51 0,0 0 0 0,0 2 43 16,0 0-43-16,2-2 0 0,-1 1 38 0,-2 0-38 16,0-1 0-16,0 3-116 0,0-2 116 0,1 2 0 0,-3-1-256 0,-1 1 256 0,-1 1 0 0,2-1-256 15,-3 0 256-15,1 0 0 0,-2 0-256 0,-1 0 256 0,0 0 0 0,-1 0-119 16,-1 0 119-16,-1 2 0 15,-1-1 47-15,-2-1-47 0,-2-1 0 0,-1 2 120 0,1 0-120 16,-3 1 0-16,5-2-815 16,2 0 815-16,2 0 0 0</inkml:trace>
  <inkml:trace contextRef="#ctx0" brushRef="#br0" timeOffset="208694.198">19019 7320 1024 0,'0'0'0'0,"0"0"0"0,0 0 0 0,0 0 0 0,0 0 256 15,0 0-256-15,0 0 0 0,0 0 256 0,0 0-256 0,0 0 0 0,0 0 256 16,0 0-256-16,0 0 0 0,0 0 256 0,0 0-256 0,0 0 0 0,0 0 256 16,0 0-256-16,0 0 0 0,0 0 256 0,0 0-256 15,0 0 0-15,5 9 49 0,1 4-49 0,2 6 0 0,-1-15-244 16,-1-6 244-16,0-4 0 0,1 6-74 16,1-1 74-16,2-1 0 0,-1 1 116 0,2 0-116 0,4-2 0 0,-4 1 233 15,3-1-233-15,-1 1 0 0,1-1 256 0,-3 0-256 0,1-1 0 0,2 2 256 16,0 0-256-16,2 0 0 0,-3 0 256 15,1-2-256-15,-3 0 0 0,0 1 20 0,0 1-20 16,-2 1 0-16,1 0-256 0,-1-1 256 0,0-1 0 0,-2 2-256 0,-2 0 256 0,-2 0 0 16,3 0-76-16,-3 1 76 0,1 1 0 0,-2-1-65 15,-2 0 65-15,-2 0 0 0,2 0-1751 0,0 0 1751 0,0 0 0 16</inkml:trace>
  <inkml:trace contextRef="#ctx0" brushRef="#br0" timeOffset="208972.174">19007 7607 1024 0,'0'0'0'0,"0"0"256"0,0 0-256 0,0 0 0 0,0 0 256 0,0 0-256 0,0 0 0 0,0 0 256 0,0 0-256 15,0 0 0-15,0 0 256 0,0 0-256 0,0 0 0 0,4 4 256 16,3 4-256-16,1 2 0 0,-2-7 256 0,-2-3-256 0,1-3 0 0,1 3 256 15,0 0-256-15,1 0 0 0,0-1 256 0,2 1-256 0,0-2 0 0,-1 1 168 16,1-2-168-16,2 0 0 0,-3 2 79 16,2-1-79-16,1-1 0 0,-1 1-51 0,1 0 51 0,3 0 0 0,-2-1-256 15,-1 1 256-15,0-3 0 0,0 3-185 0,1 0 185 16,-1 1 0-16,-1-2-249 0,0 0 249 0,-2-1 0 0,0 0-256 16,0 1 256-16,-1 0 0 0,-4 3-1298 15,-3 0 1298-15,-3 0 0 0</inkml:trace>
  <inkml:trace contextRef="#ctx0" brushRef="#br0" timeOffset="210111.186">19852 7045 1024 0,'0'0'0'0,"0"0"0"0,0 0 0 0,0 0 0 0,0 0 140 0,0 0-140 0,0 0 0 0,0 7 256 0,2 2-256 0,-1 4 0 0,0-8 256 15,1-2-256-15,1-1 0 0,-1 0 256 0,1 0-256 16,1-1 0-16,-1 1 188 15,2-1-188-15,0 3 0 0,-5-4 0 0,4 1 256 0,1-1-256 0,1-1 0 0,0 2 205 16,2-1-205-16,0 2 0 0,-1-2 139 0,0-2-139 0,1 1 0 0,-2 0-9 16,3 1 9-16,0 1 0 0,0-1-29 0,0 0 29 0,2 0 0 0,-2-1-83 15,2 0 83-15,0-1 0 0,0 2-123 16,0-3 123-16,3 0 0 0,-3 2-100 0,-1 0 100 16,0 1 0-16,-1-2-15 0,-1 0 15 0,-1-1 0 0,2 1 119 15,-2-1-119-15,0 1 0 0,0 1 134 0,0-1-134 0,-2 2 0 0,-1 0 210 16,1-1-210-16,-2-1 0 0,1 1 118 0,-2 1-118 0,1-2 0 0,-1 1 98 15,-1 1-98-15,-1 1 0 0,2-1 118 0,-1 0-118 0,0 0 0 0,0 0 150 16,-2 0-150 0,1 0 0-16,0 0 173 0,0 0-173 0,0 0 0 0,0 0 164 0,0 0-164 15,0 0 0-15,0 0 169 0,-2 0-169 0,0 0 0 0,1 0 189 0,0 0-189 16,0 0 0-16,0 0 92 16,2 0-92-16,-1 0 0 0,0 0 0 0,-2 0 0 0,1 0 0 0,0 0 0 15,2 0 0-15,-1 0 0 0,0 0 0 0,-2 0 0 0,1 0 0 0,0 0 0 0,2 2 0 16,-1-1 0-16,0 1 0 0,-2-2 0 0,1 1 0 0,0-1 0 15,2 2 0-15,-1-1 0 0,0 1 0 0,0 0 0 0,0 1 0 16,0-2 0 0,-2 2 0-16,1 0 0 0,0-1 0 0,0 3 0 0,0 0 0 0,-1-1 0 15,2 0 0-15,-1 1 0 0,0-1 0 0,0 2 0 0,0 3 0 0,0-3 0 0,2 1 0 0,-1 1 0 16,0 0 0-16,-2 2 0 0,1 1 0 0,0-1 0 16,2 1 0-1,-1 0 0-15,0 1 0 0,-2 1 0 0,0 2 0 0,2-2 0 0,2 0 0 0,0-1 0 0,-2 1 0 16,0 1 0-16,-1 0 0 0,0 0 0 0,2 0 0 15,-1-1 0-15,0-1 0 0,2 2 0 0,-1-3 0 0,0 2 0 0,0-1 0 16,0-2 0-16,0 2 0 0,-2 0 0 0,1 0 0 0,0-4 0 31,2 2 0-31,-2-3 0 0,2 1 0 0,-4 0 0 0,2 1 0 0,0-2 0 16,-1 0 0-16,0 1 0 0,0-1 0 0,2-1 0 0,-1 0 0 0,0-1 0 0,0-1 0 0,0 0 0 0,0-1 0 16,-2-2 0-16,1 1 0 0,0-2-3071 0,2 0 3071 15,-1 0 0 1</inkml:trace>
  <inkml:trace contextRef="#ctx0" brushRef="#br0" timeOffset="211067.338">20569 6976 1024 0,'0'0'0'0,"0"0"0"0,0 0 0 0,0 0 0 16,0 0 256-16,0 0-256 0,0 0 0 0,0 0 256 0,0 0-256 0,0 0 0 0,0 0 43 16,0 0-43-16,0 0 0 0,0 0 166 0,0 0-166 0,0 0 0 15,0 0 18-15,0 0-18 0,0 0 0 0,0 0 190 16,0 0-190-16,0 0 0 0,-4 4-72 0,-2 2 72 0,-3 2 0 0,4-2-72 16,1 1 72-16,1-1 0 0,-2 1-177 15,-1 1 177-15,-2 0 0 0,3 1-87 0,-2 2 87 0,0 0 0 0,0 0 82 16,1 2-82-16,0 1 0 0,0-2 256 15,-1 3-256-15,-2 0 0 0,2-1 256 0,1 2-256 0,0 0 0 0,1 1 256 16,1 0-256-16,0 0 0 0,1 0 256 16,1 0-256-16,1-1 0 0,-1 1 44 0,2 1-44 0,-1 2 0 0,2-3-16 0,1-1 16 0,1 1 0 15,-1-2 134-15,1 0-134 0,2-2 0 0,0 2 256 16,0-2-256-16,3 1 0 0,-2-2 256 16,1-2-256-16,-1 0 0 0,1-1 256 0,2-2-256 0,4 2 0 15,-4-1 256-15,2-1-256 0,1 0 0 0,-2-3 256 16,2-1-256-16,0-1 0 0,-1 0 2 0,2-1-2 0,0-1 0 0,1-1 0 15,0-1 0-15,3-1 0 0,-3 0 0 0,2-2 0 0,0 0 0 16,0-1 0-16,-2-2 0 0,1 0 0 0,-1 0 0 0,-1-1 0 16,0-2 0-16,-1 2 0 0,1-2 0 0,-3-1 0 0,0 1-44 15,0-2 44-15,-2-1 0 0,0 2-59 0,-1-1 59 0,0 1 0 16,-1-2 103-16,-1-1-103 16,-1-1 0-16,-1 1 0 0,-1 0 0 0,-1-2 0 0,0 2 0 0,-1 1 0 0,-1-1 0 0,-1-1 0 15,-1 1 0-15,-1-1 0 0,-1 1 0 0,0 0 0 0,-4 3 0 16,2-1 0-16,-1 1 0 0,-1-1 0 0,-2 2 0 15,1-1 0-15,-4 2 0 0,1-1 0 0,0 3 0 0,-4 1 0 0,3-1 0 16,-2 0 0-16,-3 1 0 0,3 2 0 16,0 1 0-16,2 1 0 0,-2-1-102 0,3 1 102 0,-1 2 0 0,-1-2-256 15,2 2 256 1,-1 0 0-16,2 1-201 0,0 0 201 0,2 0 0 0,1 2-120 0,1 1 120 0,0-1 0 16,-1 0-50-16,3 1 50 0,-1 1 0 0,1 0-37 15,4 0 37-15,0 2 0 0,1-2 36 0,1 2-36 0,1 2 0 16,1-1 84-16,1 1-84 0,2 3 0 0,-1-3 123 15,2 3-123-15,3 1 0 0,-2-2 166 16,1 0-166-16,2 1 0 0,-1 0 256 0,2 1-256 0,0 3 0 0,0-2 101 16,2 0-101-16,0 2 0 0,-1-2 0 0,1-1 0 0,0 1 0 0,0-1 0 0,-2 2 0 0,0 0 0 15,0 0 0-15,0 1 0 0,1 1 0 0,-2-1 0 16,0 0 0-16,-1 1 0 0,1 0 0 16,-2-1 0-16,2 2 0 0,-2 0 0 15,-1-1 0-15,-1 1 0 0,1 1 0 0,0 0 0 0,-1 1 0 0,0-1 0 16,-1 0 0-16,-2-1 0 0,2 0 0 0,-1 3 0 0,-2 0 0 15,1-3 0-15,0-2 0 0,0 1 0 0,-2 0 0 16,-1-1 0-16,-1 1 0 0,1-2 0 0,2 0 0 0,-1-2 0 0,0 1 0 16,0-5 0-16,0 1 0 0,-1-3-223 15,2 1 223-15,-1-2 0 0,0-1-256 0,1-1 256 0,1-3 0 0,-1 2-2592 16,-2-2 2592-16,-2-2 0 0</inkml:trace>
  <inkml:trace contextRef="#ctx0" brushRef="#br0" timeOffset="211609.066">21152 7193 1024 0,'0'0'0'0,"0"0"256"0,0 0-256 0,0 0 0 0,0 0 256 0,0 0-256 0,0 0 0 0,2 4 256 0,2 2-256 16,2 0 0-16,-2-1 256 0,-2 0-256 0,2 1 0 0,-1 0 256 0,-1 1-256 15,0 2 0-15,0-1 256 0,1 2-256 0,1 0 0 0,-1 0 256 16,-2 1-256-16,1 0 0 0,0-1 256 15,1 0-256-15,-1-2 0 0,0 1-140 0,1 1 140 0,1-1 0 0,-1 0-256 16,-2-2 256-16,1 0 0 0,0-1-184 0,0 1 184 0,0-1 0 0,-1-1 256 16,2-1-256-16,-1-1 0 0,1 1 256 0,-3-1-256 0,1 1 0 15,0-3 256 1,0 2-256-16,0-3 0 0,0 2 256 0,0-2-256 0,0-2 0 0,2 2 256 0,0 0-256 0,1-2 0 0,-1-1 256 16,1-2-256-16,2 0 0 0,-1 1 67 0,1-3-67 15,1 0 0-15,-1-1 0 0,2-2 0 0,0-1 0 0,-1 1 0 16,1-1 0-16,2-3 0 0,-2 3 0 0,1-4 0 0,2 0 0 15,-2 1 0-15,-1 0 0 0,0-2 0 0,1 2 0 16,-1 0 0-16,1-2 0 0,-1 2 0 16,0 1 0-16,-2 1 0 0,1 1 0 0,-2-1 0 0,2 2 0 0,-1 0 0 0,-2-1 0 0,0 3 0 15,1 0 0-15,-2 1 0 0,-1 1 0 0,0-1 0 16,-1 0 0 0,-1 1 0-16,1 1 0 0,1-1 0 0,-1-2 0 0,0 2 0 0,-2 1 0 0,1 0 0 0,0 0 0 15,2-1 0-15,-1 1 0 0,0 3-3071 0,-2 2 3071 0,1 2 0 0</inkml:trace>
  <inkml:trace contextRef="#ctx0" brushRef="#br0" timeOffset="211943.749">21874 6991 1024 0,'0'0'0'0,"0"0"256"0,0 0-256 0,0 0 0 0,0 0 256 0,0 0-256 0,0 0 0 0,2 4 256 0,2 3-256 0,0 1 0 15,-1-1 256-15,-2 0-256 0,1 1 0 0,0 1 256 16,1 0-256-16,1 1 0 0,-4-10 0 0,3 12 256 0,1 1-256 0,2 1 0 0,-2 0 256 16,-2 1-256-16,1 3 0 0,0-3 256 15,0 3-256-15,0 0 0 0,0-2 256 0,-2 1-256 0,1 0 0 0,0-1 256 16,-2 0-256-16,2-1 0 0,-1 0 256 0,-2 0-256 0,1-1 0 15,0-1 255-15,-3-1-255 0,2-1 0 0,-1-2 0 16,-1 0 0-16,-1 1 0 0,1-4 0 0,0 1 0 0,0-2 0 0,-1-1 0 16,2-1 0-16,-1-2 0 0,-1-1 0 15,1-2 0-15,0 0 0 0,1-3 0 0,1-1 0 0,1-2 0 0,-1 6-3071 16,2 2 3071-16,-1 2 0 0</inkml:trace>
  <inkml:trace contextRef="#ctx0" brushRef="#br0" timeOffset="212559.395">21893 7096 1024 0,'0'0'0'0,"0"0"0"0,0 0 0 0,0 0 0 0,0 0 0 0,0 0 256 0,0 0-256 0,0 0 0 0,0-5 256 16,-2-2-256-16,1-3 0 0,2 3 256 0,1 1-256 16,1 2 0-16,-1 0 256 0,0-3-256 15,0-1 0-15,0 2 256 0,1-2-256 0,2-3 0 0,-3 4 256 0,3-2-256 0,0 0 0 0,0 0 256 16,1 0-256-16,2-1 0 0,-1 0 256 0,1 1-256 16,2-1 0-16,0 2 256 0,-1 1-256 0,3 0 0 0,0 1 256 15,0 1-256-15,2 0 0 0,-2 3 256 0,0-1-256 16,0 3 0-16,1 0 214 0,1 0-214 0,2 3 0 0,-3-2 41 15,0 4-41-15,-2-2 0 0,2 2 0 0,-3 1 0 0,2 2 0 16,-3-1 0-16,-2 1 0 0,-2 2 0 0,1 0 0 16,0 2 0-16,-2 1 0 0,-2-1 0 0,-2 0 0 0,-2-2 0 0,0 2 0 15,-1 1 0-15,-2 0 0 0,0-1-178 0,-2 0 178 16,-2 1 0-16,1-1 178 0,-2-1-178 0,0-1 0 0,-2-1 0 16,2-1 0-16,-3 0 0 0,0-1 0 15,3 1 0-15,-1-2 0 0,0 2 0 0,-2-2 0 0,1-1 0 0,0 0 0 16,2-2 0-16,-2 0 0 0,2-1 0 0,1 2 0 0,0-1 0 0,2 0 0 15,1-3 0-15,0 0 0 0,0 1 0 0,0 0 0 0,2-1 0 16,-1 2 0-16,2-2 0 0,-1-2 0 0,1 2 0 16,1 0 0-16,1-2 0 0,1 2 0 15,1 0 0-15,1 0 0 0,-1 0 0 0,1 0 0 0,1 0 0 16,0 1 0-16,1-1 0 0,1 1 0 0,1 1 0 0,0 1 0 0,1 0 0 0,0 0 0 16,2-1 0-16,1 2 0 0,-2-1 0 0,1 1 0 0,2 2 0 15,-2-3 0-15,0 2 0 0,1-1 0 0,-2 1 0 16,2 0 0-16,1 1 0 0,-2-1 0 15,-1 0 0-15,-1 1 0 0,1-1 0 0,-1 0 0 0,0 0 0 0,0 0 0 0,0 0 0 16,-1-2 0-16,0 1 0 0,-1 1 0 0,-1-2 0 0,1 1 0 16,1 0 0-16,-1 1 0 15,0 0 0-15,-2-1 0 0,1 0 0 0,0-1 0 0,0 0 0 0,1 0 0 0,-1 0 0 16,-2 0 0-16,1 1 0 0,0-2 0 0,-2 1 0 16,1-1 0-16,0 0 0 0,1 0 0 0,1-1 0 0,-1 0 0 15,-1 2 0-15,0-1 0 0,0 1 0 0,0-2 0 0,0 3 0 0,0-3 0 16,0-1 0-16,0-1 0 0,0 2 0 15,0-1 0-15,0 2 0 0,0-2 0 0,-2 0 0 0,1 0 0 0,0 0 0 16,0 0 0-16,0 0 0 0,0 0 0 16,0 0 0-16,0 0 0 0,1 0 0 0,-1-2 0 0,0 1 0 0,0 0-3071 15,-2 1 3071-15,1 1 0 0</inkml:trace>
  <inkml:trace contextRef="#ctx0" brushRef="#br0" timeOffset="-213411.896">3467 9282 1024 0,'0'0'0'0,"0"0"0"0,0 0 0 0,0 0 0 0,0 0 256 0,0 0-256 0,0 0 0 0,7 4 256 16,4 1-256-16,5 3 0 0,-10-6 31 15,0-2-31-15,-3 0 0 0,5 2 256 0,-1-2-256 0,3 1 0 0,-1 0 85 16,4 0-85-16,1 0 0 0,0-1 199 16,1-1-199-16,3-1 0 0,-3-1 156 15,1 1-156-15,-1-2 0 0,1 2 109 0,0-2-109 0,3 0 0 0,-4 1 13 16,-1 0-13-16,-3 0 0 0,2-1-57 15,-1 0 57-15,-2-1 0 0,0 2-12 0,-4 1 12 0,0 1 0 0,0-2 95 16,1 2-95-16,-3-1 0 0,1 0 142 0,-1 2-142 0,-1-2 0 0,0 1 226 16,-2 1-226-16,1-2 0 0,0 2 202 0,-2 2-202 0,1-1 0 0,0 2 171 15,0 0-171-15,0 1 0 0,0 0 49 0,-2 1-49 16,1 3 0-16,0-2 16 16,3 2-16-16,-2 3 0 0,0-3 147 0,-2 1-147 0,1 1 0 0,0 2 256 0,0 1-256 0,0 4 0 15,-1-3 256-15,-2 1-256 0,0 3 0 0,1-2 219 0,1 0-219 16,-1 2 0-1,1-1 0-15,1 1 0 0,-1 1 0 0,0-1 0 0,0 1 0 0,0 1 0 0,1-1-31 0,1-1 31 0,1 1 0 0,-1-1-69 16,0 1 69-16,-1 1 0 0,3-3 100 16,0-1-100-16,2-1 0 0,-2-1 0 15,1 0 0-15,1-1 0 0,-1-4 0 0,-2-2 0 16,1-1 0-16,1 0 0 0,2-2 0 0,0-2 0 0,-4 0-3071 16,-2-3 3071-16,-2 0 0 0</inkml:trace>
  <inkml:trace contextRef="#ctx0" brushRef="#br0" timeOffset="-213087.439">4179 9244 1024 0,'0'0'0'0,"0"0"0"0,0 0 0 16,0 0 0-16,0 0 256 0,0 0-256 0,0 0 0 0,0 6 256 0,0 2-256 16,0 3 0-16,1-2 256 0,1 1-256 0,1 1 0 0,0-1 256 15,1 3-256-15,1 1 0 0,0 1 256 0,-3 2-256 16,1 2 0-16,0-2 256 0,-2 3-256 0,1-1 0 0,1 2 256 0,1 2-256 0,1 0 0 16,-1-1 170-16,0 0-170 0,-1 0 0 0,1-1 58 15,-2 0-58-15,1-1 0 0,0 0-69 0,-2 0 69 0,1-2 0 16,0-2 228-16,-2 0-228 0,1-1 0 0,0-1 163 15,-2-2-163-15,1 0 0 0,-1-3 62 0,-1-2-62 0,-1-1 0 0,1-2-207 16,0-2 207-16,0-2 0 0,0-1-226 0,-1 0 226 16,-2-3 0-16,2 2-1971 0,3 2 1971 0,3 2 0 0</inkml:trace>
  <inkml:trace contextRef="#ctx0" brushRef="#br0" timeOffset="-212785.795">4188 9266 1024 0,'0'0'0'0,"0"0"0"0,0 0 0 0,0 0 0 0,0 0 256 0,0 0-256 0,0 0 0 15,0 0 256-15,0 0-256 0,0 0 0 0,6-4 256 16,4-2-256-16,2-3 0 0,-5 7 256 0,0 1-256 0,0 1 0 16,-1 0 242-16,1 0-242 0,1 0 0 0,1 2 78 0,0 1-78 0,1-1 0 0,0 0 126 15,0 1-126-15,1 1 0 0,0-2 12 16,-3 1-12-16,1 1 0 0,1 1-24 0,-3-1 24 0,1 3 0 15,-1-1-67-15,0 0 67 0,-1 1 0 0,-2 0 1 16,-3-1-1-16,0 1 0 0,0-2 26 0,-1 3-26 0,-1 0 0 0,-1 0 256 16,0 2-256-16,-1 1 0 0,-2-2 189 0,0 1-189 0,-1 2 0 0,1-4 176 15,-1 0-176-15,-1-1 0 0,0-2 40 16,3 0-40-16,-1 0 0 0,0-2-91 0,0 1 91 16,0-1 0-16,2-2-1988 0,3-1 1988 0,3-1 0 0</inkml:trace>
  <inkml:trace contextRef="#ctx0" brushRef="#br0" timeOffset="-212324.151">4719 9324 1024 0,'0'0'0'0,"0"0"0"0,0 0 0 0,0 0 0 0,0 0 256 0,0 0-256 0,0 0 0 15,0 0 256-15,0 0-256 0,0 0 0 0,2 4 256 16,2 3-256-16,0 3 0 0,0-5 256 0,1-1-256 0,1-1 0 16,-1 3 196-16,1 2-196 0,2 1 0 0,-8-9 0 0,6 8 34 0,0-2-34 0,0 1 0 0,1 4-100 15,-1-1 100-15,0 1 0 0,-1 0-40 0,2 1 40 0,1 0 0 16,-1 0-25-16,-2-1 25 0,1 1 0 0,0-2-45 16,-1 2 45-16,0 1 0 0,0-2 93 0,0 0-93 15,0-2 0-15,-1 1 174 16,-1 0-174-16,0 0 0 0,0-4 146 0,0 1-146 0,0-2 0 0,-1 0 166 0,-1 1-166 0,-1-2 0 0,1 1 96 15,0-3-96-15,0 1 0 0,0-1 171 16,0 0-171-16,0 1 0 0,0-3-8 0,-2 0 8 0,1 0 0 0,0-3 0 16,2 0 0-16,-1-2 0 0,0 2 98 15,0-3-98-15,0 1 0 0,2-3 215 0,1-1-215 0,0 1 0 0,0-3 125 0,-2 1-125 0,1-1 0 16,0-2 16-16,1 0-16 0,1-3 0 0,0 3-50 16,0-2 50-16,1-1 0 0,-2 3 256 15,2-2-256-15,0 2 0 0,0-1-153 16,-2 1 153-16,-1-1 0 0,1 1 51 0,-2 1-51 0,1-1 0 0,0 1 103 15,0 0-103-15,0 1 0 16,-1 0 241-16,0 2-241 0,-2 0 0 0,1 2-19 0,-2 1 19 0,1 1 0 16,0 0-87-16,0-2 87 0,0 0 0 0,0 4-2678 15,0 3 2678-15,0 3 0 0</inkml:trace>
  <inkml:trace contextRef="#ctx0" brushRef="#br0" timeOffset="-211552.274">5563 9162 1024 0,'0'0'0'0,"0"0"0"0,0 0 0 0,0 0 0 0,0 0 256 0,0 0-256 0,0 0 0 0,0 0 256 16,0 0-256-16,0 0 0 0,0 0 256 0,0 0-256 0,0 0 0 0,0 0 256 15,0 0-256-15,0 0 0 0,-4 2 256 16,-5 2-256-16,0 3 0 0,2-2 218 0,2 2-218 0,-2 0 0 16,0 0-256-16,-1 1 256 0,-1 1 0 0,-1 1-191 15,0 2 191-15,-1 2 0 0,0-3-16 0,2 2 16 0,0 1 0 0,-1-1-32 16,2 1 32-16,1 2 0 0,1-1 101 0,1 1-101 15,0 0 0-15,2 1 52 0,1-2-52 0,1 2 0 0,1-3 40 16,1-1-40-16,1 0 0 0,-1 0 46 0,1 0-46 0,1-1 0 16,1 0 88-16,0-2-88 0,1 0 0 0,1-1 212 15,2-1-212-15,3 0 0 0,-2-2 147 16,2 0-147-16,3-2 0 0,-2 0 78 0,2-2-78 0,0 1 0 0,-1-4 37 16,2-1-37-16,2-1 0 0,-2-1 16 0,2-1-16 0,0-2 0 0,1 0-32 15,-3-4 32-15,1 0 0 0,-1 0-45 16,-1-1 45-16,0-2 0 0,1-1-35 0,-3-1 35 0,1-1 0 0,-1 1 140 15,-2-1-140-15,0 0 0 0,0 0 145 0,-2-3-145 16,-1 1 0-16,0 0 106 0,-2 1-106 0,-1 0 0 0,-1 0 80 16,-2 1-80-16,-2-1 0 0,-1 2 98 0,-2 2-98 15,-2 0 0-15,-1-1-61 0,-1 2 61 0,-2 0 0 0,-2 1-218 0,3 1 218 0,-4 2 0 16,0 1-218-16,-1 2 218 0,-4 1 0 0,4 1-129 16,-2 0 129-16,0 3 0 0,0 0 16 0,0 2-16 0,-2 2 0 15,1-1 20-15,2 1-20 0,-2 1 0 0,3 1 154 0,0 0-154 0,2 1 0 16,0 0 148-16,0 2-148 0,2 0 0 15,2 0 132-15,2 0-132 16,1 1 0-16,1 1 19 0,1 0-19 0,1 2 0 0,2-1-34 0,2 1 34 0,2 3 0 0,-1-2-40 16,2-1 40-16,0 0 0 0,1 2 256 15,2 0-256-15,3 0 0 0,0 0-256 0,1 1 256 0,5-1 0 0,-3 2-95 16,2-1 95-16,-1 3 0 0,2-2 46 16,-1 0-46-16,3 2 0 0,-2-1 132 15,-1 1-132-15,2 1 0 0,-2-3 74 0,0-1-74 0,-2 0 0 0,0 2 73 16,-3 0-73-16,-2 0 0 0,3 0 33 15,-3-1-33-15,1-1 0 0,-1 0-41 0,-3 0 41 0,-2-1 0 0,0-1-167 0,-1 0 167 0,0-1 0 0,-2-2-202 16,-3-1 202-16,0 0 0 0,1-2-171 16,-1-2 171-16,-2-1 0 0,2-1-163 0,-1 0 163 0,-1-3 0 0,0 0-90 15,3-3 90-15,-1 0 0 0,1 2-1495 0,1 2 1495 0,1-1 0 16</inkml:trace>
  <inkml:trace contextRef="#ctx0" brushRef="#br0" timeOffset="-211275.043">6066 8979 1024 0,'0'0'0'0,"0"0"0"0,0 0 0 0,0 0 0 0,4 2 256 0,4 3-256 15,2 0 0-15,-4 0 256 16,2 0-256-16,0 1 0 0,2 2 170 0,0 2-170 0,2 1 0 0,-2 2 15 0,1 1-15 0,2 2 0 0,-1 4 31 15,1 0-31-15,2 4 0 0,-4 0 69 16,0 1-69-16,-2 1 0 0,-2 2 256 16,-2 1-256-16,-2 3 0 0,-3 1-126 15,-3 5 126 1,-3 2 0-16,-4-1 69 0,-5 1-69 0,-3 3 0 0,-2-4-92 0,-4-3 92 16,-5 0 0-16,2-4-56 0,-3-1 56 0,-4-2 0 0,24-19-848 15,10-10 848-15,10-10 0 0</inkml:trace>
  <inkml:trace contextRef="#ctx0" brushRef="#br0" timeOffset="-210727.91">3932 8922 1024 0,'0'0'0'0,"-2"-1"0"0,-2-1 0 0,-3-1 0 0,3 0 256 16,-1 2-256-16,-1-1 0 0,1-1 256 0,2-1-256 0,-2-2 0 0,0 2 256 16,-2 1-256-16,-3 0 0 0,10 3 0 0,-10-2 209 15,0-1-209-15,-1 2 0 16,-2 2 256-16,-1 0-256 16,-3 3 0-16,2 0 256 0,-4 1-256 0,-1 2 0 0,1 2 256 0,-1 1-256 15,0 3 0-15,1-2 256 0,-3 1-256 0,3 2 0 0,0 0 91 0,2 1-91 0,0 2 0 16,-1-1-216-16,1 3 216 0,1 2 0 0,1-2-143 0,0 2 143 0,1 2 0 15,0 0 139-15,2 3-139 0,1 1 0 0,-1-2 176 16,1 2-176-16,2 1 0 0,-1-1 256 0,2 3-256 0,1 1 0 0,2-3 256 0,2 1-256 16,2-2 0-16,-3 2 256 15,3 2-256-15,-1 1 0 0,1-2-32 0,1-2 32 16,1 0 0-16,2 0-93 0,3 1 93 0,0 2 0 0,2-3 51 0,3 0-51 0,5-2 0 16,-1 0 179-16,2-1-179 0,4-1 0 0,-1-2-16 0,1-1 16 15,5-3 0-15,2-2-233 16,2-1 233-16,5-2 0 0,-3-1-256 0,2-2 256 0,3-1 0 0,-3-3-256 15,2-4 256-15,1-1 0 0,-25 0-2160 0,-13-1 2160 0,-10-1 0 0</inkml:trace>
  <inkml:trace contextRef="#ctx0" brushRef="#br0" timeOffset="-210234.918">6544 9082 1024 0,'0'0'0'0,"0"0"0"0,0 0 0 0,0 0 0 0,0 0 256 15,0 0-256-15,0 0 0 0,0 9 256 0,-2 1-256 0,0 7 0 16,1-10 256-16,2-1-256 0,-1-4 0 0,-2 6-29 0,-1 0 29 15,1 1 0-15,0 1-195 0,-1 0 195 0,-1 2 0 0,1-1-129 16,-1 1 129-16,-1 3 0 0,0-3-30 0,0 1 30 0,-1 0 0 16,1 0 98-16,-2 1-98 0,-1 0 0 0,2-2 179 15,1 2-179-15,1 2 0 0,0-4 166 0,-2-1-166 0,-1-1 0 0,1 2 0 16,2-2 0-16,-2 0 0 0,2 0-44 0,1-2 44 0,-2 0 0 0,1-2-226 16,2-1 226-16,-1-1 0 0,0-1-159 15,0 0 159-15,0-2 0 0,0 0-125 0,2-1 125 0,-1-1 0 16,1-2 77-16,1-1-77 0,1-2 0 0,-1 1 166 0,0-1-166 0,0-2 0 15,0 6-517-15,0 2 517 0,0 2 0 16</inkml:trace>
  <inkml:trace contextRef="#ctx0" brushRef="#br0" timeOffset="-209960.35">6508 9124 1024 0,'0'0'0'15,"0"0"0"-15,0 0 0 0,0 0 0 0,0 0 256 0,0 0-256 0,0 0 0 0,0 0 256 0,0 0-256 16,0 0 0-16,0 0 78 0,0 0-78 0,0 0 0 0,5-2-9 15,3-1 9-15,1-1 0 0,-4 2-40 16,-1 1 40-16,1 0 0 0,-1 2-53 0,1 0 53 0,1 1 0 0,0 1-25 16,2-1 25-16,0 2 0 0,-2 0 5 0,0-1-5 0,0 3 0 0,1 0 97 15,-1 0-97-15,0 3 0 0,0-1 183 0,1 0-183 0,2-1 0 0,-2 3 54 16,0 0-54-16,0 5 0 0,1-5 80 16,-3 3-80-16,1 1 0 0,0 0-83 0,1 1 83 15,2 0 0-15,-3 0-157 0,0-1 157 0,-2 2 0 0,1-2-197 0,1 1 197 0,0 0 0 16,-1-2-19-16,-1 0 19 15,-2-1 0-15,3 0 107 0,-3-1-107 0,2 0 0 0,-1-1 69 0,0-2-69 0,0-1 0 0,-2-3-602 16,-1-4 602-16,-1-4 0 16</inkml:trace>
  <inkml:trace contextRef="#ctx0" brushRef="#br0" timeOffset="-209421.845">7315 9057 1024 0,'0'0'0'0,"0"0"0"0,0 0 0 0,0 0 0 0,0 0 256 0,0 0-256 0,0 0 0 0,0 0 256 16,0 0-256-1,0 0 0-15,2 3 194 0,2 1-194 0,2 2 0 0,-2-4-81 16,3-2 81-16,1-2 0 0,-1 3-256 0,2-1 256 0,4 3 0 0,-4-3-239 16,2 0 239-16,1 0 0 0,-2-2-119 0,1 2 119 15,2-2 0-15,-2 1 78 0,-2 0-78 0,2 1 0 0,-1-1 256 16,-2 0-256-16,3-1 0 0,-3 1 256 0,-1-1-256 0,-1-2 0 15,1 3 256-15,-2 0-256 0,-1 0 0 0,1 1 248 16,-2-1-248-16,1-1 0 0,-1 1-208 0,-1 0 208 0,-1 1 0 0,2-2-99 16,-1 2 99-16,0 2 0 0,0-2-47 15,-2 2 47-15,1 1 0 0,0 0 239 0,-2 0-239 0,1 1 0 0,0 0 256 16,0 0-256-16,0 0 0 0,0 2 256 0,-2 1-256 0,1 3 0 16,0-3 256-16,0 2-256 0,0 0 0 0,0-1 123 15,0 3-123-15,-1-1 0 0,1 0-233 0,0 1 233 0,0 2 0 0,0-1-215 16,0 1 215-16,0 0 0 0,0 0-120 0,0 0 120 0,-1 1 0 15,2 0 34-15,-1-1-34 0,0-1 0 0,1 1 92 16,-2-1-92-16,0 1 0 0,1-2-69 0,1 1 69 0,1-1 0 0,-1-2-173 16,2 0 173-16,-1-2 0 0,0-1-151 0,0-1 151 15,0-3 0-15,-1 1-48 0,3-2 48 0,0-1 0 0,-2 0-998 16,-1 0 998-16,-1 0 0 0</inkml:trace>
  <inkml:trace contextRef="#ctx0" brushRef="#br0" timeOffset="-208317.336">8046 8729 1024 0,'0'0'0'0,"0"0"0"0,0 0 0 0,0 0 0 0,0 0 182 0,0 0-182 0,0 0 0 0,0 0 256 0,0 0-256 0,0 0 0 16,0 0 256 0,0 0-256-16,0 0 0 0,0 0 256 0,0 0-256 0,0 0 0 0,-5 8 256 0,-3 4-256 0,-3 2 0 0,5-8-97 15,3-4 97-15,2-3 0 0,-2 3-243 16,0 2 243-16,0 0 0 0,0-1-219 16,-1 1 219-16,-2-2 0 0,0 2-144 0,3-1 144 0,-1 2 0 0,0 1 139 0,-1 0-139 15,2 2 0-15,-1-3 256 0,-2 3-256 16,0 1 0-16,1-1 256 0,-1 4-256 0,-1-1 0 0,0 0 191 15,3-1-191-15,-1 1 0 0,0 0-51 0,0 1 51 0,0 2 0 16,0-1-128-16,-1 1 128 0,0 1 0 0,2-1-51 16,1-1 51-16,1 1 0 0,-1-1 60 0,0 1-60 0,-1 1 0 0,1-2 202 15,2 0-202-15,-1 0 0 0,1 1 186 0,1-3-186 0,1 0 0 0,-1 0 60 16,2 1-60-16,-1-2 0 0,0 2-45 16,1-1 45-16,2-2 0 0,0 1-103 15,0 0 103-15,3-1 0 0,-2-1-68 0,1-2 68 0,2 2 0 0,-1-1 21 16,0-1-21-16,4 0 0 0,-3-2 180 0,1 0-180 0,2-2 0 0,0 0 256 15,-1 1-256-15,4-2 0 0,-2 0 245 16,1-2-245-16,2 1 0 0,-1-2-31 0,2-3 31 0,1 0 0 16,-1-1-206-16,-1 2 206 0,2-3 0 0,-2 1-188 15,0-2 188-15,-2 1 0 0,2-1-177 0,-1-2 177 0,1 0 0 16,-1-2-114-16,0 0 114 0,-1-4 0 0,0 4 82 0,-2-1-82 0,-1-1 0 0,0 1 246 16,-2-1-246-16,0-1 0 0,-1 1 195 15,-1 0-195-15,1-2 0 0,-2 1-20 0,-2-1 20 16,-2-1 0-16,-1 2-178 0,0 2 178 0,-3 1 0 0,0-1-198 0,-1-1 198 0,-2-1 0 0,0 2-142 15,-3 1 142-15,-1-1 0 0,-1 2-55 16,0 1 55-16,-2-1 0 0,0 4 39 16,3 0-39-16,-2 0 0 0,0 1 111 0,-1 0-111 0,-2 0 0 0,2 1 81 15,1 2-81-15,0 0 0 0,-1 1-11 0,2 0 11 16,0 0 0-16,-1 1-92 0,2 0 92 0,1 1 0 0,0 0-60 16,2 0 60-16,0 2 0 0,1-1-3 0,1 2 3 0,0-1 0 0,2 1 38 15,1 0-38-15,1 2 0 0,0-1 45 16,1 0-45-16,1 2 0 0,1-1 48 0,2 1-48 0,3 0 0 0,-3 0 27 15,1-1-27-15,1 3 0 0,0-2 8 0,3 2-8 0,2 3 0 16,-3-3 18-16,2 1-18 0,0 2 0 0,-1-1 83 16,2 2-83-16,0 1 0 0,-1-1 121 0,0 0-121 0,-1-1 0 15,-1 0 136-15,-1 0-136 0,0 1 0 0,0 1 138 16,0 0-138-16,0 2 0 0,0-1 99 0,-1-1-99 0,0 1 0 0,0 1 13 16,-2-1-13-16,1 2 0 0,1-2-61 0,-3 1 61 15,1 0 0-15,0-1-85 0,0 1 85 0,0 0 0 0,0 0-139 16,-2-1 139-16,2 1 0 0,-2-1-193 0,2-2 193 0,0 0 0 0,-2 0-256 15,-1 0 256-15,-1-1 0 0,1-2-214 16,1-1 214-16,1-2 0 0,-1-1-125 0,-2 0 125 0,1-1 0 0,0 0-51 16,1-2 51-16,1-1 0 0,0-1-21 0,-3-1 21 0,1 0 0 0,0 0-1017 15,-2 1 1017-15,1 1 0 0</inkml:trace>
  <inkml:trace contextRef="#ctx0" brushRef="#br0" timeOffset="-207818.803">8567 8868 1024 0,'0'0'0'0,"0"0"0"0,0 0 0 0,0 0 0 0,0 0 256 0,0 0-256 0,0 0 0 16,0 0 256-16,0 0-256 0,0 0 0 0,4 6 256 15,2 3-256-15,1 4 0 0,-4-6 256 0,-3-3-256 0,0 1 0 0,1 2-159 16,1 0 159-16,1 5 0 0,-1-3-218 0,0 1 218 0,0 2 0 0,0-1-86 16,0 2 86-16,1 1 0 0,-1-3 124 0,-1 1-124 0,2-1 0 15,-1 1 256-15,-2 1-256 0,1 0 0 0,0-1 256 16,0-2-256-16,0 0 0 0,0 1 256 16,1 0-256-16,1 2 0 0,-1-3-46 0,0 0 46 0,0-2 0 0,0 0-196 15,0 1 196-15,4-1 0 0,-3 0-97 0,-2-2 97 0,1-1 0 16,0 1 41-16,0-1-41 0,0 0 0 0,0-1 256 0,0-1-256 0,0-1 0 0,0 1 256 15,0-2-256-15,0-1 0 0,2 0 256 0,0-1-256 16,1-2 0-16,-1 2 256 16,-2-3-256-16,1 0 0 0,0 0 256 0,1-1-256 0,2-2 0 0,-2 2 73 15,0-3-73-15,0-1 0 0,0 1-7 16,1 0 7-16,1-1 0 0,0 0 101 0,-1-2-101 0,0-1 0 0,0 2 196 16,-1-1-196-16,1 0 0 0,0 0 187 15,0-2-187-15,1-1 0 0,-1 2-18 0,-2 1 18 0,1 0 0 0,0 0-203 16,-1 0 203-16,0-2 0 0,0 3-256 0,0 1 256 0,0 0 0 0,0 0-256 15,0-1 256-15,0 0 0 0,-1 2-256 16,-1 1 256-16,-1 0 0 0,1 1-256 0,-2-1 256 0,1 2 0 0,0-1-256 16,0 0 256-16,0-2 0 0,0 3-256 0,-2 1 256 15,1 1 0-15,0 1-1228 0,2 3 1228 0,-1 0 0 0</inkml:trace>
  <inkml:trace contextRef="#ctx0" brushRef="#br0" timeOffset="-205088.323">9108 8704 1024 0,'0'0'0'0,"0"0"0"0,0 0 0 0,0 0 0 0,0 0 256 16,0 0-256-16,0 0 0 0,0 0 256 0,0 0-256 0,0 0 0 0,0 0 256 15,0 0-256-15,0 0 0 0,0 0 256 16,0 0-256-16,0 0 0 0,1 8 256 0,1 5-256 0,1 4 0 0,-1-10 256 0,-2-3-256 16,1-3 0-16,0 4 6 0,0-1-6 0,0 3 0 0,0-1-103 15,0 0 103-15,0 1 0 0,0 0 89 0,-2 1-89 0,1 2 0 16,0 0 256-16,-1 0-256 0,1 2 0 0,0-2 256 15,1 1-256-15,1 0 0 0,-1 0 256 0,-2 1-256 0,1 2 0 0,0-3 78 16,-2 2-78-16,1 1 0 0,0-1-79 0,2 0 79 16,-1 2 0-16,0-2-99 15,-2 1 99-15,1 0 0 0,0 0-46 0,2 0 46 0,-1 2 0 0,0-2 101 16,-2 0-101-16,1-1 0 0,0-1 148 0,2 2-148 0,-1-3 0 0,0 1-20 16,0-2 20-16,0 0 0 0,0 0-214 15,-2 0 214-15,0-1 0 0,2-1-256 0,-1 0 256 0,0-2 0 0,-1 1-256 16,-1-3 256-16,-1 1 0 0,1-2-233 15,1 0 233-15,0-2 0 0,0-1-47 0,-1-1 47 0,-1-2 0 0,1 1 148 16,0-1-148-16,0-1 0 0,2 3-1521 16,1 1 1521-16,1 1 0 0</inkml:trace>
  <inkml:trace contextRef="#ctx0" brushRef="#br0" timeOffset="-204746.418">9067 8719 1024 0,'0'0'0'15,"0"0"0"-15,0 0 0 0,0 0 0 0,0 0 256 0,0 0-256 0,0 0 0 0,5-2 256 16,3-2-256-16,3 1 0 0,-4 0 256 16,-3 2-256-16,-1-1 0 0,3-1 256 0,1 3-256 15,1-1 0-15,0 0 256 0,-1-1-256 0,0-1 0 0,0 2 90 16,2 0-90-16,0 0 0 0,-1 1-256 0,1 2 256 0,-1-1 0 0,0 0-18 0,1 1 18 0,3 1 0 0,-4 0 256 31,-1 1-256-31,0 2 0 0,0-1 256 0,-2 2-256 0,-1 0 0 0,0-1 256 0,-2 0-256 16,1 1 0-16,-1-1 203 0,-1 4-203 0,-1-1 0 0,-1-2-89 15,-1 3 89-15,-1-2 0 0,0 1-238 0,-2-1 238 0,-3 0 0 0,0 1-256 16,0 0 256-16,-1 2 0 0,-2-3-177 16,1 0 177-16,-4-1 0 0,1-1 5 0,3 0-5 15,-1 0 0-15,0-2-26 0,-1-1 26 0,-1 0 0 0,0-2-64 0,4-1 64 0,-3-1 0 0,7 1-1222 16,5 0 1222-16,5 0 0 0</inkml:trace>
  <inkml:trace contextRef="#ctx0" brushRef="#br0" timeOffset="-204401.3">9465 8444 1024 0,'0'0'0'0,"0"0"0"0,0 0 0 15,0 0 0-15,8 3 256 0,3 0-256 0,3 1 0 0,-4-2 256 0,-1 0-256 0,-1 0 0 0,3 1 256 0,-11-3-256 0,11 5 0 0,2 1 0 0,-1-1 256 32,1 4-256-32,2 2 0 0,-2-2 256 0,2 2-256 0,1 2 0 0,-1 2-123 15,-3 1 123-15,3 1 0 0,-2 2-101 16,-1 0 101-16,0 3 0 0,-2 0 256 0,-2 1-256 0,-1 2 0 0,-1 0 256 15,-1 1-256-15,-1 2 0 0,-1 0 256 16,-2-1-256-16,-2 3 0 0,-2 0 256 0,-2 3-256 0,-2 2 0 0,-2-3 74 16,-1 2-74-16,-3 0 0 0,-2 1-256 0,-2 1 256 15,-4 1 0-15,1-4-256 0,-2-2 256 0,-3 0 0 0,1-2-256 16,-2-2 256-16,-2-1 0 0,0-1-256 0,-3-3 256 16,-2 0 0-16,23-13-1130 0,10-9 1130 0,10-9 0 0</inkml:trace>
  <inkml:trace contextRef="#ctx0" brushRef="#br0" timeOffset="-203851.219">7522 8556 1024 0,'0'0'0'0,"0"0"0"0,0 0 0 0,0 0 0 0,0 0 256 0,0 0-256 0,0 0 0 0,-5-3 256 15,-3-1-256-15,-3-2 0 0,3 4 256 0,5 1-256 16,1 1 0-16,-2-1-20 0,-1 1 20 0,-1 1 0 0,-2 2-152 16,1 1 152-16,-3 0 0 0,1 3-175 0,-2 1 175 0,-1 1 0 15,1 0-147-15,-2 3 147 0,-1 1 0 0,1 2-32 0,0-1 32 0,-2 5 0 16,2-2 157-16,-1 2-157 0,1 1 0 0,-2 2 256 0,4 0-256 0,-1 1 0 15,0 1 254-15,2 3-254 16,1 1 0-16,-1-1 197 0,2 1-197 0,1 2 0 0,0-2 97 16,-1 1-97-16,3 2 0 0,1-2 25 0,3-1-25 0,0 1 0 0,1-1-32 15,1 1 32-15,1 2 0 0,0-1-34 0,1 0 34 0,1 1 0 0,3-2 14 16,0 2-14 0,4 1 0-16,0-1-33 0,1-1 33 0,2 1 0 0,3-2-134 0,2-1 134 0,1 0 0 0,2-1-138 15,4-1 138-15,2 0 0 0,-3-4-145 16,1-4 145-16,1-2 0 0,0-1-113 0,1-2 113 0,2-3 0 0,-2 0-107 15,2-3 107-15,1-1 0 0,-21-4-506 16,-10-2 506-16,-10-2 0 0</inkml:trace>
  <inkml:trace contextRef="#ctx0" brushRef="#br0" timeOffset="-203085.481">9871 8132 1024 0,'0'0'0'0,"0"0"0"0,0 0 0 0,0 0 0 0,0 0 256 15,0 0-256-15,0 0 0 0,2-4 256 0,1-2-256 0,1-3 0 0,-2 5 256 16,3 1-256-16,1 1 0 0,0-1 256 0,-1 1-256 0,3-3 0 16,-2 2-256-16,1-2 256 0,2 0 0 0,-1 2-256 15,1-1 256-15,2 2 0 0,-2 0 256 0,-1 1-256 0,0 1 0 0,2-1 256 16,-3 1-256-16,1-2 0 0,0 4 256 0,-1-1-256 16,0 2 0-16,0 0 256 0,1 1-256 0,2 2 0 0,-2-1 256 15,-2 2-256-15,1 0 0 0,1 0 256 0,-3 4-256 0,1-1 0 0,-1 1-137 16,0-3 137-16,-2 4 0 0,3 1-90 0,-3 0 90 15,1 3 0-15,-1 0 256 0,-1 1-256 0,-1 2 0 0,0 0 256 16,-1-1-256-16,-1 3 0 0,1 0 256 0,0 0-256 0,0 4 0 16,0-2 256-16,-2 1-256 0,1 1 0 0,0-1 226 15,0 1-226-15,0 2 0 0,-1-1-232 0,1 0 232 16,-2 4 0-16,1-4-250 0,-1 2 250 0,-3 0 0 0,3 0 189 16,0-1-189-16,-1 0 0 0,2 1 256 0,1 0-256 0,1 2 0 0,-1-2 37 15,0 0-37-15,0 1 0 0,0-1 0 0,-1-2 0 16,-1 2 0-16,1-1 0 0,-1-1 0 0,1-1 0 0,2 0 0 15,1 3 0-15,2-1 0 0,-2-2 0 0,0-2 0 0,0 1 0 0,0-1 0 16,0-1 0-16,0-1 0 0,0-1 0 16,0-2 0-16,0-2 0 0,0 1 0 0,-2 0 0 0,1-1 0 0,0-1 0 15,0-2 0-15,0-2 0 0,-1 2 0 0,0-1 0 0,-1 1 0 16,1-3 0-16,-1-1 0 0,-2-1 0 0,1 2 0 16,-1-2 0-16,-1 3 0 0,-1-2 0 15,-2-2 0-15,-3 0 0 0,0-1 0 0,-2 0 0 0,-3 0 0 0,-2 0 0 16,-2 0 0-16,-5 1 0 0,0-3 0 0,-4 1 0 15,-2-1 0-15,-1-1 0 0,-4 1 0 0,-3-2 0 0,0 1 0 16,-4-1 0-16,-3-1 0 0,1-1-170 0,-2 0 170 0,-2-3 0 0,32 3-2901 16,17 0 2901-16,17 0 0 0</inkml:trace>
  <inkml:trace contextRef="#ctx0" brushRef="#br0" timeOffset="-201997.895">3679 8288 1024 0,'0'0'0'0,"0"0"0"0,0 0 0 0,0 0 0 0,0 0 0 0,0 0 0 16,0 0 0-16,0 0 0 0,0 0 0 0,0 0 0 0,-5-3 0 15,-1-1 0-15,-2-2 0 0,3 3 0 0,1 1 0 0,1 0 0 16,-5 0 0-16,3-1 0 0,-4-1 0 0,0 2 8 0,-4 0-8 16,0 0 0-16,0 0-8 0,0 1 8 0,-3 1 0 0,2 0 0 15,-1 1 0-15,-2 1 0 0,2-1 0 0,-1 1 0 16,-1 1 0-16,2 0 0 0,-2-1 0 0,0 2 0 0,0 0 0 16,1 2 0-16,-1 1 0 0,1-1 0 0,0 2 0 0,0 0 0 0,0-2 0 15,2 3 0-15,0-2 0 0,0 1 28 0,1 2-28 16,0 0 0-16,-1-1-28 0,2-1 28 0,0 0 0 0,0 2 0 15,1-1 0-15,3 3 0 0,-3-1 0 0,3 0 0 0,-1-1 0 0,1 0 0 16,2 1 0-16,0 1 0 0,0-1 0 16,0 1 0-16,-2 2 0 0,2-1 221 0,3 0-221 0,0 2 0 0,-1-1 256 15,2 1-256-15,-1 0 0 0,0 3 186 0,2-1-186 0,-2 2 0 0,1 1-3 16,-1-1 3-16,-1 2 0 0,2 0 51 16,-2 1-51-16,0 2 0 0,0-1-23 0,2 2 23 0,-3 2 0 0,3-1 38 15,-1 2-38-15,0 0 0 0,0 0 112 0,0 2-112 0,0 0 0 16,0 0 189-16,0 1-189 0,0 0 0 0,1 1 9 15,-3 0-9-15,1 2 0 0,0-1-138 0,2 0 138 0,-1 2 0 0,0-1-139 16,-1 2 139-16,-1 1 0 0,0-1 23 16,1 0-23-16,0 0 0 0,1 0 245 0,-2-1-245 0,0 1 0 0,0-1 256 15,1 0-256-15,0-1 0 0,0-1 256 16,0-2-256-16,0 0 0 0,0-1 256 0,0-2-256 0,0 0 0 16,-1-1 256-16,2 0-256 0,-1 0 0 0,2-2 256 0,0-2-256 15,1-1 0-15,-1 2 256 0,0-1-256 0,0-1 0 0,0-3 256 16,0-1-256-16,0-4 0 0,0 2 252 0,0-2-252 15,1-1 0-15,0 0 0 0,1-2 0 0,1-2 0 0,-1-1 0 16,0 0 0-16,0-2 0 0,1 0 0 0,1-1 0 0,0-1 0 0,-1 0 0 16,1-1 0-16,1 0 0 0,-1 0 0 15,1 0 0-15,1-1 0 0,-2 1 0 0,3-1 0 0,1-2 0 0,-1 1 0 16,1-1 0-16,1-1 0 0,0 0 0 0,2 0 0 0,0-2 0 0,1 2 0 16,4-2 0-16,0-1 0 0,1 0 0 0,0 1 0 0,2-2 0 0,-2-1 0 15,2 0 0-15,0-1 0 0,1 0 0 0,1 1 0 16,2 0 0-16,-14 3-3071 15,-7 3 3071-15,-7 3 0 0</inkml:trace>
  <inkml:trace contextRef="#ctx0" brushRef="#br0" timeOffset="-200886.393">10360 8587 1024 0,'0'0'0'0,"0"0"0"0,0 0 0 15,0 0 0-15,0 0 256 0,0 0-256 0,0 0 0 0,0 0 256 16,0 0-256-16,0 0 0 0,0 0 256 0,0 0-256 0,0 0 0 0,3 10 256 0,0 6-256 15,1 5 0-15,-1-11-49 0,0-4 49 0,0-3 0 0,0 6-256 16,0 0 256-16,4 2 0 0,-3-1-256 16,-2 1 256-16,1 2 0 0,0-1-138 0,0 3 138 0,0-1 0 15,0 0 218-15,0 0-218 0,0 2 0 0,0 0 256 0,-2-2-256 0,-1 0 0 16,1 1 238-16,1 1-238 0,1 1 0 0,-1-2 61 16,-2 1-61-16,1 1 0 0,0-2-96 15,0-1 96-15,0 0 0 0,0 1-170 0,0-2 170 0,0 0 0 0,0-1-111 16,1-2 111-16,1 0 0 0,-1 1 129 0,-2-3-129 15,1 1 0-15,0-1 256 0,1-2-256 0,2-1 0 0,-2 1 256 0,0-3-256 0,0 2 0 0,0-3 256 32,1 0-256-32,1 0 0 0,-1-2 256 0,0-2-256 0,0 0 0 0,0 1 256 0,1 0-256 0,-1-4 0 0,2 2 38 15,0-4-38-15,3-1 0 16,-2 1-180-16,1-2 180 0,-1-1 0 0,0 1 147 0,1-2-147 0,2-3 0 0,-3 1 256 16,2-1-256-16,1-1 0 0,0 1 256 0,-2 0-256 15,-1-1 0-15,1 0 256 0,1-1-256 0,-1-2 0 0,0 3 168 16,0 0-168-16,0-1 0 0,1 1 0 0,-3-1 0 15,1-1 0-15,-1 3 0 0,2-1 0 0,1 0 0 0,-1 1 0 0,-2 1 0 0,1-1 0 16,1 1 0 0,-3 0 0-16,1-1 0 0,0 2 0 0,0 1 0 15,0 2 0-15,0-1 0 0,-1 1 0 0,0-1 0 0,0 2 0 0,0 1 0 0,0 0 0 0,0 1-225 16,-2-2 225-16,1-1 0 16,-1 4-256-16,3 0 256 0,-2 1 0 0,0-2-256 0,1 1 256 15,2 0 0-15,-2 0-256 0,0-1 256 0,2 0 0 0,-4 3-2078 16,-3 3 2078-16,0 3 0 0</inkml:trace>
  <inkml:trace contextRef="#ctx0" brushRef="#br0" timeOffset="-200512.328">11493 8359 1024 0,'0'0'0'0,"0"0"0"16,0 0 0-16,0 0 0 0,0 0 256 0,0 0-256 0,0 0 0 0,2 4 256 0,1 5-256 0,2 0 0 16,-2-2 256-16,-2-2-256 0,1-1 0 0,0 3 256 15,0 0-256-15,0 1 0 0,0-1 256 0,-2 4-256 0,1-1 0 16,0 2 256-16,0 3-256 0,0-1 0 0,0 1 256 0,-2 0-256 15,1-1 0-15,0 3 256 0,0 0-256 0,0 0 0 0,0 1 256 16,0-1-256-16,0-1 0 0,0 1 256 0,-2 0-256 0,1 3 0 16,1-4 256-16,-2 1-256 0,0 0 0 0,0-1-134 15,2 1 134-15,-1 0 0 0,0-1-256 0,-1-1 256 0,-2-2 0 0,3 2-256 16,-1-2 256-16,-1 1 0 0,1-5-256 0,-1 1 256 0,-1-4 0 16,1 0-256-16,0-1 256 0,0-1 0 0,0 0-241 15,0-2 241-15,0-1 0 0,2 0-1417 0,1-1 1417 16,1-1 0-16</inkml:trace>
  <inkml:trace contextRef="#ctx0" brushRef="#br0" timeOffset="-199870.359">11401 8574 1024 0,'0'0'0'0,"0"0"0"0,0 0 0 0,0 0 0 0,0-4 256 0,-2-3-256 0,1-1 0 0,1 2 256 15,1 0-256-15,1-1 0 0,-1 0 256 0,1-1-256 0,2-2 0 0,-2 0 256 16,1 0-256-16,1-2 0 0,-1 1 256 0,1 0-256 0,1-2 0 0,0 1 256 15,2 1-256 1,0 0 0-16,-1 0-256 0,1-1 256 0,4 0 0 0,-4 0-256 0,1 2 256 16,1 0 0-16,2 0 230 0,-1 1-230 0,2 0 0 15,1 1 256-15,-1 4-256 0,2 0 0 16,-3 0 256-16,3 2-256 0,-1-1 0 0,0 1 256 0,1-1-256 0,2 1 0 0,-2 2 256 0,-2 2-256 0,0 0 0 16,0-1-28-16,1 4 28 0,4-2 0 0,-6 1-256 15,2 1 256-15,-3 2 0 0,0-1-235 0,0 1 235 16,-2 2 0-16,0-1 256 0,-1 0-256 0,0 1 0 0,-2 0 256 15,-1 2-256-15,-1 1 0 0,-1-2 147 16,-2 4-147-16,-2 0 0 0,-1-1-168 0,0-1 168 0,-3 1 0 16,-2-2-256-16,-1 1 256 0,-2-1 0 0,0 1-256 0,-1 0 256 0,-3 2 0 0,1-2-256 15,1 0 256-15,-4-1 0 0,3 0 89 16,-2 0-89-16,-1-1 0 0,1-1 256 16,1 0-256-16,-3-2 0 0,5 0 256 0,0 1-256 0,3-1 0 15,-2-1 95-15,2-2-95 0,1 1 0 0,1 1-159 0,0-2 159 0,2-1 0 0,0 0-122 0,0-1 122 0,2 0 0 16,-1-1-72-1,2 2 72-15,1-1 0 0,1-1 37 0,1 0-37 0,1 0 0 16,1-1 203-16,1 0-203 0,2 0 0 0,-3 0 224 16,3 2-224-16,1-1 0 0,0-1 59 0,1 1-59 0,2 1 0 0,-2-1-196 0,1 1 196 0,2 1 0 15,-1-1-249-15,1 0 249 0,2 1 0 16,-2 0-112-16,1 2 112 0,2-1 0 0,-2 0 90 0,1 2-90 0,3 0 0 0,-3 0 256 16,0 0-256-16,-1 1 0 15,0-1 256-15,0 0-256 0,-2 1 0 0,0-1 256 0,3 2-256 0,-2 0 0 0,0 0 256 16,-1-1-256-16,0 0 0 0,0 0 166 15,1 2-166-15,-1 0 0 0,0-1 0 0,-1 0 0 0,1-1 0 0,0 0 0 0,-2 0 0 16,2 1 0-16,-2-3 0 0,-1 2 0 0,-1-1 0 0,1 0 0 16,1 0 0-16,-1 1 0 0,-1-1 0 15,0-1 0-15,-2 0 0 0,1 0-167 0,-1 1 167 0,-1 0 0 0,2-3-256 16,-3 0 256-16,1-1 0 16,0 0-256-16,0 2 256 0,0 0 0 0,-1-1-256 0,-1-3 256 15,-1 1 0-15,1-1-256 0,0 0 256 0,0 0 0 0,0-1-256 16,-2-2 256-16,1 0 0 0,0 2-1624 0,2 2 1624 0,-1-1 0 15</inkml:trace>
  <inkml:trace contextRef="#ctx0" brushRef="#br0" timeOffset="-178801.401">3306 11067 1024 0,'0'0'0'0,"0"0"0"0,0 0 0 0,0 0 0 0,0 0 256 16,0 0-256-16,0 0 0 0,9 3-19 0,4 2 19 16,4 2 0-16,-8-5-235 15,-2-2 235-15,-2-2 0 0,3 2-2 0,3-1 2 16,2-2 0-16,-1 3 0 0,-1-2 0 0,4 2 0 0,-2-1 205 15,2-2-205-15,0 0 0 0,0 2 256 0,0-2-256 16,2 2 0-16,-2-2 256 0,0-1-256 0,0 0 0 0,1 2 110 16,-2-1-110-16,-1-1 0 0,2 0-31 0,-2 1 31 15,1 0 0-15,-2 1-110 0,0-2 110 0,-2 1 0 0,0 0-37 0,0 1 37 0,-2 1 0 16,-1-1 26-16,-1-1-26 0,-1-2 0 0,1 3 40 16,-2 1-40-16,-2 1 0 0,2-1 80 0,-2-1-80 0,-1-1 0 0,1 2 102 15,-2-1-102-15,1 2 0 0,0-1 177 16,-2 1-177-16,1 1 0 0,0-1 253 0,-2 0-253 0,1 0 0 0,0 0 190 15,0 0-190-15,0 0 0 0,0 0 169 0,0 2-169 0,-1-1 0 0,2 0 117 16,-1 1-117-16,0 1 0 0,0-1 126 0,-1 2-126 0,-1-1 0 16,0 3 89-16,1-1-89 0,0 3 0 0,0 0 154 15,0 0-154-15,0 2 0 0,0-1 101 16,0 2-101-16,0 1 0 0,0-1 182 0,0 1-182 0,0 2 0 0,0 0-15 16,2-1 15-16,-1 2 0 0,0-2 30 0,0 2-30 0,0 1 0 0,0 0 124 15,2 0-124-15,-1 2 0 0,0-1 237 16,1 0-237-16,0 0 0 0,-1 0 98 0,1 3-98 0,1-1 0 0,-1 0-55 15,0-1 55-15,0-1 0 0,0 0 157 0,0 2-157 0,0-1 0 0,0-1 40 16,-2 0-40-16,1 0 0 0,0-4 0 0,-2 1 0 16,1-4 0-16,0 0-26 0,2 1 26 0,-1-3 0 0,0-2-253 15,0-1 253-15,0-4 0 0,0 2-2792 0,0-3 2792 0,0-3 0 0</inkml:trace>
  <inkml:trace contextRef="#ctx0" brushRef="#br0" timeOffset="-178424.914">4104 11003 1024 0,'0'0'0'0,"0"0"0"0,0 0 0 15,0 0 0-15,0 0 256 0,0 0-256 0,0 0 0 0,1 6-19 0,1 3 19 0,2 1 0 0,-2-2-75 16,0-1 75-16,0-3 0 0,-1 5 256 16,3 0-256-16,0 2 0 0,-4-11 0 0,3 11 256 0,0 1-256 0,0 3 0 0,1-1 256 15,-3 3-256-15,1 2 0 0,0-2 256 0,1 1-256 0,1 1 0 0,-1-2 256 16,-2 1-256-16,1 1 0 0,0-1 9 16,-2 0-9-16,1 2 0 0,0-2-5 0,-2 1 5 0,1 1 0 0,0-2-42 15,2 1 42-15,-1-2 0 0,-1 0 208 16,-1-1-208-16,-1 1 0 0,-1-1 66 0,0-2-66 0,-1 0 0 0,1-1 115 15,-1-1-115-15,-2-2 0 0,2 0 208 0,-1-1-208 16,-1-3 0-16,1-2 256 16,2-1-256-16,-1-3 0 0,-1-1 256 0,0-1-256 0,-1-2 0 0,1 0 66 0,2-2-66 0,-1-3 0 0,0 0-256 15,-1-3 256-15,1-1 0 0,1 9-2323 16,3 4 2323-16,3 4 0 0</inkml:trace>
  <inkml:trace contextRef="#ctx0" brushRef="#br0" timeOffset="-178133.032">4063 11196 1024 0,'0'0'0'0,"0"0"0"0,0 0 0 0,0 0 0 0,-1-5 256 0,-1-3-256 0,-1-1 0 0,1 3 256 15,2 0-256-15,-1 1 0 0,1-1 256 16,1-2-256 0,1-3 0-16,-1 2 256 0,0 0-256 0,0-2 0 0,2 2 256 0,0-1-256 0,4-2 0 0,-2 2 256 15,0-1-256-15,1 1 0 0,1-1 256 0,0-1-256 0,4 0 0 0,-2 2 256 16,1 1-256-16,1 0 0 0,0 1-256 0,0 0 256 0,3 2 0 16,-3-1-135-1,2 2 135-15,0 1 0 0,-1 1 35 0,2 3-35 0,1 0 0 0,-1 0 138 16,-2 2-138-16,0 2 0 0,0-1-31 0,-1 1 31 0,1 2 0 0,-2 0 38 15,-2 3-38-15,-1 1 0 0,1-1-96 0,-2 2 96 0,1 0 0 0,-3 1-141 0,-2-3 141 16,-2 2 0-16,1-2-74 16,-1 3 74-16,-1-1 0 0,-1 0 22 15,-2 0-22-15,-2 1 0 0,1-1 256 0,-2 0-256 0,0-1 0 0,-1 1-46 16,-3 0 46-16,-2 1 0 0,2-1 165 0,0-4-165 0,-4 0 0 0,1 0 256 16,-1 0-256-16,-2-1 0 0,2-2 256 0,1-1-256 0,0-1 0 0,9-1-2435 31,5-1 2435-31,5-1 0 0</inkml:trace>
  <inkml:trace contextRef="#ctx0" brushRef="#br0" timeOffset="-177586.249">4666 11091 1024 0,'0'0'0'0,"0"0"0"0,0 0 0 0,0 0 0 0,0 0 40 0,0 0-40 0,0 0 0 0,0 0-40 16,0 0 40-16,0 0 0 0,4 4 0 0,3 2 0 0,1 3 0 15,-3-2 0-15,0-1 0 0,-2 3 0 0,1-1 57 0,1 2-57 0,1 1 0 0,-1-1 93 16,-2 0-93-16,2 2 0 0,-2-2-35 15,2 3 35-15,-1 1 0 0,-1-1-19 0,-1-1 19 0,-1 1 0 0,1 0 28 16,0 0-28-16,0 2 0 0,0-2 114 16,1-1-114-16,2 1 0 0,-2-1-1 0,-2 2 1 0,1 2 0 0,0-4-26 15,0-1 26-15,0-1 0 0,0 2-82 0,0-2 82 16,0 0 0-16,0 0 76 0,0 0-76 0,0-1 0 0,1-2 114 16,-3 0-114-16,1-3 0 0,0 3 125 0,1-1-125 0,1-2 0 15,-2 0 166-15,-1-1-166 0,-1 0 0 0,1-2-22 16,2 1 22-16,-1-2 0 0,0-2 76 0,1-1-76 0,1 0 0 0,-1 0 104 15,1-2-104-15,1-2 0 0,-1 0 256 0,2 0-256 16,1-1 0-16,-1-2 236 0,-2 1-236 0,1-4 0 0,0 3 172 16,2-1-172-16,0-2 0 0,-1 1 134 0,-2-3-134 0,1 0 0 0,0 2 129 15,1 1-129-15,2 0 0 0,-2 0 43 0,-2 0-43 0,1-2 0 16,0 3 120-16,0 1-120 0,0 0 0 0,0 0 145 16,0-1-145-16,3 3 0 0,-4-1 153 15,-1 1-153-15,-1 3 0 0,1-2-38 0,1-1 38 0,1 0 0 0,-2 3-125 16,0-1 125-16,-2 2 0 0,1-1-183 0,-2 2 183 0,1-2 0 0,0 2-251 15,0 0 251-15,0 0 0 0,0 0-256 16,0 2 256-16,0-1 0 0,0 0-140 0,0 0 140 0,0-2 0 0,0 4-1163 16,0 0 1163-16,0 0 0 0</inkml:trace>
  <inkml:trace contextRef="#ctx0" brushRef="#br0" timeOffset="-176578.316">5373 11022 1024 0,'0'0'0'0,"0"0"0"0,0 0 0 0,0 0 0 0,0 0 13 16,0 0-13-16,0 0 0 0,0 0 59 0,0 0-59 0,0 0 0 0,0 0-43 16,0 0 43-16,0 0 0 0,0 0 46 15,0 0-46-15,0 0 0 0,0 0-52 0,0 0 52 0,0 0 0 0,0 0 106 0,0 0-106 16,0 0 0-1,0 0 135-15,0 0-135 0,0 0 0 0,0 0 98 0,0 0-98 0,0 0 0 0,0 0 9 0,0 0-9 0,0 0 0 16,0 0-120-16,0 0 120 0,0 0 0 0,0 0-104 16,0 0 104-1,0 0 0-15,0 0-8 0,0 0 8 0,0 0 0 0,0 0 87 0,0 0-87 16,0 0 0-16,0 0 95 0,0 0-95 0,0 0 0 0,-1 2 151 0,-2 0-151 0,-1 3 0 0,2-2 100 16,-2 0-100-16,-2 0 0 0,2 1 161 15,-1 2-161 1,-2 1 0-16,2-2 76 0,-1 1-76 0,-1 2 0 0,1-2 83 0,-2 3-83 0,0 1 0 15,1-2 17-15,-1 2-17 0,-3 0 0 0,2 0-80 16,3 0 80-16,0 2 0 0,-2-1-37 16,1 1 37-16,0 2 0 0,0-1-50 0,-1-1 50 0,1 2 0 0,0-3 2 15,2 3-2-15,-1-1 0 0,0-1 44 0,1 2-44 16,2 0 0-16,0-1 104 0,1 2-104 0,1-2 0 0,-1 0 114 16,2 0-114-16,-1 2 0 0,2-1 126 0,1 0-126 0,1 0 0 0,-1-2 24 15,1-1-24-15,1 0 0 0,2 1 46 16,-1 0-46-16,3-1 0 0,-1 0 26 0,1 0-26 0,2-1 0 0,-2-1 25 15,3 0-25-15,2-2 0 0,-3-1-62 0,1-1 62 0,2 0 0 0,-1-2-25 16,2 2 25-16,0-4 0 0,-1 2-3 16,1-1 3-16,1 0 0 0,-2-3 45 0,-1-1-45 0,1-2 0 0,0 3 50 15,-1-4-50-15,0 2 0 0,0-3 97 0,1-1-97 0,-1-3 0 0,1 3 140 16,-2-1-140-16,0-2 0 0,0-1 126 16,-2 1-126-16,-1-4 0 0,2 3 21 0,-3-2-21 0,1 0 0 0,-1-1-34 15,1 0 34-15,-3-3 0 0,0 2-44 0,-2 1 44 0,-2-1 0 16,1 0-9-16,0-2 9 0,-2-1 0 15,0 1-9-15,-2 1 9 0,-2-2 0 0,-1 1-47 0,-2 0 47 16,-2 1 0-16,2-1 256 0,-1 2-256 0,-2-1 0 0,0 1-247 16,0 0 247-16,-4 0 0 0,2 2 57 15,-1 1-57-15,-2 0 0 0,2 0 67 0,-2 2-67 0,0 0 0 16,0 2 22-16,1 1-22 0,-2 0 0 0,3 2-34 16,0 3 34-16,1 0 0 0,1 0-124 0,0 1 124 0,2 1 0 0,0 1-124 15,0 1 124-15,2 1 0 0,0-1-108 16,1 2 108-16,1-1 0 0,0 3-57 0,3-1 57 0,1 3 0 0,0 1-2 0,1-1 2 15,1 5 0-15,2-4 67 0,3 2-67 16,1 2 0-16,-1 0 117 0,2 1-117 0,4 1 0 0,-3-1 97 16,0 1-97-16,4-1 0 0,-2 4 55 0,2 0-55 0,4 1 0 0,-4-1 5 0,2-1-5 15,0 1 0-15,0-1 10 0,-3 2-10 0,2-1 0 0,-1 0-11 16,0 1 11-16,-1 1 0 0,-1-1-37 16,0 1 37-16,-2 1 0 0,0-2-39 0,0 0 39 0,-2 0 0 0,-1 0-16 15,-1 0 16-15,-1 0 0 16,0-1 24-16,3-2-24 0,-1 0 0 0,-2 0 18 0,-1-1-18 0,-1-2 0 15,0 1 36-15,0 0-36 0,0-1 0 0,0-1 9 0,0 0-9 0,0-1 0 0,1-3-28 16,0-3 28-16,1-2 0 0,-1 0-106 16,0-1 106-16,0-1 0 0,1-3-136 0,1-1 136 0,2-1 0 0,-5 3-1270 15,-2 1 1270-15,-2 1 0 0</inkml:trace>
  <inkml:trace contextRef="#ctx0" brushRef="#br0" timeOffset="-176080.319">5906 11089 1024 0,'0'0'0'0,"0"0"256"16,0 0-256-16,0 0 0 0,0 0 256 0,0 0-256 15,0 0 0-15,0 0 218 0,0 0-218 0,0 0 0 0,0 0 50 16,0 0-50-16,0 0 0 0,3 5 165 0,2 5-165 0,2 3 0 0,-4-5 16 15,2-1-16-15,-3 0 0 0,1 1-135 0,0 2 135 0,0 1 0 0,0-3-215 16,0 2 215-16,0 0 0 0,0 0-74 16,1-1 74-16,-1 2 0 0,0 2 158 0,0-2-158 0,0 1 0 0,0-2 256 0,0 1-256 0,-1-1 0 0,2 0 254 15,-3 2-254-15,1 1 0 0,0-2 113 16,1-3-113-16,-1 1 0 16,0-1-106-16,-2-1 106 0,1 0 0 0,0 0-60 15,0 0 60-15,0-2 0 0,0 1 0 0,0-1 0 0,0 1 0 0,0-4 199 16,0 0-199-16,0-1 0 0,0 1 138 0,-2 0-138 0,1 1 0 0,0-4 30 15,2-2-30-15,-1 0 0 0,0-1-32 16,0-1 32-16,0-2 0 0,1 0 72 0,1-2-72 16,2-3 0-16,-2 2 144 0,1-2-144 0,2 0 0 0,-2-1 74 15,2-1-74-15,0-1 0 0,1 1 125 0,-3 0-125 0,1-1 0 16,0 1 173-16,1-2-173 0,2 1 0 0,-2 0 256 16,-2 0-256-16,1 2 0 0,0-2-114 15,-1 1 114-15,0 1 0 0,1-1-237 0,-2-1 237 0,-1 0 0 0,1 1-256 16,-2-1 256-16,1 2 0 0,0 1-256 15,0 1 256-15,0 0 0 0,0-1-101 0,-1 0 101 0,2 1 0 16,0 1 59-16,-1 0-59 0,0 2 0 0,4-3 74 16,4 0-74-16,2-2 0 0,-9 9-1500 0,-3 4 1500 0,-3 4 0 0</inkml:trace>
  <inkml:trace contextRef="#ctx0" brushRef="#br0" timeOffset="-175735.771">6405 10819 1024 0,'0'0'0'0,"0"0"0"0,0 0 0 0,0 0 0 0,0 0 256 0,0 0-256 0,0 0 0 0,1 6 22 15,1 2-22-15,1 3 0 0,-1-4 101 0,0-1-101 0,1 1 0 0,-1 1 100 16,0 1-100-16,0 3 0 0,-2-12 0 0,2 10 100 0,0 3-100 0,0 1 0 15,0-1 256-15,-2 1-256 0,1 0 0 16,0 2-113-16,0 0 113 0,0 2 0 0,0 0 132 16,0 0-132-16,0 3 0 0,0-2 196 0,0 2-196 0,0 0 0 0,0-3 110 15,1 3-110-15,2-1 0 0,-3 0-18 0,-1-1 18 16,-1 0 0-16,1-2-206 0,0 2 206 0,0-3 0 0,0 0-241 16,-3-3 241-16,2 0 0 0,0-1-168 15,-1-3 168-15,-1-2 0 0,1 0-48 0,-1-2 48 0,-3-1 0 0,4-2 17 0,0-1-17 16,1-1 0-16,-1-3 32 0,0-2-32 0,-1-2 0 0,2 5-528 15,1 2 528-15,1 2 0 0</inkml:trace>
  <inkml:trace contextRef="#ctx0" brushRef="#br0" timeOffset="-175276.163">6380 11012 1024 0,'0'0'0'0,"0"0"0"0,0 0 0 0,0 0 0 0,0 0 256 0,0 0-256 15,0 0 0-15,0-6 256 0,-2-4-256 0,0-3 0 0,2 5 256 16,2 1-256-16,0 1 0 0,0-3 256 0,1 1-256 0,2-1 0 0,-2-1 256 0,0 2-256 0,0-3 0 0,0 3-161 15,3-2 161-15,0 0 0 0,0 1-251 16,0 0 251-16,1-1 0 0,0 3-256 16,3 0 256-16,2 2 0 0,-3 1-188 0,3 0 188 0,-1-1 0 0,-1 2 153 15,2 1-153-15,0 2 0 0,-1 0 209 0,-1 0-209 0,0 2 0 0,-1-1 62 16,3 0-62-16,-1 0 0 0,-2 4-95 16,-1-1 95-16,-3 3 0 0,0-1-256 0,-1 2 256 0,-1 0 0 0,-1 2 256 15,-1-1-256-15,-1 4 0 0,-1-2-166 16,-1 1 166-16,-1 0 0 0,0-1 256 15,-2 3-256-15,-3-1 0 0,1-1 255 0,1 1-255 0,-3 0 0 0,1-1 99 16,-2-2-99-16,0-1 0 16,1 0 1-16,1 0-1 0,0-1 0 0,0-1-24 0,2 1 24 15,-2-2 0-15,2-1-29 0,0 1 29 0,2-4 0 0,-1 1 5 16,1 0-5-16,0 0 0 0,-1 0 97 0,2 0-97 16,1 0 0-16,0 0 139 0,1 0-139 0,1-1 0 0,1 0-9 0,1 0 9 0,1-1 0 15,-1 2-27-15,1 1 27 0,2 2 0 0,1-1 34 0,2-1-34 0,3 3 0 16,-2-1 107-16,1 2-107 15,0 0 0-15,1 0-53 0,-1 0 53 0,4-2 0 0,-3 0-187 0,1 2 187 0,2 1 0 0,-3-3-169 16,-1 2 169-16,0-1 0 0,-1 0-116 16,-1 0 116-16,0 2 0 0,-1-3-53 0,0 0 53 0,-2 0 0 0,0-2-82 15,-1 1 82-15,0-1 0 0,0 0 53 0,-2-1-53 0,1 0 0 0,0-2 7 32,-2 0-7-32,1 0 0 0,-1-1-891 0,-1 0 891 0,-1 0 0 0</inkml:trace>
  <inkml:trace contextRef="#ctx0" brushRef="#br0" timeOffset="-174592.901">6880 10519 1024 0,'0'0'0'0,"0"0"0"0,0 0 0 0,0 0 0 0,0 0 256 0,0 0-256 16,0 0 0-16,0 0 185 0,0 0-185 0,0 0 0 0,0 0 131 15,0 0-131-15,0 0 0 0,0 0 118 0,0 0-118 0,0 0 0 0,0 0 19 16,0 0-19-16,0 0 0 0,0 0 256 16,0 0-256-16,0 0 0 0,6 7-118 0,4 4 118 15,5 3 0-15,-9-9-29 0,-4-4 29 0,-1-1 0 0,2 2-57 16,1 1 57-16,1-2 0 0,-2 1 13 16,4 1-13-16,0-1 0 0,-2 2 203 0,0 0-203 0,1 4 0 0,0-3 254 15,1 0-254-15,2 0 0 0,-2 1 121 0,0 2-121 16,1 1 0-16,-1-2 4 0,0 0-4 0,0 1 0 0,1 1-147 0,-1 1 147 0,0 1 0 0,0 1-109 15,1 0 109-15,-1 0 0 0,0 0-28 16,0 2 28-16,-1 1 0 0,2 1 122 16,-3 1-122-16,-1 0 0 0,1 1 182 0,1 1-182 0,2 2 0 0,-4-1 126 0,-1 0-126 0,-1 3 0 15,1 0 42-15,-2 2-42 0,1 2 0 0,-1-1-9 16,-1 2 9-16,2 0 0 16,-1 0-41-16,-2 0 41 0,1 2 0 0,-2-2-75 0,-1 1 75 0,-1 2 0 0,-1-2-28 15,-2 1 28-15,-3-1 0 0,1 0 23 16,-5 0-23-16,2 2 0 0,-4-2 21 0,-3 0-21 0,-5 1 0 0,0-3-95 15,-2-2 95-15,-7-1 0 0,5-2-106 0,-2-4 106 0,-2-1 0 16,21-11-1234-16,11-6 1234 0,11-6 0 0</inkml:trace>
  <inkml:trace contextRef="#ctx0" brushRef="#br0" timeOffset="-173957.546">3612 10608 1024 0,'0'0'0'0,"0"0"0"0,0 0 0 0,0 0 0 0,0 0 256 0,0 0-256 15,0 0 0-15,0 0-231 0,0 0 231 0,0 0 0 0,0 0 47 0,0 0-47 16,0 0 0-16,-7 0 256 0,-4 0-256 0,-5 0 0 0,8 1 256 16,2-1-256-16,1 3 0 0,-3 0 256 0,0 1-256 15,-2 2 0-15,0-3 256 0,-2 3-256 16,0 0 0-16,0 1 256 0,0 2-256 0,-1 0 0 0,-1 1-256 0,0 2 256 15,-3 1 0-15,3-1-256 0,0 0 256 0,2 2 0 0,-2-1 256 16,-1 0-256-16,0 1 0 0,2 3 7 0,-3 0-7 16,0 3 0-16,0 1 212 0,2 1-212 0,0 2 0 0,1 1 256 15,0 1-256-15,1 2 0 0,1-2 143 0,1 1-143 0,0-1 0 16,0 4 256-16,0 1-256 0,-1 2 0 0,3-2-256 0,1 1 256 16,-1 0 0-16,2-2-256 0,2 0 256 0,2-2 0 0,0 2-256 15,1-1 256-15,1 1 0 0,1 0 256 0,4 2-256 0,1 1 0 16,1-1 256-16,1-1-256 0,2 0 0 0,3 0 229 15,2 1-229-15,3 1 0 0,2-4-22 0,3-1 22 0,3 0 0 0,-2-3 256 16,2-2-256-16,0-2 0 0,1-1-193 0,0-4 193 16,3 0 0-16,-21-11-1984 0,-9-5 1984 0,-9-5 0 0</inkml:trace>
  <inkml:trace contextRef="#ctx0" brushRef="#br0" timeOffset="-173079.228">7553 10860 1024 0,'0'0'0'0,"0"0"256"0,0 0-256 0,0 0 0 0,0 0 256 0,0 0-256 0,0 0 0 0,0 0 256 16,0 0-256-16,0 0 0 0,0 0 256 0,0 0-256 0,0 0 0 0,0 4 103 15,0 1-103-15,0 2 0 0,0-2-164 0,0 1 164 16,0 0 0-16,0 0-90 0,0 1 90 0,0 1 0 0,0 0 81 16,0 1-81-16,0 3 0 0,0-4 256 0,0 3-256 0,0 1 0 15,0-2 256-15,-2 2-256 0,1 1 0 0,0-1 256 16,0 0-256-16,-1 2 0 0,2-2 112 0,-2 2-112 0,-1 0 0 16,1 0-256-16,-1-1 256 0,-1-1 0 0,1 1-256 0,-2-1 256 15,0 4 0-15,1-5-256 0,-1 1 256 0,-1-1 0 0,1 0 58 16,0-1-58-16,1 0 0 0,0 1 230 0,-1-3-230 0,-1 3 0 0,2-5 52 15,1-2-52-15,0-2 0 0,0 0-138 0,2-2 138 16,-1 0 0-16,0-1-213 0,2-2 213 0,-1-1 0 0,0 3-1055 16,2 1 1055-16,-1 1 0 0</inkml:trace>
  <inkml:trace contextRef="#ctx0" brushRef="#br0" timeOffset="-172787.364">7582 10839 1024 0,'0'0'0'0,"0"0"0"0,0 0 0 0,0 0 0 0,0 0 256 16,0 0-256-16,0 0 0 0,0 0 256 15,0 0-256-15,0 0 0 0,0 0 256 0,0 0-256 0,0 0 0 16,5 0 256-16,4 1-256 0,2 1 0 0,-4-1 256 0,1 2-256 0,-3 2 0 0,1-2-175 16,1 1 175-16,1 2 0 0,-8-6 0 0,8 4-256 15,0 2 256-15,1-1 0 0,0 1 101 16,0 2-101-16,1 0 0 0,-2 0 256 0,3 2-256 0,-1 1 0 0,0-1 256 15,-1 1-256-15,-1 2 0 0,2-1 256 0,-2 1-256 0,0-1 0 0,0 2 69 16,0-1-69-16,1 2 0 0,-1 0-256 0,0 2 256 0,0 1 0 0,0-2-256 16,-1 1 256-16,-2 1 0 0,0-2-256 0,-1-1 256 0,-1-1 0 0,2-2-35 15,-3 1 35-15,1-1 0 0,0-1 171 16,0-4-171-16,0 0 0 0,-2-3-1155 16,-1-4 1155-16,-1-4 0 0</inkml:trace>
  <inkml:trace contextRef="#ctx0" brushRef="#br0" timeOffset="-172257.138">8370 10809 1024 0,'0'0'0'0,"0"0"0"0,0 0 0 0,0 0 0 0,3 3 256 0,2 0-256 0,0 1 0 0,-1-3 256 15,2-1-256-15,0-1 0 0,0 0 256 0,1 1-256 0,1-2 0 0,2 1 256 16,-1 0-256 0,4-1 0-16,-2 2-188 0,1-3 188 0,2 0 0 0,-2 0-252 15,2 1 252-15,2-2 0 0,-2 1-96 0,-2 0 96 16,-1-1 0-16,1 1 161 0,-2-1-161 0,-1-1 0 0,1 1 256 0,1 1-256 0,-1 0 0 0,-1 2 256 0,-2-4-256 0,0 2 0 15,-1 0 256-15,-1 1-256 0,0 0 0 0,0 0 256 32,-2 0-256-32,1 0 0 0,-1 1-110 0,-1-1 110 0,-2 2 0 0,2-1-256 15,-2 1 256-15,-2 1 0 0,2-1-256 16,0 2 256-16,0-1 0 0,0 0 159 0,-1 1-159 0,0 1 0 0,0-1 256 16,-1 1-256-16,-1 2 0 0,1 0 256 0,2-1-256 0,-1 3 0 15,0-1 256-15,-1 2-256 0,-1 0 0 0,1 0 256 16,-2 2-256-16,0 0 0 0,1 0 256 0,1 0-256 0,0 2 0 15,-1-1-161-15,2 2 161 0,-1 0 0 0,0 0-166 0,2 1 166 0,-1 1 0 0,0-2 117 16,0 0-117-16,0-1 0 0,0 1 256 16,2 1-256-16,-1 3 0 0,0-2 183 0,2 1-183 0,-1 0 0 15,0 0-110-15,0 0 110 0,0-1 0 0,0 1-256 16,0 0 256-16,0-1 0 0,0 0-256 0,0 0 256 0,0-3 0 0,0 1-256 16,-2-2 256-16,1 0 0 0,0-3-256 0,0-1 256 15,0-1 0-15,0 1-256 0,0-3 256 0,0-1 0 0,0-2-114 16,0-1 114-16,0-1 0 0,0 1-1215 15,0 0 1215-15,0 0 0 0</inkml:trace>
  <inkml:trace contextRef="#ctx0" brushRef="#br0" timeOffset="-171453.095">8972 10624 1024 0,'0'0'0'0,"0"0"0"0,0 0 0 0,0 0 0 0,0 0 256 0,0 0-256 0,0 0 0 0,-4 5 256 15,-4 4-256-15,-1 4 0 0,5-6 256 16,2-2-256-16,2 0 0 0,-4 1 256 0,0-1-256 0,-1 3 0 0,0-2 78 0,2 2-78 0,-1 3 0 0,0-1-212 16,-2 0 212-16,-1 4 0 0,1-3-200 15,2 3 200 1,-1-1 0-16,0-1-136 0,-1 1 136 0,0 0 0 0,3 0 234 0,0 1-234 0,1 1 0 0,-1-3 256 0,0 2-256 16,0 0 0-16,1 0 256 0,1 0-256 0,1-1 0 0,0-1 256 15,1 2-256-15,1-3 0 0,-1 2 256 0,1-1-256 16,1-1 0-16,1-1-256 0,0 2 256 15,3-2 0-15,0 1-256 0,0-1 256 0,1 0 0 0,0-2-256 0,2 0 256 0,0-2 0 16,-1-2-43-16,1 1 43 0,-1-1 0 0,1-2 195 0,3-1-195 16,0-1 0-16,-1-1 220 0,0-2-220 0,-2 0 0 0,1 0 179 15,1-1-179 1,-1-1 0-16,1-2 73 0,-1-2-73 0,0 0 0 0,1-2 7 0,-3 0-7 0,2-2 0 0,-1 1-32 16,-2-2 32-16,-1-1 0 0,-1 1-19 0,0 0 19 0,-2-3 0 15,-1 3 38-15,-1-2-38 0,-1-1 0 0,-1 2-11 0,-1-2 11 16,-1-1 0-16,-2 1-51 15,-3 2 51-15,-1-1 0 0,0 1-43 0,0-1 43 0,-4 0 0 0,1 3 8 16,-3-2-8-16,-1 2 0 0,2 0-13 0,-2 2 13 0,-1 1 0 0,1-1-49 0,-1 2 49 16,0-1 0-16,2 3-1 0,-1 1 1 0,3 0 0 0,-1 1 36 15,2 0-36-15,1 1 0 0,0 1 35 0,3 0-35 0,1 3 0 16,0-2-22 0,0 3 22-16,2 0 0 0,0 0-53 0,3 2 53 0,0 1 0 0,1 0-52 15,2 1 52-15,2 2 0 0,-1-2-70 0,2 1 70 0,0 2 0 0,1 0-29 16,3 1 29-16,2 2 0 0,-2-1 67 0,0 0-67 0,4 2 0 0,-3-1 205 31,1 0-205-31,2 2 0 0,0-1 256 0,-3 2-256 0,2 1 0 0,-1-1 234 0,1 0-234 0,-1 2 0 0,-1-1 129 31,0-1-129-31,-2 1 0 0,0 0 43 0,2 0-43 0,1 2 0 0,-4-2-51 16,0 2 51-16,-3-1 0 0,3 0-148 0,-3 0 148 0,0 0 0 16,1 0-196-16,-2-1 196 0,-1 1 0 0,1-1-245 15,0 0 245-15,0-1 0 0,1-1-256 0,-3-1 256 0,1 1 0 0,0-2-254 16,0-1 254-16,0 1 0 0,0-4-151 0,1 0 151 15,1 0 0-15,-1-2-45 0,0-2 45 0,0-2 0 16,1 0 36-16,0-2-36 0,1-1 0 0,-2-1 42 0,2-4-42 0,0 1 0 16,-3 4-1013-16,-3 2 1013 0,0 2 0 0</inkml:trace>
  <inkml:trace contextRef="#ctx0" brushRef="#br0" timeOffset="-171012.196">9359 10737 1024 0,'0'0'0'0,"0"0"0"0,0 0 0 16,0 0 0-16,0 0 256 0,0 0-256 0,0 0 0 0,0 0 256 0,0 0-256 16,0 0 0-16,0 0 256 0,0 0-256 0,0 0 0 0,0 0 256 15,0 0-256-15,0 0 0 0,0 0 256 0,0 0-256 0,0 0 0 0,0 3 256 16,2 3-256-16,-1 1 0 0,0-3-256 0,1 3 256 16,1-3 0-16,-1 2-256 0,0 2 256 0,1 0 0 15,-1 1-256-15,0-1 256 0,3 3 0 0,-2-1-227 16,0 3 227-16,0-1 0 0,0 0 256 0,1 1-256 0,0 1 0 0,2-3 256 15,-2 3-256-15,0-2 0 0,0 2 256 0,-2-1-256 0,1 2 0 0,-1-2-36 16,2 2 36-16,1-2 0 0,-1-1-256 0,0 0 256 16,3-2 0-16,-2 1-256 0,0 1 256 0,1 0 0 15,-1-2-15-15,1-1 15 0,1 0 0 0,-1-1 256 0,-1-3-256 0,0 1 0 16,0-1 256-16,-1-1-256 0,2-1 0 0,-1 0 256 16,-2 0-256-16,2-2 0 0,0-1 256 0,1 0-256 0,2-3 0 15,-2 2 256-15,0-1-256 0,-2-2 0 0,1 0 175 16,0-1-175-16,0-1 0 0,0 0-84 0,2-1 84 0,0 1 0 0,-1-1 256 15,-2-2-256-15,1 0 0 0,1 0 256 0,-1-1-256 16,0 0 0-16,-1 0 256 0,-1 0-256 0,-1-1 0 0,1 0 186 16,0 3-186-16,0-2 0 0,1 0-186 15,-2 0 186-15,1-2 0 0,-1 4-256 0,-1-4 256 0,-1 1 0 0,0 0-256 0,-1 1 256 16,-1-1 0-16,2 1-256 0,-2 0 256 0,0 0 0 0,0-3-256 16,2 2 256-16,-2-1 0 0,1 2-256 15,2-1 256-15,-1 1 0 0,0 6-1605 0,0 4 1605 0,0 4 0 0</inkml:trace>
  <inkml:trace contextRef="#ctx0" brushRef="#br0" timeOffset="-170701.437">9962 10578 1024 0,'0'0'0'0,"0"0"0"0,0 0 0 0,0 0 0 0,0 0 256 0,0 0-256 0,0 0 0 0,0 9 256 16,0 3-256-16,0 2 0 0,1-5 256 16,1-1-256-16,1-2 0 0,-1 3 256 0,1 3-256 15,1 1 0-15,-1 0 256 0,0 3-256 0,0 0 0 0,0 0 256 0,1 2-256 0,-1 1 0 0,0 0-179 16,0 0 179-16,0 3 0 0,0-1-75 16,-2-1 75-16,1 3 0 0,0-3 149 0,0 0-149 0,0-1 0 0,0 1 97 15,-2 0-97-15,1 1 0 0,1-2-85 0,-4 0 85 0,2-1 0 0,0-2-256 16,0-3 256-16,0-1 0 15,0 0-256-15,0-2 256 0,0-1 0 0,0-2-256 0,0-3 256 0,0-2 0 16,0 1-256-16,0-3 256 0,0-3 0 0,0 3-419 0,0 0 419 0,0 0 0 0</inkml:trace>
  <inkml:trace contextRef="#ctx0" brushRef="#br0" timeOffset="-170430.998">9934 10601 1024 0,'0'0'0'0,"0"0"0"0,0 0 0 0,0 0 0 0,4-2 256 0,2-3-256 0,2-1 0 16,-2 1 256-16,-1 2-256 0,0-1 0 0,2 0 256 0,0 0-256 0,4-2 0 0,-2 3 256 15,2 0-256-15,4 0 0 0,-4 1 90 0,2 2-90 0,0-1 0 16,0 1-256 0,2 1 256-16,1 1 0 0,-2 1-256 15,1 0 256-15,1 0 0 0,-3 2 256 0,-1 0-256 0,-3 1 0 0,0 0 256 16,0 0-256-16,-2 1 0 0,0 0 256 0,-1 2-256 15,-1 2 0-15,-1-3 256 0,-1 0-256 0,-3 1 0 0,0-1 256 16,-1 1-256-16,-2 1 0 0,-1-1-256 0,-2 0 256 0,-2-2 0 16,0 3-256-16,-3-2 256 0,-1-1 0 0,0 1-256 15,-1 1 256-15,-4-3 0 0,4-1-256 0,0-1 256 0,-2 0 0 16,3-2-205-16,0-1 205 0,1-1 0 0,8 0-653 16,3 0 653-16,3 0 0 0</inkml:trace>
  <inkml:trace contextRef="#ctx0" brushRef="#br0" timeOffset="-169930.531">10501 10597 1024 0,'0'0'0'16,"0"0"0"-16,0 0 0 0,0 0 0 0,3 3 256 0,2 1-256 0,3 2 0 0,-4-2 256 15,-1 0-256-15,-1 2 0 0,1-2 256 0,1 5-256 0,1-1 0 0,-1 0 256 16,1 2-256-16,-1 1 0 0,0-2-256 0,-1 1 256 0,0 2 0 0,0-2-256 16,1 1 256-16,1 2 0 0,-1-2-104 15,-2 1 104-15,-1 0 0 0,1-1 256 0,0 0-256 0,0-1 0 0,0-1 256 16,0 0-256-16,0-2 0 0,0 1 256 15,-2-2-256-15,1-1 0 0,0 1 256 0,0-3-256 0,0 0 0 0,0 1 256 16,0-1-256-16,-1 0 0 0,2 0 111 0,-1-2-111 0,0 1 0 0,0 0 151 16,1-1-151-16,-1 0 0 0,0-2 256 0,0-2-256 15,0 0 0-15,2 0 256 0,0-1-256 0,1-2 0 0,0 1 256 16,-3 1-256-16,3-2 0 0,-1-1 256 0,2-1-256 0,0-2 0 16,0 0 97-16,1-1-97 0,1 0 0 0,0 0 0 15,-1-1 0-15,0-2 0 0,0 1 0 16,0 1 0-16,1-2 0 0,-1 1 0 0,-2 0 0 0,1-1 0 0,0 1 0 0,-1 1 0 0,0-1 0 0,2 1 0 15,-3 0 0-15,1 0 0 0,0 1 0 16,-2 0 0-16,1 2 0 0,0-2-81 0,0 2 81 0,0-3 0 0,1 1-256 16,-1 2 256-16,0-2 0 0,0 1-256 15,1-1 256-15,1 0 0 0,-3 7-2478 16,-2 5 2478-16,-2 2 0 0</inkml:trace>
  <inkml:trace contextRef="#ctx0" brushRef="#br0" timeOffset="-169629.125">11123 10468 1024 0,'0'0'0'0,"0"0"0"0,0 0 0 0,0 0 0 0,2 4 256 0,1 0-256 0,2 3 0 0,-2-1 256 15,1 0-256-15,1 2 0 0,-1 0 256 16,-2 1-256-16,1 2 0 0,-3-11 0 0,3 13 256 0,2 1-256 0,0 3 0 0,-1 0 256 15,0 0-256-15,0 2 0 0,0 0 37 16,-2 2-37-16,1-1 0 0,1 3-151 0,0-1 151 16,1 3 0-16,-1-2 256 0,-2-1-256 0,1 0 0 15,0-1 256-15,0-2-256 0,0 0 0 0,1 0 256 0,-3 2-256 0,1-3 0 0,-1-3 256 16,-1 0-256-16,-1 0 0 0,1-3-256 16,0-1 256-16,0 0 0 0,0-4-256 0,0-1 256 0,0-1 0 0,0-2-256 15,0-2 256-15,0-1 0 0,0-3-256 0,0 0 256 0,0-2 0 16,0 5-1166-16,0 0 1166 0,0 0 0 0</inkml:trace>
  <inkml:trace contextRef="#ctx0" brushRef="#br0" timeOffset="-169179.787">11167 10525 1024 0,'0'0'0'0,"0"0"0"16,0 0 0-16,0 0 0 0,0 0 256 0,0 0-256 15,0 0 0-15,0-6 256 0,-2-2-256 0,1-3 0 0,2 4 256 16,2 1-256-16,2 0 0 0,-2-1 256 0,1 1-256 15,1-4 0-15,0 3 256 0,2 2-256 0,0-1 0 0,0 0 256 16,2 0-256-16,3-1 0 0,-2 3-256 0,3 0 256 0,0 3 0 0,-2-1-187 0,2 2 187 0,0 2 0 0,0-1 256 31,-1 3-256-31,0 0 0 0,0 0 256 0,-2 1-256 0,-1 2 0 16,1 0 256-16,-1 0-256 0,-2 4 0 0,0-3 256 0,-1 1-256 0,-3 2 0 0,-1-2 168 0,-2 0-168 0,-2 1 0 0,0 0-256 31,-2-1 256-31,-3 1 0 0,1-1-254 0,0 0 254 0,-4 1 0 0,0-2 256 16,3-1-256-16,-4 0 0 0,1 0 256 15,1 0-256-15,0-1 0 0,0-1 256 0,-1-1-256 0,1-2 0 0,2 2 256 16,0 1-256-16,2 0 0 0,0-3 256 0,-2 0-256 0,0 1 0 16,1-3-102-16,2 1 102 0,1 0 0 0,-1-1-188 15,0 3 188-15,2 0 0 0,0-1 17 0,1 1-17 0,1-2 0 0,1 3 256 16,1 0-256-16,2 1 0 0,-2 0 33 16,1 0-33-16,1 2 0 0,3-1 0 0,0 1 0 0,4 1 0 0,-2 2 0 15,2 0 0-15,1 2 0 0,2-1 0 0,1 3 0 16,3 2 0-16,-3-2 0 0,2 3 0 0,0-1 0 0,0-1-33 15,-1 1 33-15,1 1 0 0,-3-4-256 0,1-1 256 0,-2 0 0 0,0 0-256 16,-4-2 256-16,0 0 0 0,1-4-256 16,-2 1 256-16,-1-3 0 0,-1-2-256 0,2 0 256 15,-3 0 0-15,0-5-256 0,-1 0 256 0,-1-1 0 0,1-3-256 0,-2-1 256 0,1-2 0 16,-2 7-1502-16,-1 3 1502 0,-1 3 0 0</inkml:trace>
  <inkml:trace contextRef="#ctx0" brushRef="#br0" timeOffset="-168853.293">11595 10007 1024 0,'0'0'0'0,"1"5"0"0,1 1 0 0,1 2 0 0,1-2 256 0,0 0-256 0,3 1 0 15,1-1 256-15,-1 3-256 0,3 1 0 16,0 1 256-16,1 1-256 0,2 2 0 0,1 3 256 0,2 1-256 0,2 2 0 0,-1 4 256 16,3 3-256-16,3 4 0 0,-3 1 256 0,1 4-256 0,3 3 0 0,-3-2 83 31,-2 1-83-31,0 4 0 0,-2-1-118 0,0 1 118 0,-1 4 0 0,-1-2-33 0,-4-2 33 0,1 1 0 0,-3 0 115 16,-2 0-115-16,-2 1 0 0,-2-1 46 15,-4-2-46-15,-1 1 0 0,-2 0-128 0,-4-1 128 16,-1 0 0-16,-5-3-256 0,0-1 256 0,-5-2 0 0,0-1-256 15,-3-2 256-15,-4 0 0 0,2-3-256 0,-1-4 256 0,-2-3 0 16,18-14-733-16,9-8 733 0,9-8 0 0</inkml:trace>
  <inkml:trace contextRef="#ctx0" brushRef="#br0" timeOffset="-168119.065">8582 10244 1024 0,'0'0'0'0,"0"0"0"0,0 0 0 0,0 0 0 0,0 0 256 16,0 0-256-16,0 0 0 0,0 0 256 0,0 0-256 0,0 0 0 15,0 0 256-15,0 0-256 0,0 0 0 0,-8 0 105 0,-6 0-105 0,-2 0 0 0,5 3-256 0,3 0 256 0,1 1 0 0,-3 1-256 32,1 1 256-32,-3 3 0 0,-1-2-256 0,1 2 256 0,-4 2 0 0,4 0-105 15,-2 1 105-15,-1 0 0 0,1 1 256 0,1 0-256 16,0 1 0-16,-1 1 256 0,1 1-256 0,-1 1 0 0,2-1 256 15,0 1-256-15,0 1 0 0,2 0 256 0,1 1-256 0,0 1 0 16,0 1-203-16,2 1 203 0,-2 2 0 0,1-3-256 16,2 2 256-16,-1-2 0 0,0 3-160 0,0 1 160 0,1 2 0 0,1-2 235 15,2 2-235-15,2 0 0 0,-2-2 256 0,2 2-256 16,-1 1 0-16,1-2 256 0,1 0-256 0,1-1 0 0,1 2 256 16,0-1-256-16,3 1 0 0,-2-1-53 15,1-1 53-15,1 0 0 0,0-1-160 0,-1 1 160 0,3-2 0 0,-2 1-89 16,1-3 89-16,2 1 0 0,0 0 95 0,0 0-95 0,3 0 0 0,-1-2 256 15,-1-1-256-15,0-1 0 0,2-2 256 0,0-1-256 0,2-1 0 16,-2-3 256-16,-2 1-256 0,-1-2 0 0,2 1 192 0,0 0-192 16,2-2 0-16,-1 0 29 0,-2-1-29 15,-1-2 0-15,2 1-15 0,0 0 15 0,1-1 0 0,0-1-168 0,-1 0 168 0,0 0 0 16,1-2-212-16,-3 1 212 0,1-1 0 16,-1-2-191-16,3 2 191 0,0-2 0 0,-1 1-167 0,-2-1 167 0,-1 0 0 0,-1 0-195 15,-1 0 195-15,0 0 0 0,-2-1-197 16,-1-1 197-16,-1-1 0 0,0 1-1045 0,-1 1 1045 0,-1 1 0 0</inkml:trace>
  <inkml:trace contextRef="#ctx0" brushRef="#br0" timeOffset="-151153.203">3455 12178 1024 0,'0'0'0'0,"0"0"0"0,0 0 0 0,0 0 0 0,0 0 256 0,0 0-256 0,0 0 0 0,0 0-256 16,0 0 256-16,0 0 0 0,0 0 0 0,0 0 0 0,0 0 0 0,8 4 0 16,3 1 0-16,4 2 0 0,-7-5 0 0,-2-2 0 15,-3-2 0-15,2 2 0 0,1 0 0 0,2 0 0 0,0 0 20 0,3 0-20 16,2 0 0-16,-3 0 256 0,1 1-256 0,2 1 0 0,-1-2 256 16,2 1-256-16,1 1 0 0,0-2 256 0,-1 0-256 15,4 0 0-15,-2 0 256 0,2 2-256 0,0-1 0 0,1 0 256 16,3 1-256-16,1-1 0 0,-2 0-136 0,1-1 136 15,0-1 0-15,1 0-222 0,1-1 222 0,2 1 0 0,-1 0-110 0,0-1 110 16,2 2 0-16,1-2 100 0,0 1-100 0,2-2 0 0,-1 0 161 16,1 1-161-16,2-3 0 0,-2 3 196 0,0-1-196 0,0 2 0 15,1-2-38-15,1 0 38 0,0-1 0 0,-1 1-53 16,2 0 53-16,1 0 0 0,-1 0 38 16,1-1-38-16,3-2 0 0,-3 3 63 0,1 0-63 0,1 0 0 0,-2-1 8 15,2 0-8-15,2-2 0 0,-2 3-108 0,1-1 108 0,2 2 0 0,-3-2-66 16,3-1 66-16,0-2 0 0,-2 2-114 0,1-1 114 0,3-1 0 15,-3 1-168-15,1 1 168 0,4 0 0 0,-5 0-8 16,-2 1 8-16,-1 1 0 0,1-2 93 16,0 1-93-16,2 0 0 0,-2 1 150 0,-1 1-150 0,0 1 0 0,-3-1 91 0,2-1-91 15,-2 1 0-15,0-1 17 0,1 0-17 0,3-1 0 0,-4 0 22 16,-1 0-22-16,0-1 0 0,-2 3-43 16,-1 0 43-16,-2 0 0 0,0 1-1 0,1-2 1 0,-3-1 0 0,0-1 37 15,-2 2-37-15,1-3 0 0,-2 3 143 16,-1-1-143-16,-1 1 0 0,-1 2 163 0,-4-2-163 0,1 1 0 0,-1 1 119 0,-1 0-119 0,0 0 0 0,-2 0 86 15,1-1-86-15,-2-1 0 0,-1 1 107 16,-1 1-107-16,0 1 0 0,-2-1 107 16,-2-1-107-16,-2 1 0 0,2-1 68 0,-2 2-68 0,1-1 0 0,-1 1 4 15,-2-1-4-15,0-1 0 0,0 1 33 0,-2 0-33 0,-1 0 0 0,1-1-101 16,-1-2 101-16,-1 1 0 0,1 0-82 0,-1 0 82 16,-1-1 0-16,2 3-1856 0,3 1 1856 0,3 1 0 0</inkml:trace>
  <inkml:trace contextRef="#ctx0" brushRef="#br0" timeOffset="-150532.896">4965 12433 1024 0,'0'0'0'0,"0"0"0"0,0 0 0 0,0 0 0 0,0 0 256 0,0 0-256 0,0 0 0 0,0 0 256 15,0 0-256-15,0 0 0 0,0 0 256 0,0 0-256 0,0 0 0 0,-7 4 256 16,-4 0-256-16,-5 5 0 0,9-6 256 0,2-2-256 16,2 1 0-16,-3 0 256 0,-3 2-256 0,-2 2 0 0,3-2 256 15,-1 3-256-15,0 1 0 0,1-1 210 0,-2 0-210 0,0 1 0 0,1-1-114 16,0 2 114-16,-1 0 0 0,1 0-173 0,0 1 173 15,-1 1 0-15,1-3-135 0,1 3 135 0,0 0 0 0,-2-1-194 16,3 1 194-16,-2 1 0 0,3-2-256 0,1 0 256 0,1 1 0 0,-1-1-256 16,2 0 256-16,-1 1 0 0,1 0 96 0,1-1-96 15,1 1 0-15,1-1 256 0,1-1-256 0,1 0 0 0,-1 0 256 16,1 1-256-16,1 0 0 0,1-2 151 0,2-1-151 0,2 0 0 16,-2 0-174-16,2 0 174 0,0 1 0 0,-1-2-185 15,2 1 185-15,0-1 0 0,1-2-53 0,1-2 53 0,2 1 0 0,-3 0 91 16,3-1-91-16,-1 0 0 0,1-1 81 0,-3 0-81 15,1-1 0-15,1 1 189 0,0-1-189 0,3-1 0 0,-4 1 256 16,-1-1-256-16,0 0 0 0,-1 0 256 0,2-2-256 0,1 0 0 0,-2 1 256 16,-1 0-256-16,0 0 0 0,-1-1 256 0,-1 1-256 0,-1-3 0 15,2 2 256-15,-3 0-256 0,1-3 0 0,-2 3 209 16,-1-2-209-16,-1 0 0 0,-1 1 0 0,-1-1 0 0,-1-1 0 16,1 3-3071-16,0 3 3071 0,0 3 0 0</inkml:trace>
  <inkml:trace contextRef="#ctx0" brushRef="#br0" timeOffset="-148320.37">5762 10522 1024 0,'0'0'0'0,"0"0"0"16,0 0 0-16,0 0 0 0,0 0 256 0,0 0-256 0,0 0 0 15,0 0 242-15,0 0-242 0,0 0 0 0,0 0 41 0,0 0-41 0,0 0 0 0,0 0-12 16,0 0 12-16,0 0 0 0,0 0-1 0,0 0 1 16,0 0 0-16,0 0-24 0,0 0 24 0,0 0 0 0,0 0 59 15,0 0-59-15,0 0 0 0,0 0 29 0,0 0-29 0,0 0 0 0,0 0-6 16,0 0 6-16,0 0 0 0,0 0-45 15,0 0 45-15,0 0 0 0,0 0-37 16,0 0 37-16,0 0 0 0,0 0 12 0,0 0-12 0,0 0 0 0,0 0 49 16,0 0-49-16,0 0 0 0,0 0 42 0,0 0-42 15,0 0 0-15,0 0 27 0,0 0-27 0,0 0 0 0,0 0 19 16,0 0-19-16,0 0 0 0,0 0-14 0,0 0 14 0,0 0 0 0,0 0 19 16,0 0-19-16,0 0 0 0,3-7 0 15,2-3 0-15,3-4 0 0,-3 10 40 0,-2 1-40 0,1 3 0 0,0-2 18 16,1-2-18-16,2-2 0 0,-2 2-25 0,1-2 25 0,2 0 0 0,-2 0-57 15,0 2 57-15,-1-2 0 0,1 1-49 16,-2-1 49-16,1-1 0 0,0 1-13 0,1-1 13 0,-1 1 0 0,0 0 2 16,-2 1-2-16,1 0 0 0,0 0-7 0,-2-1 7 0,2 1 0 15,-3 3-565-15,-1 2 565 0,-1 2 0 0</inkml:trace>
  <inkml:trace contextRef="#ctx0" brushRef="#br0" timeOffset="-147840.195">4711 10646 1024 0,'0'0'0'0,"0"0"0"0,0 0 0 0,0 0 0 0,0 0 256 0,0 0-256 16,0 0 0-16,0 0 202 0,0 0-202 0,0 0 0 0,0 0-58 15,0 0 58-15,0 0 0 0,4 7-131 16,4 5 131-16,2 4 0 0,-5-13 33 0,-1-3-33 0,-1-3 0 0,2 1 128 0,2 1-128 0,0-2 0 16,-1 0 97-16,1-1-97 0,2-2 0 0,-2 1 99 15,1-1-99-15,1 1 0 0,2-1-4 0,-4-2 4 0,1 0 0 0,0 1-74 16,1-3 74-1,-1 2 0-15,0-1-83 0,1 1 83 0,-1 0 0 0,-1-1-64 16,0 1 64-16,-2 2 0 0,-1 4-401 0,-6 2 401 0,0 2 0 0</inkml:trace>
  <inkml:trace contextRef="#ctx0" brushRef="#br0" timeOffset="-145974.365">8548 11950 1024 0,'0'0'0'0,"0"0"0"0,0 0 0 0,0 0 0 0,0 0 256 0,0 0-256 0,0 0 0 0,5 1 256 0,6 3-256 0,4 0 0 15,-7-1 256-15,-1-1-256 0,0-1 0 0,1 0 211 16,0 1-211-16,1-2 0 16,2 1-37-16,-1 1 37 0,3-1 0 0,1-1-174 0,-2 1 174 0,6 1 0 15,-3-2-215-15,4 0 215 0,2 0 0 0,-3 0-133 16,2 0 133-16,0 0 0 0,1-1 59 0,2-1-59 0,3 1 0 0,-2 1 240 0,2 0-240 0,1 0 0 0,0 0 256 31,2 0-256-31,1 0 0 0,-1 0 166 0,-1 0-166 0,-1 0 0 0,3 0-132 16,3 0 132-16,2 0 0 0,-2 0-256 15,-1-1 256-15,0-1 0 0,1 2-256 0,1-2 256 0,3 1 0 16,-1 0-86-16,-2-3 86 0,-1 0 0 0,1 1 228 0,1 1-228 16,2 0 0-16,-1 0 256 0,2 0-256 0,2 0 0 0,-2 0 256 15,-2 0-256-15,3 0 0 0,-2-1 235 0,0 0-235 0,-1-2 0 0,0 1-91 16,2 2 91-16,-3 0 0 0,-1-1-135 15,0 0 135-15,-1-1 0 0,1 1-53 0,-1-1 53 0,0-2 0 0,-2 2 112 16,-2 2-112-16,0-1 0 0,1 0 227 0,-1 0-227 16,-1-1 0-16,-1 2 256 0,-2 0-256 0,-2 2 0 0,2 0 144 15,-1-1-144-15,0 0 0 0,-3 0 70 0,1 0-70 16,-2-1 0-16,-1 1-3 0,0 1 3 0,-1-1 0 0,-1 1-14 0,0 0 14 16,-2 0 0-16,0 0-71 0,-2-2 71 0,-2 1 0 0,1 0-138 15,-2 0 138-15,-1 0 0 0,1 0-211 0,-2 1 211 0,-1 1 0 16,-1-2-226-16,-1 0 226 0,-3-1 0 0,2 1-167 15,-2 1 167-15,1-2 0 0,-1 2-84 0,-1-1 84 0,-1-2 0 0,1 3-1002 16,-2 0 1002-16,1 0 0 0</inkml:trace>
  <inkml:trace contextRef="#ctx0" brushRef="#br0" timeOffset="-145318.954">5195 12386 1024 0,'0'0'0'0,"1"4"238"0,1 2-238 0,1 3 0 0,-1-4-42 0,0-1 42 0,-1-2 0 16,2 4-73-16,-3 0 73 0,1 2 0 0,0-1-123 0,1 2 123 0,2 1 0 0,-2-1 0 16,-2-2 0-16,1 2 0 0,0 0 0 0,0 2 0 15,0 1 0-15,0-1 0 0,1 2 0 0,1 1 0 0,-1-2 131 16,1 2-131-16,1 0 0 0,-1 1 183 0,-2-2-183 0,1 1 0 0,0 0 192 15,-2 2-192-15,2 1 0 0,-1 0 216 0,1-1-216 16,1 2 0-16,-2-2 189 0,-1 1-189 0,-1 0 0 0,1-2 151 16,2-2-151-16,-1 0 0 0,0 0 19 0,-2-2-19 15,1 1 0-15,0-10-1081 0,0-2 1081 0,0-2 0 0</inkml:trace>
  <inkml:trace contextRef="#ctx0" brushRef="#br0" timeOffset="-144458.075">9715 12253 1024 0,'0'0'0'0,"0"0"0"0,0 0 0 0,0 0 0 0,0 0 256 0,0 0-256 0,0 0 0 0,0 0 256 16,0 0-256-16,0 0 0 0,0 0 256 0,0 0-256 0,0 0 0 0,-8-3 111 0,-3-1-111 0,-5-3 0 0,7 5-161 16,1 2 161-16,1 0 0 0,-2-1-256 15,0 1 256-15,-2 1 0 0,-1 1-231 16,0 0 231-16,-3 3 0 0,3-1-61 0,-1-1 61 0,-2 2 0 0,2 1 204 0,-2 0-204 0,0 2 0 16,0-2 256-1,2 1-256-15,-1 2 0 0,1-1 256 0,1 0-256 0,-1 1 0 16,2 0 56-16,0 2-56 0,2 1 0 0,0-3-122 15,1 3 122-15,0-1 0 0,2-3-74 0,2 4 74 0,1-1 0 0,0 0 62 16,1-1-62-16,1 3 0 0,1-2 175 0,2 1-175 16,2 0 0-16,-1 1 199 0,1-1-199 0,1 2 0 0,2-3 150 15,2 1-150-15,1-1 0 0,0-1-25 0,3 1 25 0,2-1 0 16,-1 0-162-16,-1 1 162 0,4 0 0 0,-3-3-131 0,2 0 131 16,0-2 0-16,0 0-34 0,-2-1 34 0,1-1 0 0,-2 0 47 15,0-1-47-15,-2 0 0 0,0 0 56 0,1-3-56 0,-1 1 0 16,-1-2-39-16,1-2 39 0,-3 0 0 15,1-1-124-15,0-1 124 0,-1-2 0 0,-5 6-920 16,-3 1 920-16,-3 1 0 0</inkml:trace>
  <inkml:trace contextRef="#ctx0" brushRef="#br0" timeOffset="-143952.729">9975 12325 1024 0,'0'0'0'0,"0"0"0"0,0 0 0 16,0 0 0-16,0 0 256 0,0 0-256 0,0 0 0 0,4 2 256 16,4 1-256-16,2 1 0 0,-4-3 256 0,-1-2-256 0,-1-1 0 0,1 1 256 15,2 0-256-15,0-1 0 0,0 1 147 0,1-1-147 0,3 2 0 0,-3-1-249 16,-1-1 249-16,-1 2 0 0,2-1-256 15,0 0 256-15,1-1 0 0,-1 2-241 0,0 1 241 0,-1 2 0 0,1-3 112 16,-2 3-112-16,2 0 0 0,-1-1 256 0,0 1-256 16,0 1 0-16,-2 0 256 0,3 0-256 0,-4 1 0 0,1 0 256 15,-1-1-256-15,-1 3 0 0,-1-2 20 0,1 1-20 0,-2-1 0 0,1 0-256 16,-2 2 256-16,-2 0 0 0,1 0-256 0,-2-1 256 16,1 2 0-16,-1 1-83 0,-1-3 83 0,-2 1 0 0,2 1 256 15,-3-2-256-15,2 0 0 0,0 0 256 0,-1 1-256 0,-1-1 0 0,1 0 256 16,-2-1-256-16,0-1 0 0,1 1 235 15,2 0-235-15,-2-2 0 0,1 2-199 0,1-2 199 0,0 1 0 16,0 0-151-16,1-3 151 0,0 1 0 0,1 0 6 0,-2 0-6 16,-1 1 0-16,4-1 193 0,0-2-193 15,1 1 0-15,-1-1 256 0,0 1-256 0,0 1 0 0,1-2 256 0,1 0-256 0,1 0 0 16,-1 0 256-16,2 0-256 16,-1 0 0-16,1-2 144 0,1 2-144 0,0-1 0 0,3 0-231 0,2-2 231 0,2 0 0 0,-3 2-256 15,0 0 256 1,2 0 0-16,-1-1-256 0,0 2 256 0,3-1 0 0,-1 1-256 0,-1-2 256 0,0 0 0 0,1 1-256 0,0 1 256 15,1-1 0-15,-1-2-30 0,-1 0 30 0,-2-1 0 0,2 1 85 16,-1-2-85-16,0 0 0 0,-2-2 49 16,-1 1-49-16,-1-3 0 0,-1 5-1343 0,-3 5 1343 0,-3 2 0 0</inkml:trace>
  <inkml:trace contextRef="#ctx0" brushRef="#br0" timeOffset="-143251.303">9538 10266 1024 0,'0'0'0'0,"0"0"0"0,0 0 0 0,0 0 0 0,0 0 256 0,0 0-256 0,0 0 0 15,0 0 256-15,0 0-256 0,0 0 0 0,0 0 212 0,0 0-212 16,0 0 0-16,0 0 141 0,0 0-141 0,0 0 0 0,0 0 124 16,0 0-124-16,0 0 0 0,0 0 50 0,0 0-50 0,0 0 0 0,0 0-62 15,0 0 62-15,0 0 0 0,0 0-110 0,0 0 110 16,0 0 0-16,9 4-70 0,6 2 70 0,2 3 0 0,-10-8 65 15,-3-4-65-15,-2-1 0 0,-2 4 0 0,4-3 148 16,0 1-148-16,0-3 0 0,0 3 136 0,0-1-136 0,-1 2 0 0,3-2 28 16,-2-1-28-16,0-1 0 0,0 1-124 0,-2 1 124 0,1 0 0 0,0 0-197 15,0 2 197-15,0-2 0 0,0 1-185 16,-1-1 185-16,0-1 0 0,-1 3-97 0,2-2 97 0,1 1 0 0,-1 1-18 16,-1-2 18-16,-1 0 0 0,1 1 44 15,-1-1-44-15,2-1 0 0,-1 2 90 0,0 0-90 0,0 0 0 0,-1 1-687 16,-1 1 687-16,-1 1 0 0</inkml:trace>
  <inkml:trace contextRef="#ctx0" brushRef="#br0" timeOffset="-142575.149">10439 10068 1024 0,'0'0'0'0,"0"0"0"0,0 0 0 0,0 0 0 0,0 0 80 0,0 0-80 0,0 0 0 0,0 0 88 0,0 0-88 16,0 0 0-16,0 0 230 0,0 0-230 0,0 0 0 0,0 0 256 15,0 0-256-15,0 0 0 16,0 0 256-16,0 0-256 0,0 0 0 0,0 0 214 0,0 0-214 0,0 0 0 0,0 0 1 0,0 0-1 15,0 0 0-15,0 0-185 0,0 0 185 0,0 0 0 0,0 0-256 16,0 0 256-16,0 0 0 16,0 0-207-16,0 0 207 0,0 0 0 0,0 0 29 0,0 0-29 0,0 0 0 0,0 0 256 15,0 0-256 1,0 0 0-16,0 0 256 0,0 0-256 0,0 0 0 0,0 0 256 0,0 0-256 0,0 0 0 0,0 0 112 0,0 0-112 0,0 0 0 16,8 7-70-16,5 4 70 0,3 4 0 0,-11-9-78 31,-4-4 78-31,-3-3 0 0,2 2 82 0,0 1-82 0,-1-1 0 0,2-1 256 15,0 1-256-15,2 1 0 0,-2-1 256 0,1 0-256 0,1 0 0 0,-1-1 196 16,-2 0-196-16,1 0 0 0,1 0-31 0,1 0 31 0,1 0 0 0,-1 0-80 0,0-1 80 31,0-1 0-31,1 0 63 0,-1 1-63 0,0-3 0 0,0 3 256 16,1-2-256-16,1 0 0 0,-1 1 256 0,1-1-256 0,2 0 0 0,-2-1 256 16,-1 2-256-16,0-3 0 0,1 2 256 15,-2-1-256-15,1-1 0 0,1 2 67 0,-3-1-67 0,1 2 0 0,0-1-144 16,0 2 144-16,0-1 0 0,0 0-256 0,-2 0 256 15,1 0 0-15,-1 0-256 0,-1 1 256 0,2 0 0 0,-1 0-256 16,0 1 256-16,0 1 0 0,1-1-256 0,-1 0 256 0,0 0 0 0,0 0-256 16,-2 0 256-16,1 0 0 0,0 0-1647 15,0 0 1647-15,0 0 0 0</inkml:trace>
  <inkml:trace contextRef="#ctx0" brushRef="#br0" timeOffset="-138968.402">7739 10456 1024 0,'0'0'0'0,"0"0"0"0,0 0 0 0,0 0 0 16,0 0 140-16,0 0-140 0,0 0 0 16,0 0 35-16,0 0-35 0,0 0 0 0,0 0 61 0,0 0-61 0,0 0 0 15,0 0 103-15,0 0-103 0,0 0 0 0,0 0 87 16,0 0-87-16,0 0 0 0,0 0 59 0,0 0-59 0,0 0 0 0,0 0 17 0,0 0-17 0,0 0 0 15,-4-2-72-15,-4-1 72 0,-1-1 0 0,1 2-116 0,3 1 116 16,-1 0 0-16,0 1-101 16,-1-3 101-16,-2 0 0 0,1 3 0 15,-1 0 0-15,-1 0 0 0,-1 0 122 0,-1 0-122 0,-2 0 0 0,2 1 131 16,1 1-131-16,0 1 0 0,0-2 83 16,-1 2-83-16,1 0 0 0,0-2-6 0,-1 4 6 0,1-2 0 0,1 1-94 15,-3 1 94-15,1 2 0 0,1-1-85 0,-2 1 85 0,0 2 0 0,1-1-39 0,2 0 39 0,1 1 0 16,-2 0 79-16,0 0-79 0,-2 2 0 0,1-1 100 15,2 0-100-15,-1 1 0 0,0 0 60 16,2 2-60-16,-2 1 0 0,2-2-16 16,1 1 16-16,1 0 0 0,-2 1-63 0,1 1 63 0,0 1 0 0,2-1-57 15,0-1 57-15,1 1 0 0,-1 0-36 0,2-1 36 0,-1 4 0 16,0-3 10-16,2 1-10 0,-2 1 0 0,1-2 46 16,2 2-46-16,-1 2 0 0,0-4 55 0,2 1-55 0,-1-1 0 0,0 2 7 15,0-1-7-15,0 2 0 0,0-1-37 16,2 0 37-16,-1 2 0 0,0-2-36 0,1-1 36 0,0-1 0 0,0 1-15 15,1-1 15-15,1 2 0 0,-1-3-14 0,0 2 14 0,0 1 0 16,0-2 2-16,0 2-2 0,-1-3 0 0,4 3 12 16,0 0-12-16,1 0 0 0,-1 0 20 0,1-1-20 15,-1-1 0-15,0 0-7 0,1 0 7 0,1-1 0 0,0 0-34 16,2 0 34-16,1 2 0 0,-1-1-27 0,-2 1 27 0,2 1 0 0,-1-3-11 16,1 0 11-16,1-1 0 0,0 1-15 0,0-1 15 15,1 0 0-15,0 1 9 0,-1-4-9 0,0 1 0 0,1 1 2 16,0 0-2-16,2-1 0 0,0 0 22 0,-3 0-22 0,1-1 0 0,1-1-33 15,0 0 33-15,2-2 0 0,-1 1-53 16,-2-2 53-16,-1-1 0 0,2 1-47 0,0-1 47 0,2-1 0 0,-2 1-9 16,0-2 9-16,1-1 0 0,-2 0 36 0,2 0-36 0,1 0 0 0,-2-1 42 15,1-1-42-15,0-1 0 0,-1 1 47 16,2-1-47-16,0-1 0 0,0 1-7 0,-3-1 7 0,1-1 0 16,1 1-48-16,0-1 48 0,2-1 0 0,0 0-63 0,-3-2 63 0,2-1 0 0,-1 1-9 15,1 0 9 1,-1-1 0-16,0 1 48 0,0-1-48 0,0-1 0 0,-2 1 83 0,0-2-83 15,-2 0 0-15,1 0 66 0,1 0-66 16,-1-2 0-16,-2 2 53 0,-1 0-53 0,0-1 0 0,0 0-4 0,0-2 4 16,0-1 0-16,0 1-14 0,2 0 14 0,1 0 0 0,-3 2 0 0,-1-3 0 15,-1-1 0-15,2 1 58 0,-1 0-58 0,-1-2 0 0,2 2 101 16,-3 0-101-16,1-2 0 0,0 1 94 16,1-1-94-16,-1 0 0 0,-1 1 36 0,-1-1-36 0,-1-1 0 0,1 1 8 0,0-1-8 15,0 1 0-15,0-2-33 0,1 0 33 0,2 0 0 0,-3 0 12 16,-1-1-12-16,-1 0 0 0,0 0 83 0,0 3-83 0,0-1 0 0,0 0 157 15,0 1-157-15,0-1 0 0,0 1 194 16,-2-1-194-16,1 0 0 0,0 1 147 0,2-1-147 0,-1 0 0 16,0-1 64-16,-2 3-64 0,1-3 0 0,0 3 12 0,0-3-12 15,0 0 0-15,0 3-30 0,-1-3 30 0,-1 1 0 0,1 1 9 16,0 0-9-16,0 1 0 0,0 1 56 0,-1-3-56 0,-2 1 0 0,2 1 112 16,-1 2-112-1,-1 0 0-15,1 0 125 0,0-1-125 0,0 1 0 0,0-1 78 16,-2 1-78-16,0-2 0 0,1 3 44 0,-1-1-44 0,-1 0 0 0,0 0 4 0,1 2-4 0,0-2 0 15,0 2-11-15,-1 0 11 0,-2 2 0 0,3-2 2 16,-2 1-2-16,0-1 0 0,0 1 27 16,0-1-27-16,-1 1 0 0,0 1 42 0,0 0-42 0,-2 2 0 0,1-1 1 15,0 1-1-15,-1 0 0 16,0 0-40-16,0 2 40 0,-1-2 0 0,1 1-55 0,-1 3 55 0,0-1 0 0,0 1-41 16,0 0 41-16,-2-1 0 0,2 3-8 0,2-1 8 0,-2 0 0 0,1 1 24 15,-1 1-24-15,1 0 0 0,1 1 31 16,-3 1-31-16,0-1 0 0,2 1 3 15,0-1-3-15,2 3 0 0,-1-2-27 0,-1 1 27 0,1 2 0 0,0-3-65 16,-1 1 65-16,1 1 0 0,1 1-64 0,0-2 64 0,2 2 0 0,0-1-43 16,-2 1 43-16,-1 2 0 0,1-2-12 0,2 2 12 0,-2 0 0 0,1-1 19 15,2 0-19 1,-1 1 0-16,0 0-1 0,0 0 1 0,1 1 0 0,0 0-13 0,1 0 13 0,1 2 0 0,-1-2-13 16,-1 0 13-16,0 1 0 0,2-1-32 0,1 2 32 0,1-3 0 15,-1 3-30 1,-1-1 30-16,-2 1 0 0,2 0-30 0,2-1 30 0,-1 1 0 0,0-1-2 0,0 1 2 0,0 0 0 0,0-1 5 15,2 2-5-15,-1 0 0 0,-1 0 6 16,1-2-6-16,-1 3 0 0,2-1-23 0,1 1 23 0,-1 0 0 0,0 1-22 16,-1-1 22-16,-1 1 0 15,1-1-14-15,2-1 14 0,-1 1 0 0,1-1 9 16,-2-1-9-16,0 1 0 0,0-1 18 0,2 3-18 0,-1-1 0 0,0-1 256 16,0-1-256-16,0 0 0 0,0 0-228 15,-3 2 228-15,2 1 0 0,0-2-16 16,0 1 16-16,0 0 0 0,0-1-21 0,2 1 21 0,-1-1 0 0,0 1-15 15,0-1 15-15,0 1 0 0,0-1 0 0,0 1 0 0,0 1 0 0,0-2 17 0,2 1-17 0,-1-1 0 0,0 1 13 16,0-1-13-16,0 2 0 0,0-3 12 16,0 1-12-16,0-1 0 0,1 0-7 0,1 2 7 15,1 1 0-15,-1-2-12 0,-2-2 12 0,1-1 0 16,0 2-47-16,1 2 47 0,1-2 0 0,-1 1-50 16,1-2 50-16,-1 0 0 0,0 1-40 0,1 0 40 0,1 2 0 0,-1-2 16 15,1 0-16-15,1-2 0 0,-1 2 22 16,1-1-22-16,-1 1 0 0,0-1 23 0,-2 1-23 15,1 0 0-15,0-2-19 0,1-1 19 0,1 0 0 16,0 1-35-16,0 0 35 0,1 1 0 0,-1-1-52 16,1 0 52-16,2-2 0 0,-2 2-28 15,1 0 28-15,2 2 0 0,-1-4-4 0,-2 1 4 0,-1-2 0 0,1 1 18 0,1 1-18 0,2 1 0 0,-3-2-1 16,2 0 1-16,0 0 0 0,1-1-13 0,-3-1 13 0,1-1 0 16,0-1-28-16,2 2 28 0,0-3 0 0,-1 2-18 0,1-1 18 15,2-1 0-15,-2 1-13 0,0 0 13 0,1 0 0 0,-1 0-12 16,0-1 12-16,1-2 0 0,-2 0-14 0,3 0 14 0,3 0 0 15,-3-1-21-15,-1 0 21 0,0-2 0 0,0 3 2 16,0-2-2-16,1-2 0 0,-1 3-1 0,-2-2 1 0,2-1 0 0,-1-1 256 16,0 0-256-16,5-2 0 0,-4 2-256 15,1-1 256-15,2-2 0 0,-2 2-54 0,-2-1 54 0,1-1 0 0,1-1 5 16,-3 0-5-16,2-2 0 0,-2 1 43 16,2 0-43-16,2-1 0 0,-4 1 20 0,-1-1-20 0,-1 0 0 0,2 0 31 15,-1 1-31-15,0-1 0 0,0 0 13 16,0 0-13-16,1-2 0 0,-1 2 30 0,0-2-30 0,0 0 0 15,0 0 6-15,0 2-6 0,2 0 0 0,-2-1 16 16,0-1-16-16,-2 1 0 0,1-1-16 0,0 1 16 0,0 1 0 0,0 0 19 16,-2 0-19-16,-1-1 0 0,1 0 50 0,0-1-50 0,0 0 0 0,0 1 79 15,0 0-79-15,1 1 0 0,-2-1 87 0,2-1-87 0,0-1 0 0,-1 3 38 16,-1-3-38-16,0 2 0 0,1-1-2 16,-1 1 2-16,0-1 0 0,-1 1-20 0,-1-1 20 0,-1 0 0 0,1 1-9 15,1-2 9-15,1-1 0 0,-1 1 37 16,-2 0-37-16,1-2 0 0,0 2 54 0,-2 1-54 0,1-1 0 0,0 2 49 15,2-2-49-15,-1-2 0 0,-1 4 48 0,-1-3-48 0,-1-2 0 16,1 4 29-16,0-1-29 0,0 1 0 0,-1-1 23 16,-1 0-23-16,-1-3 0 0,1 3 15 15,2 0-15-15,-2 1 0 0,0 0 42 0,-1 1-42 0,-2-1 0 0,1 1 65 16,2-1-65-16,-1 1 0 0,-2-1 69 0,0 1-69 0,-1-1 0 0,1 1 46 16,2 0-46-16,-2 0 0 0,0 2 3 15,-1 0-3-15,-1-1 0 0,1 1-48 0,1 0 48 0,0-1 0 0,-1 1-39 16,-1 0 39-16,-2 2 0 0,2-2-42 0,-1 2 42 0,-2 0 0 0,2-1-12 15,1 1 12-15,0 0 0 0,-2 0 256 16,1 1-256-16,-3 0 0 0,1 0-239 16,0 1 239-16,-3 0 0 0,2 0 3 0,0 0-3 0,-4 2 0 0,4-1-28 15,-3 1 28-15,1 1 0 0,0-1-36 16,0 1 36-16,-2 0 0 0,2 1-42 0,2 1 42 0,-2 1 0 0,1-1-44 16,-1 1 44-16,1 1 0 0,0 0-21 0,-1 1 21 0,-2 1 0 0,2 0 0 15,1-2 0-15,0 2 0 0,0 0-5 16,-1 1 5-16,1 1 0 0,-2 0-3 0,4-1 3 0,-1 0 0 0,-2 0-27 15,3 3 27-15,-2 1 0 0,1-2-30 0,1 1 30 0,-1 1 0 0,0-1-28 16,1 0 28-16,0-1 0 0,1 0 1 0,-3 1-1 0,1 1 0 16,1 0-1-16,0-1 1 0,2 1 0 0,-1 0-17 15,1 1 17-15,0-1 0 0,1 2-50 0,-3 0 50 0,1 2 0 16,1-2-42-16,1 0 42 0,0-1 0 0,0 1-43 16,0 1 43-16,0 2 0 0,-1-2-39 0,2 1 39 0,0 0 0 0,-2 0-66 15,3 2 66-15,-1 1 0 0,0 0-99 16,1-1 99-16,-1 1 0 0,2 0-100 15,1 1 100-15,1 1 0 0,-1-5-92 0,2 2 92 0,-1-3 0 0,2-6-1008 0,1-5 1008 16,1-5 0-16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5T08:16:33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3330 6887 0,'0'0'0,"0"0"0,0 0 0,0 0 15,0 0-15,13 51 16,-6-18 0,3 24-16,-10-57 0,0 0 0,0 0 15,2 10-15,0 1 0,-1 0 0,-1-11 16,-3 20-16,1 1 0,1 0 0,-2-9 0,1-1 0,1-1 0,1-10 16,-6 17-16,0-2 0,1 2 0,1-10 0,1 2 15,0-1-15</inkml:trace>
  <inkml:trace contextRef="#ctx0" brushRef="#br0" timeOffset="282.018">3306 6752 0,'0'0'0,"0"0"0,45-5 0,12 11 16,-10 6 0,-2 11-16,-1 11 15,-5 13-15,-39-47 0,0 0 16,0 0-16,10 19 0,-1 0 0,0 0 0,-9-19 0,8 21 0,-1-2 16,-1 1-16,-3 4 0,-1-1 0,-1 0 0,-4 3 15,-1 0-15,0-1 0,-6 4 0,1-1 0,1 0 16,-8 3-16,1-1 0,0 0 0,-8-2 0,1-1 0,1-1 0,-1-5 15,-1-1-15,0 0 0</inkml:trace>
  <inkml:trace contextRef="#ctx0" brushRef="#br0" timeOffset="949.982">4086 6895 0,'0'0'16,"0"0"-16,0 0 0,0 0 0,0 0 16,36-31-16,-8 6 15,-9-1-15,-19 26 16,0 0-16,0 0 0,3-7 0,0-2 16,0 1-16,0 1 0,-1 0 0,0 0 0,-2 7 0,2-8 0,-2 2 15,2-2-15,-7 2 0,2 1 0,2 1 0,-6 0 0,3 1 0,0 0 16,-4 4-16,1-1 0,0 2 0,7-2 15,-11 6-15,3-1 0,-3 0 0,-1 3 16,0 1-16,1-2 0,0 6 0,-1-3 0,1 0 0,0 2 16,0 0-16,1-1 0,2 0 0,-1 0 0,2 0 15,7-11-15,-7 9 0,2-1 0,0 0 0,3 1 16,2-1-16,0-1 0,5 1 16,0-3-16,1 1 15,-6-6-15,7 5 0,-1-1 0,2 0 0,3-3 0,-2-1 0,1 0 16,0-1-16,1 1 0,-1 0 0,2 0 0,-2-2 0,1 1 0,-11 1 0,9-1 0,-2 0 0,2 1 0,-5 0 15,0 0-15,0 0 0,-6 5 0,1 0 16,0 0-16,1-5 0,-6 9 0,0-3 0,0 1 0,-4 4 16,-1 0-16,2-1 0,0 2 0,-3 2 15,1-1-15,-2-1 0,1 1 0,-1 0 0,3-1 16,1 1-16,-1-1 0,10-12 0,-7 12 16,0 2-16,1-2 0,4-2 0,-1 1 0,1-1 15,4 0-15,-2-3 0,1 1 0,5-1 0,-1-2 0,1 1 0,-6-6 16,10 5-16,-1 0 0,0-1 0,6-3 15,0 0-15,0-1 0,1-1 0,0-1 0,0 0 16,1-4-16,1 2 0,0-1 0,-18 5 0,16-6 16,-1-2-16,0 1 0,-3-5 0,0 0 15,0 1-15,-2-5 0,-1-1 0,1 2 16</inkml:trace>
  <inkml:trace contextRef="#ctx0" brushRef="#br0" timeOffset="1160.259">4398 6750 0,'0'0'0,"0"0"0,0 0 0,10 38 15,5 10 1,-6 1-16,0 4 16,-2-2-16,-7-51 0,0 0 15,0 0-15,2 18 0,-2 0 0,1 0 0,-1-18 0,2 17 16,-2 1-16,0-2 0,0 0 0,0 1 15,0-2-15,0-4 0,0-1 0,0 1 0,0-8 16,0 1-16,0 0 0</inkml:trace>
  <inkml:trace contextRef="#ctx0" brushRef="#br0" timeOffset="1330.258">4592 7019 0,'0'0'0,"0"0"16,0 0-16,18 35 15,0 5-15,-6-18 16,-9 5-16,-3-8 16,0-19-16,0 0 15,0 0-15,0 4 0,0-2 0,0 1 0</inkml:trace>
  <inkml:trace contextRef="#ctx0" brushRef="#br0" timeOffset="1460.168">4623 6848 0,'0'0'0,"0"0"0,0 0 16</inkml:trace>
  <inkml:trace contextRef="#ctx0" brushRef="#br0" timeOffset="1927.345">4760 7060 0,'0'0'0,"0"0"0,0 0 0,0 0 16,3 40-1,0-13-15,-6-60 16,1 12-16,2 21 16,0 0-16,0 0 0,0-3 0,0 0 0,0 0 0,-1 2 15,1-1-15,0 2 0,7-7 0,-4-2 0,1 0 0,-4 9 0,8-10 16,0-2-16,-2 2 15,4 1-15,0 0 0,-1 1 0,-9 8 0,11-6 0,-1 2 16,-1-1-16,3 3 0,-2-1 0,0 1 0,0 5 16,1-1-16,-1 2 0,-2 2 0,1 1 0,-1-1 0,-8-6 0,8 9 15,-1 0-15,-1-1 0,-1 1 16,1 0-16,-2 0 0,0-2 0,-2 0 0,1 0 0,-1-1 0,-2 0 16,1-2-16,-1-4 0,0 4 0,0-1 15,0 1-15,-1-2 0,1-1 0,0 1 0,1-5 16,-1 2-16,0 0 0,1-4 0,-1 0 0,0 0 0,0 5 15,0-7-15,0 0 16,0 0-16,2-2 0,-1 1 0,1-2 0,-2 10 0,3-9 0,1-1 0,0 0 0,2 0 16,0 1-16,-1 0 0,3 1 0,-2 2 15,0-1-15,-6 7 0,9-3 0,-3 1 0,1 0 0,1 6 0,-1-2 16,1 1-16,-1 5 16,0-1-16,1 0 0,-8-7 0,7 11 0,0-1 0,-1 1 0,1-1 0,-2 0 15,1 2-15,-4-3 0,-1 1 0,1-1 0,-2-9 16,-2 10-16,1-4 0,0 3 15,-2-4-15,0-1 0,1 1 0,-1-3 0,1 0 0,1-2 0,0 0 16,1 0-16,-2 0 0</inkml:trace>
  <inkml:trace contextRef="#ctx0" brushRef="#br0" timeOffset="2059.998">5267 6941 0,'0'0'0,"0"0"15,0 0 1,13 48-16,-1 1 0,-4-9 31,-7-14-31,-1-12 0,0-14 0,0 0 16,0 0-16</inkml:trace>
  <inkml:trace contextRef="#ctx0" brushRef="#br0" timeOffset="2189.9">5280 6854 0,'0'0'0,"0"0"0,0 0 16,0 0-16,0 0 16,0 0-16</inkml:trace>
  <inkml:trace contextRef="#ctx0" brushRef="#br0" timeOffset="2500.002">5450 6990 0,'0'0'16,"0"0"-16,0 0 0,7 53 16,-9-17-16,-8-20 15,-4-14-15,6-8 16,8 6-16,0 0 0,0 0 16,5-17-16,-1 0 0,0-1 0,-4 18 0,4-11 0,-2 2 15,0-2-15,1 6 0,-2 0 0,0 0 0,-1 5 0,6-10 16,-1-1-16,0 2 0,2-2 0,1 0 15,0 0-15,-8 11 0,8-8 0,1-1 0,-1 1 0,1 4 0,1-1 16,-1 2-16,2 3 0,-2 0 0,0 0 16,-9 0-16,10 4 0,1 1 0,-1-1 0,-2 4 0,0 1 15,1-2-15,-9-7 0,6 11 0,-2-3 0,2 1 16,-2 3-16,-1-1 0,-1-1 0,-2 2 16,0-2-16,0 2 0,0-12 0,-2 9 0,2 0 0,-1-1 0,-2-3 0,3 0 15,-1 1-15</inkml:trace>
  <inkml:trace contextRef="#ctx0" brushRef="#br0" timeOffset="2916.112">5922 6877 0,'0'0'0,"0"0"0,0 0 15,0 0-15,0 0 0,-48 16 16,0 11-1,15 0-15,33-27 16,0 0-16,0 0 0,0 0 16,-8 9-16,1 0 0,1-2 0,2 1 0,-1-1 0,1 1 0,4-8 0,-3 7 15,2-2-15,-1 1 0,4-2 0,-1 0 16,-1 0-16,6-2 0,0 1 0,-3-1 0,-3-2 0,8-2 16,-1-1-16,-1 2 0,3-4 0,-1 1 0,0 0 0,-8 4 15,10-8-15,0 1 0,1-1 0,-2-2 0,-1 1 16,1-1-16,-1 0 0,-2 0 0,0 1 0,-6 9 0,4-7 15,-1 2 1,1-1-16,-2 3 0,0 0 0,1 1 16,-3 2-16,1-1 0,-1 1 0,1 0 0,-2 2 0,1 0 0,0 0 15,0-2-15,0 9 0,0-2 0,0-1 0,1 2 0,-1 0 0,0-1 0,1 2 0,1 0 16,-1 0-16,-1-9 16,4 8-16,-2-1 0,1 2 0,0-2 0,0 0 0,0 0 0,-3-7 15,3 4-15,-1 0 0,2 0 0,-2-5 16,1 0-16,0 1 0,1-7 0,0 0 0,0 0 0,1 2 15,-3-1-15,0 1 0,1 1 0,-3 2 0,1-2 0,0 2 0,-1 2 16,0-2-16</inkml:trace>
  <inkml:trace contextRef="#ctx0" brushRef="#br0" timeOffset="3090.803">6110 6653 0,'0'0'0,"0"0"0,0 0 0,0 0 0,21 36 15,-5 3 1,-5 12-16,-2 4 15,-9-55 1,0 0-16,0 0 0,2 17 16,-1 0-16,1 0 0,-2-17 0,1 18 0,2-1 0,-1 1 0,-4 0 0,2-3 0,0 1 15,-5 0-15,1 0 0,1-2 0,-1-6 0,1 2 0,0-1 16,1-4-16,-1 0 0,2-2 0</inkml:trace>
  <inkml:trace contextRef="#ctx0" brushRef="#br0" timeOffset="3260.31">6069 6920 0,'0'0'0,"0"0"15,0 0-15,0 0 0,61-21 16,2 3-16,-11 9 16,-10-6-1,-42 15-15,0 0 0,0 0 0,9-4 0,-1-1 0,2 2 16</inkml:trace>
  <inkml:trace contextRef="#ctx0" brushRef="#br0" timeOffset="3729.917">6450 6924 0,'0'0'0,"0"0"0,0 0 16,0 0-16,0 0 0,0 0 15,0 0 1,0 0-16,0 0 0,0 0 0,0 0 15,0 0-15,17-10 0,1 2 16,0-1-16,-5-1 0,-1 1 0,-1 2 0,-11 7 0,8-7 0,-2 1 16,0 1-16,-5 0 15,1 0-15,-1 1 0,-4 0 0,2 2 0,-1 0 0,2 2 16,-6 1-16,0 0 0,-1 0 16,-4 4-16,1 1 0,0-2 0,10-4 0,-12 8 0,1-1 15,-1 1-15,1 1 0,-1 0 0,0 0 0,1 3 0,1 0 0,1-2 16,9-10-16,-9 13 15,1-3-15,1 0 0,1-4 0,1 1 16,1-1-16,6 5 0,-1-1 16,-1 0-16,6 1 0,0 0 0,-1 0 0,-5-11 15,10 9-15,2-1 0,-2 1 0,7-4 0,-1 0 0,-1 0 16,-15-5-16,22-1 0,-1 0 0,0 1 0,4-5 0,-1 1 0,0 0 0,-7 0 0,-1 1 0,0 0 16</inkml:trace>
  <inkml:trace contextRef="#ctx0" brushRef="#br0" timeOffset="4059.877">7129 6868 0,'0'0'0,"0"0"0,0 0 31,0 0-31,0 0 0,49-8 16,-1-1 0,-48 9-16,0 0 0,0 0 0,0 0 0,0 0 15,15-2-15,0 1 0,0-1 16,4 1-16,0-1 0,-1 1 0,-18 1 0,22-2 0,-2 1 16,0-2-16,3 0 0,-2 0 0,1 2 0,-22 1 0,23-3 0,1 1 0,-1-1 0,-1 0 0,-1 1 15,0 1-15,-21 1 0,21-4 16,-3 3-16,0-3 0,-2 4 15,0-1-15,-1-1 0,-15 2 0,13 0 16,-1 0-16,1-1 0,-4 2 0,1 2 16,0-3-16,-10 0 0,5 3 0,2-2 0,-1 1 0,-3-1 0,-2-1 0,1 2 15</inkml:trace>
  <inkml:trace contextRef="#ctx0" brushRef="#br0" timeOffset="4980.485">7596 6677 0,'0'0'0,"0"0"0,0 0 15,0 0-15,42 0 16,-16 0 0,7 11-1,-33-11-15,0 0 0,0 0 0,0 0 16,7 1-16,-2 2 0,1-2 0,-6-1 0,10 6 0,1 0 16,-2-1-16,-9-5 0,6 3 0,-1 0 0,0 0 0,-5-3 0,14 6 0,-1 0 0,1-1 15,-14-5-15,7 4 0,1-1 0,-2 0 16,-6-3-16,15 6 0,-2 0 0,1 0 0,-14-6 15,9 2-15,-3 2 0,3-1 16,-9-3-16,3 0 0,0 2 0,0-1 16,-3 0-16,1-1 0,0 0 0,-1 0 0,1 0 0,-1 0 0,0 0 15,0 0-15,0 0 0,0 0 0,0 0 0,0 0 0,0 1 0,0 0 16,0-1-16,4 2 0,0 0 16,0 2-16,-3-3 0,1 0 0,1 1 0,-3-2 0,-6 6 15,-3 0-15,3 1 0,6-7 16,-5 2-16,1 2 0,-1-2 0,5-2 15,-13 12-15,-1-2 0,1 1 0,13-11 0,-8 6 0,1-1 0,-1 1 0,8-6 16,-13 13-16,1-1 0,0 0 0,12-12 0,-8 6 0,1 1 0,0-1 16,7-6-16,-12 14 0,-1 0 0,1-1 0,12-13 0,-7 9 15,1-2-15,-2 1 0,8-8 16,-15 9-16,2-2 0,-2 1 0,15-8 16,-8 4-16,0 0 0,0 0 0</inkml:trace>
  <inkml:trace contextRef="#ctx0" brushRef="#br0" timeOffset="5429.898">7187 6707 0,'0'0'0,"0"0"0,0 0 0,0 0 15,0 0-15,0 0 16,0 0 0,-39 42-16,39-42 0,0 0 0,0 0 0,0 0 15,-14 10-15,2 1 0,-1 0 0,-2-1 16,3-2-16,-2-1 0,14-7 0,-10 7 0,-1-2 0,1 1 15,2-1-15,1 0 0,0 0 0,2-1 16,2 1-16,-2-2 0,5-3 0,-4 3 16,2 0-16,0 0 0,0 1 0,1-2 0,0 1 0,2 0 15,0 0-15,-1-1 0,0-2 0,4 5 0,-2-1 0,-2 0 16,5 0-16,-1-1 0,-1 1 0,-3-4 0,6 4 16,-2-1-16,1 2 0,3 0 0,-1 0 0,-1 1 0,-6-6 15,11 6-15,-1 2 0,0-2 0,0 2 0,0 0 16,0-2-16,-10-6 0,12 6 0,0 0 0,-1 0 15,4 0-15,-2-3 0,0 1 0,-13-4 0,14 6 0,-3-2 16,1 0-16,0 2 0,1-1 0,-1 0 0,0-2 16,-1 1-16,0 0 0</inkml:trace>
  <inkml:trace contextRef="#ctx0" brushRef="#br0" timeOffset="11395.874">4544 7745 0,'0'0'0,"0"0"0,0 0 0,0 45 15,-1-19 1,2 29-16,-1-25 15,3 27-15,-3-57 0,0 0 16,0 0-16,0 0 0,2 12 0,-2-3 16,0 1-16,0-10 0,0 21 0,0 0 0,0-1 15,0-9-15,0 0 0,0 0 16,0-11-16,-2 21 0,0-1 16,1 0-16,1-20 0,-1 12 0,0-1 0,1 1 15,-1-8-15,1 0 0,0 0 0,0-4 0,-5 11 16,1-1-16,0 1 0,2-4 0,-1-2 0,1 1 15</inkml:trace>
  <inkml:trace contextRef="#ctx0" brushRef="#br0" timeOffset="11691.326">4461 7844 0,'0'0'16,"0"0"-16,0 0 0,16-66 0,5 9 15,1 18-15,2 18 16,1 5-1,-25 16-15,0 0 0,0 0 16,9-1-16,2 0 0,-3-1 0,4 4 0,0-2 0,-1 0 16,-1 4-16,0 0 0,0 0 15,1 2-15,-1 1 0,0 0 0,-10-7 0,7 9 0,0-1 16,-2 0-16,2 1 0,-3 0 16,0 0-16,-4-9 0,4 10 0,-1-1 0,-1 2 0,-4-1 15,-1 1-15,1-2 0,-5 3 0,2-3 0,-1 0 0,6-9 0,-9 9 0,0 0 16,-1 0-16,-3 0 0,1-2 0,-1 1 0,-1 0 15,0-1-15,1 2 0,-2-3 0,0-1 0,2 0 0,13-5 0,-15 4 0,1-2 16,0 1-16,2-1 0,0 0 16,-1 0-16,6-6 0,0 3 0,0-1 0</inkml:trace>
  <inkml:trace contextRef="#ctx0" brushRef="#br0" timeOffset="11981.039">4943 7961 0,'0'0'0,"0"0"16,0 0-16,60 3 15,-3-2-15,-3-1 16,2 1-1,-1-3-15,-55 2 0,0 0 0,0 0 16,19 0-16,0-2 0,0 1 0,-19 1 0,21 0 16,-3 0-16,0 0 0,2 3 0,-3-2 0,1 0 15,-18-1-15,17 1 0,0 0 0,0 1 16,-1-2-16,-1 0 0,1 0 0,-16 0 0,11 0 0,0 0 16,0 0-16,-3-3 0,-2 1 0,0-2 0</inkml:trace>
  <inkml:trace contextRef="#ctx0" brushRef="#br0" timeOffset="12329.853">5370 7834 0,'0'0'0,"0"0"0,0 0 15,0 0 1,56 4-16,-3 2 15,-9 1-15,-44-7 0,0 0 16,0 0-16,14 2 0,-2-2 16,0 3-16,3-1 0,-3-1 0,1 2 0,-13-3 15,10 3-15,1 1 0,0-2 0,0 3 16,-1-1-16,0-1 0,-10-3 0,9 3 0,-1 1 0,1-1 16,-2 2-16,-2-2 0,1 1 0,-6-4 0,3 7 0,-1-2 0,0 2 0,-1 0 15,0-1-15,-1 2 0,0-8 0,-2 9 0,1 1 16,0-3-16,-5 4 0,3-3 0,-2 1 15,5-9-15,-6 10 0,-2 1 0,1-2 16,-1 2-16,-1-1 0,1 1 0,8-11 0,-10 11 0,1-1 0,1 0 16,-3 0-16,0 1 0,0-1 15,11-10-15,-12 9 0,0 0 0,1 0 0,-1-5 0,2 0 16,-1 0-16</inkml:trace>
  <inkml:trace contextRef="#ctx0" brushRef="#br0" timeOffset="12759.979">5006 7825 0,'0'0'0,"0"0"16,0 0-16,0 0 0,-36 26 16,-2 3-1,0-1-15,6-4 0,32-24 16,0 0-16,0 0 16,-12 6-16,2 2 0,0-2 0,10-6 15,-8 7-15,1 0 0,-1-2 0,2 0 0,1-1 0,1 1 0,-1 0 0,2-1 16,0 2-16,3-6 0,1 5 0,-1-1 0,0 0 0,5-1 15,-1-1-15,0 1 0,-4-3 0,8 5 0,-1-2 0,0 1 16,3 0-16,-2 0 0,-1 0 0,4-1 0,-1 3 16,-1-3-16,3 4 0,-2-2 0,-1 1 0,-9-6 15,11 9-15,0 0 0,0 0 0,2 0 0,-1 0 16,0 0-16,-12-9 0,11 9 0,-1 1 16,2-1-16,-2 2 0,1 1 0,-2-1 0,2-1 0,-3 0 0,0 1 0,0-5 15,-4 1-15,0 0 16</inkml:trace>
  <inkml:trace contextRef="#ctx0" brushRef="#br0" timeOffset="13450.253">6142 7853 0,'0'0'0,"0"0"15,-27 54 1,4-5-16,5-2 15,6-4 1,18-5-16,-6-38 0,0 0 16,0 0-16,5 12 0,-1-1 0,2-1 15,-6-10-15,9 9 0,-2 1 0,1-2 0,4-1 0,0-1 0,0-1 16,-12-5-16,15 3 16,-1 0-16,0-2 0,-14-1 0,17-1 0,1 1 0,-2 0 0,1-6 15,1 0-15,-1 0 0,-17 6 0,17-11 0,0 1 0,0-1 0,-1-2 0,-1-1 16,1 1-16,-16 13 0,14-17 15,-1 1-15,1-2 0,-14 18 0,8-16 16,-1 0-16,2 1 16,-6-1-16,1 0 0,-2 0 0,-2 16 0,-2-16 0,0 1 0,0 0 0,-7 3 0,1 0 0,0 0 15,8 12-15,-17-10 0,2 2 0,1-1 16,14 9-16,-20-5 0,2 1 0,-2-1 0,-1 3 0,0 0 0,2 1 16,19 1-16,-20 2 0,-1 0 0,1 0 0,2 2 0,1-1 15,0 0-15,17-3 0,-14 6 0,2-1 16,1 1-16,11-6 0,-8 5 0,0 1 0,1-1 0,5 1 15,-2-1-15,1 0 16,3-5-16,4 7 0,-1-2 0,-1 0 0,-2-5 0,8 7 16,1-1-16,-1 0 0,-8-6 0,15 7 0,-2 0 0,0 0 15,-13-7-15,14 7 0,0 0 0,0 0 16,-14-7-16,13 10 0,1 0 0,-2 0 16,0 2-16,-2 1 0,1-2 0,-11-11 0,10 14 15,1 1-15,-2-1 0,-9-14 16,8 14-16,0 0 0,0 1 0,-8-15 15,6 12-15,1 3 0,0-2 0,-7-13 0,5 11 16,0 1-16,2-1 0,0-1 0,-3 2 0,2-3 0,-6-9 16,7 7-16,-3 0 0,0 0 0,-4-7 0,6 1 0,-3 0 15,2 0-15</inkml:trace>
  <inkml:trace contextRef="#ctx0" brushRef="#br0" timeOffset="13660.23">6611 7751 0,'0'0'0,"0"0"0,50 18 0,2 15 16,-6 13 0,-5 6-16,-17 4 0,-18 9 15,-6-65-15,0 0 16,0 0-16,0 0 0,-3 25 0,0 1 0,1-2 15,-10 1-15,2 2 0,-2-2 0,-9-2 0,1 0 0,0 1 0,-6-5 0,2 0 16,0-1-16</inkml:trace>
  <inkml:trace contextRef="#ctx0" brushRef="#br0" timeOffset="14110.469">4273 7656 0,'0'0'0,"0"0"0,-45 48 0,45-48 15,-53 85 1,21-7-16,16-5 15,6 2-15,10-75 16,0 0-16,0 0 0,-1 26 0,0-1 0,-1 1 0,2-26 16,2 26-16,-1 0 0,1 0 0,5 0 15,-2 2-15,0-1 0,8 1 0,-3-2 0,2 1 0,7 0 0,-3 0 16,1-2-16,8-4 16,-2 0-16,0-1 0,3-7 0,-1 2 0,1-3 0</inkml:trace>
  <inkml:trace contextRef="#ctx0" brushRef="#br0" timeOffset="14773.449">7040 7811 0,'0'0'0,"0"0"0,0 0 0,0 0 16,0 0-16,30 54 15,-6 5 1,-24-59-16,0 0 0,0 0 0,0 0 0,7 16 0,-2 0 15,1-1-15,0 2 0,-2-3 16,1 0-16,-5-14 0,6 15 0,-2-1 0,1-2 0,-5-12 0,7 15 16,-2-3-16,1 1 0,-6-13 15,6 12-15,0 0 0,-1 0 0,-5-12 0,5 9 0,0-1 0,1 1 16,-6-9-16,6 8 0,0-2 16,-1 1-16,-5-7 0,5 2 0,-1 2 0,0 0 0,-4-4 15,3 1-15,-1 0 0,0-1 0,-2 0 0,1-3 0,0 0 0,-1-2 0,3-5 16,0 1-16,0-1 0,-3 10 15,4-15-15,0-1 0,0 2 0,-4 14 0,6-18 0,-1-1 0,-1 2 16,-4 17-16,6-19 0,-3 1 0,1 0 16,-4 18-16,5-19 0,-1 1 0,1 0 0,-5 18 0,3-19 15,0 2-15,0-1 0,-3 18 0,4-15 16,-1 0-16,0 0 0,-1 8 16,1-1-16,-3 0 0,0 8 0,3-10 0,-1 1 0,0 0 0,-2 9 15,4-9-15,-2 1 0,0-1 0,-2 9 0,4-9 0,-1-1 16,0-1-16,-3 11 0,4-6 0,-2-1 0,1 1 0</inkml:trace>
  <inkml:trace contextRef="#ctx0" brushRef="#br0" timeOffset="15050.263">7757 7718 0,'0'0'16,"0"0"-16,0 0 0,27 42 0,-8 9 15,-1-1 1,-14 1-16,-4-51 0,0 0 16,0 0-16,0 0 0,2 15 0,-1 1 0,0-1 0,2 0 0,0-1 0,0 0 15,-3-14-15,4 14 0,-1 1 16,0 0-16,-3-15 0,1 14 0,0 1 0,-1-1 0,-1 0 15,-1-1-15,1 0 16,1-13-16,-5 8 0,2 0 0,-2 0 0,5-8 0,-5 1 0,0-1 0,1 1 0</inkml:trace>
  <inkml:trace contextRef="#ctx0" brushRef="#br0" timeOffset="15490.323">7778 7796 0,'0'0'0,"0"0"0,17-37 16,6 4 0,6 7-16,4 6 15,5 13-15,-38 7 0,0 0 16,0 0-16,13 1 0,-1 0 0,1 0 0,-13-1 16,11 5-16,1 1 0,0-1 0,-2 3 0,-2-1 15,1 1-15,-2 1 0,-1-1 16,0 0-16,-6-8 0,2 11 0,0-1 15,-1-1-15,-1-9 0,-3 12 0,1-3 16,0 1-16,-6 0 0,0 2 0,1-1 16,7-11-16,-12 11 0,2 0 0,0 0 0,-1-4 0,0 1 15,-1-1-15,12-7 0,-9 7 0,-3 0 0,3 0 0,0-3 0,0 1 0,1 0 0,8-5 0,-5 2 0,0 0 16,-1-1-16,6-1 0,-4 2 0,2-2 16,-1 1-16,3-1 0,-2 0 0,1 1 0,1-1 0,3 3 0,-2-1 15,1 2-15,-2-4 0,3 4 0,-1-1 0,0 2 16,0-3-16,1 0 0,-3 1 0,1-3 15,0 1-15,0 1 0,1-2 0,-2 0 0,0 0 0,0 1 16,0-1-16,0 0 0,0 0 0,20 15 0,0-1 16,1 1-16,0 0 0,-1-1 0,0 1 0,-20-15 0,17 10 15,-2 1-15,3 0 16,-9-2-16,3-1 0,-1 1 0,-11-9 0,6 6 0,0 2 16,0-1-16,-6-7 0,4 5 0,-1-1 0,0-1 0,0 1 0,-3-3 0,1 1 15</inkml:trace>
  <inkml:trace contextRef="#ctx0" brushRef="#br0" timeOffset="16920.387">8714 7757 0,'0'0'0,"0"0"16,0 0-16,0 0 15,0 0-15,0 0 16,0 0-16,0 0 16,0 0-1,0 0-15,0 0 0,0 0 0,0 0 0,0 0 0,0 0 0,16-4 16,0 2-16,0-3 0,-16 5 0,9-1 0,0-1 0,0 0 15,-9 2-15,23-5 0,-1 2 16,1 0-16,-23 3 0,25-4 0,-1 0 0,1 0 0,-25 4 0,32-5 16,1 1-16,0 0 0,-33 4 15,31-5-15,0 2 0,-1-2 0,-30 5 0,28-3 0,0 1 0,-1-1 16,-27 3-16,13-3 0,0 2 16,0 0-16,2 0 0,-1 1 0,0-1 0,-14 1 0,8 0 0,-1 0 15,0 0-15,-7 0 0,12 2 0,-1-1 0,1-1 0,-12 0 0,6 0 16,0 1-16,0 0 0,-6-1 15,4 0-15,-2 0 0,0 0 0,-2 0 0,3 3 0,-1 0 0,1-1 16,-3-2-16,2 2 0,-1 0 0,-1-2 16</inkml:trace>
  <inkml:trace contextRef="#ctx0" brushRef="#br0" timeOffset="17240.251">8904 7900 0,'0'0'0,"0"0"0,0 0 0,0 0 16,0 0 0,0 0-16,74-20 15,-74 20-15,0 0 16,0 0-16,0 0 0,25-6 0,-1 0 0,0 0 15,-24 6-15,22-6 0,-2 1 0,0-1 0,-1 3 0,-2 1 0,0-1 0,-17 3 16,18-3-16,-1-1 0,0 2 16,0 0-16,0 1 0,0-1 0,-17 2 0,15 0 0,0-2 0,0 2 15,-2 0-15,0 0 0,-1 0 0,-12 0 16,9 2-16,1 0 0,-1-1 0,-9-1 0,6 4 0,-2-2 16,1 0-16,-3 0 0,-1-1 0,1 1 0</inkml:trace>
  <inkml:trace contextRef="#ctx0" brushRef="#br0" timeOffset="17625.855">8842 8120 0,'0'0'0,"0"0"0,0 0 16,0 0-16,61-5 15,-4-4 1,0 2-16,-57 7 0,0 0 0,0 0 16,0 0-16,18-4 0,0 2 0,1-1 15,1-3-15,-1 0 0,-1 1 16,-18 5-16,21-5 0,-1 0 0,1-1 0,0 2 15,-1-1-15,0 2 0,-20 3 0,20-5 0,-2 1 0,0 0 0,-18 4 0,18-5 16,-2 4-16,0-3 0,-3 3 16,-1 0-16,0-1 15,-12 2-15,9 2 0,0-2 0,-2 0 0,-2 0 16,0 0-16,0 1 0,-5-1 16,3 1-16,-1 1 0,-1 0 0,-1-2 0,-1 1 0,0 3 0,0-1 0,-5-1 15,1 1-15,0-2 0,1 1 0,0-1 0,0 1 0</inkml:trace>
  <inkml:trace contextRef="#ctx0" brushRef="#br0" timeOffset="24113.377">10307 6833 0,'0'0'0,"0"0"16,0 0-1,12-46-15,-6 17 16,-4-2 0,-1 17-16,-1 14 15,0 0-15,0 0 0,0 0 0,-12-5 16,1 1-16,1 0 0,10 4 0,-8-2 0,1-1 15,0 1-15,7 2 0,-16 1 0,3 0 0,-2 2 0,15-3 0,-8 0 0,-1 1 0,1 0 0,8-1 16,-18 7-16,2 0 0,0 0 16,16-7-16,-10 5 0,1-1 0,0 0 0,9-4 0,-12 12 0,1-1 15,-1 0-15,12-11 0,-7 7 0,2-2 16,-1 2-16,6-7 0,-10 22 0,-1-2 0,2 1 0,9-21 16,-6 12-16,0 0 0,0-1 0,6-11 0,-6 26 15,1 0-15,0-1 16,5-25-16,-4 28 0,2 1 0,0-2 0,2-27 0,-3 25 0,3 1 15,-1-2-15,1-24 0,-1 27 0,1 1 16,0 0-16,0-28 0,-1 30 16,1 1-16,-1-1 0,1-30 0,1 33 0,-1-1 0,0 0 0,3 2 0,-1-1 0,0-1 15,-2-32-15,1 38 0,-1-2 0,0 0 16,2-3-16,-1 1 0,0-1 0,-1-33 0,3 44 0,-3-2 16,1 1-16,-1-43 0,1 49 0,-1-2 0,0 0 15,0-47-15,1 51 0,1-3 0,-1 0 0,-1-48 16,5 45-16,-2-2 0,0 0 0,0-8 0,0 0 0,-1-1 15,-2-34-15,2 32 0,-2-3 0,1 1 0,-1-30 16,1 14-16,-1 0 0,0-1 0,0-13 0,-2 25 16,2-1-16,0 0 0,0-24 0,0 13 0,0 0 0,0 0 15,0-13-15,4 17 0,-1-1 0,0 1 16,-3-17-16,3 9 0,-1 0 0,-1-1 0,-1-8 0,2 4 0,-1-1 16,0 1-16,-1-4 0,1 1 0,-1-1 15,0 1-15,0 1 0,0-2 0,0 0 0,0 0 16,0 0-16,0 0 0,0 0 0,0 0 0,0 0 0,0 0 0,0 0 15,0 0-15,0 0 0,0 0 0,0 0 16,3-6-16,0 1 0,-1 0 0,-1 0 0,1 3 0,-1-1 0,-1 3 16,14-4-16,-2-1 0,1 1 15,-13 4-15,7-3 0,0 0 0,0 1 0,-7 2 0,21-3 0,0-1 16,-2 1-16,-19 3 0,13-2 16,-3 0-16,2 0 0,-12 2 0,18-4 0,-1 1 0,1-1 0</inkml:trace>
  <inkml:trace contextRef="#ctx0" brushRef="#br0" timeOffset="24809.852">10814 7274 0,'0'0'16,"0"0"-16,0 0 0,0 0 15,0 0 1,0 0-16,0 0 16,0 0-16,0 0 0,0 0 0,0 0 15,0 0-15,0 0 0,0 0 0,0 0 0,0 0 0,0 0 16,0 0-16,5 21 0,-2-4 0,0 2 15,-3-19-15,2 10 0,0 3 0,1-2 0,-3-11 0,0 15 16,0 2-16,0-2 0,0-5 0,0-2 0,0 1 16,0-9-16,1 18 0,0 0 0,0 0 0,-1-18 15,1 9-15,-1 1 0,0 0 0,0-10 0,5 22 16,-1 2-16,0-2 0,-4-22 0,3 13 0,-1-1 0,0 1 0,-2-13 16,4 23-16,0-1 0,-1-1 0,-3-21 0,2 14 15,0-2-15,-1 0 0,-1-12 0,3 22 0,-1 0 16,-1-1-16,-1-21 0,2 13 0,-2-2 0,1 0 0,-1-11 15,1 22-15,0 1 0,-1-1 0,0-22 16,1 13-16,-1-1 0,0 0 0,1-8 0,-1 2 0,0-3 16,0-3-16</inkml:trace>
  <inkml:trace contextRef="#ctx0" brushRef="#br0" timeOffset="26361.021">10807 7341 0,'0'0'0,"0"0"0,0 0 15,0 0 1,0 0-16,0 0 16,0 0-1,0 0-15,0 0 0,0 0 0,0 0 0,0 0 16,0 0-16,0 0 0,0 0 0,0 0 0,0 0 0,0 0 0,0 0 16,10-16-16,0 1 0,0 0 0,-3 5 0,-2 1 0,0-1 15,-5 10-15,10-7 0,-1 0 0,0 1 16,-9 6-16,7-4 0,-3 1 0,1 0 0,-5 3 0,10-1 15,1-1-15,0 2 0,-11 0 16,7-1-16,-1 1 0,-1 0 0,-5 0 16,11 1-16,0-1 0,0 0 0,-11 0 0,6 0 15,-1 0-15,0 0 0,-5 0 16,13 5-16,-2-2 0,0-2 0,-11-1 0,7 2 0,-2 0 0,1-1 0,-6-1 16,10 6-16,-1-2 0,0 1 0,-9-5 0,6 3 15,-1 0-15,0-1 0,-5-2 0,7 8 0,0-1 0,-1 1 16,-6-8-16,5 5 0,-1-2 0,-1 2 0,-3-5 15,3 3-15,-3-3 0,1 2 0,-1-2 0,2 1 0,-2-1 16,0 0-16,0 0 0,-2 13 0,2 0 0,0 1 16,0-14-16,-1 7 0,1 2 0,0-2 0,0-7 15,-6 9-15,0 0 0,0-1 0,6-8 0,-4 5 16,1-2-16,0 1 0,3-4 0,-9 7 0,2 0 16,0-1-16,7-6 0,-5 3 0,1 1 0,0-1 15,4-3-15,-12 9 0,1-1 0,0-2 0,11-6 0,-6 6 0,-1-2 16,1-1-16,6-3 0,-14 6 0,2 0 0,-1-1 15,13-5-15,-7 5 0,0-3 16,0 1-16,7-3 0,-15 1 0,1 1 16,1-1-16,13-1 0,-10 0 0,2 0 0,0 0 0,-4 1 0,-1 0 0,1-1 15,12 0-15,-8 2 0,2-2 0,0 0 0,6 0 0,-3 0 16,1 0-16,0 0 0,2 0 0,-9 0 16,2 0-16,-1 1 0,8-1 0,-5 0 0,1 1 0,1-1 15</inkml:trace>
  <inkml:trace contextRef="#ctx0" brushRef="#br0" timeOffset="28170.354">11267 7589 0,'0'0'0,"0"0"0,0 0 0,0 0 16,0 0-16,0 0 15,0 0 1,0 0-16,0 0 0,0 0 0,18 0 0,-2 0 15,1 0-15,-17 0 0,10 0 0,0 0 16,0 0-16,-10 0 0,18-3 0,1 3 16,0 0-16,-19 0 0,10-1 0,0 1 0,0 0 15,-10 0-15,23-2 0,0 2 0,-1-1 0,-22 1 0,24-1 0,-1 0 16,1 0-16,-24 1 0,23-2 0,-1 2 16,-1-3-16,-21 3 0,29 0 0,-1-2 0,-1 1 0,-27 1 0,24-1 15,1 0-15,0 0 0,-13 1 0,0 0 16,-1 0-16,-11 0 0,5 0 15,-3 0-15,0 0 0,-2 0 0,1 2 0,-1-2 0,0 0 0,0 0 0,1 1 16,-1-1-16,0 0 0</inkml:trace>
  <inkml:trace contextRef="#ctx0" brushRef="#br0" timeOffset="28562.332">11680 7496 0,'0'0'0,"0"0"0,0 0 15,0 0 1,0 0-16,0 0 16,0 0-1,0 0-15,0 0 0,0 0 0,0 0 0,0 0 0,0 0 16,0 0-16,0 0 0,0 0 16,0 0-16,0 0 0,3-3 0,0 0 0,0 1 15,-3 2-15,9-2 0,-2 1 0,-1-1 0,7 2 16,-2 0-16,1 0 0,-12 0 0,14 3 0,0-1 15,0 0-15,-14-2 0,13 3 0,-1 0 0,-1 0 16,-11-3-16,11 3 0,-1 1 0,-1-1 0,2 0 0,-3 0 16,1 2-16,-9-5 0,8 3 0,-2 0 0,2 1 0,-8-4 15,5 5-15,0-1 0,1 1 0,-1 0 0,-1 2 16,-1-2-16,-3-5 0,2 7 0,-1 2 0,-1-2 16,0-7-16,-1 6 0,-1 0 0,1 1 0,-5 2 15,-1-1-15,1 3 0,6-11 0,-8 7 0,-1 1 16,1 1-16,8-9 0,-13 9 0,2 0 0,0-2 0,-2 1 15,1-2-15,1 2 0,11-8 0,-13 8 0,1 0 16,-1 1-16,13-9 0,-14 9 0,2 1 0,-1 0 16,5-3-16,-1-1 0,0 0 15</inkml:trace>
  <inkml:trace contextRef="#ctx0" brushRef="#br0" timeOffset="29335.759">12098 7256 0,'0'0'0,"0"0"0,0 0 0,-16 49 16,-3 1-16,6 1 16,2-12-1,3 4-15,8-43 0,0 0 16,0 0-16,-2 13 0,0-2 0,1 2 16,0-1-16,1 0 0,0 0 0,0-12 0,3 13 0,-2-2 15,1 0-15,2 0 0,1 0 0,0-1 0,-5-10 0,7 10 0,-1-1 16,1 0-16,-7-9 15,9 5-15,-2 0 0,1-1 0,4-1 0,0-3 0,-2 2 0,-10-2 0,13-2 16,-1-1-16,1 1 0,0-5 0,1 2 16,-2 0-16,-12 5 0,16-8 0,-2 1 0,0-1 15,0-4-15,-1 3 0,0-2 0,-13 11 0,14-14 16,-3 0-16,1-1 0,-12 15 0,12-15 0,-1 0 0,0-1 16,-4-1-16,2-1 0,-2 2 0,-7 16 15,5-17-15,0 0 0,-1 1 0,-4 16 0,3-19 0,0 2 16,-1-1-16,-4 1 0,2 1 0,-1 0 0,1 16 0,-5-14 0,-1 2 15,0-2-15,6 14 0,-11-10 0,0 1 16,0-1-16,-5 5 0,0-1 0,1 1 0,15 5 0,-19-2 16,1 0-16,0-1 0,18 3 0,-18 0 15,-1 0-15,0 0 0,3 5 0,1-1 0,-1-1 0,16-3 16,-14 5-16,1 0 0,-1-1 16,14-4-16,-9 7 0,-2-2 0,1 2 0,4-3 0,0 1 15,0 1-15,6-6 0,-3 6 0,1 0 0,0 0 0,2-6 0,4 6 0,-1-1 16,0-1-16,6 3 15,-3-1-15,1 1 0,-7-7 0,13 7 0,-2-1 0,1 0 16,-12-6-16,12 6 0,0 1 0,-1 0 16,-11-7-16,15 7 0,-3-2 0,0 2 0,1 0 0,1 1 0,-1-1 15,-13-7-15,11 9 0,0 0 0,-1 0 16,-4-4-16,0 2 0,0-2 0,3 7 0,0 0 0,-1 2 0,-8-14 16,7 12-16,1 0 0,-1 0 0,-7-12 0,6 11 15,-2 0-15,1 1 0,-1 1 0,0 1 0,0-1 16,-4-13-16,8 13 0,1-2 0,-1 2 15,-8-13-15,3 10 0,0-1 0,1 2 0,-4-11 0,1 8 16,-1 1-16,1-1 0,-1-8 0,2 9 16,-2-1-16,1 0 0,-1-8 0,-1 9 15,1 1-15,0-1 0,0-9 0,-1 10 0,0-3 0,0 0 16</inkml:trace>
  <inkml:trace contextRef="#ctx0" brushRef="#br0" timeOffset="30430.267">12548 7014 0,'0'0'0,"0"0"16,0 0-16,54 10 15,-23-6 1,29 19-16,-28-13 16,-32-10-1,0 0-15,0 0 0,0 0 0,19 19 0,-2 0 0,0-2 0,-17-17 16,15 23-16,-2 0 0,0-2 16,-13-21-16,10 27 0,-2 0 0,0-1 0,-8-26 0,7 27 0,-2 0 0,-1 1 15,-4-28-15,1 31 0,-1 0 0,0 1 0,-6 1 0,0 2 0,-1-1 16,7-34-16,-15 36 15,0 1-15,0-2 0,15-35 0,-24 35 0,2-3 0,-1 3 0,23-35 16,-29 27-16,0 3 0,-1-1 16</inkml:trace>
  <inkml:trace contextRef="#ctx0" brushRef="#br0" timeOffset="30902.396">10822 7016 0,'0'0'0,"0"0"0,-38 19 0,16-8 15,-28 46 1,-3 19-16,4 5 15,49-81 1,0 0-16,0 0 0,-17 30 0,2-1 16,1-1-16,14-28 0,-14 29 15,0 1-15,1-2 0,4 4 0,1-2 0,0 1 0,8-31 0,-6 33 0,1 0 16,-1-1-16,6-32 0,-2 32 16,1-1-16,-1 1 0,2-32 0,4 34 0,-2 0 0,0 1 0,-2-35 15,10 33-15,-1-3 0,0 3 0,11-3 0,-1 0 0,1-1 0,-20-29 0,27 24 0,-1 0 16,0 0-1,5-11-15,-3-1 0,1 1 0</inkml:trace>
  <inkml:trace contextRef="#ctx0" brushRef="#br0" timeOffset="31713.57">13238 7139 0,'0'0'0,"0"0"16,0 0-1,0 0-15,0 0 16,0 0-16,0 0 15,0 0-15,0 0 0,0 0 16,0 0-16,0 0 0,0 0 0,0 0 0,-11 23 0,1 0 0,0-1 0,10-22 16,-7 16-16,0-4 15,1 2-15,6-14 0,-9 22 0,0 2 0,0-3 16,9-21-16,-6 12 0,0-2 0,2 1 16,4-11-16,-9 21 0,1 0 0,0-1 15,8-20-15,-5 10 0,1 0 0,0 1 16,4-11-16,-6 12 0,0 0 0,0 0 0,6-12 15,-4 7-15,1-1 0,-1 0 0,4-6 0,0 0 0,-2 4 0,1-3 0,0 1 0,1-1 0,0 0 0,0 0 0,0-1 16,-1 0-16,1 0 0,0 0 16,0 0-16,4-6 0,-1-2 0,0 1 0,-3 7 0,3-4 15,-1 0-15,-1-2 0,-1 6 0,11-15 0,-1-1 16,-1 1-16,-9 15 0,5-10 0,1 1 0,-1-1 0,-5 10 16,11-19-16,0 0 0,-1 0 0,-10 19 0,8-12 0,-3 2 15,0-1-15,-5 11 0,10-20 0,0 1 16,-1-2-16,-9 21 0,7-10 0,-3-1 0,1 1 0,-5 10 15,6-13-15,0 0 0,0 0 0,-6 13 0,0 0 16,3-8-16,0 2 0,0-2 0,-3 8 0,3-2 0,-3 0 16,1-1-16,0 3 0,-1-1 15,0 0-15,0 1 0,1-1 0,-1 1 0,0 0 0,0 0 0,4 7 16,-1 1-16,0-2 16,-3-6-16,2 5 0,0-1 0,-1 0 0,-1-4 0,5 16 0,-1-1 15,0 1-15,-4-16 0,2 9 0,1 0 0,-1 0 0,-2-9 0,5 24 0,0-3 16,1 3-1,-6-24-15,3 13 0,0-2 0,0 2 0,-3-13 0,10 23 0,-1-2 16,-1 2-16,-8-23 0,6 13 0,0-2 16,-2 1-16,5 8 0,0-3 0,-1 2 0,-8-19 0,0 0 0,6 11 15,-1-2-15,0 0 0,-5-9 0,2 4 16,0 1-16,-1-2 0</inkml:trace>
  <inkml:trace contextRef="#ctx0" brushRef="#br0" timeOffset="32230.214">13968 6802 0,'0'0'0,"0"0"15,-27 46-15,3 5 32,-4-1-32,1 8 15,-7 5-15,34-63 0,0 0 0,0 0 16,-8 21-16,-1 0 0,2 1 0,-3-1 16,1 1-16,0 0 0,9-22 0,-7 24 0,0-3 0,0 3 0,7-24 15,-7 24-15,1 0 0,1 1 0,1 2 0,2-1 16,0 1-16,2-27 0,2 26 0,-1-1 0,0 2 15,2-3-15,0 0 0,0 0 0,-3-24 0,9 25 0,-1-1 0,-1 1 16,4-2-16,-3-2 0,0 1 16,-8-22-16,13 21 0,-2-2 0,1 2 0,3-4 0,-3 0 15,2 0-15,-14-17 0,16 14 0,-1 0 0,0 0 16,0-8-16,-1-1 0,0 0 0,-14-5 0,14-1 0,0-2 16,-1 2-16</inkml:trace>
  <inkml:trace contextRef="#ctx0" brushRef="#br0" timeOffset="32980.332">14300 7006 0,'0'0'0,"0"0"0,0 0 16,0 0 0,0 0-1,0 0-15,-48 26 16,48-26-16,0 0 0,0 0 0,0 0 0,-15 9 0,2 1 0,-1-1 16,5 4-16,0 1 0,0 0 15,9-14-15,-8 17 0,1 0 16,0 0-16,0 0 0,0 0 0,0-1 0,2-7 0,1 2 0,0-2 0,4-9 0,-4 18 0,1-1 15,0 0-15,0 1 0,0 0 0,1-1 16,2-17-16,2 18 0,-1-2 0,0-1 0,-1-15 0,5 14 0,0 0 16,-2 0-16,5-2 0,-2-1 15,1 1-15,-7-12 0,10 10 0,1 0 0,0-1 0,-11-9 0,15 5 16,-1 0-16,1-2 16,3-3-16,-1 0 0,0 0 0,-17 0 0,18-3 0,0-2 0,0 0 15,-18 5-15,16-7 0,0 0 0,1-1 0,-1-2 0,1-1 16,-1 0-16,-16 11 0,15-13 0,0 1 15,0-1-15,-15 13 0,12-16 0,-1 1 0,0-1 0,-3-1 0,0-1 0,-1 2 16,-7 16-16,2-16 16,1 1-16,0 0 0,-7-1 0,2 1 0,-1 0 0,3 15 15,-7-12-15,-1 0 16,0-1-16,8 13 0,-14-10 0,0-1 0,1 2 16,13 9-16,-17-8 0,1 1 0,-1-1 0,17 8 15,-17-4-15,-1 1 0,0-1 0,-1 2 0,1 0 0,0 1 0,18 1 0,-18 2 0,0-1 16,1 1-16,17-2 0,-13 4 0,-2 0 0,1 0 15,5 3-15,0-2 0,-1 1 0,10-6 0,-6 7 16,0-2-16,-1 0 0,3 3 0,2-2 0,0 1 0,2-7 16,4 5-16,0 1 0,0-2 0,-4-4 15,12 7-15,0-1 0,-2-1 0,6 2 16,-3-1-16,2-1 0,-15-5 0,15 6 16,-1-1-16,1 1 0,-15-6 0,16 9 0,-3 1 0,1 1 0,-1 0 0,1-1 0,-2 2 15,-12-12-15,13 15 0,-1-2 0,-1 1 16,-11-14-16,9 16 0,0-2 15,0 1-15,-3 1 0,2-2 0,-1 1 0,-7-15 0,6 6 16,0 0-16,-1 0 0,-5-6 0,10 17 0,0-1 0,0 1 16,-10-17-16,7 16 0,-1-1 0,-1 0 0,-5-15 0,3 12 15,-1 0-15,0 0 0,-2-12 0,-2 9 0,1 0 16,1 1-16,-1-9 0,1 0 0,0-1 0,0 0 0</inkml:trace>
  <inkml:trace contextRef="#ctx0" brushRef="#br0" timeOffset="33242.422">14630 7277 0,'0'0'15,"0"0"-15,0 0 0,47-24 16,-20 10-1,31-7-15,-25 9 16,-33 12-16,0 0 0,0 0 16,0 0-16,22-4 0,0 0 0,0-1 0,-22 5 0,11-2 15,1 1-15,-1-2 0,-11 3 0,21-3 16,0 0-16,0 0 0,-21 3 0,11-1 0,1-1 0,0 1 0,-12 1 16,16 2-16,1-1 0,-2 1 0,-15-2 0,9 2 0,0-2 15,0 1-15</inkml:trace>
  <inkml:trace contextRef="#ctx0" brushRef="#br0" timeOffset="33590.162">14831 7124 0,'0'0'15,"0"0"-15,0 0 0,0 0 16,0 0-1,71-6-15,-7 1 16,-64 5 0,0 0-16,0 0 0,18-1 0,-3 1 0,0-2 15,-15 2-15,14 2 0,-3-2 0,1 0 0,-12 0 0,10 3 0,0 0 16,-1 0-16,-2 2 0,1-1 0,-2 0 0,-6-4 0,6 5 16,-2 2-16,1-1 0,-5-6 0,3 6 0,-2 2 15,1-2-15,-5 3 0,1-3 0,0 0 0,2-6 16,-5 10-16,2-2 0,0 1 0,-5 2 0,2-1 15,-1-1-15,7-9 0,-7 10 0,1 0 16,-1 0-16,7-10 0,-7 9 0,1 0 0,0 0 0,-1 0 0,1-1 16,0 1-16,6-9 0,-8 8 15,2 0-15,0 0 0,1-2 0,1-1 0,0 1 0,4-6 0,-3 2 16,1-2-16,1 2 0</inkml:trace>
  <inkml:trace contextRef="#ctx0" brushRef="#br0" timeOffset="33831.223">15299 7016 0,'0'0'0,"14"40"0,-1 14 15,-2-2 1,-10-3-16,-3 0 15,2-2-15,0-47 16,0 0-16,0 0 0,-3 13 0,2 1 0,-1-2 0,2-12 16,-6 13-16,1-2 15,0 1-15,5-12 0,-4 7 0,-1 1 0,1 1 0</inkml:trace>
  <inkml:trace contextRef="#ctx0" brushRef="#br0" timeOffset="34089.931">15261 7054 0,'0'0'0,"0"0"15,29-35-15,3 5 16,0 12-16,0 12 0,-1 9 16,-4 11-16,-27-14 15,0 0-15,0 0 0,7 5 0,0 1 0,0-1 16,-7-5-16,5 7 0,1 1 0,-1-2 0,-1 3 0,-1 1 0,-1-2 15,-2-8-15,0 10 0,0-1 16,0 0-16,-4 2 0,1-2 0,-1 0 0,4-9 0,-7 10 0,0 0 16,0 0-16,7-10 15,-12 9-15,0 0 0,2 0 0,-7 0 0,2-1 0,-1 1 0,16-9 16,-18 4-16,0-1 0,1 1 16</inkml:trace>
  <inkml:trace contextRef="#ctx0" brushRef="#br0" timeOffset="34630.349">15483 6646 0,'0'0'0,"0"0"0,0 0 0,0 0 16,0 0-16,41 20 15,-12-1 1,-29-19-16,0 0 0,0 0 0,0 0 0,6 3 15,0-2-15,0 2 0,-6-3 0,7 1 0,-3 1 16,1 1-16,0 0 0,-1-1 0,2 0 0,-6-2 0,5 3 16,-1-1-16,1 0 0,-5-2 0,7 4 0,-1-1 15,-1 0-15,1 2 0,1-1 0,-1 1 0,-6-5 16,6 7-16,1-1 0,1 0 0,-1 1 0,0 1 0,0 1 16,-7-9-16,7 9 0,-1 0 0,1 0 0,0 1 15,0 1-15,0-2 0,-7-9 0,9 14 0,-2-1 16,-1 0-16,3 2 0,-3-1 0,1 1 0,-7-15 15,5 17-15,-1-2 0,0 1 0,-4-16 0,1 21 16,-1-3-16,0 1 0,0-19 0,-2 20 16,1-2-16,1 2 0,-6 2 15,2-2-15,0 0 0,4-20 0,-7 23 0,1 1 0,-2-1 0,0-1 0,0 0 0,0-1 16,8-21-16,-11 22 0,-1-1 0,1 0 0,11-21 16,-17 20-16,1 2 0,1-2 0,-7-1 0,1 0 15,0 0-15,-2-2 0,1-2 0,0 0 0,0-3 16,-1-3-16,1 0 0</inkml:trace>
  <inkml:trace contextRef="#ctx0" brushRef="#br0" timeOffset="36731.911">15736 6482 0,'0'0'0,"0"0"0,0 0 0,64-24 16,-26 11-16,14-1 15,-24 5 1,28-7-16,-56 16 0,0 0 0,0 0 16,0 0-16,9-4 0,2 1 15,-1 0-15,-10 3 0,13-3 0,-1 0 0,1 1 0,-13 2 16,7-2-16,-1 0 0,0 1 16,-6 1-16,3-1 0,0 1 0,-1-1 0,-2 1 0,1 0 0,-1 0 0,1 0 15,0 0-15,-1 0 0,0 0 0,0 0 0,1 7 0,1-1 0,-1 1 16,1-3-16,-1-1 0,-1 1 15,0-4-15,3 15 0,-3-2 0,2 2 0,-2-15 0,1 7 16,-1 1-16,0 0 16,0-8-16,3 24 0,-3 1 0,1 0 0,-1-25 0,2 14 15,-2 0-15,0-1 0,0-13 0,0 0 0,1 34 0,-1-1 16,0 0-16,0-33 0,2 33 0,-2-1 0,0-1 0,3 15 16,-2 0-16,1-1 0,-2-45 0,4 42 0,1 0 0,-2-1 0,-3-41 15,3 20-15,-1 0 0,-1-1 0,-1-19 16,4 26-16,0 0 0,0-2 0,-4-24 0,4 28 0,-2-1 15,1 0-15,-3-27 16,3 27-16,-1 0 0,0 2 0,-2-29 0,3 25 0,1-1 16,-1 0-16,-3-24 0,2 12 0,0 0 0,-1-1 15,-1-11-15,2 22 0,1-1 0,-1 0 0,-2-21 0,1 12 16,0 0-16,0 0 0,-3 3 16,0-3-16,1 2 0,1-14 0,-2 7 0,1 1 0,1-1 0,0-7 15,-7 10-15,-1-2 0,2 1 0,6-9 0,-5 6 16,1-3-16,1 2 0,3-5 15,-22 7-15,1-1 0,0 0 0,21-6 0,-27 6 0,-1 0 0,1 1 0,27-7 0,-31 7 16,2 0-16,-1-1 0,30-6 0,-29 6 16,1 2-16,0-2 0,28-6 0,-26 7 15,1-1-15,0 1 0,25-7 0,0 0 0,-30 5 0,0 0 16,-1 0-16,16-3 0,0 2 0,0-3 0,15-1 0,0 0 16,-10-14-16,2 1 0,-1 0 0</inkml:trace>
  <inkml:trace contextRef="#ctx0" brushRef="#br0" timeOffset="37329.994">16526 6841 0,'0'0'0,"0"0"0,0 0 15,26 31 1,-10-12-16,-3 20 15,-6-15 1,-7-24-16,0 0 0,0 0 0,0 0 16,2 17-16,0 1 0,-2-2 15,0-16-15,1 10 0,0 0 0,0 0 0,-1-10 0,5 20 0,-1 0 0,-1 0 16,-3-20-16,3 13 0,0-3 0,0 2 0,-3-12 16,7 16-16,-1 1 0,0-1 0,-6-16 0,5 9 0,-2 0 0,1-1 15,-4-8-15,0 0 0,6 12 0,-1-1 0,1-1 0,-6-10 0,3 6 16,0 0-16,0 0 15,-3-6-15,3 2 0,-3 0 0,1 0 0,0-1 0,-1-1 0,0 0 16,0 0-16,6-7 0,-2-2 16,-1 3-16,-3 6 0,3-6 0,-1 2 0,0 0 0,-2 4 0,5-19 15,-2 1-15,0-2 0,-3 20 0,3-12 16,-2 2-16,1-2 0,-2 12 0,5-24 0,-1-1 0,-1 1 16,-3 24-16,6-25 0,-3 0 0,1 1 0,-4 24 0,3-13 15,-1 2-15,-1-2 0,-1 13 0,5-21 16,1 1-16,0-1 0,-6 21 0,3-12 15,-1 2-15,0-1 16,-2 11-16,5-14 0,-2 0 0,0 0 0,-3 14 0,2-9 16,-1 0-16,1 3 0,0-6 15,0 2-15,-1-1 0,-1 11 0</inkml:trace>
  <inkml:trace contextRef="#ctx0" brushRef="#br0" timeOffset="37644.092">17207 6630 0,'0'0'0,"0"0"0,0 0 0,15 59 16,1-2-16,-7-6 15,-4 0 17,-3 2-32,-2-53 0,0 0 0,0 0 0,3 17 15,-2 0-15,1-2 16,-2-15-16,2 18 0,0-2 16,-1 2-16,-1-18 0,2 18 0,-2 0 0,1 0 0,-2-1 0,-1 1 15,1-2-15,1-16 0,-6 13 0,3-1 0,0 1 0,-3-4 0,-1 0 0,-1 0 16,8-9-16,-6 3 0,0-1 0,0 2 0</inkml:trace>
  <inkml:trace contextRef="#ctx0" brushRef="#br0" timeOffset="38570.186">17191 6684 0,'0'0'0,"0"0"0,23-45 0,5 8 15,-3 6 1,2 12-16,2 9 16,-29 10-16,0 0 15,0 0-15,0 0 0,10-1 0,-1 0 0,0 0 0,3 2 16,-1 1-16,0-1 0,-11-1 16,15 5-16,-1-2 0,1 1 0,-1 3 0,-1 0 0,-1 0 0,-12-7 0,10 10 15,-1 0-15,1-1 0,-10-9 0,7 11 0,-1 1 0,0-2 0,0 3 16,-3 1-1,1-2-15,-4-12 0,-1 16 16,1-2-16,0 1 0,-6 0 0,0-1 0,-1 0 16,7-14-16,-11 15 0,0-1 0,1 2 0,-3-2 0,1 0 0,-1 0 0,13-14 0,-14 10 0,-1 0 0,0 0 0,-1-1 15,0 1-15,-1-2 0,17-8 16,-16 9-16,1-2 0,0 0 0,3-2 0,-1-1 0,1 1 0,12-5 16,-10 1-16,3-1 0,-1 2 0,4-2 0,0 0 15,0 0-15,3 0 0,-1 0 0,1 0 0,-1 0 16,2 0-16,0 0 0,0 0 0,0 0 0,0 0 0,0 0 15,0 0-15,0 0 0,0 0 0,0 0 16,0 0-16,2 1 0,-2-1 0,0 0 0,0 0 0,2-1 16,0 1-16,0 0 15,2 0-15,0 0 0,0 0 0,-4 0 0,4 0 0,-2 0 0,1 0 16,0-2-16,0 2 0,0-1 16,-3 1-16,5 0 0,-3-2 0,0 1 0,-2 1 0,5 1 0,-2 1 0,0-2 0,0 1 15,-1 1-15,1 1 0,-3-3 0,4 3 0,-2 0 0,0 0 16,4 2-16,-2 1 15,1-1-15,-5-5 0,7 6 0,-2 0 0,1 0 0,0-3 0,-1 2 0,0 0 16,-5-5-16,6 6 16,1 0-16,-1 1 0,-6-7 0,7 8 0,-2-2 0,1 2 0,1-1 0,1-2 15,0 2-15,-8-7 0,10 8 16,-1 0-16,1-1 0,-2 2 0,1 0 0,-1-2 16,-8-7-16,9 12 0,1-1 0,-1 0 0,-9-11 15,9 8-15,-2 2 0,1-1 0,1 1 0,-2-1 16,1-1-16,-8-8 0,7 7 0,0 2 0,0-3 15,-7-6-15,5 5 0,0-1 0,0 2 16,-5-6-16,6 6 0,0 0 0,1 1 0,-2-2 0,-1 1 0,1-1 16,-5-5-16,3 3 0,1 0 0,-1 0 0,-3-3 15,4 4-15,0 0 0,0 1 0,-4-5 0,3 2 0,1 1 0,-1-1 16,-3-2-16,2 2 0,0 0 0,-1 0 16,-1-2-16,1 1 0,0-1 0,0 1 0,-1 0 0,0-1 15,0 0-15,0 0 0,0 0 0,0 0 0,0 0 0,0 0 16,0 0-16,0 0 0,0 0 0,0 0 0,0 0 15,0 0-15,0 0 0,0 0 0,0 0 0,0 0 0,0 0 16,0 0-16,0 0 0,0 0 0,0 0 16,0 0-16,0 0 0,0 0 0,0 0 0,0 0 0,0 0 15,0 0-15,0 0 0,0 0 0,0 0 16,0 0-16,0 0 0,0 0 0,0 0 0,0 0 0,0 0 0,0 0 16,0 0-16,0 0 0,0 0 0,0 0 0,0 0 15,0 0-15,0 0 0,0 0 0,0 0 0,0 0 16,0 0-16,0 0 0,0 0 0,0 0 0,0 0 15,0 0-15,0 0 0,1-1 16,-1 1-16,0 0 0,0-1 0,0 1 0,0 0 0,0 0 0,0 0 0,0 0 16,0 0-16,3-3 0,-1-1 15,-1 0-15,1 1 0,0 3 0,0-3 0</inkml:trace>
  <inkml:trace contextRef="#ctx0" brushRef="#br0" timeOffset="44120.407">3401 9357 0,'0'0'0,"0"0"0,0 0 0,0 0 16,0 0-16,0 0 15,0 0-15,26-41 16,-26 41-16,0 0 0,0 0 16,5-8-16,0 1 0,0-2 0,-5 9 0,11-4 0,0 0 15,0 1-15,-11 3 0,7-3 0,-2 2 0,2-1 0,3 3 16,0-1-16,0 0 0,-10 0 0,6 2 15,-1-2-15,0 0 0,3 5 0,0 0 0,0 0 16,-8-5-16,5 3 0,-2 2 0,1-2 0,-4 6 16,0-1-16,0 1 0,0-9 0,0 5 0,0 0 0,0 1 0,0-6 15,-10 13-15,0-1 0,1 1 0,2-5 16,2-1-16,0 1 0,5-8 0,-15 14 0,1-1 0,0 0 16,14-13-16,-8 7 0,1 0 0,-2-1 0,-8 6 15,2-1-15,-3 1 0,18-12 0,-9 6 0,0-1 16,1 1-16,-2 1 0,-2-2 0,1 0 0,11-5 0,-4 3 15,-2 0-15,0 0 0,6-3 0,-2 1 0,1-1 16,-2 2-16,9 1 0,-3 1 0,2 1 0,-5-5 0,4 2 16,-3 1-16,2-2 15,-2 1-15,0-1 0,0-1 0,10 0 0,-1-1 0,0 0 0,12 0 16,-1 1-16,-1 0 16,-20 0-16,10 0 0,1 0 0,-1 0 0,8-3 0,-2 0 0,1 0 0,-17 3 0,9-3 15,0 1-15,-1 0 0</inkml:trace>
  <inkml:trace contextRef="#ctx0" brushRef="#br0" timeOffset="44370.465">3619 9109 0,'0'0'0,"0"0"0,53 12 0,6 13 16,-11 14-16,-3 3 16,-10 15-1,-14 12-15,-21-69 0,0 0 0,0 0 16,1 29-16,-1 0 0,0 0 0,-8 7 16,0 0-16,-1 0 0,-14 11 0,1-1 0,-1 1 0,-10 5 0,-2-1 15,1 1-15</inkml:trace>
  <inkml:trace contextRef="#ctx0" brushRef="#br0" timeOffset="51000.183">12041 6759 0,'0'0'0,"0"0"0,0 0 0,0 0 0,0 0 16,0 0 0,45-11-16,-45 11 15,0 0-15,0 0 0,0 0 0,20-5 0,-1 0 16,-1 0-16,-18 5 0,11-3 0,-1 0 16,-1 1-16,-9 2 0,16-7 15,-1 1-15,-1-1 0</inkml:trace>
  <inkml:trace contextRef="#ctx0" brushRef="#br0" timeOffset="51610.132">14684 6455 0,'0'0'0,"0"0"16,0 0-16,37-26 15,-14 11 1,17-4-16</inkml:trace>
  <inkml:trace contextRef="#ctx0" brushRef="#br0" timeOffset="55030.334">4183 9266 0,'0'0'0,"0"0"0,0 0 16,0 0-1,0 0-15,0 0 16,0 0 0,50-4-16,-50 4 0,0 0 0,0 0 15,11-2-15,-2 1 0,2 1 0,-11 0 0,13-8 16,0 2-16,-1-1 0,-12 7 0,0 0 0,8-5 15,-2 3-15,0-2 0,-6 4 0,9-12 0,0 0 0,-1 0 0,-2 5 0,-2 0 16,2 0-16,-6 7 0,3-9 0,0-1 16,1-1-16,-4 11 0,2-6 0,0 1 0,-1 0 15,1 3-15,-2 0 16,1 1-16,-1 1 0,-8-2 0,1 0 0,0 1 0,7 1 16,-5-2-16,1 2 0,-1-1 0,-13 9 0,1 1 15,0-1-15,17-8 0,-20 12 0,4-1 0,-3 0 0,19-11 16,-18 13-16,1-2 0,0 2 0,7-7 0,2 0 0,-1 1 0,9-7 0,-12 13 0,1 0 15,0 0-15,4-5 0,1 0 16,1-1-16,5-7 0,-5 13 0,0 0 0,-1-1 0,3-4 0,0-3 16,1 1-16,2-6 0,5 8 0,-1 0 15,1 0-15,-5-8 0,4 4 0,-1 0 0,-2 0 0,12-2 0,-2 1 16,1 1-16,-12-4 16,8 2-16,-2-2 0,1 3 0,-7-3 0,3 0 0,-1 0 0,0 0 15,-2 0-15,10 5 0,-1-1 0,-1-1 0,-3 0 0,-1-1 0,1 0 16,-5-2-16,-2 13 15,1-3-15,0 2 0,1-12 0,-2 6 0,2 1 0,-1 1 16,-7 5-16,-1 0 0,0 1 0,9-14 16,-6 8-16,1 0 0,1-2 0,-3 8 15,2 0-15,0-1 0,5-13 16,-4 7-16,1 0 0,1 1 0,2-8 0,3 9 0,0-2 0,0 2 0,0-5 0,-2-1 16,0 2-16,-1-5 0,15 3 0,-1 1 0,-1 0 0,-13-4 15,8 1-15,-1 2 0,1-1 0,14-4 16,-1-1-16,-1 2 0,-20 1 0,13-2 0,-1 1 0,0-1 15,7-7-15,1-2 0,-1 1 0,-8 4 0,-2 0 0,2 0 16</inkml:trace>
  <inkml:trace contextRef="#ctx0" brushRef="#br0" timeOffset="55283.789">4576 9192 0,'0'0'0,"0"0"0,8 47 0,-7 10 16,0-3-1,-3 4 1,0-2-16,0-4 0,2-52 0,0 0 16,0 0-16,-2 15 0,2 0 0,0 2 0,2-2 0,-2 0 15,0 0-15,0-15 0,-2 13 16,2 0-16,0-2 0,2-3 0,-2-1 0,0 1 0,2-5 0,-2 0 15,1 2-15</inkml:trace>
  <inkml:trace contextRef="#ctx0" brushRef="#br0" timeOffset="55459.958">4782 9422 0,'0'0'0,"0"0"0,0 0 0,0 0 0,0 0 16,17 44-1,-4-5-15,-11-7 16,-2-32-16,0 0 0,0 0 16,0 0-16,-2 11 0,2 0 0,0-1 0,-3-1 15,2 0-15,-1 0 0,2-9 16,-3 8-16,1-1 0,0 0 0,-1-4 0,0 0 0,0-1 0</inkml:trace>
  <inkml:trace contextRef="#ctx0" brushRef="#br0" timeOffset="55601.768">4781 9296 0,'0'0'0,"0"0"0,0 0 0,0 0 16</inkml:trace>
  <inkml:trace contextRef="#ctx0" brushRef="#br0" timeOffset="56100.084">4904 9536 0,'0'0'0,"0"0"0,0 0 0,0 0 0,0 0 15,0 0-15,0 0 16,0 0-16,0 0 0,0 0 15,0 0-15,0 0 0,0 0 16,0 0-16,0 0 0,0 0 0,0 0 0,0 0 0,9-23 16,-2 0-16,1 3 0,2 5 15,-2 2-15,2-1 0,-10 14 0,11-3 0,-1 1 16,0-2-16,0 8 16,0-2-16,-2 1 0,-8-3 0,11 7 0,-1 0 0,1 0 15,-3 2-15,-1-1 0,0 1 0,-1 0 16,-2-1-16,1 0 0,-5-8 0,3 9 15,1-2-15,0-1 0,-4 1 0,1-1 0,-1-1 16,0 0-16,0-2 0,0 1 0,0-4 0,0 3 0,0-1 0,0 0 0,0-2 16,0 0-16,0 0 0,-3-5 0,3 2 15,-1 0-15,1 3 0,-1-7 0,0 2 0,1-2 16,0-1-16,0 2 0,0-1 0,5-3 0,-4 0 0,2-1 16,-3 11-16,5-10 0,-1 0 0,2-1 15,1 3-15,1 0 0,0 1 0,2 1 0,-1 1 0,2 0 0,-2 3 0,1 0 16,-1 0-16,-9 2 0,12 2 0,-3-1 0,3 2 0,-3 2 15,0 0-15,0 1 0,-1 2 0,-1-1 0,0 2 0,-2-1 16,0-1-16,-2 1 0,-3-8 0,2 9 0,0 0 0,-2-1 16,-2 2-16,1-3 0,1 1 15,-6 1-15,2-3 0,-1 3 0,5-9 0,-6 6 0,1 0 0,1 0 0,0-4 16,2 0-16,-1 0 16,3-2-16,-1-3 0,-1 1 0,2-1 0</inkml:trace>
  <inkml:trace contextRef="#ctx0" brushRef="#br0" timeOffset="56284.402">5407 9401 0,'0'0'0,"0"0"16,0 0-1,0 0-15,24 43 16,-8-3-16,-10-11 16,-6-29-16,0 0 15,0 0-15,-1 9 0,1-1 0,0 1 0,-2-2 0,0-2 16,-1 3-16,3-8 0,-5 4 0,1 1 0,0 0 0,-2-5 0,3 1 0,-1-1 15</inkml:trace>
  <inkml:trace contextRef="#ctx0" brushRef="#br0" timeOffset="56400.282">5440 9326 0,'0'0'0,"0"0"0,0 0 0,0 0 15,0 0-15,21-42 16,-8 12-1</inkml:trace>
  <inkml:trace contextRef="#ctx0" brushRef="#br0" timeOffset="56750.202">5543 9417 0,'0'0'0,"0"0"15,0 0-15,26 45 16,-7-2-1,-10-9-15,-5-10 16,-11-8-16,7-16 0,0 0 0,0 0 16,-2 4-16,1-2 15,-1 0-15,1 0 0,1-1 0,-1-1 0,-1-5 16,2 2-16,-1-1 0,1 4 16,-2-7-16,2 0 0,0 0 0,3-4 0,-1 1 15,-1 1-15,-1 9 0,6-14 0,-2 2 0,0 0 0,2-1 0,-2 0 0,1 1 16,-5 12-16,8-11 0,-3-1 15,0 1-15,2 4 0,-1-2 0,-1 3 0,2-3 16,-2 4-16,2-2 0,-7 7 0,6-1 16,0-1-16,2-1 0,-1 5 0,-1-1 0,2-1 15,-8 0-15,5 6 0,1 0 0,0 1 0,1 1 0,-3-2 0,2 2 0,-6-8 0,3 11 0,0-2 0,0 1 16,-4 2-16,1-1 0,0 0 0,0-11 0,-3 12 0,-1-2 16,1 0-16,0 1 0,0-1 0,1 0 0,-2-3 0,3-2 15,-1 3-15</inkml:trace>
  <inkml:trace contextRef="#ctx0" brushRef="#br0" timeOffset="57173.407">6102 9381 0,'0'0'0,"0"0"0,0 0 15,0 0-15,0 0 16,0 0-1,-74 18-15,16 5 16,58-23-16,0 0 0,0 0 16,0 0-16,-13 7 0,2 1 0,1 1 0,3-3 0,2-1 15,-1 2-15,4-1 0,1 0 0,-1-2 16,2-4-16,2 5 0,0-1 0,-1 1 0,4-3 0,-1 1 16,-1 0-16,-3-3 0,7 0 15,-2 0-15,1 0 0,3-3 0,-2 0 0,1 1 0,-8 2 0,11-6 0,0 1 16,0-1-16,1-1 0,-1-3 0,2 1 15,-13 9-15,10-8 0,2 0 16,-1 1-16,-2 0 0,-2 1 0,1 1 0,-8 5 0,5-6 0,0 2 0,0-1 0,-3 2 16,0 0-16,0 0 0,-2 3 0,2 0 0,-2 0 15,0 1-15,-2 4 0,1 1 0,0-2 0,1-4 16,-2 8-16,1-1 0,0-1 0,-2 3 16,3-1-16,-1-1 0,1-7 0,-1 9 0,0-1 0,1 1 0,-1-1 0,1 0 15,-2 1-15,2-9 0,-3 7 16,3-1-16,-1 1 0,0-4 0,1 2 0,0-1 0,0-5 15,0 1-15,0 0 0,0 0 0,2-5 0,-1-1 16,1 0-16</inkml:trace>
  <inkml:trace contextRef="#ctx0" brushRef="#br0" timeOffset="57370.545">6263 9123 0,'0'0'0,"0"0"0,0 0 16,0 0-16,0 0 15,24 54-15,-9 4 16,-3-8-16,-12-50 16,0 0-16,0 0 0,1 16 15,1-2-15,-1 0 0,-1-14 0,1 15 0,0-1 0,-1 1 16,0 0-16,0 0 0,0-1 0,0-14 0,-2 16 16,0-2-16,0 1 0,-4-2 0,2-2 0,0 1 15,4-12-15,-4 5 0,-1-1 0,0-1 0</inkml:trace>
  <inkml:trace contextRef="#ctx0" brushRef="#br0" timeOffset="57529.884">6179 9374 0,'0'0'0,"0"0"0,0 0 16,52-15-1,3 4-15,-2 6 16,-8-1-16,-45 6 0,0 0 0,0 0 0,12-3 15,1-2-15,-1 1 0</inkml:trace>
  <inkml:trace contextRef="#ctx0" brushRef="#br0" timeOffset="57910.011">6537 9407 0,'0'0'0,"0"0"0,0 0 16,0 0-1,45-9-15,-1-3 16,-14-4 0,-30 16-16,0 0 0,0 0 15,0 0-15,9-8 0,-2 0 0,1 1 16,0-1-16,-1-1 0,1 2 0,-1-1 0,-2-1 0,0 0 0,-5 9 0,3-7 0,-1-1 0,1 0 16,-4 3-16,0-1 0,0 0 0,1 6 0,-5-3 0,0 1 15,0 1-15,-4 2 0,-1 1 0,0 0 16,10-2-16,-13 6 0,-1-3 0,1 1 15,13-4-15,-14 9 0,1-1 0,-2 0 16,3 0-16,0-2 0,0 2 0,12-8 0,-10 10 16,1-1-16,-1 1 15,4 1-15,2 0 0,-2-1 0,6-10 0,-1 11 16,-1-1-16,1 0 0,4 0 0,-1 0 0,2-2 0,-4-8 0,7 11 0,-1-1 16,0-1-16,7-2 0,-1 0 0,0 0 0,-12-7 15,16 5-15,-1 0 0,1 1 0,2-3 16,1 0-16,-1 0 0,-18-3 15,20 1-15,-1 1 0,0-1 0,1-5 0,-1 1 0,0 1 0,-19 2 16,17-8-16,0 1 0,0 0 0</inkml:trace>
  <inkml:trace contextRef="#ctx0" brushRef="#br0" timeOffset="58271.02">7178 9330 0,'0'0'0,"0"0"0,0 0 15,0 0-15,0 0 16,46-10 0,2 1-16,-48 9 15,0 0-15,0 0 0,17-3 0,-2 2 0,1-1 16,-16 2-16,18-3 0,-1 3 0,-2 0 0,6-3 0,0 1 15,0 1-15,-21 1 0,26-2 0,-1 1 16,-1 0-16,1 1 0,1 0 0,-2-1 0,-24 1 0,26 1 16,-2-1-16,0 0 0,-3 0 0,-2 0 0,0 0 15,-7-1-15,-1 1 0,0 0 0,-11 0 0,5 0 16,0 0-16,-1 0 0,-2 0 0,1 0 0,-2 0 0,6 1 0,-2-1 16,0 0-16,-5 0 0,6 1 0,-2-1 0,1 1 15,-5-3-15,0-1 0,0 1 16,0 2-16,-3-5 0,0 1 0,0-2 0</inkml:trace>
  <inkml:trace contextRef="#ctx0" brushRef="#br0" timeOffset="58573.52">7635 9137 0,'0'0'0,"0"0"15,0 0-15,0 0 0,0 0 16,0 0-1,0 0-15,0 0 16,0 0-16,0 0 0,0 0 0,0 0 16,0 0-16,0 0 0,16 5 0,0 0 0,-1 0 15,0 1-15,1 0 0,0 0 0,-16-6 16,13 6-16,0 1 0,1-1 0,-2-1 0,0 0 0,0-1 16,-12-4-16,13 4 0,1 0 0,-2 0 15,0 2-15,0-1 0,-2-2 0,-10-3 0,11 4 0,0-1 16,0 0-16,-1 1 0,-1-2 0,-1 1 0,-8-3 0,7 3 0,-3-2 0,2 1 15,-2 0-15,-1-1 0,0-1 0,-1 2 16,0-2-16,-2 0 0,1 1 0,-1-1 0,0 0 0,1 0 16,-1 0-16,0 0 0,0 0 0,0 0 15,0 0-15</inkml:trace>
  <inkml:trace contextRef="#ctx0" brushRef="#br0" timeOffset="58649.962">7868 9386 0,'0'0'0,"0"0"0,-60 39 16,2-6-16</inkml:trace>
  <inkml:trace contextRef="#ctx0" brushRef="#br0" timeOffset="62550.432">4952 10122 0,'0'0'0,"0"0"15,0 0-15,0 0 16,1 41-16,0-15 15,1 17-15,-2-19 16,0-24-16,0 0 16,0 0-16,2 18 0,-2 1 0,0-1 0,0-18 15,0 11-15,0-2 0,0 2 0,0-11 0,-3 20 16,1 0-16,1-1 0,0-8 0,-1 1 0,2 0 0,0-12 16,0 18-16,0-1 0,0 1 0,0-18 0,2 10 15,-2-1-15,0 1 0,-4 4 0,2 2 16,0 0-16,2-16 0,-1 7 0,-1 1 0,2 1 0,0-9 15,-2 3-15,2-1 0,0 1 0,-1-1 0,1-2 0,0 1 16,0 0-16,0-1 0,0 0 0</inkml:trace>
  <inkml:trace contextRef="#ctx0" brushRef="#br0" timeOffset="62890.098">4902 10212 0,'0'0'0,"0"0"0,0 0 16,24-48-16,-1 7 16,-3 9-16,2 9 15,3 7 1,-25 16-16,0 0 0,0 0 0,10-5 0,-1 2 0,1 0 0,-10 3 16,10 0-16,-2 0 0,1 0 0,0 1 0,2 1 15,-1 0-15,-10-2 0,11 3 0,-1 2 16,1-2-16,-1 4 0,-1-2 0,0 1 0,-2 1 0,0 1 0,1-1 15,-8-7-15,5 9 0,0-2 0,0 1 16,-4 2-16,0-1 0,1 0 0,-4 1 0,0 0 16,-1-1-16,3-9 0,-7 11 15,2-2-15,-1 1 0,-2-3 0,0 1 0,0 0 0,-3 0 16,-1 0-16,1 0 0,-1-2 16,0 1-16,0-1 0,12-6 0,-11 5 0,0-1 0,1 1 0,-3 0 15,2 0-15,0-2 0,1 2 0,2-2 0,-1 0 0,9-3 0,-7 0 0,0 0 0,1 0 16</inkml:trace>
  <inkml:trace contextRef="#ctx0" brushRef="#br0" timeOffset="63429.88">5421 10334 0,'0'0'0,"0"0"0,0 0 0,0 0 16,0 0 0,0 0-1,0 0-15,0 0 16,0 0-16,0 0 0,0 0 0,0 0 0,0 0 0,0 0 16,0 0-16,0 0 0,0 0 0,0 0 0,0 0 15,0 0-15,10 3 0,-3 0 0,2-1 0,3 0 16,1-1-16,-1 0 0,-12-1 0,14 1 0,0 0 15,-1 0-15,1-1 0,0 0 16,-2 0-16,2 1 0,0 1 0,1-2 16,-15 0-16,12 0 0,0 0 15,-1 2-15,0-2 0,-1 0 0,1 1 16,-11-1-16,12 1 0,-1-1 0,-1 0 0,2 2 16,-4-2-16,2 0 0,-1 1 0,-2 1 0,1 0 0,-8-2 0,6 1 0,-2-1 0,1 1 0,-3-1 0,1 0 0,0 0 0,-2 0 15,-1 0-15,1 0 0,-1 0 0,1-2 0,-1 1 0,0 0 16,-2-2-16,1 3 0,-1-3 0,-3 0 15,1 2-15,1-1 0,3 2 16,-6-4-16,3 0 0,-2 0 0,1-2 16,1 0-16,-1 1 0</inkml:trace>
  <inkml:trace contextRef="#ctx0" brushRef="#br0" timeOffset="63912.977">5697 10227 0,'0'0'0,"0"0"15,0 0-15,0 0 16,0 0-16,0 0 16,0 0-1,0 0-15,0 0 0,0 0 0,0 0 0,0 0 16,0 0-16,0 0 0,0 0 16,0 0-16,0 0 0,0 0 0,0-1 0,0 1 0,0-1 0,1 1 15,0 0-15,-1 0 0,0 0 0,2 1 0,-1 0 0,1 1 16,1 0-16,-2-1 0,2 0 15,1 0-15,1 0 0,-2-1 0,-3 0 0,6 2 16,-2-1-16,1 0 0,2 2 0,-2-1 0,1-1 0,3 2 16,-1-1-16,1 0 0,-9-2 0,10 3 15,-4-2-15,3 2 0,0 0 16,-1 0-16,1 0 0,-9-3 0,10 3 0,0 0 16,-1 0-16,3 1 0,-2-2 0,0 2 0,2 1 0,-3-1 15,0 1-15,3-2 0,-3 2 0,0-2 0,0 1 0,-1 1 0,-1-1 16,-7-4-16,7 4 0,1 1 0,-2 0 0,0-3 0,-1 1 0,0-1 15,-5-2-15,4 4 0,-2 0 0,0 0 16,1 0-16,-1-1 0,-1 1 16,-1 0-16,0-1 0,0 0 0,0-3 0,-2 6 15,0-3-15,0 0 0,-3 4 0,0-1 0,0 0 0,5-6 0,-9 7 0,3 0 16,-2 0-16,0 0 16,0 0-16,0 0 0,8-7 0,-10 9 15,1-1-15,1-1 0,-2 3 0,1-1 0,1 0 0,-1-1 0,0 0 0,1 1 0,8-9 0,-7 8 16,-1 1-16,1 0 0,1-2 0,1-1 15,-1 0-15,2-3 0,0 0 0,1 0 0,-1-1 0,2-1 0,1 0 16</inkml:trace>
  <inkml:trace contextRef="#ctx0" brushRef="#br0" timeOffset="64660.234">6250 10145 0,'0'0'0,"0"0"0,0 0 0,-17 48 16,-3-1-1,3-6-15,5-3 16,4-5-16,8-33 16,0 0-16,0 0 0,0 0 0,-1 10 0,1-1 15,0 2-15,1-2 0,1 0 0,-1 0 0,-1-9 16,6 8-16,-2-1 0,1 2 0,3-3 0,0 0 0,-1 0 0,-7-6 16,12 3-16,-2 0 0,1 2 0,2-5 0,-1 1 0,0-1 15,4-3-15,0 0 0,-1-1 0,-15 4 16,16-7-16,-1 1 0,0 0 0,-15 6 15,15-11-15,0 1 16,-1 0-16,2-4 0,-2 0 16,-1 0-16,-13 14 0,14-16 0,-3 0 0,1 1 0,-4-3 0,1 1 0,0 0 0,-9 17 0,3-17 0,1-1 15,0 2-15,-6 1 0,1 0 0,0 0 16,1 15-16,-4-13 0,0 0 0,0 0 0,-6 2 16,2 0-16,0 0 0,8 11 0,-15-9 0,2 1 0,1 1 15,-3 2-15,2 1 0,-2-1 0,15 5 16,-17-1-16,2 0 0,-1-1 0,-1 4 0,1-1 0,0 0 15,16-1-15,-13 4 0,0-1 0,-1 0 0,4 2 16,0 0-16,1-2 0,1 3 0,2-2 0,0 1 0,6-5 16,-3 4-16,2 1 0,-2-1 0,4 2 0,-1 0 0,2-1 15,-2-5-15,2 6 0,1 1 0,0-2 0,5 1 16,-2-1-16,0 0 0,-6-5 0,11 5 0,-1 1 16,-1-2-16,5 2 0,-3-1 0,2 0 15,-13-5-15,11 7 0,2-4 0,-1 3 0,1 1 16,-1-1-16,0-1 0,-12-5 0,12 8 0,-3-2 0,1-1 0,0 1 15,-3-1-15,2 1 0,-9-6 0,6 9 0,-1 0 16,0 0-16,2 0 0,-4 2 0,1-2 0,-4-9 16,3 13-16,0-2 0,0-1 0,0 2 0,2-2 15,-3 3-15,0-3 0,0 0 0,0 1 0,-2-11 16,1 9-16,0 2 0,-1-1 0,0 1 0,0-2 16,0 1-16,0-10 0,0 11 0,0-2 0,0 1 0,0-10 15,2 9-15,-1 0 0,1 0 0,0-2 16,-1 0-16,0 0 0,-1-7 0,0 6 0,0-1 0,0-1 15,-1-4-15,1 2 0,0-2 0</inkml:trace>
  <inkml:trace contextRef="#ctx0" brushRef="#br0" timeOffset="65172.306">6833 10167 0,'0'0'0,"0"0"16,0 0-16,0 0 15,0 0 1,0 0-16,39 3 15,-39-3-15,0 0 0,0 0 0,9 1 16,-2-1-16,1 0 0,-8 0 0,16-1 0,0 1 0,0 0 16,-16 0-16,8-1 0,1 1 15,-1 0-15,-8 0 0,21-1 0,-1-1 0,1 2 16,-10-1-16,1 1 0,-1-1 0,-11 1 0,25-2 16,0 0-16,-1 1 0,-24 1 15,15-2-15,-1 2 0,-1 0 0,-13 0 0,21-1 0,-2 1 0,1-2 0,-20 2 0,10 0 0,1 0 0,-2 0 16,-5 0-16,0 0 15,0 0-15,-4 0 0,2 0 0,-1 0 0,1 0 16,-2 0-16,2 2 0,0-1 0,-1 1 0,1-1 16,-2 0-16,1 0 0</inkml:trace>
  <inkml:trace contextRef="#ctx0" brushRef="#br0" timeOffset="65490.42">6871 10280 0,'0'0'0,"0"0"15,0 0-15,0 0 16,0 0-16,0 0 16,43 3-16,-3 0 15,-40-3 1,0 0-16,0 0 0,14-3 0,-2 3 0,1 0 15,-13 0-15,13 0 0,-1-2 0,1 1 0,-1 1 0,1 0 0,-1 0 16,-12 0-16,15-1 0,-1-1 0,0 2 0,0-1 0,-1-1 0,0 2 16,-13 0-16,13 0 0,0-2 0,0 2 0,-2 2 15,-1-2-15,2 0 0,-12 0 0,10-2 0,1 1 16,-2 1-16,1 0 0,-1 0 0,0 0 0,-9 0 16,8 0-16,-2 0 0,0 0 0,-3 0 0,1 0 15,-1-1-15</inkml:trace>
  <inkml:trace contextRef="#ctx0" brushRef="#br0" timeOffset="65850.439">6896 10410 0,'0'0'0,"0"0"0,0 0 15,0 0-15,0 0 16,0 0 0,50 9-16,-50-9 0,0 0 0,0 0 0,0 0 15,19 2-15,-1-2 0,-1 0 16,1 0-16,0 0 0,0 0 0,-18 0 0,18 1 0,0-1 16,0 0-16,-1-1 0,0 1 0,0 0 0,-1-2 0,-3 1 0,1 1 15,-14 0-15,14 0 0,-1 1 0,0-1 16,-4 2-16,1-1 0,0-1 0,-10 0 0,6 2 0,3-2 15,-2 0-15,-1 0 0,-1 0 0,0 1 0,0 1 16,0-2-16,-2 0 0,0 0 0,-1 2 0,1-2 0,-3 0 16,1 1-16,1 0 0,-1 1 0,0-2 15,-1 1-15,0-1 0,-2 0 0,1 0 0,0 0 0,0-1 16,0 1-16,0 0 0</inkml:trace>
  <inkml:trace contextRef="#ctx0" brushRef="#br0" timeOffset="66564.515">7485 10113 0,'0'0'0,"0"0"0,0 0 16,0 0-16,0 0 15,0 0-15,44 8 16,1-7-1,-45-1-15,0 0 0,0 0 0,0 0 0,13-1 0,-1 1 16,1-1-16,-13 1 0,13-1 0,-1 1 0,0-1 0,1-1 0,-1 0 16,2 0-16,-14 2 0,11-2 0,0 1 15,1 0-15,-1-2 0,0 1 0,-1 0 0,-1-1 0,0 1 16,0 0-16,-9 2 0,7-2 0,0 0 0,-1 1 16,-2 0-16,-1 0 0,0 1 0,-3 0 0,3-1 15,0 0-15,-3 1 0,2 0 0,-2 0 0,0 0 0,0 0 0,1 0 16,-1 0-16,0 1 0,0 0 15,0-1-15,0 1 0,0-1 0,-3 3 0,3 1 0,0 1 16,-3 0-16,2 0 0,0 0 0,1-5 0,-1 9 16,1-1-16,-1 0 0,0 2 0,0 0 0,1-1 0,0-9 15,-2 12-15,1 0 0,-1-1 0,1 2 16,1 1-16,0-3 0,0-11 0,0 11 0,0 1 0,0 0 0,2-6 16,-2 2-16,0-1 0,0-4 0,0 0 0,0 2 15,1 7-15,-1 1 0,0-1 0,0-12 0,3 15 16,-3-1-16,0 0 0,0-3 0,2 1 0,-1-2 15,-1-10-15,3 9 0,-2 0 0,1-1 16,-2-3-16,0-1 0,0 1 0,0-5 0,1-2 0,-1-1 0,0 2 16,1-2-16,-1 1 0,0-1 0</inkml:trace>
  <inkml:trace contextRef="#ctx0" brushRef="#br0" timeOffset="66860.251">8038 9991 0,'0'0'0,"0"0"0,0 0 0,0 0 16,10 55-16,-7 2 15,-3-3 1,0-54-16,0 0 0,0 0 0,0 0 0,0 16 0,0-1 0,0-1 15,3 4-15,-3-2 0,1 0 0,-1-16 16,2 15-16,-2 0 0,0-1 0,0-14 0,1 15 0,0-1 0,0 0 16,-1-4-16,0 1 0,0-1 15,0-10-15,-2 9 0,2 1 0,0-1 0,-1-3 0,1 0 0,-2-1 16,2-5-16,-2 2 16,0-2-16,1 0 0,-1-7 0,0 2 0,0 0 0</inkml:trace>
  <inkml:trace contextRef="#ctx0" brushRef="#br0" timeOffset="67169.105">7983 10056 0,'0'0'0,"0"0"0,17-42 16,2 4-16,9 14 16,6 8-1,-1 4-15,-33 12 0,0 0 0,0 0 16,0 0-16,12-1 0,0 1 0,-2 0 0,1 4 0,1-2 15,-2 2-15,-10-4 0,13 6 0,-2-1 16,2 1-16,-4 3 0,0-1 0,-1 1 0,-8-9 0,6 9 0,-1-1 16,0 1-16,-2 1 0,-2-3 15,1 2-15,-5-2 0,1 0 0,1 0 0,1-7 0,-5 7 0,-1 1 16,0-2-16,-2 0 0,1 2 16,0-2-16,7-6 0,-10 6 0,0-1 0,0 0 15,-1-1-15,0-1 0,0 1 0,11-4 16,-11 3-16,2 0 0,-2 0 0,2 0 0,-1-2 0,1 1 0,9-2 15,-5-1-15,0 0 0,-1 0 0,5-4 0,1 0 16,0 0-16</inkml:trace>
  <inkml:trace contextRef="#ctx0" brushRef="#br0" timeOffset="67601.924">8643 9972 0,'0'0'0,"0"0"0,0 0 0,0 0 15,14 61 1,-3-5-16,-4-7 16,-7-49-16,0 0 0,0 0 0,3 13 15,0 1-15,0-1 0,-3-13 0,1 12 16,0-1-16,0 0 0,-1-2 0,0 2 15,0-2-15,0-9 0,2 9 0,-1-3 0,2 0 0,-3-6 0,1 6 0,0-3 16,0 0-16,1 0 0,-1 0 0,-1-2 0,0-1 16,3 2-16,-3-2 0,1 0 0,1-4 0,0 0 0,-1 1 15,-1 3-15,3-8 0,0 0 0,0-1 16,0-2-16,0 0 0,0-1 0,3-2 0,-2 0 16,1 2-16,-5 12 0,6-14 0,-1-1 0,0 1 0,0 1 15,-1 0-15,0 0 0,-4 13 0,5-12 0,-1 1 16,0 0-16,2 0 0,-2-1 0,1 1 0,-5 11 0,6-9 15,-1 1-15,-1-2 0,-1 5 0,0 1 16,0-1-16,-1-1 0,-1 1 0,1 1 16,-2 4-16,1-4 0,-1 0 0,1 1 0,1 0 15,-2 0-15,0 0 0,0 3 0,1-3 0,0 0 0,0 1 0,-1 2 0,3-2 16,0 0 0,-1 1-16</inkml:trace>
  <inkml:trace contextRef="#ctx0" brushRef="#br0" timeOffset="68333.347">9211 9877 0,'0'0'0,"0"0"0,0 0 15,0 0-15,0 0 16,-33 37-16,-1 5 16,4-3-1,30-39-15,0 0 0,0 0 0,-8 12 16,1 0-16,0 0 0,7-12 0,-4 12 16,-1 1-16,0 0 0,3-1 0,0-2 0,1 2 0,0-5 0,0 0 0,1-1 15,0-6-15,3 13 0,-2-1 0,1-1 0,2 2 0,0-2 16,-1 2-16,-3-13 15,6 8-15,0 0 0,0 0 0,4-2 0,-2-1 16,1-1-16,-9-4 0,9 3 0,0 0 0,1 0 0,2-6 16,0 2-16,0 0 0,-12 1 0,15-4 0,-1 0 0,-1 0 15,2-3-15,-2 0 0,1-1 0,-14 8 16,14-11-16,-2 1 0,1-1 0,-4-1 0,2 0 0,-1 0 16,-10 12-16,7-15 0,0 1 0,-1 0 0,-2 1 0,1-2 15,-1 1-15,-4 14 16,0-14-16,0 1 0,0-1 0,0 14 0,-3-15 0,2 3 0,-1-1 15,-4 1-15,0 1 0,-1 0 0,7 11 0,-10-10 16,1 0-16,-1 1 0,-2 3 0,-1 1 16,0 0-16,13 5 0,-14-5 0,0 1 0,2 0 0,-1 2 0,2 0 15,-1-1-15,12 3 0,-12 3 0,2-1 0,0-1 16,1 2-16,2 1 0,-1-2 0,8-2 16,-7 6-16,1 0 0,0 1 0,6-7 0,-6 10 0,1-1 0,1 0 15,1 1-15,0 0 0,1 1 0,2-11 0,5 9 0,-2 2 16,1-1-16,2 1 0,-1-2 0,-1 1 0,-4-10 15,8 10-15,1-2 0,-2 1 0,7-1 0,-3-1 16,1 1-16,-12-8 0,11 7 0,0 0 0,-2-1 16,-9-6-16,12 8 0,-3-2 0,0 2 0,0-1 15,-1-1-15,-1 1 0,-7-7 0,10 6 16,-2 2-16,1-1 0,-2 0 0,-1 1 0,0-1 16,1 2-16,-2-1 0,0 0 15,-5-8-15,5 9 0,-1-2 0,0 3 0,-2-3 0,1 1 0,-1-1 0,-2-7 0,6 11 16,0-1-16,-1-1 0,-5-9 0,2 11 0,-1-1 0,0 0 15,-3 1-15,2 0 0,-1 0 0,1-11 16,-2 9-16,2 0 0,0 1 0,0-10 0,-1 8 0,1-1 0,0 1 16,0-8-16,-2 5 0,-1 1 0,0 0 15,5-6-15,-2 0 0,0 0 0,0 0 0</inkml:trace>
  <inkml:trace contextRef="#ctx0" brushRef="#br0" timeOffset="70231.054">5063 10829 0,'0'0'0,"0"0"0,0 0 16,0 0-16,0 0 16,0 0-16,0 0 15,0 0 1,0 0-16,0 0 0,0 0 0,-14 5 0,0 0 16,0 0-16,5-2 0,1 0 0,1 1 0,7-4 0,-13 14 15,2 0-15,-1-1 16,12-13-16,-7 9 0,2-1 0,-1 0 0,-1 10 0,0 0 15,0-1-15,7-17 0,-4 11 16,0-1-16,1 1 0,3-11 0,-3 17 0,-1 2 0,1-1 16,1-7-16,1-1 0,-1 0 0,2-10 0,3 13 15,0 0-15,1 0 0,-4-13 0,4 7 0,-3 1 0,0-2 0,9 1 0,2 0 0,-3-1 16,-9-6-16,8 4 0,-3 0 16,0-1-16,-5-3 0,18-2 0,-3 1 0,2-1 0,-7 0 15,0 1-15,-2 0 0,-8 1 0,21-14 0,-1 1 16,-1-1-16,-19 14 0,13-8 0,-4 0 0,1 1 15,6-12-15,-1-1 0,0 1 0,-15 19 0,10-12 0,-2 2 16,-1-1-16,-7 11 0,8-20 0,-3-1 0,0 2 16,-1 7-16,-2 1 0,1 0 0,-3 11 0,-6-17 0,2-1 15,0 0-15,4 18 0,-5-10 0,3 1 16,-1-1-16,-13-2 0,2 1 0,1-1 0,13 12 0,-10-7 16,2 1-16,1 0 0,7 6 0,-20 0 15,2 0-15,-1-1 0,8 2 0,1-1 0,0 0 0,10 0 16,-13 4-16,0-1 0,-1 1 0,14-4 0,-7 2 0,0 0 0,2 0 15,5-2-15,-3 7 0,1-2 0,0 2 16,1-4-16,1 0 0,-2 0 0,2-3 16,10 11-16,-1-1 0,-1-1 15,-8-9-15,5 5 0,1 1 0,0-1 0,10 5 0,1 0 0,1 2 16,-18-12-16,11 6 0,-2-1 0,0 0 16,6 9-16,-2-2 0,2 1 0,-15-13 0,7 8 0,1 0 0,0-2 15,-8-6-15,9 19 0,0-1 0,-1-1 0,-3-7 0,1-1 0,-3 1 0,-3-10 16,5 19-16,0 0 15,0-1-15,-5-18 0,6 11 0,-5-1 0,1-1 0,1 8 0,0-2 0,-1 1 16,-2-16-16,1 8 0,2 0 16,-2 0-16,1 3 0,0-1 0,-1 1 0,-1-11 0,3 5 15,-3 0-15,1 1 0,-1-3 0,0-3 16,0 3-16,7-10 0,-2 0 0,1 1 0,-6 6 16,0 0-16,3-4 0,0 0 0,0-1 0</inkml:trace>
  <inkml:trace contextRef="#ctx0" brushRef="#br0" timeOffset="70459.871">5466 11123 0,'0'0'0,"0"0"0,0 0 15,0 0-15,50-5 16,-20 4 0,27-6-16,-57 7 0,0 0 15,0 0-15,10-2 0,1 2 16,-2-2-16,-9 2 0,21-2 0,0 1 15,0 0-15,-21 1 0,10 0 0,1-1 0,0 0 16,8 1-16,-1 0 0,0 0 0,-18 0 0,10 2 0,-1-2 16,1 0-16,-10 0 0,10-3 0,1 0 0,-2 2 0,-3-2 15,-2 2-15,1 0 0,-5 1 0,0-12 16,0 1-16,0 1 0</inkml:trace>
  <inkml:trace contextRef="#ctx0" brushRef="#br0" timeOffset="70749.939">5657 11007 0,'0'0'0,"0"0"0,0 0 0,0 0 0,0 0 16,0 0-1,66 2-15,-6-2 16,-60 0-16,0 0 0,0 0 0,0 0 16,14 3-16,1-1 0,-1 0 0,0 1 0,-2-1 0,1 1 15,-13-3-15,10 4 0,0 1 0,-1-2 0,0 4 0,0 1 16,-3-2-16,0 1 0,-1-1 0,-1 0 15,-4-6-15,4 9 0,-1 0 0,2-1 0,-4 0 0,0 0 0,0 0 16,-1-3-16,0-1 0,0 1 0,0-3 0,0 0 16,0 0-16,-8 11 0,1 0 0,1-1 0,-4 2 0,2 0 0,1 0 15,7-14 1,-10 11-16,3-1 0,-1 1 0,0-4 0,3 1 0,-2 0 16,7-8-16,-5 5 0,1 0 0,-1-1 0,5-5 0,0 0 0,0-1 0,0 2 15,1-3-15,0 2 0</inkml:trace>
  <inkml:trace contextRef="#ctx0" brushRef="#br0" timeOffset="71010.076">6284 10977 0,'0'0'15,"0"0"-15,0 0 0,0 0 0,18 47 16,-5 0-1,-8-1-15,-1 2 16,-4-48-16,0 0 0,-1 15 16,1 0-16,0-1 0,0-14 0,-3 13 0,1 1 15,1-1-15,-1 1 0,2-2 16,-1 0-16,-2-2 0,3 1 0,-1-1 16,1-10-16,-2 6 0,0 3 0,-1-3 0,0-4 0,2 0 0,0 0 0,-3-6 0,3 1 15,-1-1-15,2 4 16,-2-9-16,-1 0 0,1 1 0,0 1 0,1 1 0,0-1 0</inkml:trace>
  <inkml:trace contextRef="#ctx0" brushRef="#br0" timeOffset="71290.182">6208 10954 0,'0'0'0,"0"0"0,0 0 16,31-44 0,8 8-16,1 17 15,0 9-15,-40 10 0,0 0 0,0 0 16,13 2-16,1-1 15,-1-1-15,-13 0 0,13 5 0,-2-1 0,2 1 0,-1 1 16,0 2-16,-2-1 16,-10-7-16,11 9 0,-1 0 0,-1 1 0,-2 0 0,-1-2 0,1 1 0,-7-9 15,4 8-15,-3 1 0,2 0 0,-6 0 0,2-1 0,-2-1 0,3-7 0,-6 7 16,0-1-16,0 1 0,-6-1 0,0-2 16,0 2-16,-2-3 0,1 2 0,0-1 0,13-4 0,-14 3 15,0 1-15,2 0 0,-2-3 0,1 1 0,0-1 16,13-1-16,-9-1 0,-1-1 0,1 1 0,2-6 15,4 2-15,-3 0 0,6 5 0,4-8 0,-2 2 16,-2-1-16</inkml:trace>
  <inkml:trace contextRef="#ctx0" brushRef="#br0" timeOffset="71569.809">6962 10917 0,'0'0'0,"0"0"0,0 0 15,0 0 1,42-8-16,0 0 16,-8 5-16,-3 3 15,-31 0 1,0 0-16,0 0 0,10 0 0,-1 0 0,0 0 0,-9 0 15,10 0-15,-1 0 0,1 0 0,-3 0 16,-1 2-16,1-1 0,-7-1 0,5 3 0,1 0 16,-3 1-16,1-2 15,-1 1-15,0 0 0,-3-3 0,2 2 0,-2-1 0,0 0 0</inkml:trace>
  <inkml:trace contextRef="#ctx0" brushRef="#br0" timeOffset="71810.209">6895 11135 0,'0'0'0,"0"0"0,0 0 15,0 0-15,0 0 16,48 0-16,-1 1 16,-4 0-16,-43-1 15,0 0-15,0 0 16,13-1-16,-1 1 0,0-1 0,1 0 0,-2-1 15,0 2-15,-11 0 0,10-1 0,2-1 0,-2 2 16,2-1-16,-4 0 0,1 0 0,0 0 0,-2 1 0,1-1 0,-8 1 0,5-1 0,-1 1 16,-1 0-16</inkml:trace>
  <inkml:trace contextRef="#ctx0" brushRef="#br0" timeOffset="72123.715">6946 11314 0,'0'0'0,"0"0"0,0 0 0,0 0 15,0 0 1,0 0-16,0 0 16,43 1-16,-43-1 15,0 0-15,0 0 0,14-1 0,-1 1 0,0 0 16,-2-2-16,2 0 0,-13 2 0,12-1 0,-12 1 15,13-1-15,-1-1 0,1-1 0,0 1 16,0-1-16,0 1 0,-1 0 0,0-1 0,-1 0 0,-11 3 16,10-1-16,0 0 0,-1 1 0,0-2 0,-1 0 0,1 2 0,-1-1 15,-1 1-15,-2 0 0,1-2 0,0 2 0,-1 0 16,-5 0-16,5 0 0,-2 0 0,0 0 16,-3-3-16,0 3 0,0-2 0,-1 0 0,-1 0 0,1-1 15</inkml:trace>
  <inkml:trace contextRef="#ctx0" brushRef="#br0" timeOffset="73139.995">7703 10970 0,'0'0'0,"0"0"16,0 0-16,0 0 15,0 0-15,0 0 16,59 0-16,-22 0 15,-37 0 1,0 0-16,0 0 0,18-2 0,0 2 0,1-1 16,-19 1-16,11-1 0,-2 1 15,1-1-15,-10 1 0,17-2 0,-1 0 0,1-1 0,-17 3 16,9 0-16,0-2 0,0 0 0,-5 2 16,0 0-16,-2-1 0,-2 1 0,8-2 15,-2 0-15,0 0 0,-6 2 0,4-1 16,-1 0-16,1 0 0,-2 0 0,-1 1 0,0 0 0,0 0 0,-1 0 15,0 0-15,0 0 0,0 0 0,0 0 0,0 0 16,0 0-16,0 0 0,0 0 0,0 0 16,0 0-16,0 0 0,0 0 0,0 0 0,0 0 0,0 0 0,0 0 0,0 0 15,0 0-15,-3 6 0,0-1 0,-1-1 0,4-4 0,-2 4 0,1-1 16,0 0-16,-1-1 0,2-2 0,-1 2 16,-4 12-16,1 0 0,0 0 15,4-14-15,-4 8 0,2 0 0,0 0 0,2-8 0,-2 16 0,0 0 0,1-1 0,0-5 0,0-2 16,0 1-16,1-9 0,2 17 0,-1-1 0,-1-1 15,0-15-15,2 10 0,-1-1 0,-1 0 0,0-9 16,3 13-16,-3 0 0,1 1 0,-1-14 0,2 7 16,-2 0-16,0 0 0,0-7 0,-1 9 15,1 1-15,0-1 0,0-9 0,0 5 0,0 0 0,0-1 0,0-4 16,-1 2-16,1 0 0,0-1 16,0 0-16,0 0 0,0-1 0,0 0 0,0 2 0,0-2 15,0 0-15,7-5 0,-3 1 0,1 0 0,-1 1 0,-1 0 16,0 1-16</inkml:trace>
  <inkml:trace contextRef="#ctx0" brushRef="#br0" timeOffset="73900.27">8334 10797 0,'0'0'0,"0"0"0,0 0 16,0 0-1,0 0-15,0 0 0,0 0 16,0 0 0,0 0-16,0 0 0,-13 16 0,1-2 0,0 2 0,12-16 0,-10 15 15,-1-1-15,1 1 0,2-2 0,0 0 0,1 2 16,7-15-16,-4 12 15,0 1-15,0-1 0,1 2 0,0 1 0,1-2 16,0 0-16,1 0 0,0 1 0,1-14 0,3 10 16,-3 3-16,1-2 0,2 0 0,-1-1 0,1-1 0,-3-9 0,5 9 0,-2 0 0,0-1 15,3 0-15,0 0 0,-1-1 16,-5-7-16,7 5 0,-1 0 0,1-1 0,0 1 0,-1-1 0,0 0 16,-6-4-16,11 1 0,-3 0 0,1 0 0,3-3 0,-1 1 15,0-1-15,-11 2 0,13-5 0,0 1 16,-1 0-16,0-3 0,1-2 0,-1 3 0,0-6 0,0 1 0,0 1 15,-12 10 1,11-15-16,0 2 0,0 0 0,-2-1 0,0 0 0,1 1 0,-10 13 0,7-15 0,-1 2 16,0 0-1,-2 0-15,-1 0 0,0-1 0,-3 14 0,0-14 16,2 2-16,-2-2 0,-2 1 0,0 1 16,1 0-16,1 12 0,-6-12 0,2 2 0,0 0 15,-3 0-15,-2 1 0,2 0 0,7 9 0,-12-9 0,1 1 0,0 1 0,-3 3 16,1-1-16,1 1 0,12 4 0,-14-5 15,0 3-15,1-1 0,0 3 0,0 0 0,1 0 0,12 0 0,-12 3 0,1-1 0,0-1 16,11-1-16,-9 4 0,1-3 16,0 2-16,3 2 0,0-2 0,0-1 0,5-2 0,-1 8 15,-1-2-15,1 0 0,2 1 0,-1 0 0,0 0 16,0-7-16,6 6 0,-1 1 0,0 0 0,5 1 0,-1-1 16,0 0-16,-9-7 0,12 9 0,-2-3 0,1 3 0,1 0 15,0-1-15,-1 0 0,-11-8 16,12 9-16,-2-1 0,-1 1 0,3 0 0,-1 0 15,0 0-15,-11-9 0,10 10 0,-1 1 0,-1-2 0,1 0 16,-1 0-16,0-1 0,-8-8 0,8 10 16,0 1-16,-2-1 0,-6-10 0,8 14 15,-1 0-15,-1 0 0,-1 3 16,-1-1-16,2-1 0,-6-15 0,3 13 0,0 1 16,-1-2-16,-2-12 0,2 12 0,0 0 0,1-1 0,0-1 0,0 0 0,0 1 15,-3-11-15,5 8 0,-2 0 0,0 1 0,-3-9 0,2 6 0,0 0 0,1-1 16,-3-5-16,3 3 0,-2 0 0,1-1 0,1-5 15,0 0-15,0 1 0</inkml:trace>
  <inkml:trace contextRef="#ctx0" brushRef="#br0" timeOffset="74446.898">8826 10776 0,'0'0'0,"0"0"0,0 0 32,0 0-32,0 0 0,12 53 15,-6-23 1,-6-30-16,0 0 0,0 0 0,0 0 15,5 17-15,-2-1 0,0 1 0,-3-17 0,3 8 0,-2 1 0,1 0 16,1 5-16,-1 1 0,0 0 0,-2-15 16,2 8-16,-1 0 0,0 0 0,-1-8 0,3 14 0,-1-2 0,0 1 15,-2-13-15,1 9 0,0-3 16,0 2-16,-1-8 0,0 1 0,0 3 0,0-2 16,0-1-16,0 1 0,0-2 0,0 0 0,1 1 15,-1-1-15,0 0 0,4 7 16,-2-1-16,0 0 0,-2-6 0,3 4 0,-2-1 0,1-1 0,-2 1 15,1-2-15,0 0 0,-1-1 0,4-11 16,-1 0-16,0-1 0,-3 12 0,2-6 0,-1-1 0,1 1 0,2-13 0,2 2 0,-2 0 16,-4 17-16,3-9 0,0-3 0,0 3 15,-3 9-15,5-15 0,-2-2 0,0 1 0,0 7 0,-2 2 0,1-2 16,-2 9-16,3-17 16,0 3-16,0-1 0,-3 15 0,1-9 0,1 1 0,-1 0 0,-1 8 0,4-12 15,-2 3-15,0-4 0,-2 13 0,3-5 0,-3 0 16,1 0-16,-1 5 0,2-4 0,-2 3 15,0-1-15,0 2 0,0-9 0,1 2 0,0 0 0,0 2 0,-1 1 16,0 0-16,0 4 16,1-1-16,-1-2 0,0 2 0</inkml:trace>
  <inkml:trace contextRef="#ctx0" brushRef="#br0" timeOffset="74876.031">9437 10504 0,'0'0'0,"0"0"16,0 0-16,0 0 16,0 0-16,9 47 15,-2 0 1,-7-47-16,0 0 0,0 0 0,0 0 16,0 13-16,0 1 0,0-2 0,0-12 0,2 15 0,-2-1 0,0-1 15,0 2-15,0-3 0,0 1 0,0-13 0,1 16 16,-1-1-16,0 1 0,2-2 0,-2-1 0,0 2 0,0-15 15,1 15-15,-1 0 0,0 0 0,1 1 0,0 1 16,-1-2-16,0-15 0,0 15 0,0-3 0,0 2 16,0-2-16,0 1 0,0 1 0,-1-4 0,0 0 15,0 1-15,1-11 0,-1 8 0,-1 0 16,0 0-16,2-8 0,-3 5 0,1 0 0,0-1 16,-2-3-16,2 0 0,-1 0 0,1-5 0,0 0 0,-1 0 0,3 4 0,-2-4 15,2-1-15,-1 0 0</inkml:trace>
  <inkml:trace contextRef="#ctx0" brushRef="#br0" timeOffset="75305.148">9352 10620 0,'0'0'0,"0"0"0,0 0 0,0 0 0,16-49 15,1 13 1,2 13 0,5 6-16,-24 17 15,0 0-15,0 0 0,0 0 0,10-2 0,-1-1 0,1 0 0,2 0 0,0 0 16,-1 0-16,2 3 0,-1-2 16,1 2-16,-13 0 0,12 3 0,0-1 0,-1 0 0,2 1 0,-3 0 15,1 0-15,-11-3 0,10 5 0,1 0 0,-2 1 0,1 2 0,-2-1 16,-1 1-16,-7-8 0,8 9 15,-2-1-15,0 0 0,0 3 0,-3-1 0,2-1 0,-5-9 16,2 9-16,0 0 0,-1 1 0,-2-1 16,1-1-16,0 1 0,-5 0 0,1-1 0,1 0 0,3-8 15,-4 7-15,-1 0 0,1-1 0,-3 2 16,2-1-16,0 0 0,5-7 0,-9 7 0,0 0 0,0 0 0,-3-2 16,2 1-16,-1-2 0,11-4 0,-12 5 0,-1-3 0,1 0 15,12-2-15,-14 4 0,2-3 0,-1 1 16,0 1-16,0-2 0,1 2 0,-1 0 15,-1-1-15,2 2 16,12-4-16,-12 1 0,0 1 0,0-2 0,2 2 0,-1-2 0,0 0 0,11 0 0,-10-2 0,1-1 16,0 3-16</inkml:trace>
  <inkml:trace contextRef="#ctx0" brushRef="#br0" timeOffset="84101.461">5165 11789 0,'0'0'0,"0"0"0,0 0 16,0 0-16,0 0 0,0 0 16,0 0-1,0 0-15,0 0 0,0 0 16,0 0-16,0 0 0,0 0 16,0 0-16,0 0 0,0 0 0,0 0 0,0 0 0,-1-6 0,0 1 15,0 0-15,0 1 0,1 1 0,0 0 16,-1 2-16,1-1 0,0 1 0,0 1 0,0-1 0,0 1 15,0 0-15,0-1 0,0 0 0,0 1 0,-10-3 0,0 0 16,-1 1-16,11 2 0,-6-2 0,2 0 0,-2-1 16,-4 1-16,0 1 0,1 0 0,9 1 0,-5-1 15,0 0-15,0 1 0,-7-3 0,3 3 16,-1 0-16,10 0 0,-7-1 0,1 1 0,1 0 0,5 0 0,-9 0 16,1 0-16,-1 1 0,3-1 0,3 0 15,0 0-15,3 0 0,-11 4 0,4-2 0,-1 1 0,4 0 0,-2-2 16,2 1-16,4-2 15,-2 3-15,1-3 0,-1 0 0,2 0 16,-8 6-16,1-1 0,0 0 0,2-2 0,1 0 0,0 0 0,4-3 0,-7 8 0,3-2 0,0 2 16,4-8-16,-4 4 0,1-1 0,1 0 15,1-1-15,-1 0 0,2 0 0,0-2 0,2 10 0,-2 1 0,0-1 16,0-10-16,1 5 0,-1 2 16,0-1-16,1 4 0,1 0 0,0 1 0,-2-11 0,1 7 15,-1-2-15,2 0 0,-2-5 0,1 14 0,0-1 0,0-1 16,0-4-16,-1-2 0,0 1 15,0-7-15,2 19 0,-2 0 0,0-1 0,0-8 0,0 0 16,0 0-16,0-10 0,2 21 0,-1 0 16,-1-1-16,1-8 0,0-1 0,0 1 0,-1-12 0,3 21 0,-3 1 0,1 0 15,-1-22-15,1 11 0,-1 1 16,0-1-16,3 10 0,-1-1 0,0 1 0,-2-21 0,0 10 16,1 0-16,-1 1 0,1 11 0,-1-1 15,0 0-15,0-21 0,0 12 0,0-1 0,0 0 0,3 8 0,0-2 16,-2 0-16,-1-17 0,2 10 0,-1 0 0,2-2 0,-3-8 15,1 17-15,2-1 0,0 0 0,-1-7 16,-1 0-16,-1-1 0,0-8 0,2 15 0,-2 0 0,0-1 16,0-6-16,0 0 0,0 0 15,0-8-15,-1 11 0,1 1 0,0-1 0,-1-5 0,1 0 16,0 0-16,0-6 0,1 7 0,0 1 16,-1 0-16,2-4 0,-2 0 0,0 1 0,1-4 0,-1 1 0,0 0 15,0-2-15,0 0 0,0 1 16,0-1-16,2 6 0,-2 0 0,1 0 0,-1-6 0,0 5 15,1-2-15,0 2 0,0-4 0,-1 1 0,0-1 0,0 0 0,0-1 0,0 0 16,0 0-16,0 0 0,0 0 0,0 0 16,0 0-16,0 0 0,0 0 0,0 0 0,0 0 0,0 0 15,0 0-15,0 0 16,0 0-16,0 0 0,0 0 0,0 0 16,0 0-16,0 0 0,0 0 0,0 0 0,0 0 0,0 0 0,-2 6 0,1 0 15,1 1-15,-1-3 0,1 0 0,0-1 0,-2 0 16,2-3-16,0 2 0,0-2 0,0 1 0,0-1 0,0 0 15,0 0-15,0 0 16,0 0-16,0 0 0,0 0 0,0 0 0,0 0 0,0 0 0,0 0 0,-2 6 0,1-1 0,1 0 16,-1 0-16,0-2 15,1-1-15,-1 0 0,1-1 0,0 0 0,0-1 0,0 1 0,0-1 16,0 0-16,0 2 0,0-2 0,0 0 16,0 0-16,0 0 0,0 0 0,0 0 0,0 0 0,0 0 0,-2 6 15,2 0-15,-1 0 0,0-1 0,1-2 0,0 1 16,0-4-16,-1 2 0,1-1 0,0 0 15,0 1-15,0-2 0,0 1 0,0-1 0,0 0 0,0 0 16,0 0-16,0 0 0,0 0 16,0 0-16,0 0 0,0 0 0,0 0 0,0 0 0,0 0 0,0 0 0,0 0 0,0 0 15,0 0-15,0 0 0,0 0 16,0 0-16,0 0 0,0 0 0,0 0 0,-1 5 0,1 0 16,0 0-16,-2-1 0,2-2 0,0 1 0,0-3 0,0 2 15,0-2-15,0 2 0,0-1 0,0-1 16,0 0-16,0 0 0,0 0 0,0 0 0,0 0 0,0 0 0,0 0 15,0 0-15,0 0 0,0 0 0,0 0 16,0 0-16,0 0 0,0 0 16,0 0-16,0 0 0,0 0 0,0 0 0,0 0 0,0 0 15,0 0-15,0 0 0,0 0 0,0 0 0,0 0 16,0 0-16,0 3 0,2-1 0,-2-1 0,0-1 0,2 2 16,-2-1-16,0 0 0,0-1 15,0 0-15,0 0 0,0 1 0,0-1 16,0 0-16,0 0 0,0 0 0,0 0 0,1 0 0,-1 0 0,0 0 0,0 0 15,0 0-15,0 0 0,0 0 0,0 0 0,0 0 0,0 0 16,0 0-16,0 0 0,0 0 0,0 0 0,0 0 16,0 0-16,0 0 0,0 0 0,0 0 0,0 0 15,0 0-15,0 0 0,0 0 0,0 0 0,0 0 16,0 0-16,0 0 0,0 0 0,0 0 0,0 0 0,0 0 16,0 0-16,0 0 0,0 0 0,0 0 0,0 0 15,0 0-15,0 0 0,0 0 0,0 0 0,0 0 0,0 0 16,0 0-16,0 0 0,0 0 0,0 0 0,0 0 15,0 0-15,0 0 0,0 0 16,0 0-16,0 0 0,0 0 0,0 0 0,0 0 0,0 0 16,0 0-16,0 0 0,0 0 0,0 0 15,1-1-15,1 0 0,-2 1 0,1-1 0,-1 0 0,0 0 0,1 1 16,-1 0-16,0 0 0,0 0 0,0 0 16,0 0-16,0 0 0,4-4 0,1-1 0,1 0 0,-4 1 0,1 2 15,-1-1-15,-2 3 0,1-1 0,0 0 0,0 0 0,-1 0 16,0 1-16,0 0 0,1 0 0,-1 0 15,0 0-15,0 0 0,8-4 0,1 0 0,-2 0 0,-2 1 16,-1 2-16,1-2 0,-5 3 0,3-1 0,-2 0 16,1 1-16,-1-1 0,-1 1 0,1 0 0,-1 0 0,10-3 15,-1 1-15,-1-1 0,-2 1 16,0-1-16,-2 2 0,-4 1 0,9 0 0,2-1 0,-3 0 0,-1 1 16,-3 0-16,1 0 0,-5 0 0,8 0 0,1 0 0,-1 0 15,-2 0-15,-3 0 0,2 0 0,-5 0 16,9-1-16,-1 1 0,1 0 0,-4-1 15,-2 1-15,1 0 0,-4 0 0,7 1 0,0 0 0,0 1 16,-2-1-16,-2-1 0,1 2 0,-4-2 0,10 3 0,-2-2 0,1 1 16,-4 0-16,-1-1 0,1 0 15,-5-1-15,9 3 0,-3 0 0,3 0 0,-5-1 0,1 0 0,-1 0 16,-4-2-16,8 2 0,1-1 16,0 1-16,-5-1 0,1 0 0,0 0 0,-5-1 0,9 2 15,-2-1-15,2 0 0,-5 1 0,1-2 0,-1 1 0,-4-1 0,2 2 0,-1-2 16,1 0-16,0 0 0,-2 0 15,0 0-15,0 0 0,1 0 0,-1 0 0,0 0 0,0 0 0,0 0 16,0 0-16,0 0 0,0 0 16,0 0-16,8 3 0,-1 0 0,2-1 0,-9-2 0,6 1 15,-3 1-15,2-1 16,-3 1-16,0-2 0,0 0 0,-1 1 0,-1-1 0,2 0 0,-2 0 16,0 0-16,0 0 0,0 1 0,0-1 0,0 0 0,0 0 0,0 0 0,0 0 15,0 0-15,0 0 0,0 0 0,0 0 16,0 0-16,0 0 0,0 0 0,0 0 0,0 0 0,0 0 15,0 0-15,0 0 0,0 0 16,0 0-16,0 0 0,0 0 0,1-1 0,-1 1 0,0 0 0,0 0 16,0 0-16,0 0 0,0 0 0,0-1 15,0 1-15,0 0 0,0 0 0,0 0 0,0 0 0,1 2 16,-1-2-16,0 1 0,0-1 0,1 0 16,-1 0-16,0 0 0</inkml:trace>
  <inkml:trace contextRef="#ctx0" brushRef="#br0" timeOffset="85100.194">5658 12189 0,'0'0'0,"0"0"0,0 0 16,0 0-16,0 0 0,0 0 15,0 0 1,0 0-16,0 0 0,0 0 16,0 0-16,0 0 0,0 0 0,0 0 15,0 0-15,16 0 0,-2 0 0,2 0 0,-7 0 0,-1 0 16,0 0-16,10 0 0,-3 0 0,0 0 0,-15 0 0,9 0 15,0 0-15,-1 0 0,8 2 16,-2-2-16,-1 2 0,-13-2 0,9 1 0,-2-1 0,1 1 0,5-3 0,0 0 16,-1 2-16,-12 0 15,7-1-15,0 0 0,-2 0 0,-5 1 16,10-3-16,-1 0 0,-1 2 16,-2-1-16,-3 2 0,1-2 0,-4 2 0,2-1 0,-1 1 15,1 0-15,-1-2 0,-1 2 0,0 0 0,1 0 0,-1 0 0,0 0 0,0 0 0,0 0 0,0 0 0,0 0 16,0 0-16,0 0 0,0 0 15,0 0-15,0 0 0,0 0 0,0 0 0,0 0 0,0 0 0,0 0 0,-1 5 16,1-2-16,0 2 0,-1-2 16,1-1-16,0 1 0,-1 7 0,0-1 0,1-1 15,0-8-15,-1 6 0,1-1 0,-2-1 0,2-4 16,-3 14-16,2 1 0,1-1 0,-2-5 0,2-2 0,0 1 16,0-8-16,1 18 0,-1 0 0,0-1 0,0-17 15,1 11-15,-1-1 0,0-1 0,0-9 16,0 20-16,1 1 0,0-3 0,0-6 0,-1-2 15,0 1-15,0-11 0,3 17 16,-2-1-16,0 2 0,0-10 0,0 1 0,0 0 0,-1-9 16,1 11-16,1 0 0,-1 0 0,-1-11 0,1 6 0,0-1 0,0 1 15,-1-3-15,0 0 0,0-1 0,0-2 0,1 1 0,-1-1 16,0 0-16,4-10 0,0-2 0,-1 0 16,0 6-16,-2-1 0,1 0 0</inkml:trace>
  <inkml:trace contextRef="#ctx0" brushRef="#br0" timeOffset="85380.158">6202 12134 0,'0'0'0,"0"0"0,0 0 0,0 0 15,0 0-15,0 0 16,4 55-16,1-1 15,-5-54-15,0 0 0,0 0 16,1 18-16,1-1 0,-1 0 0,-2-2 0,1 1 0,0-1 16,0-15-16,-2 15 0,2-1 15,0 0-15,1 1 0,0 0 0,0-1 0,-2 0 0,1-1 0,0 0 0,-2 1 16,0-3-16,1 1 0,1-12 16,-5 10-16,3-1 0,-2 1 0,-3-5 0,2-1 0,-2 0 0,3-2 15,-1 0-15,2-1 0,0-1 0,1 1 0,1 0 0</inkml:trace>
  <inkml:trace contextRef="#ctx0" brushRef="#br0" timeOffset="85690.458">6125 12188 0,'0'0'0,"0"0"16,30-30-16,3 2 15,0 11-15,3 8 16,1 7-16,-2 7 15,-35-5 1,0 0-16,0 0 0,12 3 0,-3 0 0,2 0 0,-2 3 0,-1-2 0,1 2 16,-9-6-16,7 8 0,0-2 15,0 1-15,-2 2 0,0-1 0,-1 0 0,-2 1 0,-1-1 0,0 1 0,-3-1 16,1-1-16,0 0 16,1-7-16,-4 9 0,-1-2 0,2 0 0,-3 1 0,0-2 15,0 1-15,-3-2 0,-2 1 0,2-1 0,9-5 0,-13 4 0,2-1 16,-1 0-16,1-1 0,0-1 0,0 0 15,0-2-15,2 0 0,0 0 0,2-6 16,2 1-16,0 1 16,2 1-16,0-2 0,2 1 0</inkml:trace>
  <inkml:trace contextRef="#ctx0" brushRef="#br0" timeOffset="86063.621">6672 12172 0,'0'0'0,"0"0"0,0 0 16,15 47-16,-4-2 15,-5-6-15,0-5 16,-3-5 0,-3-29-16,0 0 0,0 0 0,0 0 15,3 8-15,-2 0 0,1-1 0,-1-1 16,1 1-16,-1 0 0,1-4 0,-2 1 0,1 1 0,1-4 0,-2 2 0,0-3 0,0 0 15,2 1-15,-2 1 0,0-2 0,2 0 0,-2 0 16,0 0-16,2-3 0,1-1 0,-1 1 0,2-5 16,-1 1-16,0-1 0,2-1 0,-1 0 0,-1 0 0,-3 9 15,4-12-15,-1 0 0,0 0 0,3 0 0,-2 0 16,0-1-16,0 0 0,-1 1 0,0-1 0,-3 13 0,6-12 16,-2 0-16,0-1 0,-1 2 0,0 2 15,0-3-15,-3 12 0,3-9 0,-2 2 0,1-2 16,1 4-16,-2-1 0,1 0 0,0 2 0,-1 1 0,1-2 0,-2 5 15,4-4-15,-2 0 0,0 1 0,2-1 16,-3 1-16,1-1 0,0 2 0,0-1 16,1 2-16,-1-1 0,-1 2 0,1 0 0</inkml:trace>
  <inkml:trace contextRef="#ctx0" brushRef="#br0" timeOffset="86746.124">7147 12026 0,'0'0'0,"0"0"0,0 0 0,0 0 0,0 0 16,-20 39-1,0 3-15,1-6 16,19-36-16,0 0 0,0 0 0,0 0 0,-5 10 0,1 1 15,-2-1 1,3 1-16,-1 0 0,0-1 0,1 2 0,2-3 0,-1 1 0,2-10 0,2 11 16,-2-2-16,1 3 0,1-3 15,0 0-15,-1 0 0,3-2 0,-1 1 0,0-1 0,-3-7 0,6 7 0,-2-1 16,0-1-16,3-1 0,1-1 16,-2 0-16,5-2 0,-1 0 0,-1 1 0,-9-2 15,12-2-15,0 1 0,0 1 0,0-6 0,0 2 0,0-1 0,3-2 0,-1-1 16,-1 1-16,2-4 15,-1 0-15,0 1 0,-14 10 0,12-13 16,-1 0-16,1 1 0,0 2 16,-4-1-16,2 1 0,-10 10 0,6-12 0,0 0 0,1 0 0,-2 1 0,-1-2 15,1 2-15,-5-1 0,1 2 16,0-2-16,-1 12 0,-4-9 0,3 1 0,-2-2 16,-5 1-16,1 0 0,1 1 0,-3 1 0,-1 0 0,1-1 0,9 8 15,-11-3-15,2-1 0,-2 0 0,-2 1 0,2 0 0,-1 1 16,12 2-16,-11 0 0,-1 0 0,1 0 0,0 2 0,2-1 0,-1 1 0,4 1 0,1 0 15,-2-1-15,1 2 0,2 0 16,-1 0-16,5-4 0,-3 6 0,0-2 0,0 2 0,1 0 0,1 1 0,1-1 16,3 2-16,-1 0 15,-1-1-15,-1-7 0,6 8 0,-4 1 0,1-1 0,4 0 16,0 0-16,-1 0 0,-6-8 16,8 9-16,1 0 0,-2 0 0,2 3 0,1-2 0,-1 0 15,0 1-15,-1-2 0,0 0 0,-8-9 0,9 12 16,-2-3-16,0 2 0,0-1 0,-1-1 0,0 2 15,0-1-15,-1 0 0,-1 0 0,-4-10 16,4 10-16,-1-1 0,0 0 16,0 1-16,-1-1 0,1 0 0,0 0 0,0-2 15,-1 1-15,-2-8 0,3 7 16,-2-3-16,2 2 0,-3-2 0,2 1 0,-1-2 0,2 0 0,-3-1 16,1 1-16,-1-3 0,2-2 0,-2 0 0,1 1 0,0-4 0,0 1 0,-1-2 15,2 1-15,-2 1 0,0 0 0,0 4 0</inkml:trace>
  <inkml:trace contextRef="#ctx0" brushRef="#br0" timeOffset="87206.909">7547 11786 0,'0'0'0,"0"0"0,0 0 16,0 0-16,0 0 15,0 0-15,43-1 16,-16 1-16,-27 0 15,0 0-15,0 0 0,0 0 16,11 5-16,-2 0 0,0 0 0,-2-2 16,-7-3-16,5 3 0,-1 0 0,-4-3 0,10 11 0,-1 0 15,-1 0-15,-8-11 0,5 7 0,1-2 0,-2 1 0,-4-6 16,11 17-16,1 0 16,-2-1-16,-3-6 0,-1-1 0,-1 1 0,-5-10 0,9 22 0,1-1 0,0 1 0,-10-22 15,7 22-15,-1 2 0,0-1 0,-6-23 0,5 22 0,-2-1 0,3 2 16,-6 0-16,0 0 0,1-1 0,-1-22 15,-3 26-15,-1-2 0,1 1 0,3-25 0,-6 26 0,-1 0 16,-1-1-16,-4 1 0,0-1 0,0 1 16,12-26-16,-18 25 0,0-2 0,0 0 0,-3-3 15,0-1-15,1 1 0,-3-6 0,0-1 0,-1 2 16</inkml:trace>
  <inkml:trace contextRef="#ctx0" brushRef="#br0" timeOffset="87930.059">5915 11842 0,'0'0'0,"0"0"15,0 0-15,-38-21 16,15 9 0,-18 10-16,20 4 15,21-2-15,0 0 0,0 0 16,-16 9-16,1-1 0,-1 0 0,6-3 0,1-1 0,1 0 16,8-4-16,-17 15 0,1-3 0,1 1 0,6-5 0,1 0 15,0-2-15,8-6 0,-17 21 0,1 0 0,-1 0 16,3 1-16,0 0 0,0 0 0,14-22 0,-10 23 0,-1-1 15,1 1-15,10-23 0,-8 22 0,1-1 0,0 2 16,3-2-16,1 1 0,0 0 0,3-22 16,-1 20-16,1 1 0,-1 0 0,2 0 0,1 0 15,-1 1-15,-1-22 0,5 22 0,-1 0 0,2-1 0,-6-21 16,3 11-16,-1-1 0,0 0 0,9 13 16,0-2-16,-1 2 0,-10-23 0,7 13 0,0-1 0,-2-1 15,12 9-15,-3 0 0,1 0 0,-15-20 0,9 10 16,-1 1-16,0-1 0,10 5 15,-2 0-15,1 0 0,-17-15 0,10 8 0,-2-1 0,1 1 0,-9-8 0,16 9 16,1-1-16,1 0 0,-9-3 0,0-1 0,0-1 16</inkml:trace>
  <inkml:trace contextRef="#ctx0" brushRef="#br0" timeOffset="88609.98">8327 11952 0,'0'0'0,"0"0"0,0 0 15,0 0-15,0 0 16,0 0-16,-11 43 16,11-43-16,0 0 0,0 0 0,-2 10 15,0-2-15,1 1 0,1-9 0,-5 16 0,2 1 16,-2-1-16,5-16 0,-2 9 0,0 0 0,-1 0 15,3-9-15,-6 18 0,1 1 0,-1-1 0,3-7 16,0-1-16,1 0 0,2-10 0,-7 19 0,1 2 16,-1-3-16,7-18 0,-3 12 0,0-3 0,0 3 15,3-12-15,-5 14 0,0 0 0,0 0 0,2-7 0,2 1 0,-2-2 16,3-6-16,-2 3 0,2 0 16,-1 0-16,-6-9 0,1 0 0,0 2 0</inkml:trace>
  <inkml:trace contextRef="#ctx0" brushRef="#br0" timeOffset="88920.363">8365 11952 0,'0'0'0,"0"0"0,0 0 16,0 0-16,0 0 15,0 0 1,42-3-16,-42 3 0,0 0 15,0 0-15,12 3 0,-2 1 0,0-1 16,-2 3-16,-2 0 0,1-1 0,0 5 0,-1-1 0,0 1 16,-6-10-16,7 11 15,-1 2-15,0-2 0,0 2 0,1-1 0,-1 0 0,0 1 0,0 1 0,1-2 0,-7-12 16,6 13-16,0-1 0,1 0 16,-1 0-16,0 0 0,0 0 0,-6-12 0,5 12 0,-1 0 15,1-1-15,-1 0 0,-1-1 0,0-1 0,0 0 0,0-1 0,0 1 16,-3-9-16,3 7 0,0-1 15,-1 0-15,1-4 0,-1-1 0,0 0 0,1-1 0,-2 0 16,0 0-16</inkml:trace>
  <inkml:trace contextRef="#ctx0" brushRef="#br0" timeOffset="89563.431">9233 11616 0,'0'0'0,"0"0"15,0 0-15,0 0 16,0 0-16,0 0 16,0 0-16,0 0 15,0 0-15,0 0 0,0 0 0,0 0 0,0 0 0,0 0 16,0 0-16,0 0 0,0 0 0,-2-7 0,1 1 16,1-1-16,0 7 0,-4-3 0,0 1 0,1-1 0,-1 5 15,1-1-15,0 2 0,3-3 0,-3 6 16,-1 1-16,-1 0 0,-1 3 0,1-1 0,0 0 0,-4 5 15,2-3-15,0 2 0,7-13 0,-8 15 16,1 1-16,1-1 0,-2 4 0,3-2 0,0 1 0,5-18 16,-6 20-16,2 0 0,-1-1 0,0 3 0,1-1 15,-1 0-15,5-21 0,-3 23 0,1-1 0,-1 0 16,4 1-16,-1 0 0,0-1 0,4 4 0,-2-3 0,1 0 0,-3-23 16,4 24-16,1 0 0,-1-1 0,4 0 15,-3-1-15,0 0 0,1 1 0,1-1 0,-1 0 16,-6-22-16,10 22 0,-1-2 0,-1 1 0,3-2 0,-1 0 15,0-2-15,-10-17 0,12 13 0,0 2 0,-1-2 16,1-5-16,-1 1 0,1 0 0,-12-9 16,12 3-16,-1-1 0,0-1 0</inkml:trace>
  <inkml:trace contextRef="#ctx0" brushRef="#br0" timeOffset="90090.07">9348 11875 0,'0'0'0,"0"0"0,0 0 16,0 0-16,0 0 15,0 0 1,0 0-16,60-17 16,-60 17-16,0 0 0,0 0 15,18-5-15,-1 1 0,1-1 0,-18 5 0,14-5 0,1 0 0,0 2 0,-2 0 16,-1 0-16,0-1 0,0 2 16,-2-1-16,1 0 0,-11 3 0,9-3 0,-1 0 0,1 0 0,-2 0 15,-1 0-15,1 2 0,-2-1 0,-2 1 0,1 0 0,-4 1 16,2-1-16,1 1 0,0 0 0,-3 0 15,1 0-15,0 0 0,-1 0 0,1-1 0,-1 1 0,0 0 16,0 0-16,0 0 0,0 0 0,0 2 16,1-2-16,0 2 0,-1-2 0,1 4 15,-1-1-15,0 1 0,0 4 0,0-1 16,0 0-16,0-7 0,-2 9 0,2 0 0,0 0 16,0 3-16,0-2 0,0 1 0,1 4 0,-1-3 0,0 1 0,0-13 0,-1 14 0,1 0 15,0-1-15,1 2 0,0 0 0,-1-2 16,2 1-16,-1-2 0,-1 1 0,0-13 0,3 13 0,-3-2 15,1 2-15,1 0 0,-1-1 0,1 1 0,-1 1 16,0-3-16,0 1 0,-1-12 0,1 11 0,-1 0 0,0-1 16,0-2-16,0 1 0,0-2 15,0-7-15,1 5 0,-1 1 0,0 0 0,1-5 0,-1 1 0,0-1 16,3-4-16,-2 2 0,1-2 16</inkml:trace>
  <inkml:trace contextRef="#ctx0" brushRef="#br0" timeOffset="90840.184">9991 11777 0,'0'0'0,"0"0"15,0 0-15,0 0 16,0 0-16,0 0 16,0 0-1,-22 39-15,22-39 0,0 0 0,0 0 16,0 0-16,-6 13 0,-1 0 0,1 0 16,2 0-16,-1 0 0,0-1 0,5-12 0,-4 13 0,-1-1 15,1 1-15,-2 1 0,2-2 0,0 1 16,4-13-16,-3 13 0,2 0 15,-1 1-15,2-1 0,0-1 0,0 0 16,0-12-16,3 12 0,-1-1 0,-1-1 0,4-1 16,-1 0-16,0 0 0,-4-9 0,7 7 0,-1 1 0,0-1 0,3-2 0,-1 0 0,0-1 0,3-3 15,0 0-15,-1 0 0,-10-1 0,11-2 0,-1 1 16,1 0-16,2-4 0,0 1 0,-1 0 0,-12 4 16,15-8-16,-1 0 0,0 1 0,-1-4 0,0-1 0,1 2 15,-14 10-15,12-14 0,0 0 0,0 1 0,-2-1 0,-2 1 16,1 0-16,-9 13 0,6-16 0,-1 2 0,0 0 15,-3-1-15,-2 1 0,1 0 0,-5 1 0,1 2 16,0-2-16,3 13 0,-9-10 0,2-2 0,0 1 0,-5 2 16,2 2-16,-2-2 0,12 9 0,-12-6 15,1-1-15,1 0 0,-2 3 0,0-1 0,0 1 16,12 4-16,-12-3 0,-2 3 16,1-3-16,1 3 0,0 0 0,0 0 0,12 0 0,-9 3 0,-1-3 0,1 2 15,1 1-15,-1 1 0,2-2 0,7-2 0,-6 4 0,0 0 16,1 1-16,1 1 0,2-3 0,-1 3 15,3-6-15,3 7 0,-2-2 0,1 1 0,4 2 0,-2-2 16,1 1-16,-5-7 0,9 6 0,-1 0 16,0 0-16,2 0 0,0 0 0,-1-1 0,-9-5 0,9 6 15,2-2-15,-1 2 0,-3-3 0,-2 0 0,1 0 16,3 5-16,0 0 0,0-1 0,-9-7 0,12 10 0,-3 1 16,2-1-16,-4 0 0,-1 2 0,0-1 0,-6-11 15,6 13-15,-2-1 0,1 1 0,-2 0 0,1-1 16,1 1-16,-5-13 0,9 13 0,-2-2 0,1 0 0,-8-11 0,5 12 15,-1 0-15,1-1 16,-4 2-16,1-3 0,-1 1 0,-1-11 16,3 10-16,-2 1 0,1-2 15,-2-9-15,2 7 0,-1 1 0,1-2 0,-2-6 0,3 3 0,-1 0 0,0-2 0,2-5 0,1 1 0,-2 1 16</inkml:trace>
  <inkml:trace contextRef="#ctx0" brushRef="#br0" timeOffset="91270.331">10443 11800 0,'0'0'0,"0"0"0,0 0 0,0 0 16,0 0-16,24 40 15,-9-17 1,-15-23-16,0 0 0,0 0 0,0 0 0,8 16 15,-1-1-15,0 0 16,-3-6-16,-1 0 0,1-1 0,-4-8 0,7 17 0,-3 0 0,1 0 0,-5-17 16,3 9-16,-1 1 0,0 0 15,-2-10-15,6 14 0,-2 1 0,0 0 0,-4-15 16,2 7-16,0 1 0,1-1 0,-3-7 0,5 10 16,-1 0-16,-1-1 0,-3-9 0,3 6 0,-1-2 0,0 1 0,-2-5 15,1 3-15,0-2 0,-1 1 0,0-2 0,1 0 0,-1 0 16,0 1-16,4-10 0,0 2 15,0-2-15,-4 9 0,3-6 0,-1 2 0,-1-1 0,-1 5 0,6-15 16,-1 0-16,0 0 0,-5 15 16,4-9-16,-2 2 0,0-1 0,4-10 0,-1 2 0,0 0 0,-5 16 15,3-10-15,0 1 0,0 1 16,-3 8-16,6-16 0,0 1 0,-1 0 0,-5 15 0,4-7 0,-1-1 16,0 0-16,-3 8 0,1-3 0,0 0 0,1 0 0,2-10 15,0 0-15,0 1 0,-4 12 0,2-8 0,0 1 16,0-1-16,-2 8 0,2-10 0,-1 0 0,-1 0 0</inkml:trace>
  <inkml:trace contextRef="#ctx0" brushRef="#br0" timeOffset="91642.549">10985 11637 0,'0'0'0,"0"0"0,0 0 16,10 41-16,-3 7 16,-1-4-16,-2-1 15,-4-43-15,0 0 0,0 0 0,0 0 16,1 13-16,-1 1 0,0 0 0,0 0 0,0 0 0,0 1 15,0-15-15,2 17 0,-1-3 0,0 1 16,0-5-16,0-1 0,0 1 0,0-6 0,-1 1 0,1-1 0,1 10 16,0 0-16,-1 0 0,-1-14 0,2 15 15,-1 0-15,1 0 0,-2-4 0,0 1 0,0-1 16,0-11-16,-2 6 0,2 1 0,-1-1 16,-1-5-16,-1-1 0,0 0 0,3 0 0,-3-5 0,2 0 0,-1-1 15,-1-3-15,0-2 16,1 1-16</inkml:trace>
  <inkml:trace contextRef="#ctx0" brushRef="#br0" timeOffset="91945.024">10984 11627 0,'0'0'0,"0"0"15,0 0-15,0 0 16,43-27-16,-4 9 15,-3 13 1,-6 14-16,-30-9 0,0 0 16,0 0-16,0 0 0,11 7 0,-3-3 0,0 2 15,0 0-15,-1 0 0,-1 0 0,-1 3 0,0-1 0,0 1 16,-5-9-16,2 9 0,0-1 16,0 1-16,-3 0 0,1-1 0,0 1 0,0-9 0,-4 8 0,0-1 15,1 1-15,-4-1 0,1 1 0,0-1 0,6-7 0,-10 7 0,2 1 0,0-1 16,-3-2-16,1 0 0,0-1 15,10-4-15,-12 5 0,-1-1 0,1 0 0,-1 1 0,1-1 16,0 0-16,12-4 0,-13 1 16,-1 1-16,1-1 0,2-2 0,-1-1 0,0 2 0,5-3 15,-1 3-15,2-2 0,6 2 0</inkml:trace>
  <inkml:trace contextRef="#ctx0" brushRef="#br0" timeOffset="93015.169">11333 11429 0,'0'0'0,"0"0"15,0 0-15,0 0 16,0 0-16,42 42 15,-15-16 1,-27-26-16,0 0 0,0 0 0,0 0 16,9 14-16,0 1 0,-1 0 0,-8-15 15,4 8-15,1 1 0,0-3 0,-5-6 0,7 20 0,-1-1 0,0 1 0,-6-20 16,4 10-16,-1 0 0,0 1 16,-3-11-16,6 25 0,-2-1 15,1 1-15,-5-25 0,3 14 16,0-1-16,-1 0 0,-2-13 0,3 26 0,-1 0 0,0-1 15,-2-25-15,2 15 0,-1-1 0,-1 0 0,0-14 16,-3 26-16,1-1 0,0 0 0,0-11 0,1 1 0,-1-2 0,2-13 16,-8 25-16,2-3 0,0 1 0,6-23 0,-4 13 0,0-1 0,-1 1 0,5-13 15,-11 21-15,1 0 0,0 0 0,10-21 0,-6 11 16,0 1-16,1-3 0,-9 7 0,0 0 0,0 0 16,14-16-16,-9 9 0,3 0 0,-2-2 15,8-7-15,-17 5 0,0 0 0,1 0 16,16-5-16,-9 2 0,-1 0 0,1 0 0</inkml:trace>
  <inkml:trace contextRef="#ctx0" brushRef="#br0" timeOffset="93929.979">11441 11096 0,'0'0'0,"0"0"0,42 0 0,-17 0 16,27-1-1,-24 1-15,20-4 0,-48 4 16,0 0-16,0 0 16,0 0-16,8-1 0,1 0 0,-1 1 0,6-2 0,0 1 15,0 0-15,-14 1 0,8-1 0,-1 0 16,0-1-16,-7 2 0,4 0 0,-2 0 0,0 0 0,-2 0 0,9-2 16,-1 1-16,1 1 0,-9 0 0,6-2 15,-3 2-15,1-1 16,-4 1-16,2 0 0,0 0 0,-1 0 0,-1 0 0,1 0 0,0 0 0,0 0 0,-1 0 0,4 6 0,0 2 15,-1-2-15,-3-6 0,3 4 0,-2 1 16,1-1-16,-1 8 0,1 0 0,-1 0 0,-1-12 0,1 6 16,0 0-16,0 2 0,-1-8 0,-3 17 15,1 1-15,1-1 0,1-17 0,-3 12 0,3-3 0,-1 0 0,1-9 16,-1 21-16,1-1 16,0 2-16,0-22 0,0 11 0,0 0 0,0 0 0,0-11 0,2 27 0,-2-2 15,1 1-15,-1-26 0,0 27 16,0 0-16,0 0 0,0-27 0,2 27 0,-2-1 15,0-1-15,0-25 0,2 27 0,-1-1 0,-1-1 0,0-25 16,1 38-16,0 1 0,0-2 0,1 6 0,-1-3 16,-1 1-16,0-41 0,-1 35 0,1-1 15,0 1-15,0-35 0,-1 27 16,1 0-16,0-1 0,0-26 0,0 25 0,0-1 0,0-1 0,0-23 16,2 25-16,0-1 0,0 0 0,0-12 0,-2-1 0,1 1 0,-1-12 15,3 21-15,0 0 0,0 1 0,-3-22 0,2 12 0,0-1 16,-1 0-16,-1-11 0,2 5 0,-2-1 0,0 0 15,0-4-15,-2 16 0,2-1 0,-1 0 0,1-15 16,-2 9-16,2 0 0,0-1 0,-1 7 0,0-2 16,0 1-16,1-14 0,-1 8 0,1 0 0,0-2 15,0-6-15,-3 10 0,1-2 0,1 1 0,1-9 0,-2 5 16,2-1-16,-1 1 0,1-5 16,-2 1-16,2 2 0,0-2 0,0-1 0,-6 5 0,0 2 0,0-1 0,6-6 15,-5 5-15,1-4 0,1 3 0,1-3 16,1 1-16,1-1 0,0-1 0,-18 6 0,3-2 15,0 1-15,15-5 0,-24 3 0,3 0 16,-1 0-16,22-3 0,-29 0 0,2 2 16,0-1-16,27-1 0,-29 0 0,1 0 0,1 0 0</inkml:trace>
  <inkml:trace contextRef="#ctx0" brushRef="#br0" timeOffset="95660.028">11974 11614 0,'0'0'0,"0"0"16,0 0-16,0 0 15,24 49 1,-10-19 0,3 25-16,-17-55 0,0 0 0,0 0 15,0 0-15,3 11 0,0-2 0,0 1 0,-3-10 16,7 19-16,-1 0 0,0-1 0,-3-8 0,0-1 0,1 2 15,-4-11-15,7 21 0,0-1 0,1-1 16,-8-19-16,3 12 0,1-1 0,0-1 16,-4-10-16,6 15 0,1 1 0,-1-1 15,-6-15-15,3 9 0,0-2 0,0 1 0,-1-4 0,-1-1 0,-1 0 0,0-3 16,3 1-16,-3-1 0,0 2 0,0-2 0,0 1 0,0-1 0,0 0 16,0 0-16,0 0 0,0 0 0,6-5 0,0 1 15,-1 1-15,-5 3 0,4-3 0,-1 0 0,0 0 16,-3 3-16,6-15 0,-1-1 0,-1 0 0,0 6 0,-2 1 15,1 0-15,-3 9 0,6-23 0,-2 1 16,1 0-16,-5 22 0,6-24 16,-1 1-16,-1 1 0,-4 22 0,4-11 0,-2 0 0,1 0 15,-3 11-15,6-23 0,-1 1 0,-1-1 0,-4 23 0,3-12 0,0 0 0,-1 0 16,-2 12-16,6-18 16,-2 1-16,1-1 0,-5 18 0,4-10 0,-2 1 15,0 0-15,-2 9 0,4-12 0,-1 0 0,0 0 0,-3 12 16,1-6-16,1 0 0,-1 0 0,-1 6 15,2-2-15,-2 0 0,0 0 0</inkml:trace>
  <inkml:trace contextRef="#ctx0" brushRef="#br0" timeOffset="95993.733">12745 11522 0,'0'0'0,"0"0"0,0 0 0,0 0 16,19 50 0,-4 1-16,0-3 15,-15-48-15,0 0 0,0 0 0,0 0 0,0 16 0,1 0 16,0-1-16,0 1 0,0 0 15,0-2-15,-1-14 0,1 16 0,1 0 0,0 0 0,0-2 0,-1 1 16,0 0-16,0-1 0,-1 1 0,1 0 16,-1-15-16,2 14 0,0 0 0,-1 0 0,2-2 0,-2 0 15,1 0-15,-2-12 0,-2 10 16,1-1-16,1 0 0,-3-3 0,2-2 16,-1 0-16,2-4 0,-2-3 0,1 1 0,1 0 0</inkml:trace>
  <inkml:trace contextRef="#ctx0" brushRef="#br0" timeOffset="96630.368">12737 11474 0,'0'0'0,"0"0"0,26-40 15,3 3-15,-2 12 16,8 7-1,-5 10-15,-30 8 0,0 0 0,0 0 16,13-1-16,-2 1 0,0 0 0,-11 0 16,12 3-16,-1 0 0,0 0 15,2 2-15,-2 1 0,1-1 0,-12-5 0,12 9 0,0-2 0,-1 0 16,-2 4-16,1-3 0,-1 2 0,-9-10 0,6 12 0,-1-1 0,-1 1 16,-4-12-16,2 13 0,-1 0 0,1-1 15,-6 0-15,0 1 0,1-1 0,3-12 16,-12 11-16,3-1 0,0 0 0,-5-1 0,1 1 0,1-1 0,12-9 15,-15 9-15,-1-2 0,1 1 0,0-2 0,0 1 0,1 0 0,14-7 16,-15 6-16,2 0 0,-1-1 0,14-5 0,-12 4 16,0 0-16,-1-1 0,2 0 0,2 0 15,0-1-15,9-2 0,-7 1 0,2 0 0,-1 1 0,3-2 16,0 1-16,1 1 0,2-2 0,-1 0 16,1 1-16,-1 0 0,2 0 0,1 1 0,-1-1 0,-1-1 15,6 5-15,-1-2 0,-1 0 0,3 1 0,-2 0 0,1 1 16,3 0-16,0 0 0,0 0 15,-9-5-15,11 8 0,-1-2 0,0-1 0,-10-5 16,12 8-16,-1-2 0,1 2 0,0 1 0,1 1 0,-1-2 0,-12-8 16,11 10-16,-1-1 0,0 0 0,0 0 0,-1 0 0,0-1 15,0 1-15,-2 0 0,1 0 0,-8-9 16,9 7-16,-1 1 16,0-1-16,-8-7 0,7 7 0,-1 0 0,1 0 0,-1-1 0,0 0 0,-1 0 15,-5-6-15,6 5 0,-1 0 0,0 1 0,-1-2 0,0 0 16,0 0-16,-4-4 0,5 2 0,-2 1 0,0-3 15,1 3-15,-1-2 0,0 0 0,0 0 0,-1-1 0,-1 1 16,0 1-16,0-2 0,0 0 0,-1 0 0,0 0 16,0 0-16,1 0 0,-1 0 0,0 0 15,0 0-15,4 0 0,-1 0 0,0 0 0,1 0 0,0 0 0,0 0 16,-4 0-16,4 1 16,-1-1-16,0 0 0,-3 0 0,2-1 0,0 1 0,0 0 0,0-6 0,0 1 15,0 1-15,-2 4 0,1-6 0,0 0 0,0 1 0</inkml:trace>
  <inkml:trace contextRef="#ctx0" brushRef="#br0" timeOffset="111950.083">3621 13398 0,'0'0'0,"0"0"0,0 0 0,0 0 15,0 0-15,0 0 16,0 0-16,0 0 16,0 0-16,0 0 0,0 0 15,0 0-15,0 0 0,0 0 0,0 0 0,0 0 16,0 0-16,6-2 0,-1 0 0,0 0 15,-5 2-15,4-1 0,-2-2 0,0 3 0,8-2 0,-1 0 16,-1 0-16,-3 0 0,1 1 0,0 1 0,5 3 0,1 0 16,-2 0-16,-10-3 0,7 3 0,-2-2 15,1 1-15,4 4 0,0 1 0,0 0 0,-4-4 0,-1 0 16,1 1-16,-6-4 0,7 7 0,-1 1 16,-2-2-16,0-1 0,-1-1 0,0-1 0,-3-3 0,2 9 15,-2-3-15,0 0 0,-1-2 0,1 0 0,0 0 0,0-4 16,-4 8-16,-1-1 0,0-1 15,2 0-15,1-2 0,0-1 0,-7 2 0,3 1 16,-2-1-16,8-5 0,-6 3 0,2-1 0,1 1 0,0-2 0,3 0 16,-2 0-16,1 0 0,1-1 0,0 0 0,-2 0 0,2 0 15,0 0-15,0 0 0,0 0 0,0 0 16,0 0-16,0 0 0,0 0 0,0 0 0,0 0 0,0 0 0,0 0 16,0 0-16,0 0 0,2 3 0,-1-2 0,-1 1 15,0-2-15,2 1 0,-2 1 0,0-1 0,8 2 16,-1-2-16,0 1 0,-2 0 0,0-1 0,-1 0 0,5 5 15,-3-1-15,2 0 16,-8-5-16,4 3 0,0 0 0,1 0 0,-2 4 0,2 2 0,-2 0 0,-3-9 16,4 5-16,-2-1 15,-1 1-15,2 4 0,-2-1 0,1 0 0,-1-3 0,-1 0 0,1 0 16,0-3-16,-1-1 16,0 2-16,0-3 0,0 0 0,0 1 0,0 0 0,0-1 0,0 0 0,-12 8 0,2 0 15,-1-1-15,2-2 0,3 0 0,1-1 0,-11 1 0,2-1 16,0 1-16,14-5 0,-9 1 15,1 1-15,1 0 0,-11-1 0,1 0 0,0 1 0,8-1 0,-1-1 16,1 0-16,9 0 0,-17-6 0,0 1 16,0 1-16,8 0 0,-1 2 0,2-2 0,4 2 0,1 1 0,-1-1 15,2 2-15,0 0 0,1 0 16</inkml:trace>
  <inkml:trace contextRef="#ctx0" brushRef="#br0" timeOffset="112240.166">3840 13121 0,'0'0'15,"54"9"-15,-22-3 0,34 19 0,-30-11 16,6 65-1,-14 16-15,-14 9 0,-14-104 16,0 0-16,0 0 0,1 38 16,-1 0-16,0 0 0,-5 2 0,2-1 0,-2 0 15,-6 2-15,3 0 0,-3-2 0,-7 5 0,0-2 16,-1 0-16,-10 3 0,2-2 0,-1 2 0,-11-1 0,1-2 16,2 2-16,-9-5 0,3-2 0,-3 1 0</inkml:trace>
  <inkml:trace contextRef="#ctx0" brushRef="#br0" timeOffset="114550.174">4891 13578 0,'0'0'0,"0"0"0,-4 42 0,3-16 0,-4 31 16,3-23-16,-2 63 16,0-42-1,4-55-15,0 0 0,0 0 0,2 24 0,-2-1 16,0-1-16,2-9 0,-2-1 0,0 0 0,0-12 15,0 5-15,0 0 0,0-1 0,-1-11 0,1-1 0,0 2 16,-1 0-16,1 1 0,0 1 0,0 4 0,-1-3 0,1 2 16,0-1-16</inkml:trace>
  <inkml:trace contextRef="#ctx0" brushRef="#br0" timeOffset="114820.203">4846 13566 0,'0'0'0,"0"0"0,0 0 15,40-34-15,-4 7 16,-2 14-16,1 8 16,2 10-1,-37-5-15,0 0 0,0 0 0,11 4 16,0-1-16,-1-1 0,2 5 0,-3 0 0,2 0 0,-1 1 16,-2 0-16,2 1 0,-3 3 0,0 0 0,0 1 0,-3 3 15,1 0-15,-2-1 0,-3-15 16,3 18-16,1-2 0,-2 1 0,-2 1 0,1-1 0,0 1 0,-2-3 0,1 2 0,0 0 15,-2-1-15,1-1 0,0 1 0,-3-1 0,2-2 16,0 2-16,-2-4 0,1-1 0,2-1 0,1-9 0,-5 7 16,1-1-16,0 0 0,1-8 15,0 0-15,0 0 0</inkml:trace>
  <inkml:trace contextRef="#ctx0" brushRef="#br0" timeOffset="115000.129">4884 13770 0,'0'0'0,"0"0"0,0 0 15,68-7 1,-4-7-16,-9 3 0,-7-3 16,-5-4-16,-43 18 15,0 0-15,0 0 0,0 0 0</inkml:trace>
  <inkml:trace contextRef="#ctx0" brushRef="#br0" timeOffset="115170.308">5335 13683 0,'0'0'0,"0"0"0,0 0 0,9 41 16,-2 1 0,-4 0-16,0 5 0,-5-2 15,2-45-15,0 0 0,0 0 0,-1 16 16,1-1-16,0 0 0,-1-3 0,1 2 15,0-1-15,-1-4 0,0 0 0,1 0 0,0-9 0,-2 4 16,2 1-16,0-1 0,-1-2 0,1 1 0,0-3 16</inkml:trace>
  <inkml:trace contextRef="#ctx0" brushRef="#br0" timeOffset="115450.181">5292 13628 0,'0'0'0,"0"0"16,44-1-16,-2 6 0,-6 7 15,-9 8-15,-7 1 16,-10 5 0,-10-26-16,0 0 0,0 0 0,1 9 0,-1-1 15,1 0-15,-3 0 0,0-2 0,1 1 0,-3-1 16,0 1-16,0 0 0,-3 0 0,1-4 15,0 3-15,6-6 0,-8 4 0,2 0 0,-1 0 0,-4-3 0,5 1 16,-3-2-16,3-3 0,2 0 0,0 0 0,0-4 0,3-1 16,-1 2-16,3-4 0,0 1 0,0-1 0,2 3 15,-3 1-15,1-2 0</inkml:trace>
  <inkml:trace contextRef="#ctx0" brushRef="#br0" timeOffset="115630.141">5615 13679 0,'0'0'0,"24"46"0,-3 11 16,-5 4-16,-7-4 16,-6 4-1,-4-10-15,-8-6 0,9-45 16,0 0 0,0 0-16,-3 12 0,1 0 0,1-1 15,1-11-15,-4 8 0,0 0 0,1-1 0,2-5 0,1-2 0,-1 0 0,0-8 0,1 1 0,0 1 16,0-8-16,0 2 0,0 0 0</inkml:trace>
  <inkml:trace contextRef="#ctx0" brushRef="#br0" timeOffset="115864.772">5564 13647 0,'0'0'0,"0"0"0,0 0 0,0 0 0,0 0 16,51-19-16,-6 9 31,-8 15-31,-5 12 0,-32-17 15,0 0-15,0 0 16,10 6-16,-2 3 0,-1-3 0,0 3 0,0-2 16,-2 2-16,-1 0 0,-1 0 0,0-1 0,-1 2 0,-2-1 0,0 2 0,0-11 0,-3 8 15,0 1-15,1 0 0,-4 0 0,0-2 0,0 1 0,-3-4 16,3 0-16,-1 1 0,-2-7 0,2 1 16,-1 0-16,-1-4 0,2-2 0,0 2 0,2-1 0,1 1 0,1 1 15</inkml:trace>
  <inkml:trace contextRef="#ctx0" brushRef="#br0" timeOffset="116087.281">5870 13382 0,'0'0'0,"0"0"15,0 0-15,13 45 0,-13-45 16,6 78-16,-4-12 15,-2-10-15,0-56 16,0 0-16,0 0 0,-2 17 0,2 0 0,-1 1 0,1-4 0,-2-1 16,1 2-16,1-6 0,0 1 0,0-1 15,4-6-15,-2-1 0,1 1 0,1-3 0,-2 0 0,0 0 16</inkml:trace>
  <inkml:trace contextRef="#ctx0" brushRef="#br0" timeOffset="116585.733">5978 13696 0,'0'0'0,"0"0"0,0 0 0,0 0 0,7 43 15,5-4 1,5-9-16,0-12 0,-17-18 16,0 0-16,0 0 0,10 3 0,-4-3 0,2 2 0,2-4 15,-2 0-15,-1 0 16,3-2-16,-3 0 0,2 0 0,-9 4 0,8-8 0,0-1 0,1 3 15,-2-4-15,0 1 0,-2 0 0,2-3 0,-1 2 16,0 0-16,-2 1 0,1 2 0,-2-1 0,-1 4 16,1 0-16,-1 0 0,-2 4 0,1-2 0,-1 1 15,0-2-15,1 3 0,-1 0 0,0-1 0,1 0 16,-1 1-16,0 0 0,0 2 0,0-2 16,0 0-16,0 6 0,2-2 0,-2 1 0,2 6 15,-1-1-15,0-1 0,-1-9 16,-2 15-16,2 0 0,0-1 0,-2 5 0,2-1 0,-2 1 0,0 1 0,0-2 0,0 3 15,-2-2-15,1 1 0,0-1 16,-3 0-16,2 0 0,1-1 0,3-18 16,-5 18-16,2-2 0,-2 1 0,1-3 15,0-1-15,1 2 0,0-8 0,2 1 0,-1-1 0,-5 1 0,3-1 16,-1 1-16,2-4 0,-1 1 0,1 0 0,-2-2 0,2-2 0,0 2 0,0-3 16,1 0-16,-2 0 0,1-1 0,2-1 0,-3 2 0,0-3 15,0 1-15,0 1 0,0-7 0,-1 3 0,0 0 0,2-4 16,0-1-16,0 1 0,2-2 0,1-1 0,0 1 15,2-2-15,0 1 0,-1 0 0,-1 12 0,3-13 16,0-1-16,1 2 0,4 0 0,0-1 0,-1 2 0,5 2 16,-2 0-16,2 0 0,1 2 0,0-1 15,1 1-15,-6 2 0,0 0 0,1 0 0</inkml:trace>
  <inkml:trace contextRef="#ctx0" brushRef="#br0" timeOffset="117213.074">6764 13581 0,'0'0'0,"0"0"0,0 0 0,0 0 0,0 0 16,0 0-1,0 0-15,0 0 0,0 0 16,0 0 0,0 0-16,0 0 0,0 0 0,0 0 0,0 0 0,0 0 15,0 0-15,0 0 0,-19 6 0,1-1 0,1 1 0,1 3 0,2 0 0,1-1 16,2 4-16,2-2 15,0 2-15,3-2 0,1 1 0,-1 0 16,6-11-16,-2 12 0,-1-2 16,1 3-16,3-2 0,1-2 0,0 0 0,0 0 0,1-1 0,0-1 0,2-1 0,0-1 0,-1-1 0,3-3 15,-1 0-15,1-1 16,0-3-16,-1 1 0,0-1 0,-6 3 0,9-6 0,-2 0 0,1 0 16,0-4-16,-1-1 0,1 1 0,0-7 0,-1 3 0,0-1 15,-2-3-15,-1 0 0,1 2 16,-2-4-16,0 1 0,1 1 0,-4 18 0,2-19 0,-1 0 0,-1 0 15,0 4-15,0-2 0,0 1 16,-3 1-16,3 0 0,-2 0 0,-1 6 0,2-1 0,-1-1 0,-1 5 0,2 0 16,-1 0-16,2 6 0,-2-3 0,1 0 15,1-1-15,-1 3 0,0 0 0,0 0 0,2 2 0,-1-1 16,0 1-16,-1 6 0,0 0 0,1-2 16,0-5-16,-3 12 0,3-2 0,0 1 0,-3 4 0,2 0 0,0-1 15,-1 5-15,0 0 0,1-2 0,-1 4 0,0 0 0,1-1 16,1-20-16,1 22 0,-1-2 15,0 1-15,2-1 0,0-1 0,-1 1 0,1 1 16,-1-3-16,-1 0 0,2-2 0,-1 1 0,0-1 16,1-2-16,1-2 0,-2 0 0,4-4 0,-2-2 0,0 1 15,0-4-15,-1 1 0,0 0 16</inkml:trace>
  <inkml:trace contextRef="#ctx0" brushRef="#br0" timeOffset="117400.027">6944 13696 0,'0'0'0,"0"0"0,0 0 16,0 0-1,20 49-15,-5-7 0,-2-8 32,-7-10-32,-6-24 0,0 0 0,0 0 15,0 0-15,1 5 0,-1 0 0,0-1 0,1-5 16,-1 0-16,0 0 0,-2-5 0,2 0 15,0 0-15</inkml:trace>
  <inkml:trace contextRef="#ctx0" brushRef="#br0" timeOffset="117519.965">6897 13511 0,'0'0'0,"0"0"0,0 0 15,0 0-15,0 0 0,0 0 16,47-24-16</inkml:trace>
  <inkml:trace contextRef="#ctx0" brushRef="#br0" timeOffset="117799.93">7204 13523 0,'0'0'0,"0"0"0,0 0 16,0 0-16,0 0 0,0 0 15,0 0-15,0 0 16,0 0-16,0 0 0,0 0 15,0 0-15,0 0 0,0 0 0,0 0 0,-8 13 0,-1-1 16,0 2-16,6 0 0,1 0 0,0 0 16,6-1-16,-3 0 0,1-1 0,4 1 0,0-1 0,-1 0 15,1 0-15,-2-1 0,1-1 0,-1 2 0,-2-3 16,0 1-16,-2-10 0,2 9 0,-1 0 0,1 0 0,-2-1 0,0-2 16,0 0-16,-4 0 0,2-2 0,-1 1 15,-2-2-15,2 0 0,0 1 0,-1-4 0,-1 0 16,1 0-16,-4-5 0,3 1 0,0 0 0,-1-5 0,2 0 15,-1 2-15,4-5 0,0-1 0,0 1 16,2-4-16,0 0 0,0 0 0</inkml:trace>
  <inkml:trace contextRef="#ctx0" brushRef="#br0" timeOffset="117992.303">7392 13391 0,'0'0'0,"0"0"16,0 0-16,25 35 15,-3 7-15,-8 7 16,-8-2 0,-2 2-1,-4-49-15,0 0 0,0 0 0,0 17 0,0-1 0,0 1 0,-2-1 16,1 1-16,1-1 0,0-16 0,-3 14 0,0 0 0,1 0 16,-2-5-16,2 0 0,-1-1 0,2-7 0,0 2 15,0-1-15</inkml:trace>
  <inkml:trace contextRef="#ctx0" brushRef="#br0" timeOffset="118480.144">7322 13613 0,'0'0'0,"0"0"16,0 0-16,0 0 16,0 0-16,48-24 0,2 7 15,-1 11-15,-49 6 16,0 0-16,0 0 0,15 1 0,0 0 15,-1 0-15,-1 4 0,1-1 0,-1-1 0,2 4 0,-3-1 0,1 0 0,-13-6 16,12 9-16,0-1 16,-1-1-16,-2 3 0,0-2 0,0 2 0,-3 0 0,-1 0 15,1 0-15,-5 0 0,-1 0 16,1-1-16,-2 1 0,0-1 0,-1-1 0,-1-2 0,0 0 0,0 1 0,3-7 0,-6 6 16,0-3-16,1 1 0,1-2 0,-2-1 15,2 1-15,-1-2 0,2 0 0,-1 0 16,0-2-16,2 2 0,0-1 0,0-2 0,1 2 0,-2-1 15,2-3-15,1-1 0,0 1 0,4-3 0,-1-1 0,0 2 16,-3 7-16,6-11 0,0 0 0,0 0 0,4-2 0,0 2 16,0 0-16,2-1 0,0 0 15,-1 1-15,2 3 0,0 0 0,-1-1 0,0 2 16,-2 1-16,0 1 0,-10 5 0,9-5 0,-3 3 16,1 0-16,1 1 0,-2 0 0,0 1 0,1 2 0,-2 0 0,1 0 15,0 1-15,-3 0 0,3 1 16,-1 3-16,-1-1 0,-1 0 0,0 2 0,0-1 0,1-1 15,-4-6-15,2 9 0,0-2 16,-1 1-16,2 1 0,-2 0 0,1 1 0,-1 1 0,0-2 16,0 1-16,-1 0 0,1-1 0,1 1 0,-2-1 0,0 0 0,0 2 15,0-4-15,0 0 0,0 0 0,0-4 0,0 0 16,0 0-16,0-8 0,0 1 0,0-1 16</inkml:trace>
  <inkml:trace contextRef="#ctx0" brushRef="#br0" timeOffset="118610.715">7851 13382 0,'0'0'0,"0"0"16,0 0-16,33-37 16,-10 11-16</inkml:trace>
  <inkml:trace contextRef="#ctx0" brushRef="#br0" timeOffset="119050.129">8012 13321 0,'0'0'0,"0"0"0,12 52 0,-3 13 16,0 0-16,-1-4 15,-4 2 1,-1-7-16,-3-56 0,0 0 0,0 0 0,0 0 0,0 14 15,0 0-15,0 0 0,0-3 16,0-2-16,0 0 0,0-2 0,0-2 0,0 0 0,0-3 0,0 0 16,0 1-16,0-4 0,0-1 15,0 2-15,0 0 0,0-4 0,-2 0 0,1 0 0,4-4 16,-3 1-16,0 0 16,3-3-16,0 3 0,-1-3 0,4 2 0,-2-2 0,-1 2 0,3 0 15,0 1-15,0 1 0,-6 6 0,7-6 0,-1 3 0,1-2 16,1 5-16,-1 0 0,0-1 0,4 4 15,-2-2-15,1 1 0,-1 4 0,0 0 0,-3 0 0,3 0 0,0 0 16,-3 1-16,-6-7 0,6 8 0,0 0 0,1-1 16,-3 2-16,0 0 0,-1-2 0,-3 1 0,0 1 0,0-1 15,-4-1-15,-1-1 0,2 0 16,-6 0-16,3 0 0,0 0 0,6-6 0,-10 3 0,2 0 0,-1 0 16,-1-1-16,0-1 0,0 1 0,-2-4 0,2 1 0,0 0 15,0-4-15,1 0 0,1 1 0,8 4 0,-8-8 16,0-1-16,0 2 0,5-4 0,0-1 0,1 0 0,4 0 0,0-3 15,0 2-15,1 3 0,-2 0 16,1 1-16</inkml:trace>
  <inkml:trace contextRef="#ctx0" brushRef="#br0" timeOffset="119400.14">8309 13530 0,'0'0'15,"0"0"-15,0 0 0,0 0 0,9 42 16,0-7-16,-3-5 15,-3-9-15,-3-21 0,0 0 0,0 0 16,3 6-16,-2 0 16,1-1-16,-2-5 0,2 4 0,0 1 0,0-1 0,3-1 15,-1 0-15,-1-1 0,3-1 0,0 0 0,-1 1 16,2-5-16,1 2 0,-1-1 0,-7 2 0,6-5 0,0 1 0,0-1 16,1-2-16,-1-1 0,0 1 0,2-2 0,-2 0 0,0 0 15,-2 1-15,0 3 16,-1-1-16,-2 2 0,1 1 0,-1 1 0,1 0 0,-2 1 0,0 0 15,1 0-15,-1 1 16,0 0-16,2-3 0,-1 2 0,-1-2 0,3 0 0,0 0 0,0-1 16,-1 3-16,-1-2 0,1 1 0,-2 8 15,0-1-15,0 1 0,0 2 0,0 1 0,0 0 0,1 1 16,-1-1-16,0 3 0,2-3 0,-2 3 0,0-3 16,0-9-16,1 9 0,0 0 0,0 0 0,1-3 15,-1-1-15,0 2 0,2-7 0,-1 1 0,1 0 16,0-6-16,-2 1 0,1-1 0,2-4 0,-2-2 0,0 1 15</inkml:trace>
  <inkml:trace contextRef="#ctx0" brushRef="#br0" timeOffset="119616.624">8623 13202 0,'0'0'0,"0"0"16,0 0-16,21 41 15,-1 15-15,-4 6 16,-6-3-16,-1 5 16,-9-64-16,0 0 15,0 0-15,4 22 0,-2 1 0,1 0 0,0 0 0,-1-2 0,1 1 0,-1-3 16,-1-1-16,0 1 0,-1-2 0,0-2 16,0 0-16,0-6 0,0-1 0,0 1 0,0-6 0,0 1 15,0-1-15</inkml:trace>
  <inkml:trace contextRef="#ctx0" brushRef="#br0" timeOffset="119920.147">8585 13527 0,'0'0'0,"0"0"0,0 0 0,0 0 16,60-12-16,1-6 15,-8-3 1,-2 2-16,-51 19 0,0 0 0,0 0 15,10-5-15,1 2 0,-2-1 0,3-1 16,-2 1-16,0-2 0,0 3 0,-3 0 0,1-1 0,-8 4 0,5 0 16,-1 1-16,1-1 15,1 5-15,-2-3 0,2 1 0,-2 6 0,-1-1 0,0 0 0,-1 5 16,1-1-16,-1 1 0,-2-13 16,3 16-16,-2-1 0,1 0 0,-1 2 0,-1 1 0,0-2 0,-1 1 15,1 0-15,0-1 0,-1 1 0,1-3 0,0 1 16,-1-2-16,1-1 0,-1 0 0,1-12 15,0 6-15,0 0 0,0 1 0,2-9 0,0 0 0,-1 1 16</inkml:trace>
  <inkml:trace contextRef="#ctx0" brushRef="#br0" timeOffset="120069.951">8856 13245 0,'0'0'0,"0"0"0,0 0 15,0 0-15,0 0 16,53-21-16,-17 8 16</inkml:trace>
  <inkml:trace contextRef="#ctx0" brushRef="#br0" timeOffset="120313.93">9054 13365 0,'0'0'0,"0"0"0,0 0 0,11 39 0,1 10 15,0 1-15,-4-5 16,3-4-16,0-11 16,-11-30-16,0 0 0,0 0 15,6 8-15,-2-1 0,1-1 0,1 0 0,-3-2 16,1 1-16,1-5 0,0 0 0,-1 0 0,1-2 0,-1 0 16,1 0-16,-5 2 0,6-6 0,-2 2 0,1-1 15,-1-4-15,1 1 0,0 0 0,0-6 0,-2-1 16,1 0-16,-4 15 0,4-18 0,0 0 0,0 0 15,1-1-15,-1 1 0,0 0 0,0 3 0,-1 0 16,-1 1-16,-2 14 0,3-14 0,0 3 0,0-2 0,-1 4 16,0 0-16,1 2 0</inkml:trace>
  <inkml:trace contextRef="#ctx0" brushRef="#br0" timeOffset="120610.272">9374 13454 0,'0'0'0,"0"0"0,0 0 0,0 0 16,39-12-16,-6-3 0,-14-3 16,-8 0-1,-11 18-15,0 0 0,0 0 16,3-7-16,-2 1 0,0 0 0,-3 1 0,-1-1 0,2 3 0,1 3 0,-5-3 16,1 0-16,0 1 0,-3 3 0,-2-1 0,2 0 0,-4 4 15,2-1-15,0 0 0,9-3 0,-12 6 0,3 0 16,-2 0-16,1 3 0,1 0 0,1 0 15,-1 1-15,1 1 0,0-1 16,2 1-16,2 0 0,-1 0 0,5-11 0,-3 14 0,3-1 0,-1 0 0,4 1 16,0 0-16,1-1 0,2 1 0,0-1 0,0 0 15,6-1-15,0-1 0,0 0 0,-12-11 0,15 7 0,0 0 16,0 0-16,4-7 0,-2 0 16,1 0-16,3-4 0,-1-1 0,0 2 0</inkml:trace>
  <inkml:trace contextRef="#ctx0" brushRef="#br0" timeOffset="120860.267">9871 12983 0,'0'0'0,"0"0"0,0 0 0,0 0 15,20 45 1,-4 11-16,-3 7 15,-5 1 1,-8-64-16,0 0 0,0 0 0,3 23 0,-1-1 0,0 0 0,-2-22 16,5 22-16,-3 1 0,0-1 0,1 0 15,-3-1-15,1 2 0,1-1 0,-2-2 0,0 0 16,0-6-16,0 0 0,0-1 0,0-6 16,0-1-16,0 0 0,0-4 0,0 1 0,0-1 0</inkml:trace>
  <inkml:trace contextRef="#ctx0" brushRef="#br0" timeOffset="121323.773">10221 13337 0,'0'0'0,"0"0"16,0 0-1,0 0-15,-40 9 16,4 15-16,8 6 16,9 0-16,19-30 0,0 0 0,0 0 15,0 0-15,-4 9 0,1 0 0,-1 0 0,2-1 16,-1 0-16,1 0 0,2 0 0,0-1 16,0 2-16,0-9 0,2 5 0,-1-1 0,0 2 0,2-3 0,-1-1 15,0 1-15,3-5 0,0 2 0,0-1 16,1-3-16,-1 0 0,0 0 0,-5 4 15,8-8-15,-3 2 0,0-1 16,3-4-16,-2 0 0,0 1 0,0-2 0,0 0 0,-1 0 0,-5 12 0,4-13 0,-1 2 16,1-1-16,-1 6 0,-1-2 0,0 1 0,-1 1 15,0 1-15,0 0 0,0 2 0,-1 0 0,0 1 16,1 0-16,-1 0 0,0 0 0,0 2 0,0 0 0,0 0 0,0 0 16,1 3-16,-1 0 0,0-1 0,1 8 0,1-4 15,-1 3-15,2 3 0,-1 0 16,0 0-16,-2-12 0,3 13 0,0 1 0,-1-2 0,1 0 0,-2 2 0,1-1 15,1-2-15,-1-1 0,0 2 0,1-3 16,-1 1-16,1-1 0,-3-9 0,3 6 0,0-1 0,0 0 0,0-2 16,0-1-16,0 0 15,4-5-15,-2 0 0,-1 0 0</inkml:trace>
  <inkml:trace contextRef="#ctx0" brushRef="#br0" timeOffset="121821.705">10373 13311 0,'0'0'0,"0"0"0,0 0 0,0 0 16,0 40 0,0-2-16,0-6 15,-1-4 1,1-28-16,0 0 0,0 0 0,1 5 0,-1 1 0,0 0 0,1-3 16,0 0-16,0 0 0,-1-3 0,1 2 0,1-1 15,0 2-15,1-3 0,0 0 0,0 0 16,1-1-16,-1-1 0,2 2 0,-5 0 0,4-5 0,-1 1 0,1 0 15,1-4-15,0 2 0,0 0 16,0-4-16,-1 1 0,0-1 0,1-1 0,0 0 0,0 1 0,-5 10 0,4-9 16,0-1-1,0 1-15,-1 3 0,-2-1 0,1 1 0,-1 2 0,0 1 0,0-1 0,-1 4 16,1-1-16,-1 0 0,0-1 0,0 2 16,0-1-16,0 1 0,0 0 0,-2 2 0,2 0 0,0 1 15,0 1-15,0 1 0,0-1 0,-1 2 0,1 0 0,0-1 0,1 4 16,0-2-16,0 1 0,-1-8 15,3 9-15,0-2 0,0 1 0,2 1 0,-1-1 0,0-1 0,4 1 0,-1-1 16,1-1-16,-8-6 16,8 6-16,-1 0 0,2-2 0,-2-1 0,1 0 0,0 2 15,0-5-15,1 2 0,-1-1 0,-8-1 0,8-3 16,-1 0-16,0 1 0,1-5 0,0 0 0,-1 0 0,2-5 16,-1 0-16,-1 1 0,-1-3 0,-1-1 0,0 1 0,-5 14 15,3-13-15,-1 1 0,-1 0 0,1 0 16,-2 3-16,0-3 0,0 12 0,-1-10 0,0 1 0,0-1 15,-2 1-15,1 1 16,-1 0-16,-1 0 0,1 1 0,-1-1 0,4 8 0,-5-7 0,1 1 16,-1 0-16,-1-3 0,2 0 0,-1 1 0,2-1 15,0 0-15,0-1 0</inkml:trace>
  <inkml:trace contextRef="#ctx0" brushRef="#br0" timeOffset="130412.065">13931 8498 0,'0'0'0,"0"0"0,0 0 15,0 0-15,0 0 16,18 46-1,-8-17-15,1 28 16,-11-57-16,0 0 16,0 0-16,-3 22 0,3 0 0,-1-2 0,1-20 15,1 21-15,-1 1 0,0-1 0,0-21 0,2 26 0,-1-1 0,1 0 16,-2-25-16,-2 27 0,1 2 0,0-1 0,1-28 0,1 33 16,-1-2-16,0-1 0,-2 6 0,1-1 0,0 0 15,1-35-15,2 37 0,-2 0 0,0 0 0,0-37 16,3 36-16,0 1 0,-1 0 0,2 4 0,-1 0 15,0-1-15,-3 2 0,0-2 0,0 1 0,0-41 16,2 43-16,-1 1 0,-1-2 0,2 3 0,-2 0 16,0 0-16,0-45 0,0 0 0,1 48 0,-1 0 15,0 1-15,2 10 0,0-1 16,0 1-16,-2-59 0,0 68 16,-1 1-16,0-1 0,1-68 0,-1 71 0,0 0 15,0 0-15,1-71 0,-2 65 0,0 0 0,-1-1 0,3-64 0,3 63 0,-2-3 0,1 2 0,-2-62 16,-1 69-16,1-1 0,0 1 0,1-2 0,1 0 15,-1 0-15,-1-67 0,6 68 0,-3-2 0,2 0 16,-1-3-16,-1-1 0,0 0 0,-3-62 0,3 61 0,-1 0 16,0-1-16,2 5 0,-2-2 0,0 1 0,-2-64 15,3 72-15,0 0 0,-1 1 0,-4 1 0,2 1 16,-1 0-16,2-8 0,-1 1 0,0-1 0,0-67 0,5 66 16,-1 0-16,0-1 0,1-2 0,0-2 0,-1 1 0,2-2 15,-2 1-15,0 0 0,0 0 0,-1-2 0,0 0 16,-3-59-16,1 60 0,1 1 0,-1 0 0,-2-1 15,1 2-15,-1-1 0,-1-6 0,2 0 16,0-1-16,3-2 0,-2-1 0,1 0 0,1 10 0,-3-1 0,1 1 16,2 3-16,-1 2 0,1-2 0,1-2 15,0-1-15,0 0 0,4-8 0,-2 0 0,0-1 0,2-8 0,-2-2 16,0 2-16,-1-7 16,0 1-16,-1-1 0,-2-3 0,-1-2 0,1 1 0,0 0 0,0 1 0,-1 0 15,1-2-15,0 0 0,0 1 0,0-6 0,-2 1 16,1 0-16,1-15 0,-2 0 0,0-1 0,2 2 15,-1-2-15,1 2 0,-2-14 16,0 0-16,0 0 0</inkml:trace>
  <inkml:trace contextRef="#ctx0" brushRef="#br0" timeOffset="131814.902">13882 8532 0,'0'0'0,"0"0"0,40-8 16,-16 3-1,30 2-15,-22 2 16,52 9 0,-84-8-16,0 0 0,0 0 0,0 0 15,31 3-15,-1 1 0,-1-1 16,-29-3-16,33 2 0,-2 0 0,1 1 0,-32-3 0,37 2 0,-1-1 16,0 1-16,4-1 0,-1 0 0,-1 1 0,-38-2 0,43 0 0,0 0 15,0 0-15,-43 0 0,45 0 0,-1 0 0,0 0 16,6-3-16,-2 0 0,0 1 0,-48 2 0,55-4 0,1 1 15,-2 0-15,-54 3 16,57-5-16,0 1 0,-2 1 0,-55 3 0,57-6 0,-1 2 0,0 0 16,17-3-16,1 1 0,-1 0 0,-73 6 15,81-9-15,-2 0 0,1 1 0,-80 8 0,75-7 16,-3-2-16,1 2 0,-73 7 0,68-9 0,-1 1 16,0-1-16,3 0 0,-1 0 0,0-1 0,-69 10 0,79-9 0,0 0 15,-1 1-15,-78 8 0,78-9 0,0 2 0,-1-1 16,-2 1-16,1 0 15,-1 0-15,-75 7 0,74-6 0,0 0 0,1 0 0,4 0 0,-1 0 0,1 0 16,4 0-16,1 0 0,0-1 0,-84 7 0,85-6 16,0-2-16,1 2 0,-86 6 0,94-6 0,-2-1 0,0 0 15,-92 7-15,92-7 0,-1 1 16,1 0-16,-92 6 0,93-8 0,0 1 0,-1 0 0,5-1 0,1 2 0,-1-2 16,-97 8-16,97-7 0,-1 0 0,0 0 15,-96 7-15,95-7 0,1-1 0,-1 1 0,-95 7 0,97-6 16,1-2-16,-1 2 0,-97 6 15,96-8-15,0 0 16,0 1-16,-96 7 0,95-8 0,0 1 0,0-1 0,-95 8 16,91-9-16,0 0 0,-1 2 0,-90 7 0,89-10 15,0 2-15,1 0 0,-1-1 0,-1 0 0,1 1 0,-4 0 0,1 0 0,-1-1 0,-85 9 16,80-7-16,0 0 0,0 0 0,-80 7 16,75-7-16,-2 2 0,1-1 0,4 0 0,-1-1 15,0 1-15,2-2 0,0 3 0,-1 0 0,-78 5 0,75-5 0,-2 0 16,1 1-16,-6-1 0,-1 1 0,1 1 0,-4 1 15,0 0-15,0-1 0,-64 3 0,55-2 0,-1 1 0,2 0 0,-7 0 16,-1 1-16,0 0 0,6-1 16,0 1-16,-1-2 0,3 2 0,0 0 0,0 0 0,1 2 0,-2-1 15,2-1-15,-7 1 0,-1 3 0,-1-3 16,1 2-16,-1-1 0,0 2 0,0 2 16,-1 1-16,-1-1 0,0 2 0,-1 1 15,0-3-15,0 4 0,-2-1 16,1 0-16,-7-1 0,-1-1 0,1 0 0,1 0 0,-2-1 0,1 2 0,1-1 0,1-1 15,-2 2-15,1-1 0,-2 2 0,0-1 0,-2-2 0,-1-1 16,1 2-16,-2-3 0,-1 1 0,0-1 16,-31-4-16,0 0 0,0 0 0</inkml:trace>
  <inkml:trace contextRef="#ctx0" brushRef="#br0" timeOffset="135140.449">14614 9074 0,'0'0'0,"0"0"0,0 0 15,38-6-15,-14 1 16,24 3 0,-20 0-16,-28 2 0,0 0 15,0 0-15,0 0 0,18-2 16,-2 0-16,0 0 0,-16 2 0,10-3 15,-1 1-15,-1 0 0,-8 2 0,13-5 0,-1 1 0,1 0 0,-13 4 16,6-3-16,0 0 0,0 2 0,-6 1 0,3-3 0,-1 3 16,0-2-16,-2 2 0,1 0 0,0 0 0,-1 0 0,0 0 15,1 0-15,-1 0 0,0 0 0,0 0 16,0 0-16,0 0 0,0 0 0,0 0 0,0 0 0,0 0 0,0 0 16,2-1-16,1 1 0,-1 0 0,-2 0 0,2 0 15,0 0-15,-2 0 0,0 0 0,-5 9 0,2 0 16,0 0-16,1-3 0,0-1 0,-1-1 0,3-4 0,-3 18 15,0 0-15,0-1 16,3-17-16,-2 22 0,0-2 0,0 0 0,2-20 0,-2 11 0,1-1 0,1 0 16,0-10-1,-2 22-15,2-1 0,0-1 0,0-20 16,0 12-16,0 0 0,0 0 0,0-12 0,-1 19 0,1 1 0,-1-1 0,1-19 16,-2 11-16,2-1 0,0 0 0,0-10 0,-1 17 0,0-1 0,0 1 15,1-17-15,-1 6 0,1 3 0,0 0 0,0-9 0,-1 3 0,1 0 16,0 1-16</inkml:trace>
  <inkml:trace contextRef="#ctx0" brushRef="#br0" timeOffset="135470.043">15075 9034 0,'0'0'0,"0"0"0,0 0 16,0 0 0,5 61-16,2-1 15,-7-8-15,0-52 0,0 0 16,0 0-16,0 0 15,3 17-15,-2 0 0,0 1 0,-1-18 0,2 15 0,-1 1 16,1 0-16,-1-2 0,0 0 0,0-1 16,-1-13-16,2 15 0,-1 0 0,0-1 0,-1-14 0,1 13 0,-1-1 15,0 0-15,-3-3 16,0 0-16,0-3 0,3-6 0,-5 3 0,-1 0 0,1 0 16</inkml:trace>
  <inkml:trace contextRef="#ctx0" brushRef="#br0" timeOffset="135800.298">15080 9046 0,'0'0'0,"0"0"0,34-39 15,-2 12-15,-2 16 16,-3 15-1,8 5-15,-35-9 0,0 0 16,0 0-16,0 0 0,11 5 16,1 0-16,-1 0 0,-11-5 0,11 9 15,-1 0-15,0-1 0,-10-8 0,8 10 0,-2-1 0,2 2 0,-4-2 0,1 1 0,-1 1 16,-1-4-16,-1-1 0,1-1 0,-3-5 0,2 4 16,-1-1-16,0-1 0,-10 8 0,3 0 0,-1 0 0,7-10 15,-14 9-15,3-1 0,-1 1 0,12-9 0,-13 7 16,0-1-16,1 0 0,-2 0 0,1-1 0,0 1 0,13-6 15,-14 4-15,2-1 0,-1 1 16,13-4-16,-9 2 0,0-1 0,1 0 0</inkml:trace>
  <inkml:trace contextRef="#ctx0" brushRef="#br0" timeOffset="136579.872">15756 9038 0,'0'0'0,"0"0"0,0 0 0,0 0 16,0 0 0,0 0-16,0 0 15,0 0-15,0 0 0,0 0 0,0 0 16,0 0-16,0 0 0,0 0 0,0 0 15,0 0-15,0 0 0,0 0 0,5-4 0,-2 0 0,1 0 0,-4 4 16,3-3-16,-1 0 16,1 0-16,-3 2 0,1 0 0,0 0 0,-1 1 0,1 0 0,-1-1 15,0 1-15,1 1 0,-1 0 0,0-1 16,0 0-16,2 5 0,-1-4 0,0 3 0,0 1 0,1 0 0,-1 0 16,-1-5-16,2 6 0,-2 1 0,0-2 0,0-5 0,2 9 15,-1 0-15,0 0 0,2 1 16,-2-1-16,1 1 0,-2-10 0,2 11 0,-1 1 0,1-2 0,2 2 15,-1-1-15,0 1 16,-1-5-16,0 1 0,0-1 0,-2-7 16,3 13-16,-1 0 15,0-1-15,1 2 0,-1-1 0,-1 1 0,-1-14 0,3 12 0,-1 0 0,-1-1 0,-1-11 0,4 11 0,-2-2 0,0 0 16,1-1-16,0-1 0,-1 2 16,-2-9-16,1 5 0,0-1 0,0 0 0,0-2 0,-1 1 15,0-1-15,0-2 0,1 1 0,-1 0 0,0 1 0,0-2 0,1 0 0,-1 0 16,0 0-16,1-4 0,-1 0 15,1 1-15,-1 3 0,2-7 0,1-1 0,-1 1 0,2-5 16,-1 2-16,0-1 16,-3 11-16,4-13 0,-1 1 0,0 0 15,2-3-15,-1 0 0,0-1 0,-4 16 0,5-14 0,-1-1 0,0 0 0,-4 15 16,6-17-16,-1 0 0,0 1 0,2 1 0,0 0 16,-1 0-16,-6 15 0,5-12 0,0-2 0,1 1 15,-2 2-15,-1 0 0,0 0 0,-3 11 0,3-9 16,0 3-16,0-2 0,1 3 15,-3 0-15,1 2 0,-1 0 0,0 0 0,0-2 0,-1 5 0,0-2 16,0 0-16,0 1 0,0 1 0,1-1 0,-1 1 0,0-1 16,0 2-16,0 0 0,0 0 0,0-1 0,-2 3 0,0 0 15,1 0-15,-1 0 0,2 0 0,-1-1 0,1-2 0</inkml:trace>
  <inkml:trace contextRef="#ctx0" brushRef="#br0" timeOffset="137412.098">16464 8890 0,'0'0'0,"0"0"15,0 0-15,0 0 0,0 0 16,0 0 0,-37 32-16,37-32 15,0 0-15,0 0 0,0 0 0,-9 7 0,3 0 0,-2-2 0,8-5 0,-11 17 16,-1-1-16,1 0 15,11-16-15,-6 11 0,-1-4 0,1 3 16,6-10-16,-11 22 0,0 0 16,1-1-16,10-21 0,-7 13 0,2-1 0,-1-1 0,6-11 0,0 0 0,-5 26 15,1-1-15,-2-1 0,4-10 0,0-1 16,0 2-16,2-15 0,3 21 0,1 0 0,1-2 0,-5-19 0,3 11 0,-1 1 16,0-2-16,-2-10 0,11 12 0,1-1 0,-2 1 15,-10-12-15,7 6 0,-1-1 0,0 0 0,-6-5 0,20 0 16,-1 0-16,0 0 0,-19 0 0,0 0 15,11-1-15,-1 1 0,0 0 0,-10 0 0,22-13 16,-2-1-16,0 2 0,-20 12 0,12-7 0,0-1 16,-2 0-16,-10 8 0,16-19 15,-2-2-15,1 2 0,-15 19 0,8-11 0,0-1 0,-1 2 16,-7 10-16,6-23 0,2 0 16,-1 1-16,-7 22 0,3-12 0,1 0 0,0 0 0,-4 12 0,-6-18 0,1 0 15,-1 0-15,6 18 0,-4-10 0,0 0 16,1 0-16,3 10 0,-21-11 0,2 0 0,0 0 0,19 11 15,-13-6-15,3 0 0,-2 1 0,12 5 0,-21-3 0,1 2 0,1-1 16,19 2-16,-13 0 0,2 0 0,0 0 0,11 0 16,-4-1-16,0 1 0,0 0 0,4 0 0,-3 0 0,2 0 15,1 0-15,0 0 0,-6 7 0,1 0 16,1 0-16,4-7 0,-3 5 0,-1 0 0,1-1 0,3-4 0,9 10 16,-2-1-16,1 0 0,-8-9 0,6 4 0,-2 1 0,1 1 15,-5-6-15,16 10 0,-1 1 16,0 0-16,-15-11 0,9 5 0,-1 1 0,-1 1 0,-7-7 0,11 14 15,0 1-15,0-1 0,-11-14 16,6 9-16,-1 0 0,0-1 0,-5-8 0,11 19 0,0-1 0,0 0 0,-11-18 16,6 12-1,-1-4-15,1 2 0,-6-10 0,9 20 0,-3-1 0,1 0 0,-7-19 16,4 11-16,0 0 0,0-1 0,-4-10 0,8 17 16,-2-1-16,0-1 0,-6-15 0,4 10 0,-1-2 15,0 1-15,-3-9 0,0 0 0,2 14 0,-1 1 0,1-1 16,-2-14-16,1 8 0,-1 0 15,0-1-15,0-3 0,0-2 0,0 1 16</inkml:trace>
  <inkml:trace contextRef="#ctx0" brushRef="#br0" timeOffset="139603.22">16925 8886 0,'0'0'0,"0"0"0,0 0 16,0 0-16,0 0 16,0 0-16,0 0 15,0 0-15,0 0 0,0 0 0,0 0 16,9 26-16,-1-2 0,-1 0 0,-1-9 0,-2 0 15,1 0-15,-5-15 0,4 21 16,-1 0-16,0 0 0,-3-21 0,2 12 0,-1-1 0,1-1 16,-2-10-16,6 18 0,-3-1 15,1-1-15,-4-16 0,3 9 0,-1 1 0,1-1 0,-3-9 16,6 12-16,0-1 16,-1 1-16,-5-12 0,4 6 0,-1 0 0,0 0 0,-1-3 0,-1-2 15,0 1-15,-1-2 0,2 1 0,-2 0 0,0 0 0,0 0 0,0-1 0,0 0 16,0 0-16,0 0 0,0 0 0,0 0 15,0 0-15,3-6 0,-2 1 0,1 0 0,0 2 0,-1 0 0,-1 1 0,5-14 0,-1 2 16,2 0-16,-6 14 0,3-8 0,-1-1 16,0 0-16,-2 9 0,8-18 0,-2-2 0,0 1 0,-6 19 15,4-11-15,0 1 0,0-2 0,-4 12 16,8-21-16,-1 3 0,-1-3 0,-6 21 0,4-12 0,1 0 16,-2 1-16,-3 11 0,6-13 0,-1-1 0,-1 1 0,-4 13 15,4-7-15,-2-1 0,1 1 16,-2 3-16,0 3 0,0-2 0,-1 3 0,0-1 0,0 1 15,0-1-15,1 0 16,-1 1-16,0 0 0,0 0 0,0 0 0,0 0 0,0-1 0,0 1 0,0 0 0,0 0 0,0 0 16,0 0-16,0 0 0,1 0 0,-1-1 15,0 1-15,0 0 0,1-1 0,-1 0 0,0 1 0,0-1 16,0 1-16,0 0 16</inkml:trace>
  <inkml:trace contextRef="#ctx0" brushRef="#br0" timeOffset="140015.727">17434 8811 0,'0'0'0,"0"0"16,0 0-16,0 0 15,0 0-15,0 0 16,7 44 0,-7-44-16,0 0 0,0 0 0,3 15 0,1-1 15,-1 0-15,-3-14 0,2 14 0,-2-2 0,1 2 16,3-1-16,-2 0 0,0 0 0,2 2 0,0 0 0,-1-1 15,-3-14-15,2 16 0,0 0 0,1-1 0,-6 3 16,0-2-16,0 1 16,4 0-16,-1-2 0,0 1 0,0-16 0,5 15 0,1-1 15,-1 0-15,0 2 0,0-1 0,-1 0 0,0-2 0,-1-1 0,0 0 16,-3-12-16,1 12 0,-1 0 0,1 0 0,-2-1 0,1 0 16,0 0-16,0-11 0,-2 9 0,1 1 0,1 0 0,-4-2 15,1-2-15,0 2 0,3-8 0,-4 2 0,1 0 16,-1 0-16</inkml:trace>
  <inkml:trace contextRef="#ctx0" brushRef="#br0" timeOffset="140636.199">17473 8939 0,'0'0'0,"0"0"0,0 0 0,21-45 15,-2 9 1,4 12-16,4 6 16,-27 18-16,0 0 0,0 0 0,0 0 0,12-6 15,-1 1-15,0 0 0,-11 5 0,14-2 16,-1 0-16,0-1 0,1 5 0,-1-2 0,1 0 0,-14 0 15,15 4-15,0 0 0,0-1 16,-3 3-16,1-2 0,-1 2 0,-12-6 0,11 6 0,0 2 0,0 0 0,-11-8 16,8 8-1,-1 1-15,1 0 0,-8-9 0,4 12 0,1 0 0,-1 0 0,-4 0 16,0 0-16,0 0 0,0-12 16,-4 12-16,1 0 0,0 0 0,-6-1 0,2 1 0,-1-1 15,8-11-15,-13 11 0,2-1 0,-1 1 0,12-11 0,-15 7 0,2 1 0,-1-1 16,-1 0-16,0 0 0,1-1 0,14-6 15,-13 6-15,0 0 0,1 0 0,1-1 0,3-2 0,0 1 16,8-4-16,-7 3 0,1 0 0,0 0 0,6-3 16,-4 0-16,-2 0 0,2 0 0,0-1 0,2 0 15,0 1-15,2 0 0,-1 2 0,1 1 0,0-2 16,0-1-16,1 3 0,0-1 0,0 0 0,1 1 0,-1 1 16,0-1-16,-1-3 0,2 5 0,0-1 0,0-2 0,-2-2 15,6 7-15,0-1 0,-1 0 0,4 1 16,-1-1-16,0 1 0,0 0 0,0-1 0,0 1 0,-3-2 15,0-2-15,0 0 0,-5-3 16,8 8-16,-1-2 0,2-1 0,0 2 0,0-1 0,0 0 16,-9-6-16,10 8 15,0 0-15,-1-1 0,-9-7 0,11 8 0,-2 0 0,1-1 16,-10-7-16,10 9 0,-1-2 0,1 2 0,-2-1 0,1 1 0,-2-3 16,-7-6-16,8 10 0,0-2 0,-1 2 0,-7-10 0,5 9 0,0 0 15,1 1-15,-2-4 0,-1 0 0,0-1 0,-1-3 0,0 0 0,-1 0 16</inkml:trace>
  <inkml:trace contextRef="#ctx0" brushRef="#br0" timeOffset="144150.313">14971 8771 0,'0'0'0,"0"0"0,0 0 16,0 0-1,0 0-15,-47-13 16,20 6 0,27 7-16,0 0 0,0 0 0,0 0 0,-18 10 15,3 0-15,0 0 0,15-10 0,0 0 0,-9 7 0,0 0 16,1-2-16,8-5 0,-17 17 0,1 0 0,0 0 0,16-17 16,-17 20-16,1 0 0,0 1 0,16-21 0,-15 22 15,1 1-15,0 0 0,14-23 0,-14 26 0,2-2 16,-1 1-16,13-25 0,-12 28 0,0 0 0,1-1 15,1 5-15,1-3 0,-1 1 0,10-30 0,-10 30 0,1 0 16,-1 1-16,10-31 0,-7 28 0,2 1 16,-1-1-16,6-28 0,-1 31 0,-1-1 15,1 0-15,1-30 0,-3 31 0,3-1 0,-1 0 0,1-30 0,2 31 0,0 0 16,1-1-16,3 1 16,0 1-16,-1-1 0,-5-31 0,10 30 0,0 0 0,0 1 0,6-5 0,-2 1 15,-1-3-15,-13-24 0,19 25 0,-1-2 16,0 0-16,-18-23 0,23 19 0,-2-1 0,0 0 0,-21-18 15,23 14-15,-2-2 0,0 1 0</inkml:trace>
  <inkml:trace contextRef="#ctx0" brushRef="#br0" timeOffset="144950.167">18493 8765 0,'0'0'0,"0"0"0,0 0 16,0 0 0,0 0-16,-3 47 15,1-19 1,2-28-16,0 0 0,0 0 0,-2 19 16,-1-2-16,1 1 0,2-18 0,-2 11 0,1-1 0,0-1 0,1-9 15,-2 21-15,1-1 0,0 0 0,1-20 0,0 11 16,-1 0-16,0 0 0,1-11 0,-1 22 0,-1 0 15,1-1-15,0-8 0,0 0 0,0-3 0,1-10 0,-4 18 16,2 0-16,-1-2 0,3-16 16,-2 9-16,1 0 0,1 0 0,0-9 0,0 0 15,-8 5-15,1-1 0,0 0 0</inkml:trace>
  <inkml:trace contextRef="#ctx0" brushRef="#br0" timeOffset="146300.11">18456 8747 0,'0'0'0,"0"0"0,0 0 0,0 0 16,0 0-16,0 0 15,0 0 1,0 0-16,0 0 0,0 0 0,0 0 15,0 0-15,0 0 0,0 0 0,0 0 16,0 0-16,0 0 0,0 0 0,0 0 0,12 6 0,-1 0 16,0 0-16,-3 1 0,0-2 0,1 3 15,-9-8-15,8 7 0,-1 0 0,2 1 0,-9-8 0,7 8 16,-1 0-16,1 1 0,-7-9 16,7 10-16,-1 0 0,0-1 0,-6-9 0,6 9 0,0 1 15,0 0-15,-6-10 0,7 10 0,-2 2 0,1-2 0,-6-10 16,6 10-16,0 1 0,0 0 0,-6-11 0,7 11 15,-2-1-15,1 2 0,-6-12 0,7 14 0,-1-2 16,0 1-16,0-4 0,-2 0 0,0 0 0,-4-9 16,3 4-16,-2 0 0,1 0 0,-2-4 0,8 12 0,-2 2 15,0-1-15,-6-13 0,7 15 0,0 0 16,0 0-16,-7-15 0,6 14 0,1-1 0,-1-1 0,-6-12 16,6 12-16,0-1 0,0 0 0,-6-11 0,5 10 0,-1 0 0,1-1 15,-5-9-15,6 10 0,-2-2 0,1 1 16,-5-9-16,4 6 0,0 2 0,0-1 0,-4-7 0,4 6 15,-1 0-15,-1 0 0,-2-6 0,1 3 16,-1-2-16,1 1 0,-1-2 0</inkml:trace>
  <inkml:trace contextRef="#ctx0" brushRef="#br0" timeOffset="148920.217">19299 8753 0,'0'0'0,"0"0"0,0 0 0,0 0 0,0 0 15,0 0 1,0 0-1,0 0-15,0 0 0,0 0 16,0 0-16,21 3 0,-1-1 0,0 1 0,-20-3 16,13 2-16,-1 1 0,0-1 0,-12-2 0,20-2 0,-1-1 15,-1 2-15,-18 1 0,11-2 0,-2 1 0,1 0 16,-10 1-16,20-3 0,-1 1 0,0-1 16,-19 3-16,11-2 0,0 1 0,0-2 0,6 3 0,0-3 15,-1 2-15,-16 1 0,9-2 0,0 2 0,-1-1 16,-8 1-16,4-2 0,-1 2 0,0 0 0,-3 0 0,3 0 15,-3 0-15,1 0 0,-1 0 16,1-1-16,-1 1 0,0 0 16,0 0-16,0 0 0,0 0 0,0 0 0,0 0 0,0 0 0,0 0 0,0 0 0,0 0 0,0 0 15,0 0-15,0 0 0,0 0 0,0 0 16,4 4-16,0 0 0,0 1 0,-4-5 0,3 3 0,-1-1 16,0-1-16,0 9 0,-1-2 0,-1 0 0,0-8 0,1 6 15,-1-1-15,0 0 0,0-5 0,-4 14 0,1-1 16,1-1-16,2-12 0,-2 8 0,0-1 0,1 0 15,1-7-15,-2 20 0,0-1 0,1 1 0,1-20 16,-1 12-16,0-2 0,0 1 0,1-11 16,2 21-16,-1-2 0,-1 1 0,2-8 0,-1-2 0,-1 1 15,0-11-15,0 21 0,0 0 0,0-2 0,0-19 16,-1 12-16,1-1 0,0 1 0,0-12 0,4 17 16,-1-1-16,0 0 0,-3-16 0,3 8 0,0 1 15,-2 1-15,-1-10 0,2 13 0,-1 1 0,1-1 16,-2-13-16,1 8 0,-1 0 0,0-2 0,0-6 0,0 10 0,0-1 15,0 1-15,0-6 0,0 2 0,0-3 0,0-3 0,-1 3 16,1-2-16,0 1 0</inkml:trace>
  <inkml:trace contextRef="#ctx0" brushRef="#br0" timeOffset="149706.332">20174 8744 0,'0'0'0,"0"0"0,-2 40 0,-4 0 15,-6 3-15,-5 0 16,-3 1 0,20-44-16,0 0 0,0 0 0,0 0 0,-6 18 15,2-2-15,-1 2 0,5-18 0,-6 15 0,1 1 16,1 0-16,0 0 0,1-1 0,-1 1 0,2-2 16,0 0-16,1 1 0,1-15 0,1 13 0,-1-1 0,0 1 0,2 0 15,-1-2-15,1 0 16,2-1-16,-1 0 0,0-1 15,-3-9-15,7 7 0,0 0 16,0-1-16,-7-6 0,11 4 0,-1 1 0,0-1 0,4-4 0,-2 2 16,0-1-16,-12-1 0,14-5 0,0 2 0,0-1 0,2-2 0,1-1 0,-1 2 0,-16 5 15,17-10-15,0 1 0,-1-1 0,-1 0 16,0-2-16,0 2 0,-15 10 0,13-13 0,1 0 16,-1 0-16,0-1 0,0-1 0,-1 0 0,-12 15 0,10-15 15,-2 0-15,1-1 0,-9 16 0,6-16 0,0 1 0,0-1 0,-3 1 16,0-1-16,-1 0 0,-2 16 0,-2-16 0,1 1 15,0 1-15,-4 1 0,1 1 0,0-1 0,0 5 16,0 2-16,1-1 0,3 7 0,-13-8 16,1 0-16,1 0 0,-5 2 15,0-1-15,1 0 0,15 7 16,-17-3-16,1 1 0,0-1 0,16 3 0,-16 0 0,1 0 16,0 0-16,0 1 0,3 0 0,0 0 0,12-1 15,-12 3-15,2-1 0,-1 1 0,11-3 0,-7 4 16,0-1-16,0 1 0,1 0 0,3-1 0,-1 2 0,4-5 0,-2 4 0,2 2 0,0-2 0,0-4 0,5 6 15,-1 0-15,-1 1 0,6 1 0,-3 0 16,0-2-16,-6-6 0,9 11 0,0-2 0,-1 1 0,2 0 0,-1 1 16,0-1-16,-9-10 0,11 13 15,0-1-15,0 1 0,-1-1 0,0 2 0,0-1 0,-10-13 16,9 12-16,0 1 0,1 1 0,-10-14 0,10 13 16,-2-2-16,1 2 0,-1 2 0,-2-2 0,2 1 0,-8-14 0,7 14 15,1 0-15,0 0 0,2-1 0,-1 2 0,-1-3 16,-8-12-16,8 13 0,1-1 15,-2-1-15,-7-11 0,7 12 0,-2-2 0,1 2 0,-2-3 0,-1 0 16,0 1-16,-3-10 0,-1 4 0,0 0 16,1-1-16,0-3 0,0-1 0,0 1 0,0 0 0,0 0 15,2-2-15,0-1 16,0 2-16</inkml:trace>
  <inkml:trace contextRef="#ctx0" brushRef="#br0" timeOffset="150137.033">20753 8889 0,'0'0'0,"0"0"0,0 0 0,0 0 15,18 59-15,-6-23 16,-2 12-1,-10-48-15,0 0 0,0 0 0,0 0 16,2 8-16,0 1 16,-1 0-16,3 4 0,-2-1 0,1 1 0,-3-13 0,2 8 0,-1-2 15,-1 0-15,0-6 0,6 12 0,0-3 0,-2 1 0,-4-10 16,4 5-16,-2 0 0,0 0 0,7 0 0,-2-1 0,1 1 16,-8-5-16,4 3 0,1-2 0,-2 2 0,-3-3 0,2 2 0,-1-2 15,1 0-15,-2 0 0,5-8 0,0 1 16,0-2-16,-5 9 0,3-4 0,-1-1 0,0 1 0,4-13 15,-1 0-15,1 1 0,-6 16 16,4-8-16,-2-2 0,0 1 0,-2 9 0,5-20 0,-1 1 0,1-1 16,-5 20-16,3-11 15,-1 0-15,0-1 0,-2 12 0,5-17 0,-1 1 0,1-2 0,-5 18 0,4-10 16,-2 1-16,1-1 0,-3 10 16,3-13-16,-1-1 0,0 1 0,0 7 15,-2-2-15,1 1 0,-1 7 0,1-9 0,-1-2 16,0 3-16,0 8 0,0-6 0,0-1 0,0 3 0</inkml:trace>
  <inkml:trace contextRef="#ctx0" brushRef="#br0" timeOffset="150392.832">21207 8790 0,'0'0'16,"0"0"-16,0 0 0,24 54 0,-6-4 16,-10-6-1,-4-9-15,-1 3 16,-3-38-16,0 0 0,0 0 16,0 12-16,0 1 0,0-1 0,1 0 0,0-1 0,-1 1 0,0-12 15,2 10-15,-2 1 0,0 0 0,-2-1 0,2-1 16,-1 0-16,1-9 0,-2 6 0,0-1 0,1-1 15</inkml:trace>
  <inkml:trace contextRef="#ctx0" brushRef="#br0" timeOffset="150804.379">21218 8737 0,'0'0'0,"0"0"0,0 0 0,0 0 0,39-32 16,-5 19-1,-8 11-15,-5 6 16,-21-4-16,0 0 0,0 0 0,5 3 0,-1 1 16,2-3-16,-6-1 0,4 5 0,0-1 15,0-1-15,-1 3 0,2-1 0,-1-1 0,-2 2 0,0-2 16,0 1-16,-2-5 0,0 6 0,0 1 15,0-1-15,-3 2 0,2-2 0,-1 1 0,2-7 0,-3 4 16,-2 1-16,1 0 0,-1 1 16,0-1-16,0-1 0,5-4 0,-9 6 0,3-2 0,0 1 0,-2 0 15,1-1-15,1 1 0,6-5 0,-9 2 0,3-1 16,-1 0-16,-1 0 0,2 1 0,0-2 16,1 2-16,1-2 0,0 0 0,4 0 0,-4 1 15,0-1-15,1 0 16,0 0-16,0 2 0,1-2 0,0 2 0,0 0 15,1-1-15,1-1 16,-1 2-16,0-2 0,1 2 0,-3-4 0,1 1 0,0-1 0,0 1 0,0 0 0,1 0 0</inkml:trace>
  <inkml:trace contextRef="#ctx0" brushRef="#br0" timeOffset="153020.319">21431 8448 0,'0'0'0,"0"0"0,0 0 15,36 23-15,-15-8 16,31 45 0,-4 18-16,-48-78 0,0 0 0,0 0 15,14 30-15,-2 0 0,1 0 0,-13-30 16,10 33-16,0-1 0,0 1 0,-10-33 0,6 33 16,0 0-16,1 1 0,-3 2 0,-2 0 0,0 1 15,-2-37-15,-5 35 0,0 0 16,-1-1-16,-9-4 0,1-1 0,0-1 0</inkml:trace>
  <inkml:trace contextRef="#ctx0" brushRef="#br0" timeOffset="153491.139">19331 8522 0,'0'0'0,"0"0"0,-15 75 15,4 2-15,5 2 16,3 4-16,-1 5 15,4-88-15,0 0 0,0 0 0,0 31 16,0 0-16,0-1 16,0-30-16,6 31 0,-3-1 0,0 0 0,-3-30 15,8 33-15,-1 0 0,0 0 0,-7-33 0,13 29 16,0-1-16,-1 1 0,11-4 0,-3-1 0,1 0 0,-21-24 0,31 18 0,-2 0 16,0 0-16,3-8 0,-1-1 0,-1 2 0</inkml:trace>
  <inkml:trace contextRef="#ctx0" brushRef="#br0" timeOffset="154240.15">21883 8600 0,'0'0'0,"0"0"0,0 0 15,0 0-15,0 0 16,0 0-16,18 36 15,-7-13 1,-11-23-16,0 0 0,0 0 0,6 15 16,0-1-16,1 0 0,-7-14 0,0 0 0,4 9 0,-1 0 0,0-3 15,2 10-15,-2 0 0,1 0 0,-4-16 16,2 8-16,-1 1 0,1-1 0,-2-8 0,4 20 0,-2-1 16,0 1-16,0-8 0,0-2 0,-1 1 0,-1-11 0,6 18 0,0-1 15,-1-1-15,-5-16 0,3 9 0,0 0 0,1 0 16,-4-9-16,5 9 0,-1 0 0,-1 0 15,-3-9-15,3 5 0,-1-1 16,0 0-16,-1-2 0,0 0 0,0 0 0,0-2 0,-1 1 0,0-1 0,0 0 0,0 1 16,0-1-16,0 0 0,0 0 15,4-6-15,-1-1 0,1 2 16,-1 0-16,-1 1 0,-1 0 16,-1 4-16,5-17 0,-2 2 0,1 0 0,-4 15 0,3-9 15,-1 0-15,-1 0 0,6-10 0,-1-1 16,-1 1-16,-5 19 0,4-11 0,-1 1 0,0-1 0,-3 11 0,2-19 15,1-1-15,-1 0 0,-2 20 0,3-10 0,-3-1 0,1 1 0,2-5 16,0 2-16,0-1 0,-3 14 0,2-8 0,0 0 16,-1 1-16,-1 7 0,2-10 0,0 1 0,0-1 0,-2 10 0,1-5 0,-1 1 0,0-1 15,0 5-15,1-3 0,-1 2 16,0-1-16,0 2 0,-4-8 0,0 1 0,1-1 16,0 3-16,2 1 0,-1 0 0</inkml:trace>
  <inkml:trace contextRef="#ctx0" brushRef="#br0" timeOffset="155970.227">22424 8509 0,'0'0'0,"0"0"0,0 0 0,0 0 0,0 0 16,10 54 0,-3-22-16,-6 29 15,-1-61-15,0 0 0,0 0 16,0 0-16,0 12 0,0-1 0,0 0 0,0-11 0,3 21 0,-2 0 15,1 0-15,-2-21 0,1 10 0,0 1 16,0 1-16,-2 6 0,1 0 0,0-1 16,0-17-16,-1 10 0,1-1 0,0 1 0,0-5 15,0-2-15,0 0 0,0-2 16,0 1-16,0-2 0,0 1 0,0 0 0,0-1 0</inkml:trace>
  <inkml:trace contextRef="#ctx0" brushRef="#br0" timeOffset="156430.213">22386 8570 0,'0'0'0,"0"0"0,14-40 0,7 8 15,4 8-15,4 10 16,-1 7-1,1 11-15,-29-4 16,0 0-16,0 0 16,10 2-16,0 1 0,-1-2 0,-9-1 0,9 5 0,-1 1 0,0-3 0,-2 5 15,2-2-15,-1 1 0,-2 2 0,-1 0 0,2 0 16,-6-9-16,3 11 0,-2-1 0,1 1 0,-5-1 0,3 2 0,-1-1 16,-7 0-16,2 1 0,-1-1 0,7-11 0,-10 12 0,1 0 15,0 0-15,-4-3 0,-1 0 16,1-1-16,13-8 0,-15 7 0,3-1 0,-2 0 15,0 0-15,2-2 16,-1 1-16,2-4 0,0 3 0,0-2 0,11-2 0,-8 2 0,0 0 0,2 0 0,2-1 16,0-1-16,0 1 0,1-1 15,2 0-15,-1 0 0,2 0 0,-1 2 0,1-2 16,0 0-16,1-2 0,-1 2 16,1 0-16,4 3 0,-2-3 0,0 2 0,6 0 0,-3 0 15,2 1-15,-8-3 0,10 3 0,-1 2 0,0-2 0,3 2 0,0 0 0,0-1 0,3 3 0,1 0 16,0-2-16,-16-5 15,13 7-15,1 0 0,-1 0 0,2 0 0,-3-2 0,2 2 0,-1-2 16,-1-1-16,0 2 0,-12-6 0,9 3 0,-2 0 0,1 1 16</inkml:trace>
  <inkml:trace contextRef="#ctx0" brushRef="#br0" timeOffset="169150.402">16615 8723 0,'0'0'0,"0"0"16,0 0-16,0 0 15,0 0 1,43 17-16,-17-7 15,-26-10-15,0 0 0,0 0 0,0 0 0,0 0 16,13 18-16,0 0 0,0 0 0,-13-18 0,13 24 16,-1-1-16,1-1 0,-3 9 0,-1 1 15,-1-3-15,-8-29 0,9 34 0,1-1 0,-1 0 0,-9-33 0,9 36 0,-1 1 16,0-1-16,-8-36 16,6 38-16,-2 0 0,1-1 0,-8-1 0,3 1 0,-1 1 0,1-38 15,-10 38-15,3 1 0,-1-1 0,-11 3 0,1-3 0,0 0 0,18-38 16,-31 37-16,1-3 0,-1 1 15</inkml:trace>
  <inkml:trace contextRef="#ctx0" brushRef="#br0" timeOffset="180520.51">17798 8523 0,'0'0'0,"0"0"0,0 0 16,0 0-16,38-28 15,-14 12 1,10 2 0,-34 14-16,0 0 0,0 0 0,0 0 15,6-3-15,0 1 0,1 0 0,-7 2 0,13 0 16,0 0-16,-1 0 0,-12 0 0,8 1 0,-1-1 0,-1 0 0,-6 0 0,11 4 16,-3 0-16,0 0 0,-8-4 0,6 2 0,-2 1 15,1-2-15,-5-1 16,6 12-16,0 0 0,0 1 0,-6-13 0,3 8 15,0 0-15,0-2 16,-3-6-16,3 24 0,0-2 0,-1 2 0,-2-24 16,1 25-16,0-1 15,0 1-15,-1-25 0,2 27 0,0 0 0,-1-1 0,-1-26 0,4 29 0,0 1 16,-1-2-16,-3-28 0,5 35 0,-1-3 0,-1 2 0,-3-34 0,6 33 0,-2-2 16,1 1-16,-5-32 0,4 30 0,-1 0 0,0 1 0,-3-31 0,3 32 0,-1-1 0,-1 0 0,-1-31 15,4 30-15,-1-1 0,-1 1 16,-2-30-16,2 29 0,1-2 0,-1 0 0,-2-27 15,2 26-15,-1-2 0,0 0 0,-1-24 0,1 25 0,0-1 16,0 0-16,-1-24 0,0 12 0,0 0 0,0 0 16,-3 9-16,0 0 0,0 1 0,3-22 0,-3 12 15,2-1-15,-1 0 0,2-11 0,-8 16 0,1-1 16,-1 0-16,8-15 0,-6 7 0,2 1 16,-1 0-16,5-8 0,0 0 0,-27 12 0,2 1 0,-1-1 0,-10 0 0,1-1 0,-1 0 0,36-11 15,-44 8-15,1 0 16,0-1-16,43-7 0,-45 0 0,2 0 0,0 0 15</inkml:trace>
  <inkml:trace contextRef="#ctx0" brushRef="#br0" timeOffset="181440.015">14359 8669 0,'0'0'0,"0"0"15,0 0-15,0 0 16,0 0 0,-45-4-16,16 0 15,29 4-15,0 0 0,0 0 0,0 0 16,-15 4-16,-1 0 0,1 1 16,15-5-16,-10 2 0,3 0 0,-1 1 0,8-3 0,-11 9 0,0 0 15,0 1-15,11-10 0,-5 6 0,0-1 0,-1 1 0,6-6 0,-6 12 16,1 0-16,0 0 0,2-5 15,1 0-15,-1-1 0,3-6 0,1 16 0,1 1 0,-2-1 0,0-16 16,2 9-16,-1 0 0,-1 0 16,0-9-16,0 0 0,3 21 0,0 0 0,-1 1 15,-2-22-15,4 23 0,-1-2 0,0 1 0,-3-22 16,5 26-16,-1 0 0,1-1 0,-5-25 0,5 33 16,0-1-16,0-1 0,-5-31 0,4 36 0,-2-1 0,0-1 15,-2-34-15,5 33 0,-2-2 0,0 1 16,-1-17-16,-1 0 0,1 0 15,-2-15-15,1 25 0,-1-2 16,0 1-16,0-24 0,-3 32 0,2 0 0,-1 0 0,2-32 0,0 33 0,0 0 0,0 0 0,0-33 16,0 33-16,0-1 0,0 0 0,0-32 0,0 0 0,-3 33 15,3-1-15,-1 0 0,0 11 0,0-1 16,1-2-16,0-40 0,-2 47 0,1-2 0,1 1 16,0-46-16,-2 41 0,2-1 0,0 0 0,0-40 0,0 0 15,6 28-15,-1 1 0,0-1 0,-5-28 0,3 13 0,0 0 16,0-1-16,-3-12 0,2 4 0,-1 1 0,0-1 0,8-1 15,0 0-15,1-1 0,-10-2 0,6 2 16,-1-2-16,-1 2 0,-4-2 0,0 0 0,20 10 16,0 1-16,-1-1 0,8-5 0,-3-1 0,1 1 0</inkml:trace>
  <inkml:trace contextRef="#ctx0" brushRef="#br0" timeOffset="182651.776">19290 8327 0,'0'0'0,"0"0"16,0 0-16,0 0 16,0 0-16,-40-6 15,16 3 1,24 3-16,0 0 0,0 0 0,-16 3 0,1 3 0,1-3 15,14-3-15,-10 4 0,2-2 16,1 2-16,7-4 0,-15 5 0,0 1 16,1-2-16,14-4 0,-9 4 0,1-1 0,1 0 0,7-3 15,-12 11-15,3-1 0,0 0 0,9-10 16,-6 6-16,2-1 0,-1-1 16,5-4-16,-6 16 0,3-2 0,-1 2 0,4-16 0,-3 8 0,1-1 0,1 2 15,1-9-15,-3 20 0,0-2 0,-1 1 0,4-19 0,-2 11 0,1 1 0,0-2 0,1 13 16,0-2-16,0 0 15,0-21-15,1 12 0,-1 0 0,0-1 0,0-11 16,2 26-16,-1-2 0,1 2 0,-2-26 0,3 27 0,-2-3 16,1 2-16,-2-26 0,0 0 0,3 28 0,-2-2 0,1 0 15,-2-26-15,2 26 0,0 0 0,0 0 0,-2-26 16,0 29-16,0-2 0,0 1 0,0-28 0,1 29 0,-1-1 16,0 1-16,0-29 0,2 29 0,0-1 0,0 0 0,-2-28 0,1 29 15,0-1-15,-1 1 0,0-29 16,2 42-16,-2 0 0,0-1 0,-2-1 0,1 1 15,0-1-15,1-40 0,-3 33 0,2-1 0,-1-1 16,2-31-16,-1 14 0,0 0 0,0 1 0,1-15 16,5 19-1,-1-2-15,0 1 0,-4-18 0,3 9 0,-1 1 0,0-1 0,-2-9 0,2 4 0,-1 0 16,-1-1-16,0-3 0,9 15 0,-2-1 0,0 1 16,-7-15-16,4 9 0,1-1 0,-1-1 0,-4-7 0,12 12 0,2-1 15,-1-1-15,-5-3 0,-1-1 0,1-1 0,-4-2 16,-1-1-16,-1 0 0,-2-2 0,29 0 15,0 0-15,1 0 0</inkml:trace>
  <inkml:trace contextRef="#ctx0" brushRef="#br0" timeOffset="183930.392">22537 8192 0,'0'0'0,"0"0"0,0 0 0,0 0 16,0 0-16,42-6 15,-18 1 1,7 1-16,-31 4 16,0 0-16,0 0 0,0 0 0,6-1 0,0 1 15,-1-2-15,-5 2 0,13 0 0,0 0 0,1 0 0,-14 0 0,6 0 0,1 0 16,0 0-16,15 0 16,-2 0-16,0 0 0,-20 0 0,12 2 0,-1-2 0,1 0 15,-12 0-15,21-2 0,-2 2 0,1 0 16,-9-1-16,-1 1 0,2 0 15,-12 0-15,15 1 0,0-1 0,0 2 0,-15-2 0,7 1 0,1-1 0,0 0 0,-4 2 0,-2-2 0,0 0 16,-2 0-16,8 4 0,0 1 16,-1-1-16,-7-4 0,6 4 0,-3-1 0,2 0 15,-2 5-15,-2-2 0,1 1 0,-2-7 0,1 5 0,0-1 16,0 0-16,-1-4 0,-2 13 0,2-1 0,-1 2 16,1-14-16,-2 7 0,2 0 0,0 1 0,1 9 15,-1 0-15,0 0 0,0-17 0,1 11 0,-1-2 16,0 1-16,0-10 0,-2 21 0,-1 1 0,1 1 0,2-23 15,-3 13-15,2 0 0,1-1 0,1 12 0,-1 1 0,0 0 16,0-25-16,2 24 0,-2 2 16,0-2-16,0-24 0,2 25 0,-1-2 0,1 1 15,1 1-15,-1 1 0,0-2 0,-2-24 0,3 26 16,-1-1-16,0-1 0,-2-24 0,3 23 0,-1 0 16,0 0-16,-1-1 0,0 0 0,0 1 15,-1-23-15,-2 21 0,2 0 0,0 2 0,0-23 16,-1 21-16,1 0 0,0-1 0,-1-9 0,1 0 0,0-1 0,0-10 0,2 21 15,-2 0-15,0 0 0,0-21 0,0 12 0,0-1 0,0 1 0,0-12 16,3 19-16,-1-1 0,-1 1 0,1-9 16,-1 0-16,-1-1 0,0-9 0,1 16 0,-1 0 0,0-1 15,0-15-15,0 9 0,0-2 0,0 1 16,1 2-16,0 0 0,-1-1 0,0-9 0,2 5 0,-2 0 16,0 1-16,1-5 0,-1 1 0,0 0 0,0-2 15,0 1-15,0-1 0,0 0 0,0 0 0,0 0 16,0 0-16,0 0 0,0 0 0,0 0 15,0 0-15,0 0 0,0 0 0,0 0 16,-1 7-16,0 0 0,0 0 0,0-4 0,1 1 0,0 0 0,-1-1 0,1-2 16,0 0-16,0-1 0,0 1 0,0-1 0,0 0 15,0 1-15,0-1 0,0 0 0,-8 7 0,-1-2 0,1 2 0,8-7 16,-6 3-16,2 2 16,-1-2-16,-16 0 0,1-1 0,0-1 0,20-1 0,-29 3 0,2-2 15,-1 0-15,28-1 0,-36 3 0,1-2 0,-1 2 16,-3 0-16,0 0 0,0-2 0,-1 4 0,0-2 15,0-2-15,40-1 0,-50 4 0,1-3 0,1 2 0,-3 0 0,0 0 16,0-1-16,51-2 0,0 0 16,0 0-16</inkml:trace>
  <inkml:trace contextRef="#ctx0" brushRef="#br0" timeOffset="187780.254">14525 10979 0,'0'0'0,"0"0"0,0 0 16,43-41-16,-17 17 15,22-13 1,-23 16-16,-25 21 0,0 0 16,0 0-16,0 0 0,14-11 0,0-2 15,0 2-15,-14 11 0,8-7 0,-1 1 0,0 0 0,-7 6 16,3-3-16,0 1 0,0-1 0,-3 3 0,1-9 15,-1 0-15,1 2 0,-1 7 16,0-6-16,0 0 0,0 1 16,0 5-16,-15 0 0,-1 0 0,1 0 0,15 0 0,-9 2 0,0-2 0,-1 0 0,10 0 0,-16 5 15,0 0-15,-1 1 0,17-6 0,-10 3 16,1-1-16,1 1 0,8-3 0,-3 12 0,1 0 16,0-1-16,2-11 0,-2 6 0,2 1 0,0-1 15,0-6-15,15 18 0,0-1 0,0-1 0,-15-16 0,0 0 0,18 20 16,0-1-16,0-1 0,-8-9 0,-1 0 15,-1 0-15,-8-9 0,0 0 0,13 19 0,-2-2 16,1 1-16,-12-18 0,6 11 0,0-1 16,0-1-16,-6-9 0,-4 15 0,1 0 0,-1 0 15,4-15-15,-4 9 0,2-1 0,0-1 0,2-7 0,-15 9 16,2-1-16,0 1 0,13-9 0,-8 4 0,0 1 0,1-1 16,7-4-16,-22 3 0,1-1 0,0 0 15,21-2-15,-13 1 0,1 0 0,0-1 16,12 0-16,-14-10 0,-1-1 0,1 1 0,14 10 0,0 0 0,0 0 0,-9-6 0,2 0 0,0-1 15</inkml:trace>
  <inkml:trace contextRef="#ctx0" brushRef="#br0" timeOffset="187947.055">14834 10979 0,'0'0'0,"0"0"0,0 0 15,0 0-15,18 50 16,-2-6-1,-8-11-15,-8-33 16,0 0-16,0 0 0,0 0 0,0 8 0,1 1 0,0 0 16,-3-5-16,1-1 0,0 1 0</inkml:trace>
  <inkml:trace contextRef="#ctx0" brushRef="#br0" timeOffset="188074.062">14859 10823 0,'0'0'0,"0"0"0,0 0 16,0 0-1</inkml:trace>
  <inkml:trace contextRef="#ctx0" brushRef="#br0" timeOffset="188566.734">15054 11021 0,'0'0'0,"0"0"0,0 0 16,0 0-16,0 0 15,0 0-15,0 0 16,0 0-16,0 0 16,0 0-16,0 0 0,0 0 0,0 0 15,0 0-15,0 0 0,0 0 0,0 0 0,0 0 0,0 0 0,-6-11 16,1 1-16,0-1 0,5 11 0,-1-10 0,0 1 15,0-2-15,4 5 0,-1-1 0,0 1 0,-2 6 16,7-3-16,-2 0 0,0 0 0,4 4 0,-1-1 16,-1 1-16,-7-1 0,11 4 0,-1 1 15,0-1-15,-10-4 0,12 8 0,-1 0 0,0 0 0,2 3 16,-1-1-16,0 0 0,-12-10 0,9 11 0,0-2 16,0 2-16,-4-4 0,0 1 0,0-1 0,-2-2 15,0-2-15,-1 1 0,-2-4 16,1 1-16,-1 2 0,1-2 0,0-1 0,-1 1 0,0-1 0,1 1 15,-1-1-15,0 0 0,0 0 0,0-7 0,0-2 0,0 2 0,3-4 16,-2 0-16,1 0 0,-2 11 0,2-12 16,0-1-16,1 2 0,2 0 0,-2-1 0,0 1 0,-3 11 0,5-8 15,-1 0-15,0 0 0,-4 8 0,6-6 16,-1 1-16,-1 0 0,3 4 0,-3-1 0,1 1 0,-5 1 0,10 4 16,0-1-16,0 0 0,-10-3 0,10 8 0,-1-1 15,0 0-15,-1 4 0,-2 0 0,0-2 0,1 1 16,-1 1-16,-1-2 0,-5-9 0,4 10 0,-1 0 0,1 0 15,-4-10-15,2 10 16,-2-2-16,1 1 0,-4-1 0,-1 1 0,1-3 0,3-6 0,-7 5 0,1-2 16,-1 2-16</inkml:trace>
  <inkml:trace contextRef="#ctx0" brushRef="#br0" timeOffset="188760.117">15569 10912 0,'0'0'0,"0"0"0,0 0 16,30 61 0,-12 1-16,-6-7 15,-6-4 1,-6-51-16,0 0 0,0 0 0,0 0 0,0 17 0,0-1 0,0 0 0,-3-3 16,0 0-16,0-1 0,3-12 0,-6 9 0,3-1 15,-1 0-15,-3-8 0,2 0 0,-1 0 16</inkml:trace>
  <inkml:trace contextRef="#ctx0" brushRef="#br0" timeOffset="188990.108">15557 10866 0,'0'0'0,"0"0"0,0 0 0,51-15 15,1 15 1,-11 18-1,-6 14-15,-35-32 0,0 0 16,0 0-16,9 11 0,-2-1 0,-1 0 16,-6-10-16,5 10 0,-2 0 0,0 0 0,-3-10 0,1 9 0,-1-1 15,0 0-15,-4 0 0,1 0 0,0-1 16,3-7-16,-10 7 0,3 0 0,-2-2 16,-3-1-16,0-2 0,0 1 0,12-3 0,-15-5 0,2 2 0,-1-1 0</inkml:trace>
  <inkml:trace contextRef="#ctx0" brushRef="#br0" timeOffset="189230.223">15924 10572 0,'0'0'16,"0"0"-16,31 48 0,0 11 0,-10 1 15,-4 0 1,-9-3-16,-3-4 16,-5-53-16,0 0 0,0 0 0,0 0 0,0 17 15,0 0-15,0 0 0,-2-1 0,1 0 0,-1 1 16,0-7-16,1 0 0,0-1 0,1-4 0,-1 0 16,0-2-16</inkml:trace>
  <inkml:trace contextRef="#ctx0" brushRef="#br0" timeOffset="189370.493">16125 10937 0,'0'0'0,"0"0"0,17 39 16,-2-3 0,-8-13-16,-5-10 15</inkml:trace>
  <inkml:trace contextRef="#ctx0" brushRef="#br0" timeOffset="189506.02">16160 10791 0,'0'0'0,"0"0"0,0 0 0,0 0 15</inkml:trace>
  <inkml:trace contextRef="#ctx0" brushRef="#br0" timeOffset="189810.142">16474 10570 0,'0'0'0,"0"0"0,-2-52 16,-7 10-1,-7 19-15,-7 13 16,2 10 0,21 0-16,0 0 0,0 0 0,0 0 0,-8 5 0,0 1 15,-1-1-15,2 5 0,1-3 0,-1 3 16,2 4-16,0 0 0,0 1 0,5-15 0,-4 17 0,0 1 0,1 1 16,3-19-16,2 21 0,1 0 0,0-2 0,2 5 15,-1 1-15,1-1 16,-5-24-16,7 26 0,-1-2 0,0 1 0,-6-25 0,5 25 15,1-1-15,-1 1 0,-2-4 0,0-1 0,0 1 16,-3-21-16,-1 14 0,1-2 0,0 1 0,-2-5 16,1-2-16,1 0 0</inkml:trace>
  <inkml:trace contextRef="#ctx0" brushRef="#br0" timeOffset="190330.36">16313 10906 0,'0'0'0,"0"0"0,0 0 16,0 0-16,0 0 15,44-29-15,5-3 16,-49 32-16,0 0 0,0 0 0,0 0 16,0 0-16,16-10 0,0 0 0,0-1 0,-7 5 0,0 0 15,1-2-15,4 6 0,-2-1 0,0 0 0,-12 3 16,12-1-16,-3 0 0,0 1 0,-9 0 0,6 0 0,-1 1 0,0-1 16,-1 5-16,-2-1 0,0 1 0,-2-5 0,0 7 15,0 1-15,0-1 0,0-7 16,1 11-16,-1 0 0,0-1 0,0 2 0,0-2 0,0 2 0,0-12 0,1 11 15,-1 1-15,0-2 16,0-10-16,3 8 0,0 1 0,0-1 0,-3-8 0,5 6 0,0-2 0,-2 0 16,6-3-16,-1 0 0,-1 0 0,-7-1 15,11-4-15,-1 2 0,0-1 0,-10 3 0,11-7 0,-3 1 16,0 0-16,-8 6 0,11-9 0,-2 1 16,0 1-16,-2-2 0,0 0 0,0 3 0,-7 6 0,5-7 0,-1 2 15,-1 0-15,-3 5 0,3-2 0,-2-1 0,1 1 0,-1 2 16,-1 0-16,0 0 15,0 0-15,1 5 0,0-2 0,-1 1 0,0-4 0,1 10 16,1-1-16,-2 1 0,2 3 0,-1-1 0,1 0 16,-2-12-16,3 16 0,0-1 0,0 1 0,1 0 15,0-1-15,-1 2 0,-3-17 16,4 16-16,-1 0 0,0 1 0,-3-17 0,2 13 0,0 1 0,1-1 0,-3-1 0,1-1 16,0 2-16,-1-13 0,-3 8 0,1 2 0,1-1 15,1-9-15,-5 8 0,2-2 0,-1 2 0,4-8 16,-5 4-16,1 2 0,0-2 0,-3-2 0,1-2 0,0 1 15,6-1-15,-8-3 0,2 0 0,-1-1 16,7 4-16,-9-12 0,0 1 0,0 1 0,3-6 0,1 2 0,0-2 16,5 16-16,1-17 0,-1 1 15,0 1-15,3 4 0,-1 2 0,-1-3 0</inkml:trace>
  <inkml:trace contextRef="#ctx0" brushRef="#br0" timeOffset="190690.183">17289 10857 0,'0'0'0,"0"0"15,0 0-15,0 0 16,44-25-16,0-1 16,-10 0-1,-34 26-15,0 0 0,0 0 0,10-9 16,0 0-16,-1 1 0,-9 8 0,5-8 15,1 1-15,-1 0 0,-5 7 0,3-9 0,-2 1 0,1 1 0,-5 2 0,1-1 16,0 0-16,2 6 0,-7-4 0,0 1 0,1-2 16,-3 5-16,-2-1 0,1 1 15,-2 3-15,0 0 0,0-1 0,12-2 0,-12 7 0,-2 0 0,1-2 0,13-5 16,-14 9-16,1 0 0,0 0 0,1 2 0,1 2 16,0-3-16,11-10 0,-8 14 0,0-2 0,-1 0 15,3 2-15,1-1 0,1 0 0,4-13 0,1 12 16,0 1-16,0 0 0,5-3 0,-2 2 0,1-2 15,-5-10-15,12 11 16,-2-2-16,1 0 0,8-3 0,-2-2 0,1 1 0,-18-5 0,23-3 0,-1 1 16,-1 1-16,2-7 0,-1 3 0,1-2 0,-8 1 0,-2 2 0,2-2 15</inkml:trace>
  <inkml:trace contextRef="#ctx0" brushRef="#br0" timeOffset="191060.379">17722 10662 0,'0'0'0,"0"0"0,0 0 16,-44 5-16,3 13 16,2 8-1,15 1-15,24-27 0,0 0 0,0 0 0,0 0 16,-4 9-16,0-2 0,0 1 16,2 0-16,1 0 0,0-1 0,5 0 0,-2 0 0,1 0 0,-3-7 0,3 5 15,1-2-15,0 0 0,-4-3 0,5 1 0,1 1 16,-1-1-16,6-5 0,-1 1 0,-1 0 15,-9 3-15,11-8 0,-1 1 0,2 0 0,-2-2 0,1-1 0,0 1 0,-11 9 16,10-11-16,-1 0 16,-1 0-16,-8 11 0,6-10 0,1 1 0,-1 0 0,-2 4 0,-1 1 15,0-2-15,-3 6 0,3-3 0,-2 2 16,0-1-16,-1 2 0,1 0 0,-1 0 0,0 0 0,-1 5 16,1-1-16,-1 0 0,1-4 0,0 11 0,0-1 0,0-1 0,0-9 15,1 12-15,-1-1 0,1 1 0,1 0 16,1 0-16,-1 0 0,-2-12 15,4 10-15,-2-1 0,0 0 0,3-4 0,0 1 16,-1 0-16,0-3 0,-1 0 0,0-2 0,-1 1 0,0-1 0,-1-1 16</inkml:trace>
  <inkml:trace contextRef="#ctx0" brushRef="#br0" timeOffset="191260.08">17905 10637 0,'0'0'0,"0"0"0,-7 48 0,3-3 32,7-6-32,7-9 15,19-15 1,-29-15-16,0 0 0,0 0 0,0 0 0,11-2 16,1 1-16,-1-1 0,3-3 0,0-1 0,0 0 15,-5 1-15,1 1 0,-1-1 0</inkml:trace>
  <inkml:trace contextRef="#ctx0" brushRef="#br0" timeOffset="191620.449">18101 10339 0,'0'0'0,"0"0"16,2 55-16,2 8 15,3 1 1,0 2-16,-3-16 15,-4-50-15,0 0 0,0 0 16,0 14-16,1-1 0,0 0 0,-1-13 0,1 11 0,-1-1 0,1 0 16,0-3-16,0-1 0,-1 1 0,0-7 0,2 4 15,-2 0-15,0-1 0,3-5 16,-2 1-16,2-2 0,-3 3 0,5-7 0,-1-1 0,1 1 16,-5 7-16,9-11 0,-1 2 0,0-3 0,3 1 0,-3 1 0,0-1 15,-8 11-15,11-9 0,-3 1 0,1-1 0,1 4 0,-2 2 16,1 0-16,-9 3 15,8 1-15,-1-1 0,1 1 0,-8-1 0,7 4 0,0 3 16,0-2-16,1 4 0,-2 1 0,1-1 0,-7-9 0,6 12 0,-1 1 16,0-2-16,-5-11 0,5 12 0,-1-1 0,0 0 15,0 0-15,-2-1 0,0 0 0,-2-10 16,2 9-16,-1-2 0,1 0 0,-1-3 0,1 1 16,0-2-16,-2-3 0,2 2 0,-1-1 0,0 1 0,0-2 0,-1 1 15,0 0-15</inkml:trace>
  <inkml:trace contextRef="#ctx0" brushRef="#br0" timeOffset="191913.349">18935 10505 0,'0'0'0,"0"0"0,0 0 16,0 0-16,0 0 0,-63 40 15,12 2 1,21-4-16,30-38 0,0 0 16,0 0-16,-4 12 0,-1 0 0,2 1 15,3-13-15,-1 14 0,0 1 0,0-3 0,7 2 0,-2-1 0,0 0 16,-4-13-16,10 11 16,0-1-16,0 1 0,6-2 0,-1-1 0,0 2 0,-15-10 0,21 4 15,0 1-15,0-1 0,3-7 0,-1 1 0,-1 0 0,-22 2 16,24-11-16,-3 1 0,1 1 15,0-8-15,-3 0 0,2 1 0,-21 16 0,15-22 0,0 1 0,0 1 0</inkml:trace>
  <inkml:trace contextRef="#ctx0" brushRef="#br0" timeOffset="192113.644">19142 10285 0,'0'0'0,"0"0"0,0 0 0,0 0 16,9 43-1,5 14-15,-1 4 16,-2 1 0,-11-62-16,0 0 0,0 0 0,4 21 0,-1 0 15,0 1-15,-3-22 0,0 23 0,1 0 0,1-1 16,-2-1-16,1-1 16,0 0-16,-1-20 0,1 18 0,0 0 0,0-1 0,0-4 0,1 0 0,-1-1 0,2-5 0,-3-2 15,1 2-15</inkml:trace>
  <inkml:trace contextRef="#ctx0" brushRef="#br0" timeOffset="192520.628">19515 10558 0,'0'0'0,"0"0"0,0 0 15,-40 7-15,1 11 16,5 6-16,7 4 15,6-4-15,21-24 16,0 0-16,0 0 0,-5 8 16,1 0-16,0-1 15,2 2-15,0-2 0,1 0 0,1-7 0,1 6 0,-1 0 16,1-1-16,4-3 0,-2-2 0,0 0 0,6-3 0,0 1 0,-1 0 0,-8 2 16,10-7-16,1 3 0,-1-2 0,1-3 0,-2 3 0,1-2 0,-10 8 15,9-12-15,0 0 0,1-1 0,-2 1 16,1-1-16,0 0 0,-9 13 0,7-11 0,0 1 0,-1-1 15,-2 5-15,0 0 0,0-1 0,-4 7 0,3-3 0,-1 0 16,0-1-16,-1 7 0,0-3 0,0 1 16,-1-1-16,-2 6 0,2-1 0,0 1 0,-1 3 15,1 0-15,-1 0 0,1-9 0,1 12 0,-1 0 16,0 0-16,2 2 0,-1-2 0,1 1 0,-2-13 16,3 12-16,0-1 0,0 0 0,0-2 0,0-1 15,-1 0-15,0-3 0,-1-1 0,0 0 0,0-2 0,-1-1 0,1 0 16,-1 0-16,0-1 0,0 1 15</inkml:trace>
  <inkml:trace contextRef="#ctx0" brushRef="#br0" timeOffset="192860.049">19662 10512 0,'0'0'0,"0"0"0,0 0 16,0 0 0,0 0-16,18 52 15,-1-3-15,-17-49 16,0 0-16,0 0 0,0 0 0,6 12 0,0 2 0,0-2 15,-6-12-15,6 10 0,-2-4 0,1 3 0,-5-9 0,5 6 16,-2-1-16,0-1 0,-1-1 0,0-1 0,1 0 0,-3-2 16,3-1-16,0-1 0,0 1 0,1-5 0,0 0 0,0 2 15,-4 4-15,3-10 0,1 3 0,1-3 16,-1-2-16,0 1 0,0-2 0,-4 13 0,3-14 0,1 0 0,1-1 16,-3 2-16,0 1 0,0-1 0,-2 13 0,3-8 0,-3 0 15,1 2-15,0 2 0,-1 1 16,0 0-16,0 3 0,1 0 0,-1-1 0,0 0 0,0 1 0,1 7 0,1-1 15,-1-1-15,2 6 0,-1 0 16,0-1-16,-2-10 0,4 14 0,-1-1 0,0-1 0,3 3 0,0 0 16,0-1-16,-6-14 0,6 12 15,-2 1-15,1 1 0,0-5 0,-1 1 0,1-1 0,-5-9 16,5 5-16,1-1 0,-1 0 16,2-5-16,-2 0 0,1 0 0</inkml:trace>
  <inkml:trace contextRef="#ctx0" brushRef="#br0" timeOffset="193149.841">20099 10457 0,'0'0'0,"0"0"16,0 0-16,0 0 16,0 0-16,-40 18 15,13 0-15,27-18 16,0 0-16,0 0 0,-3 6 0,0-1 0,0-1 15,3-4-15,1 6 0,-1-2 0,0 1 0,3 3 0,-2-2 16,1 0-16,-2-6 0,6 8 0,-3 2 16,1-1-16,0-2 0,0 2 0,-1-1 15,-3-8-15,4 8 0,-2 0 0,-1-2 0,-2 3 0,0-1 0,0-1 0,1-7 16,-4 8-16,1-1 16,0 0-16,3-7 0,-6 5 0,0 0 0,0-1 15,-1-3-15,1 1 0,0-2 0,6 0 0,-10-2 16,3-2-16,-2 1 0,4-5 0,1 0 0,1 1 0,3 7 0,2-12 0,-1 0 15,1 0-15</inkml:trace>
  <inkml:trace contextRef="#ctx0" brushRef="#br0" timeOffset="193480.076">20208 10535 0,'0'0'0,"0"0"0,0 0 0,0 0 0,0 0 15,0 0 1,0 0-16,40-27 0,-40 27 15,0 0-15,0 0 0,10-8 0,1 1 16,-1 0-16,-10 7 16,6-6-16,1 1 0,-1-3 0,-2 2 0,-1 1 15,0 0-15,-3 5 0,2-5 0,-1 1 0,0 1 0,-5 1 16,2 1-16,1-1 0,-6 1 0,1 1 16,-1 0-16,7 0 0,-8 2 0,0 0 0,-1-1 0,-2 6 0,0-1 0,1 0 0,10-6 15,-9 9-15,0 0 0,0-1 0,-3 2 0,1-1 0,0 1 0,11-10 16,-10 8-16,2 1 0,-1 0 15,5 3-15,0-2 0,1 0 0,3-10 0,-1 10 0,0-1 0,0 1 16,5-2-16,-2 1 0,1 0 16,-3-9-16,5 8 0,0-1 0,1 1 0,6-2 15,-1-2-15,0 2 0,-11-6 0,16 3 0,-1 0 16,1 0-16,4-3 0,-2 0 0,1 0 0,-1-5 0,0 3 0,0-2 16,-6 1-16,-1 0 0,0 0 0</inkml:trace>
  <inkml:trace contextRef="#ctx0" brushRef="#br0" timeOffset="193825.158">20849 10040 0,'0'0'0,"0"0"0,0 0 15,0 0-15,-42 48 16,-7 15-16,-1 7 16,-1 7-16,51-77 15,0 0-15,0 0 0,-14 30 0,0-3 16,0 2-16,5-3 0,0 1 0,0-1 0,9-26 15,-3 29-15,2-3 0,-1 2 16,5 0-16,0-1 0,0 0 0,9 1 0,0 0 0,0-1 0,9-2 0,-1-2 16,-1 2-16,6-7 0,-2-1 0,1 1 0,-24-18 0,23 9 0,-1-1 15,1 0-15</inkml:trace>
  <inkml:trace contextRef="#ctx0" brushRef="#br0" timeOffset="194065.295">21038 10237 0,'0'0'0,"0"0"0,0 0 0,7 61 16,3 11-16,0 10 15,6-9 1,-8-19-16,-8-54 0,0 0 0,0 0 15,-2 13-15,0-1 0,0 0 16,2-12-16,-3 7 0,0-1 0,0 0 0,-3-8 0,2-1 0,0 1 0,0-1 16,2-2-16,0 1 0</inkml:trace>
  <inkml:trace contextRef="#ctx0" brushRef="#br0" timeOffset="194420.412">20987 10160 0,'0'0'0,"0"0"0,0 0 0,49-22 16,0 7 0,3 24-1,-5 21-15,-6 10 0,-41-40 16,0 0-16,0 0 0,10 13 0,-2-2 0,0 2 16,-8-13-16,5 14 0,0-3 0,0 2 0,-7 1 0,2 1 0,0-1 0,0-14 15,-8 13-15,2 0 0,0-1 0,-5 1 16,1-2-16,0 1 0,-6-3 0,1-1 0,1 0 0,14-8 15,-18 8-15,2-2 0,-1 1 16,0-4-16,0 0 0,1-1 0,16-2 0,-14 1 0,-1-1 0,0 0 0,4-1 16,2 1-16,-1 0 15,10 0-15,-6-2 0,2 2 0,-1 0 16,3 0-16,1 0 0,1-1 0,0 1 0,4 3 16,0-2-16,-1 1 0,6 4 0,-1 0 0,0 0 0,-8-6 15,15 9-15,-1 2 0,0-1 0,6 3 0,-3 0 0,1-1 16,-18-12-16,21 13 0,-2-1 0,1 0 15,-1 0-15,-1 0 0,1 0 0,-3-6 0,-2 1 0,1-2 0,-6-2 16,-1 0-16,0 0 0</inkml:trace>
  <inkml:trace contextRef="#ctx0" brushRef="#br0" timeOffset="194720.379">21390 10480 0,'0'0'0,"0"0"15,36-28-15,1 3 16,-8 1-16,-6 2 31,-11 6-31,-12 1 0,0 15 16,0 0-16,0 0 0,0 0 16,-3-3-16,1 2 0,0-2 0,-5 5 15,1-1-15,1-1 0,-2 3 0,0 0 0,0-1 0,7-2 0,-8 8 0,1-3 0,-1 2 0,-1 3 0,1-3 16,1 2-16,7-9 0,-9 12 15,0 0-15,2 0 0,0 3 0,1-3 16,-1 1-16,7-13 0,-2 14 0,0-2 0,0 3 0,4-3 16,-1 2-16,-1-1 0,6-1 0,0 0 0,-2 0 0,-4-12 15,8 9-15,0-3 0,0 3 0,3-6 16,1 0-16,-2 0 0,-1-3 0,-2 0 0,0 0 0</inkml:trace>
  <inkml:trace contextRef="#ctx0" brushRef="#br0" timeOffset="195200.107">21657 10417 0,'0'0'0,"0"0"16,0 0-16,0 0 15,8 52-15,-5-5 16,-3-13-16,0-16 16,0-18-16,0 0 0,0 0 15,-1 2-15,0 0 0,0 0 0,1-2 0,-1 0 0,0 0 16,1 0-16,0-4 0,0 1 0,0 0 0,2-3 15,-2 1-15,0-1 0,0 6 0,3-9 0,0 2 0,0-1 16,3-2-16,-3 1 0,1-1 0,1-2 16,0 1-16,-1 0 0,-4 11 0,5-9 0,0-1 0,0 0 15,3 3-15,-3 2 0,0-1 0,-5 6 16,6-1-16,0 0 0,0 0 0,0 6 0,0-2 16,0 1-16,-6-4 0,5 9 0,-1 0 15,1-1-15,-1 5 0,-1 1 16,0-3-16,-3-11 0,3 13 0,-1-1 0,-1 0 15,1-3-15,-1-1 0,-1 2 16,1-6-16,-1 1 0,0 0 0,0-5 0,1 1 0,-1 1 0,0-1 0,-1-2 0,1-1 0,0 1 0,0 1 0,2-6 16,-1 1-16,1 0 0,1-3 0,0 0 0,-1 1 15,-2 7-15,4-11 0,-2 1 0,0-1 0,3-1 0,-2 1 0,2 0 16,-5 11-16,4-11 0,1-1 16,-1 0-16,3 3 0,-2 0 0,1 0 0,-1 3 0,-1 1 0,2 0 15,-6 5-15,3 0 0,1-2 0,0 2 0,0 5 0,2-2 16,-2 1-16,1 5 0,0-3 0,-1 2 15,-4-8-15,8 10 0,-3-1 0,0 1 0,-1 1 16,0-1-16,0 1 0,-4-11 0,2 9 16,-1 0-16,1-1 0,-2-3 0,0-1 0,0 0 0,2-5 0,-1 1 15,0 0-15</inkml:trace>
  <inkml:trace contextRef="#ctx0" brushRef="#br0" timeOffset="195480.137">22048 10328 0,'0'0'0,"0"0"0,0 0 0,4 49 16,10-2-1,1-11-15,2-13 16,-17-23-16,0 0 16,0 0-16,7 5 0,0 0 0,0-1 0,-7-4 0,9 2 0,-1-2 0,0 2 15,0-4-15,0 0 0,0 0 0,0-1 16,0-1-16,0 0 0,-8 4 0,6-8 15,-1 2-15,1 0 0,-2-2 0,-1-2 0,0 2 0,-3 8 0,1-9 0,-1-1 0,0 1 16,-3-1-16,1 1 0,1 2 16,1 7-16,-5-8 0,1 2 0,-2 1 0,-2 1 0,1 1 15,-2-1-15,9 4 0,-9-2 0,0 2 16,0 0-16,-2 0 0,1 0 0,1 0 0,-1 0 0,1 0 0,0 0 16,9 0-16,-8-3 0,2 0 0,0 1 0</inkml:trace>
  <inkml:trace contextRef="#ctx0" brushRef="#br0" timeOffset="195765.739">22287 10328 0,'0'0'0,"0"0"0,26 39 16,-2-3-1,-3-9-15,-3-9 16,-9-9-16,0-4 15,-9-5-15,0 0 0,0 0 16,0 0-16,1 1 0,1 0 0,-1-1 0,2-1 0,-1 1 0,1-1 16,2-2-16,-1 1 0,0-1 0,-4 3 0,5-6 0,-1 0 0,1 1 15,1-3-15,-2 0 0,1-1 0,-5 9 16,5-12-16,1-1 0,-1 2 0,1-3 0,-1 1 0,1-1 16,0 2-16,0 1 0,0 0 0,-6 11 0,6-9 15,-2 0-15,1 0 0,-2 3 0,0 0 16,0 1-16</inkml:trace>
  <inkml:trace contextRef="#ctx0" brushRef="#br0" timeOffset="196052.995">22688 10387 0,'0'0'15,"0"0"-15,0 0 0,29-31 16,-10 3-16,-13 7 15,-12 15-15,-12 3 16,18 3-16,0 0 16,0 0-16,-6 17 0,0-3 0,1 1 0,2-7 15,1 2-15,0-2 0,-11-10 0,2 2 0,0-1 16,11 1-16,-11 3 0,0 0 0,0 0 0,2 6 0,1-3 0,0 3 16,1-1-16,2 1 0,1-1 0,2 1 0,-1 0 0,1 0 15,2-9-15,3 8 0,-1-1 16,1 1-16,4-2 0,1 0 0,0 0 0,7-6 15,-2 1 1,0-1-16,-3 0 0,0-1 0,0 1 16,-5 0-16,0 0 0,-1-1 0</inkml:trace>
  <inkml:trace contextRef="#ctx0" brushRef="#br0" timeOffset="196483.892">23096 9920 0,'0'0'0,"0"0"0,33 45 0,2 9 16,-16 4-16,-13 5 15,-10 2-15,0-8 16,4-57-16,0 0 0,0 0 0,-4 15 16,2 1-16,-1 0 0,-1-3 0,2 0 15,0 0-15,2-13 0,-2 10 0,1 0 0,0 0 16,0-3-16,1-3 0,0 2 0,1-4 0,-1 1 0,0-2 0,0-2 0,0 1 15,0-2-15,0 2 0,2-3 0,-1-1 16,1 1-16,4-3 0,0 0 0,-1 0 0,3-2 0,0 0 16,-2 0-16,-6 8 0,9-6 15,0 0-15,-1 0 0,3 1 0,0 2 0,-2-2 0,3 5 0,-2 0 16,1 0-16,-11 0 0,9 5 16,-1-2-16,0 2 0,0 4 0,-1 0 0,1 1 15,-2 2-15,-2 1 0,1-1 0,-2-4 0,-1 0 0,0 0 16,-4 4-16,0 1 0,-1-1 0,-5 1 0,2-1 15,0 0-15,6-12 0,-7 8 0,1 3 0,0-3 16,-2-2-16,1-1 0,-1 1 0,-4-2 16,2-2-16,0 2 0,10-4 0,-11-1 0,0 1 15,1 0-15,-3-7 0,2 1 0,0-2 0,1-2 0,1-1 16,-1 0-16,10 11 0,-8-15 0,1 2 0,-1-1 0,4 5 0,1-1 16,0 1-16,1 5 0,0-1 0,1-1 0</inkml:trace>
  <inkml:trace contextRef="#ctx0" brushRef="#br0" timeOffset="196851.717">23438 10207 0,'0'0'0,"0"0"0,0 0 16,0 0-16,0 0 0,46 3 15,-8 14-15,-13 9 16,-12 4-1,-13-30-15,0 0 0,0 0 0,4 10 0,-2 1 0,1-1 0,-4 1 16,1-2-16,0 2 0,0-11 0,-3 7 16,2 2-16,-1-2 0,-2 1 0,1-2 0,0 0 0,-2 0 15,2-2-15,-1 1 0,-1-2 0,1 0 16,1 0-16,-1-2 0,2 0 0,-1 0 0,3-1 0,-2 0 0,1 0 16,-1 0-16,0-1 0,1-1 0,0 0 0,-1-3 15,1 0-15,1-1 0,0 6 0,-2-12 16,1 1-16,1 0 0,1-3 0,0-1 0,0 0 0,3 0 0,-1 0 15,0-1-15,7 1 0,-3-1 0,1 2 16,-8 14-16,9-13 0,-1 3 0,1-2 0,1 6 0,0 0 0,0 1 16,-2 2-1,0-1-15,-1 2 0,1 3 0,1 0 0,-1-1 16,-1 3-16,-2-2 0,1 0 0,-2 0 0,-2 0 16,0-1-16</inkml:trace>
  <inkml:trace contextRef="#ctx0" brushRef="#br0" timeOffset="197460.231">23924 10220 0,'0'0'0,"0"0"0,0 0 0,0 0 0,0 0 0,0 0 15,0 0 1,0 0-16,0 0 0,0 0 16,0 0-16,-20 6 0,1 0 0,-1-1 0,3 2 0,0-1 0,1 0 15,5 2-15,0-1 0,1-1 16,2 3-16,0-2 0,0 1 0,4 0 15,-1-2-15,2 1 0,3-7 0,0 6 16,0 1-16,0-1 0,1-1 0,1-2 16,0 2-16,4-4 0,-1 2 0,0-3 0,4-2 0,-1 0 15,-1 0-15,4-1 0,-2 0 0,1-1 16,-10 4-16,10-7 0,1 3 0,0-2 0,-1-2 0,0 1 0,-1 1 0,-1-5 16,0 1-16,-1 1 0,-7 9 0,9-9 0,-3 0 15,0 3-15,0-2 0,1 2 0,-1 1 0,-1 0 16,-1 2-16,1 0 0,-2 1 0,-2 1 0,1 0 0,-2 1 15,-2 4-15,1-3 0,-1 3 0,-2 2 0,2 0 16,0-1-16,0 3 0,1-1 0,0 1 0,0 1 16,1 0-16,0-1 0,2 2 0,-1-1 0,1 0 0,2-2 15,-1 1-15,0-1 0,1-2 0,-1-1 0,0 1 16,-3-5-16,6 3 0,1-2 0,-1 1 0,4-4 0,-1 1 16,-1 1-16,0-6 0,1 3 0,-1-2 0,4-2 15,-2 1-15,1 1 0,-11 5 16,9-9-16,1 2 0,1-2 15,-3-2-15,1-2 0,-1 3 0,-1-4 0,0 1 0,-1 0 0,-2 4 16,-1 2-16,0-2 0,-4 3 0,1-3 0,-1 2 0,-2 2 0,1 2 0,-1-3 0,0 4 16,2 0-16,-1 1 0,1 2 15,-1 0-15,2 0 0,0-1 0,-4 5 0,1-1 0,0 1 0,-2 2 16,2 0-16,0 0 0,-3 1 16,2-2-16,-1 1 0,1 4 0,1-2 0,-1 1 0,4-10 0,2 10 15,-2 1-15,0-1 0,3-1 0,-1-1 0,0 1 0,5-3 0,-1 1 16,1-2-16,-7-5 15,11 3-15,-1 0 0,0 0 0,4-6 0,-3 2 0,1-1 0,0-4 16,-1 0-16,0 1 0,2-4 0,-1 2 16,1-1-16,-13 8 0,13-15 0,2 1 0,-1 0 15,-6 4-15,0-1 0,0 0 0</inkml:trace>
  <inkml:trace contextRef="#ctx0" brushRef="#br0" timeOffset="197645.387">24361 9872 0,'0'0'0,"0"0"0,0 0 0,0 0 0,19 39 15,-7-16 1,0 32-16,-5-25 16,-7 39-1,0-69-15,0 0 0,0 0 0,0 13 0,0 0 16,0 0-16,1 6 0,0 0 0,-1-1 16,0-18-16,1 10 0,0-1 0,0 2 0,-1-11 0,0 4 0,0-1 15,0 2-15,0-4 0,0-1 16,0 1-16,0 1 0,0 0 0,0-1 0,0-1 0,0 0 0,0 0 15</inkml:trace>
  <inkml:trace contextRef="#ctx0" brushRef="#br0" timeOffset="197890.365">24522 10090 0,'0'0'0,"0"0"0,0 0 0,0 0 16,-52 8-16,9 2 0,21-3 15,9-1 1,13-6-16,0 0 0,0 0 16,-3 1-16,0 0 0,1 0 0,0-1 0,1 0 15,0 0-15,6 9 0,-2 0 0,0 0 0,1 0 0,2 0 0,-2 0 16,4 0-16,-1 0 0,1-3 0,3 0 16,-1-1-16,0-1 0,2-3 0,-1-1 0,1 2 15,3-4-15,-2 1 0,0 0 16,1-4-16,-1 1 0,-1-1 0</inkml:trace>
  <inkml:trace contextRef="#ctx0" brushRef="#br0" timeOffset="198210.223">24701 10094 0,'0'0'0,"0"0"0,0 0 0,0 0 15,0 0 1,19-45-16,-5 15 15,-11 14-15,-3 16 0,0 0 16,0 0-16,-2-2 0,1-1 16,1 0-16,-4 4 0,0-1 0,0 0 0,-2 5 0,1-4 15,1 3-15,-3 2 0,0 1 0,1-1 16,0 0-16,2 3 0,-2-2 0,2 3 0,0-2 16,0 1-16,2 1 0,0 0 0,0-1 0,2 1 0,0 1 15,0 1-15,3-3 0,-3 0 0,1 1 16,4-1-16,1-1 0,-1 1 0,-5-9 0,7 6 0,-1-1 15,-1 1-15,4-5 0,-2-1 0,1 2 0,4-4 0,-1 1 0,1-2 0,-1-2 16,-1 2-16,0-3 0,1-1 0,0 1 16,-1-2-16,-10 8 0,0 0 0,0 0 0,8-6 0,-1 1 15,0 0-15,-7 5 0,0 0 0,0 0 16</inkml:trace>
  <inkml:trace contextRef="#ctx0" brushRef="#br0" timeOffset="198383.783">24946 9848 0,'0'0'0,"0"0"0,0 0 0,15 49 0,-5 2 16,-7-1-16,-6-5 16,-1-3-1,4-42-15,0 0 0,0 0 0,-3 13 16,1-1-16,-1 1 16,0-3-16,0 0 0,0 1 15,1-4-15,1 0 0,-1 0 0,2-7 0,0 3 0,0 0 0,0-1 16,2-3-16,-1 0 0,0 0 0</inkml:trace>
  <inkml:trace contextRef="#ctx0" brushRef="#br0" timeOffset="198720.107">24881 10089 0,'0'0'0,"0"0"0,0 0 0,0 0 0,46-40 16,-5 8-16,-8 6 15,-7 6-15,-4 2 16,-22 18-16,0 0 15,0 0-15,8-5 16,-1 0-16,0-1 0,-1 4 0,-1-2 0,1 1 0,0 1 16,-3 1-16,1-1 0,0 2 0,-2 0 0,0 0 0,-3-2 0,1 2 0,0 0 0,-2 2 15,1-2-15,0 0 0,0 3 0,-1-2 16,1 1-16,1-2 0,-2 4 0,2 0 0,0-1 0,1 4 16,-1-1-16,0-1 0,2 0 0,-1 3 0,0-3 15,-1-5-15,0 0 0,0 0 0,5 12 0,-1 1 16,2-2-16,-1 2 0,-1-3 0,-1 2 0,1-1 0,-2 1 0,1-1 15,-2-2-15,0-1 0,0 1 0,-4-2 16,0 0-16,0-1 0,-1-1 0,-1-1 0,1 0 16,-3-3-16,1 0 0,0-1 0,-1-3 0,0 0 0,1-1 15,-1-4-15,0 3 0,1-2 16,2-2-16,0-3 0,0 3 0,1-4 0,1 1 0,1-1 16</inkml:trace>
  <inkml:trace contextRef="#ctx0" brushRef="#br0" timeOffset="198930.027">25170 9725 0,'0'0'0,"0"0"0,42 78 0,-5 4 16,-9-2-16,-10-3 0,-12 2 15,-25-1-15,19-78 0,0 0 0,0 0 16,-11 22-16,1 1 0,-1 0 15,11-23-15,-16 18 0,-1 1 0,-1-2 0,-6-3 16,2-1-16,-1 0 0,-3-5 0,0 0 0,0 0 16</inkml:trace>
  <inkml:trace contextRef="#ctx0" brushRef="#br0" timeOffset="202090.452">14711 12128 0,'0'0'0,"0"0"0,0 0 16,0 0 0,0 0-16,0 0 15,0 0-15,0 0 16,0 0-16,0 0 0,0 0 16,0 0-16,0 0 0,0 0 0,0 0 0,14 3 0,-1 0 0,0 0 15,-13-3-15,8 2 0,1-1 0,-2 1 0,13-1 16,-1 0-16,-1 1 0,-18-2 0,22-1 0,0 0 0,-1 0 15,-21 1-15,12 0 0,-2-1 0,1 1 16,-11 0-16,26-3 0,-1 1 0,-1-1 0,-24 3 0,14-2 16,0 1-16,0 1 0,-14 0 0,21-1 15,-1-1-15,0 0 0,-20 2 0,12 0 0,-2-1 0,0 1 16,2 0-16,1 0 16,-1 0-16,-12 0 0,7-2 0,-1 2 0,0 0 0,-6 0 0,2-1 0,0 1 15,1 0-15,-3 0 0,1 0 0,1 0 0,-2 0 0,0 0 0,0 0 16,0 0-16,0 0 0,0 0 15,0 0-15,0 0 0,0 0 0,0 0 0,0 0 0,0 0 0,0 0 16,0 0-16,0 0 0,0 0 0,0 0 16,0 0-16,0 0 0,0 0 0,0 0 0,0 0 15,4 6-15,-2-1 0,1 1 0,-1-3 16,-1 0-16,1 0 0,-2-3 0,3 11 0,-2 0 0,1 0 0,-2-11 16,1 6-16,-1-1 0,2 1 0,-2-6 0,2 17 0,0 1 15,-1-3-15,1-4 0,-1-2 0,0-1 16,-1-8-16,3 23 0,0-2 0,0 0 0,-3-21 15,2 12-15,0 0 0,0-1 0,-2-11 16,4 25-16,-1-1 0,0 0 0,-3-24 0,3 13 16,-2 0-16,1 0 0,-2-13 0,2 23 15,0-1-15,1 1 0,-3-23 0,2 12 0,-1 0 0,0 0 0,-3 9 0,2 0 0,0 0 16,0-21-16,0 12 16,-1-1-16,0 0 0</inkml:trace>
  <inkml:trace contextRef="#ctx0" brushRef="#br0" timeOffset="202431.284">15600 12018 0,'0'0'0,"0"0"0,0 0 0,12 51 16,-2 5-1,-5 5 1,0-2-16,-5-59 0,0 0 0,0 0 0,0 0 16,2 19-16,-1 1 0,1-2 0,1 2 0,-2-1 0,1 0 0,-2-19 15,3 20-15,-1-1 0,0 1 0,3-2 16,-2 0-16,0 0 0,-3-18 0,2 17 0,-1-1 15,0 1-15,-1-3 0,0 0 0,0 0 0,0-14 16,-2 7-16,2 0 0,0 1 0,1-11 0,0 3 16,-1-1-16</inkml:trace>
  <inkml:trace contextRef="#ctx0" brushRef="#br0" timeOffset="202765.322">15566 12059 0,'0'0'0,"0"0"16,21-36-16,2 5 15,5 9-15,8 11 16,1 9 0,1 7-16,-38-5 0,0 0 0,0 0 15,0 0-15,14 5 0,-3 0 0,1 1 0,-1 2 0,0-1 16,-1-1-16,-10-6 0,9 11 0,0-2 0,0 1 15,-3 1-15,1-1 0,-1 0 0,-6-10 0,4 11 16,-1 1-16,0-2 0,-5 0 0,2 0 0,0 0 0,0-10 16,-4 9-16,1-1 0,0 1 0,-5-2 0,-1 0 0,2-1 15,7-6-15,-11 8 0,2-1 0,-1 0 16,-4-1-16,2 0 0,0-2 0,12-4 0,-15 6 0,2-3 16,-1 1-16,1-2 0,0 0 0,0-1 0,13-1 15,-9-1-15,0 1 0,-1 0 0,4-2 0,1-1 0,1 0 16</inkml:trace>
  <inkml:trace contextRef="#ctx0" brushRef="#br0" timeOffset="203410.274">16245 12014 0,'0'0'0,"0"0"0,0 0 15,0 0-15,0 0 16,0 0-16,21 50 16,-21-50-16,0 0 15,0 0-15,7 17 0,-2-1 0,0-1 0,-1-1 0,-1 1 16,1-1-16,-4-14 0,4 13 0,-1 1 16,0-1-16,1-1 0,0 0 0,0 1 0,-4-13 15,6 13-15,-1-1 0,0 1 0,-1 1 0,0-2 0,-1 0 16,0 2-16,0-2 0,0 0 0,-3-12 0,5 10 15,-1 2-15,0-2 0,-1 0 0,0-1 0,0 0 16,-3-9-16,2 6 0,1 0 0,-1 1 0,1-4 0,-2 1 16,-1-1-16,0-3 0,1 2 0,-1 0 0,0-1 15,1 0-15,-1 0 0,0 0 0,0-1 0,0 0 16,0 0-16,0 0 0,0 1 0,0-1 0,0 0 0,0 0 16,1-1-16,-1 0 0,0 0 0,1-2 0,1-1 15,-1 1-15,1-3 0,0 0 0,-1-1 0,-1 7 16,3-8-16,0-2 0,1 1 0,1-3 0,-2-1 0,0 3 15,-3 10-15,6-14 0,0 1 16,0 1-16,2-2 0,-1 1 0,0 0 0,-7 13 0,8-15 16,1 1-16,0-1 15,0 2-15,1-1 0,-1-1 0,-9 15 0,8-12 0,-1 0 0,0 0 0,0 2 0,0-1 16,0 1-16,-7 10 0,7-11 0,-2 1 16,1 0-16,0 1 0,-2 1 0,1-1 0,-5 9 0,5-8 0,-1-1 15,0 1-15,0 1 0,0 1 0,0-1 0,-4 7 0,4-5 16,-1 0-16,0 0 0,1 0 15,-2 2-15,0-1 0,1 1 0,-3 1 0,1-1 0</inkml:trace>
  <inkml:trace contextRef="#ctx0" brushRef="#br0" timeOffset="204300.238">17020 11967 0,'0'0'0,"0"0"0,-19 43 0,-1 6 16,3-4-16,2-2 16,2-2-16,13-41 15,0 0-15,0 0 0,0 0 0,-5 15 16,2-2-16,0 1 0,2-2 0,1 0 0,0 0 0,0-12 0,2 12 15,0-1-15,1-1 0,3 1 0,0-2 16,-1 0-16,-5-9 0,8 7 0,0 1 16,0-1-16,2-2 0,1-1 0,-1 2 0,-10-6 0,12 2 0,0-1 0,0 1 15,3-4-15,-3 0 0,2 1 0,-14 1 0,14-9 16,1 3-16,0-1 0,0-4 0,1-1 0,0 2 0,-16 10 16,15-15-16,0 1 0,0-1 0,-4-3 0,0 2 0,0-1 15,-11 17-15,7-19 0,1 2 0,0 0 0,-3-1 16,0 2-16,0-2 0,-5 18 0,-2-15 15,2-1-15,-2 1 0,-3 1 0,0-1 0,1 0 0,4 15 16,-12-12-16,2 0 0,0 0 0,-5 3 0,2 0 0,0 0 16,13 9-16,-15-6 0,1 0 0,0-1 15,14 7-15,-15-5 0,0 0 0,0-1 0,1 2 0,2 2 0,-1 0 16,13 2-16,-10-1 0,0 0 16,1 1-16,2 2 0,1-1 0,1 0 0,2 4 15,2-2-15,-1 1 16,2-4-16,3 5 0,-1 2 0,-1-1 0,9 5 15,-3-2-15,1 0 0,-8-9 0,13 12 0,-1 0 0,0-1 0,1 0 0,1-1 0,1 0 0,-15-10 0,15 14 0,-1-1 16,0 0-16,0 1 16,0-2-16,-1 3 0,-13-15 0,13 17 0,-2-1 0,1 1 0,-2 2 15,-1-1-15,-1 1 0,-8-19 0,7 20 16,-1-2-16,-1 1 0,-1 0 0,0-1 0,0 0 0,-4-18 0,5 17 16,-1 0-16,1 1 0,-1-1 0,-1-1 15,0 0-15,-3-16 0,3 14 0,0-1 0,-1 1 16,1-2-16,-2-1 0,1 0 0,-2-11 0,1 8 0,1 1 0,-1-2 15,2-4-15,-1-1 0,0 0 0,3-6 16,-1 0-16,0-1 0</inkml:trace>
  <inkml:trace contextRef="#ctx0" brushRef="#br0" timeOffset="204720.227">17560 11951 0,'0'0'0,"0"0"0,0 0 15,0 0 1,0 0-16,31 48 16,-13-16-16,-18-32 0,0 0 15,0 0-15,0 0 0,8 19 0,-1-2 16,0 1-16,-7-18 0,5 9 0,-2 1 0,0-1 0,-3-9 0,6 18 15,-1 0-15,1-1 0,-6-17 16,4 10-16,-1-1 0,0 1 0,-3-10 16,6 14-16,2 1 0,-1-2 0,-7-13 0,4 8 15,0-1-15,0 1 0,-4-8 0,2 2 0,-1 2 0,1-2 0,-1-1 0,-1 0 0,0-1 16,0 0-16,7-1 0,-2 0 0,1-1 16,-6 2-16,5 0 0,-2-1 0,0 0 0,4-13 0,0 0 15,0-1-15,-7 15 0,4-8 0,-1-1 0,0 1 0,-3 8 16,7-20-16,-2 1 0,1-1 0,-3 9 0,1 1 15,-1-2-15,-3 12 0,4-16 0,0-2 0,-1 1 16,-3 17-16,3-8 0,-1-1 0,-1 0 16,-1 9-16,4-16 0,-2 0 0,-1 1 0,1 5 0,-2 2 0,1 0 15,-1 8-15,2-15 0,-1 0 0,0 2 16,-1 13-16,1-8 0,-1 0 0,0 1 0</inkml:trace>
  <inkml:trace contextRef="#ctx0" brushRef="#br0" timeOffset="204990.379">18101 11783 0,'0'0'16,"0"0"-16,0 0 0,0 0 0,14 52 15,0 4-15,-3-5 16,-8 2-16,-3-53 15,0 0-15,0 0 0,2 17 0,-1 0 0,1-1 0,0 1 16,-1-1-16,0 0 16,-1-16-16,1 16 0,1 0 0,-1 1 0,1 0 0,-1-1 0,0-1 15,-1-15-15,1 16 0,-1 1 16,0-3-16,-1-1 0,1-1 16,0 0-16,1-6 0,-1 2 0,0-2 0,0-2 0,0-2 0,0 0 0,0 0 0,0-1 0,0 1 15</inkml:trace>
  <inkml:trace contextRef="#ctx0" brushRef="#br0" timeOffset="205591.266">18051 11841 0,'0'0'0,"0"0"16,0 0-16,0 0 0,13-45 15,1 10-15,3 11 16,-2 5 0,-15 19-16,0 0 0,0 0 0,9-4 15,-3-1-15,1 1 0,-7 4 0,11-3 0,-2 0 16,2 1-16,0 2 0,0-1 0,0 1 0,3 3 0,-2 1 0,1-2 16,-13-2-16,12 6 0,0-1 0,-1 1 0,2 3 15,-3-3-15,2 2 0,-3 3 0,-1-2 0,1 0 16,-9-9-16,7 11 0,-1 0 0,1 0 0,-2 1 0,-1 0 15,0-1-15,-4-11 0,4 12 0,-1 1 16,0-2-16,0 0 0,-3 0 0,1 1 0,-1-12 0,-2 10 16,0 1-16,-1-2 0,-3 1 0,3 0 15,-1-1-15,-4 1 0,0-3 0,1 0 0,7-7 16,-10 7-16,-1-1 0,2-2 0,9-4 16,-12 5-16,2-1 0,-1-1 0,-1 2 0,0-2 0,1 2 15,11-5-15,-12 3 0,2-2 0,-2 2 0,3-1 16,1-1-16,-1 0 0,9-1 0,-6 2 0,1-2 15,-1 1-15,2-1 0,1 0 0,0 0 0,3 0 0,-2 0 0,1 0 0,0 0 0,0 0 16,1 0-16,0 0 0,-1 0 16,1 0-16,0 0 0,0 0 0,2 2 15,-2 0-15,1-1 0,3 3 0,-1 0 0,0-2 0,-3-2 16,7 5-16,-2 0 0,0-1 0,2 2 0,0 0 16,0-1-16,-7-5 0,9 7 0,-1 0 0,0 0 15,1 1-15,1 0 0,-1 1 0,-9-9 0,10 9 16,-2-1-16,1 0 0,1 1 0,-1 0 0,1 0 0,-10-9 15,9 10-15,-1-1 0,1 1 0,-1-1 16,1 1-16,0-1 0,-9-9 0,7 10 0,1 0 16,-2 0-16,1 1 0,-1 0 0,1-1 0,-7-10 15,5 11-15,0-2 0,-1 1 0,0-1 0,0-3 16,-1 2-16,0-5 0,-2 1 0,1-2 0</inkml:trace>
  <inkml:trace contextRef="#ctx0" brushRef="#br0" timeOffset="206280.167">18695 11542 0,'0'0'0,"0"0"0,47 52 0,3 14 16,3 15 0,0 12-16,-11 0 15,-42-93-15,0 0 0,0 0 16,12 30-16,-2 2 0,0-1 0,-10-31 0,5 31 0,-1 1 0,1-1 16,-5-31-16,0 32 0,0-1 0,0 1 0,-7 2 0,2-1 15,-1 1-15,-12 1 0,2 0 0,-1 1 16,17-36-16,-27 31 0,0 1 0,1-1 0,-6-6 15,0-1-15,1 1 0,-7-9 0,0 1 0,1-2 16</inkml:trace>
  <inkml:trace contextRef="#ctx0" brushRef="#br0" timeOffset="206900.238">15122 11549 0,'0'0'0,"0"0"0,0 0 15,-42-10 1,18 5-16,-21 20 16,-3 24-16,48-39 15,0 0-15,0 0 0,0 0 0,-16 18 0,1 0 16,-1 1-16,-1 4 0,0-1 0,0-1 0,17-21 0,-19 28 0,1-3 15,0 2-15,3 1 0,0 0 0,-1 0 16,16-28-16,-13 30 0,1 0 16,1-1-16,3 1 0,0 0 0,1-1 15,7-29-15,-6 32 0,0-3 0,1 2 0,5-31 0,-1 31 0,1 1 0,-1 0 16,1-32-16,4 32 0,-1 0 0,0-2 16,6 4-16,-2-2 0,0 0 0,8 1 0,-1 0 0,0 1 0,-14-34 15,17 27-15,0 3 0,0-2 0,5-2 0,0-2 0,0 1 0,2-6 16,-2 0-1,1 0-15</inkml:trace>
  <inkml:trace contextRef="#ctx0" brushRef="#br0" timeOffset="207726.138">19723 11876 0,'0'0'0,"0"0"0,0 0 0,0 0 15,0 0 1,0 0-16,0 0 16,0 0-1,0 0-15,0 0 0,0 0 0,-5 17 0,1 0 0,0 1 0,0-7 16,2 1-16,0-2 0,2-10 16,-6 21-16,1 0 0,1-1 15,4-20-15,-5 12 0,2-1 0,0 0 0,-2 10 16,1 1-16,-2-2 0,6-20 0,-3 12 0,1 0 15,0-1-15,2-11 0,-6 21 0,1-2 0,0 1 0,2-9 0,1 0 0,0-1 0,2-10 0,-6 10 16,2 0-16,-1 1 0,5-11 16,-3 4-16,1 1 0,0 0 0,2-5 0,-1 3 0,0-2 0,1 2 15,-4-16-15,0 2 0,0-2 0,4 13 16,-3-8-16,1 1 0,1 0 0,1 7 0,3-14 0,0 0 16,-1 0-16</inkml:trace>
  <inkml:trace contextRef="#ctx0" brushRef="#br0" timeOffset="208000.248">19684 11981 0,'0'0'0,"0"0"0,0 0 0,0 0 0,0 0 0,0 0 16,66-51-1,-16 21 1,-50 30-16,0 0 0,0 0 16,11-3-16,0-1 0,0 2 0,-11 2 0,8 0 0,-1 2 15,0 0-15,-1 3 0,-1-2 0,1 0 0,-6-3 16,5 8-16,0-2 0,-1 0 0,1 5 0,-1-1 0,0 0 15,1 3-15,-1-2 0,1 1 0,-5-12 0,6 15 16,-2-2-16,1 0 0,-1 1 0,0 0 0,0 0 0,-4-14 16,6 16-16,0-2 0,-1 0 0,0 0 0,1 0 15,-1 0-15,-5-14 0,5 12 0,-1 1 0,2 0 0,0 0 16,-2-2-16,1 2 0,-5-13 0,6 11 0,-1-2 16,-1 3-16,2-3 0,-2-2 0,1 2 0,1-5 0,0-1 15,-1 0-15,-1-2 0,-1 2 0,0-3 0</inkml:trace>
  <inkml:trace contextRef="#ctx0" brushRef="#br0" timeOffset="208690.379">20510 11732 0,'0'0'0,"0"0"0,0 0 0,0 0 0,55 3 15,-11-4-15,-2-1 16,-2-3-16,-40 5 0,0 0 15,0 0-15,12-1 0,-1-1 0,-1 1 0,3-2 0,-3 1 0,2-1 16,-12 3-16,11-3 0,1-1 16,-1 1-16,0 1 0,-2 0 0,1 0 0,-2-1 15,-2 2-15,2-1 0,-3 0 0,-1 1 0,0 0 16,-4 1-16,3 0 0,-2-1 0,1 1 0,-1-1 16,0 1-16,0 0 0,-1 0 0,0 0 0,0 0 0,0 0 0,1 0 0,-1 0 15,0 0-15,0 0 0,0 0 0,0 0 16,2 2-16,-2-1 0,0 1 0,-2 3 0,2 1 15,0-1-15,0-5 0,-1 9 0,1 0 0,-1 1 16,-1 1-16,1 0 0,0 0 0,0 3 16,1 0-16,0-1 0,-1 3 0,1-1 0,0 0 0,1 1 15,-1-1-15,1 1 0,-1-16 0,2 15 0,0 0 0,-1 1 0,1 1 16,-1 1-16,1-1 0,0 0 16,0 0-16,-1-1 0,-1-16 0,2 18 0,-2-2 0,0 0 15,2-1-15,0-2 0,0 1 0,1-2 0,-2 1 0,1 0 0,-2-13 16,-1 10-16,1 0 0,0 1 15,-2-4-15,2 1 0,-2-1 0,1-4 0,-1-2 16,1 1-16,1-7 0,1 0 0,0-1 0,1 1 16,0 1-16,-2-2 0</inkml:trace>
  <inkml:trace contextRef="#ctx0" brushRef="#br0" timeOffset="209336.318">21179 11681 0,'0'0'0,"0"0"0,0 0 0,0 0 16,0 0 0,-22 37-16,-1 6 0,5-1 15,18-42-15,0 0 0,0 0 0,-5 14 16,1 0-16,1 0 0,-1 1 15,1-1-15,-1-1 0,0 1 0,1 0 0,0-1 0,3-13 16,-3 13-16,2 0 0,-1 1 0,4 0 0,-2 0 16,0 1-16,5-3 0,0 0 0,-1 0 0,4 0 0,-1-1 15,0 0-15,-7-11 0,10 8 0,-2 0 16,1-1-16,1-1 0,1 0 0,0-2 0,2-2 0,0 1 0,1-2 16,-1-2-16,0 1 0,0 0 0,-13 0 0,16-7 0,-1 1 15,-1 1-15,2-7 0,-1 0 0,0 1 16,0-4-16,0 2 0,0-2 0,-15 15 15,12-17-15,0 0 0,1 0 16,-5 0-16,1 1 0,0-1 0,-6 1 0,1-1 0,0 1 16,-4 16-16,-2-14 0,2 0 0,-1 0 0,-5 2 0,0-1 0,-1 0 15,-5 1-15,1 0 0,0 1 0,-4 2 0,0-1 16,0 1-16,15 9 0,-16-7 0,1 0 16,-1 0-16,1 3 0,2 1 0,-2-1 0,3 1 0,-2 0 0,1 0 15,13 3-15,-11-1 0,1 1 0,-2 0 0,6 1 0,0 0 0,0 0 16,3 1-16,0-2 0,1 3 15,2-3-15,1 3 0,-1 0 0,0 1 0,5 3 0,-1 0 0,0-1 16,5 1-16,-3 0 0,1 0 16,-7-7-16,9 8 0,-1 0 0,1 0 0,3 2 0,0 0 0,-1 0 15,2 5-15,-1-2 0,1 1 0,-4 1 16,1 0-16,-1 1 0,-9-16 0,9 17 0,-1-1 0,0-1 16,-2 4-16,0-3 0,0 0 0,-1 2 0,0-1 15,1-1-15,-6-16 0,5 17 0,-2 0 16,0-1-16,0-1 0,-2 0 0,1-2 0,0 2 0,-1-2 15,1 2-15,-2-15 0,5 14 16,-2 0-16,0 1 0,1-2 0,-1-2 0,0 1 0,1-6 16,0 0-16,0 1 0,1-5 0,0-2 0,1 1 0,-6-1 15,7-4-15,0-1 0,0 2 0,2-7 0,-2 0 0,1 0 0</inkml:trace>
  <inkml:trace contextRef="#ctx0" brushRef="#br0" timeOffset="209770.517">21715 11763 0,'0'0'0,"0"0"16,0 0-16,0 0 0,0 0 16,0 0-16,13 44 15,-6-16 1,-7-28-16,0 0 0,0 0 0,2 5 15,-2-2-15,1 0 0,1-1 0,-2-2 0,0 1 16,0 0-16,3 17 0,0 1 0,0-1 0,-3-18 16,3 11-16,-2 0 0,1-1 0,1 7 0,1-1 0,1 0 0,-5-16 15,2 9-15,-1 0 0,1-1 0,-1-4 0,-1-1 16,1 1-16,0-4 0,-1 1 0,0 1 16,0-2-16,0 0 0,0 0 0,0 1 0,1-1 0,-1 0 15,0 0-15,0 0 0,0 0 0,0 0 0,4-1 0,0 1 16,0 0-16,-4 0 0,4-2 0,-2 2 0,1 0 15,3-13-15,1-1 0,1 1 0,-8 13 0,4-9 0,0 2 16,0 0-16,6-11 0,-1 1 0,1 0 0,-10 17 16,6-9-16,-2 0 0,1-1 0,7-7 0,-2 1 15,0-1-15,-10 17 0,5-9 16,1 1-16,-1 0 0,-5 8 0,7-14 0,0 1 16,0 0-16,-3 6 0,-1-1 0,0 2 0,-3 6 0,5-8 0,-1-2 15,1 1-15,-5 9 0,3-4 0,-1 0 0,1-1 0,-1-5 16,-1-1-16,0 0 0,0 4 0,-1 1 0,0 0 0,0 6 15,0-2-15,0-1 0,0 1 0</inkml:trace>
  <inkml:trace contextRef="#ctx0" brushRef="#br0" timeOffset="210120.357">22212 11552 0,'0'0'0,"0"0"0,0 0 16,2 60-16,1-6 16,0-2-16,-4 2 15,-3-4-15,4-50 16,0 0-16,0 0 0,-1 17 0,1-1 0,0 1 0,0-17 0,1 16 15,0 1-15,0-1 0,-3 0 16,2-2-16,0 1 0,-1 0 0,1-1 16,-1-1-16,-1 0 0,1-2 0,-1 2 0,2-13 0,-3 10 15,1 0-15,1 0 0,-3-2 0,1-3 0,0 1 0,0-5 0,0-1 16,0 0-16,-2-5 0,3 0 16,0 0-16,2 5 0,-4-10 0,2 0 0,0 1 15</inkml:trace>
  <inkml:trace contextRef="#ctx0" brushRef="#br0" timeOffset="210430.176">22175 11535 0,'0'0'0,"0"0"0,0 0 0,0 0 0,39-25 15,-4 11 1,-10 12-16,-5 15 15,-20-13-15,0 0 0,0 0 16,8 6-16,-1 1 0,0-1 0,1 3 0,-2 0 0,0-1 0,-6-8 0,4 10 16,-1-2-16,0 1 0,0 1 15,-3 1-15,1-2 0,-1-9 0,-2 11 0,1 1 16,0-2 0,-4 1-16,1-1 0,1 2 0,-1-6 0,1 0 0,0 0 0,1-3 15,1 0-15,-1-1 0,-9 5 0,2 1 0,-1 0 0,-1 0 16,0 1-16,0 0 0,0-4 0,1-1 0,-2 1 0,12-5 15,-10 3-15,-1-2 0,0 1 0,1-2 0,1-1 0,0 1 16,0-3-16,2 0 0,-1 0 0,2-1 0,3 3 16,-1-1-16</inkml:trace>
  <inkml:trace contextRef="#ctx0" brushRef="#br0" timeOffset="213655.228">23150 11483 0,'0'0'0,"0"0"0,0 0 0,0 0 0,0 0 15,0 0-15,35 21 16,-15-9 0,-20-12-16,0 0 0,0 0 0,1 15 0,-1-1 15,0 1-15,-2-7 0,2-8 0,0 8 0,0 0 16,0-8-16,-6 22 0,0-1 0,1-1 0,1-7 0,1-2 16,0 1-16,3-12 0,-11 24 0,2 0 0,-1-2 0,10-22 0,-6 14 15,2-2-15,-1 1 0,-3 8 0,2 0 16,0-1-16,6-20 0,-4 11 0,0 0 0,1 0 15,1-7-15,1 0 0,-1 1 0</inkml:trace>
  <inkml:trace contextRef="#ctx0" brushRef="#br0" timeOffset="214260.241">23084 11372 0,'0'0'0,"0"0"0,0 0 16,33-32-16,-1 6 16,2 15-16,-1 9 0,6 7 15,-39-5-15,0 0 16,0 0-16,15 4 0,-3 0 0,2-1 0,-1 4 0,-1-1 16,0 1-16,0-1 0,-3 1 0,0 0 0,0 2 0,1 0 0,-1 1 15,-9-10-15,8 11 0,-2 0 0,0-1 16,0 2-16,-2 0 0,1 1 0,-4 1 0,1 1 0,0-2 15,-4 0-15,-1-1 0,2 1 0,-5-3 16,0 0-16,0 0 0,6-10 0,-11 8 16,3 1-16,-1-2 0,2-1 0,2-2 0,0 1 15,-9 0-15,-1-1 0,2 1 16,-5 0-16,1 0 0,2-2 0,-1 3 16,2-3-16,0 1 0,-1-2 0,0 1 0,1-1 0,2 1 0,1-2 0,-1 2 0,12-3 15,-9 2-15,1-1 0,0-1 0,3 2 0,0-1 0,1 0 0,0 1 0,2-2 16,-1 0-16,2 1 0,0 1 15,0 0-15,1-2 0,2 4 0,-1 1 0,1-1 0,2 2 0,0-1 16,0 1-16,2 1 0,0 1 16,1 0-16,-7-8 0,7 10 0,1 0 0,0-1 0,2 0 15,1 0-15,-1 0 0,2 3 0,-1-2 0,-1 1 16,-10-11-16,15 12 0,-2 0 0,0 0 0,0 0 0,-1-3 16,0 2-16,0-6 0,0 0 0,0 1 0,-3-3 0,-2-3 15,1 3 1</inkml:trace>
  <inkml:trace contextRef="#ctx0" brushRef="#br0" timeOffset="-212936.301">22565 11576 0,'0'0'0,"0"0"0,0 0 0,0 0 0,0 0 16,0 0-1,0 0-15,0 0 16,0 0-16,0 0 0,0 0 0,0 0 16,0 0-16,0 0 0,0 0 0,0 0 0,8 25 0,-1-2 15,0 2-15,-7-25 0,5 15 0,0-1 0,-1 1 16,2 5-16,-1-1 0,0 2 15,-5-21-15,5 11 0,-3-1 0,0 1 0,0 4 16,0-1-16,-1 0 0,-1-14 0,1 9 0,0-2 0,0 1 0,-1-8 0,0 3 16,0 0-16,0-1 0,1 0 0,-1-2 15,0 1-15,0-1 0,0 1 0,0-1 16,0 0-16,0 0 0,0 0 16,0 0-16,3 7 0,0 0 0,1 0 0,-4-7 15,3 6-15,-2-3 0,1 0 0,-1 0 0,-1-2 0,1 1 0,0-2 0,-1 0 0,0 0 0,0 0 0,3-10 16,-2 1-16,1-1 0,0 3 15,-1 2-15,0-2 0,-1 7 0,6-14 0,-1 1 0,-1 1 0,-1 3 16,0 3-16,-1-2 0,-2 8 0,7-18 16,-1 1-16,0 0 0,-1 7 0,-1-1 0,-1 2 0,-3 9 15,7-15-15,1 0 0,0 0 0,-8 15 16,4-9-16,0 2 0,0-1 0,-4 8 0,10-13 16,-3 1-16,1 0 0,-3 5 0,-1 0 0,1 1 0,-5 6 0,8-9 0,0-1 15,0 2-15,-8 8 0,4-6 0,0 0 16,1 2-16,-5 4 0,4-8 0,0-1 0,0 0 0,-1 4 15,-2 0 1,1 0-16,-2 4 0,1-1 0,0 1 0,0-1 0,-1 2 16,0-1-16</inkml:trace>
  <inkml:trace contextRef="#ctx0" brushRef="#br0" timeOffset="-212106.728">23498 10995 0,'0'0'0,"0"0"0,0 0 0,0 0 15,0 0-15,0 0 0,0 0 16,0 0-1,0 0-15,0 0 0,0 0 16,0 0-16,0 0 0,0 0 0,15 10 16,-1-1-16,-1 1 0,-13-10 0,10 5 0,-2-1 0,-1 1 0,7 11 15,-2 0-15,-1-1 0,-11-15 16,6 9-16,1 0 0,-1 0 0,3 11 0,0 3 0,0-2 0,-9-21 16,10 24-16,0-2 0,-1 1 0,-9-23 0,9 23 0,-1 0 0,0-2 15,0 5-15,-1-3 0,-1 1 0,-6-24 16,9 28-16,-1-1 0,-1 0 0,0 3 0,-2-2 0,1 2 0,-6-30 15,1 31-15,1 0 0,-1-1 16,-1-30-16,2 34 0,-2-1 0,0 1 0,-2 1 0,1-1 0,-1 1 16,-4-1-16,1 0 0,-1 0 15,-3-2-15,1-1 0,0 0 0,-2-1 0,0-2 0,0 0 0,-1 0 16,0-1-16,2 0 0,9-27 16,-15 25-16,1-1 0,1 0 0,-5 0 0,3-2 15,0 0-15,-5-1 0,1-2 0,-1 0 0,20-19 0,-20 16 0,0-1 16,0 1-16,9-9 0,2-1 15,-1 0-15</inkml:trace>
  <inkml:trace contextRef="#ctx0" brushRef="#br0" timeOffset="-211376.537">20693 11298 0,'0'0'0,"0"0"0,0 0 0,0 0 0,0 0 16,-23 35 0,8-14-16,-19 29 15,34-50-15,0 0 0,0 0 0,0 0 0,0 0 16,-8 8-16,1 2 0,1-1 0,-8 13 0,1-1 15,0-1-15,13-20 0,-15 24 0,1-1 0,-1 0 0,15-23 0,-13 24 16,-1 0-16,2 0 0,-1 1 0,2-2 16,-1 1-16,12-24 0,-9 27 0,-1-2 0,1 0 15,9-25-15,-5 27 0,0-2 0,0 1 0,3 2 16,1-3-16,0 2 0,1-27 0,2 27 0,0 0 16,-1 0-16,-1-27 0,6 27 0,-2 0 0,1-1 0,1-4 0,0 1 15,0 1-15,-6-24 0,9 21 0,0 0 16,0 0-16,-9-21 0,11 18 0,1 0 0,-1 1 0,3-1 0,-1-1 15,-1 1-15,-12-18 0,8 9 16,-2 0-16,0-1 0,-6-8 0,18 17 0,-2-2 0,1 1 0,-6-6 16,-2-3-16,0 1 15,-9-8-15,15 11 0,0 0 0,-1 0 0,-14-11 0,8 5 0,0 0 0,-1 0 16,8 0-16,-2-1 0,0-1 0,-13-3 16,7 3-16,0-1 0,0 0 0,-3-2 0,-2 0 0,0 1 15,-2-1-15,0 0 0,0 0 0</inkml:trace>
  <inkml:trace contextRef="#ctx0" brushRef="#br0" timeOffset="-207550.153">15093 13428 0,'0'0'0,"0"0"15,0 0-15,0 0 16,0 0-16,0 0 15,0 0-15,0 0 16,0 0-16,0 0 16,0 0-16,0 0 0,0 0 0,0 0 0,0 0 15</inkml:trace>
  <inkml:trace contextRef="#ctx0" brushRef="#br0" timeOffset="-207316.463">14899 13653 0,'0'0'0,"0"0"0,0 0 0,0 0 16,0 0-1,0 0-15,0 0 0</inkml:trace>
  <inkml:trace contextRef="#ctx0" brushRef="#br0" timeOffset="-207146.467">15278 13647 0,'0'0'0,"0"0"0,0 0 16,0 0-16,0 0 15,0 0 1,0 0-16,0 0 16,0 0-16</inkml:trace>
  <inkml:trace contextRef="#ctx0" brushRef="#br0" timeOffset="-206751.387">15821 13289 0,'0'0'0,"0"0"0,0 0 16,0 0-16,0 0 16,-42 0-1,-1 8 1,10 12-16,33-20 0,0 0 16,0 0-16,-9 9 0,-1 2 0,1-3 0,-1 5 15,3-1-15,-1 0 0,0 3 0,2-1 0,0-1 0,1 2 0,0 0 0,0 0 0,1 0 16,2-1-16,0 0 0,2-14 15,1 14-15,-1 1 0,1-1 0,3-1 0,0 0 0,-1 0 16,3 0-16,-1-1 0,-1 0 0,5-1 16,0 0-16,-1-1 0,-8-10 0,12 7 0,-2 1 0,2-1 15,1-4-15,1-1 0,0 0 0,3-7 16,-1 0-16,0-1 0,-1-3 0,0 0 16,1 1-16,-16 8 0,14-13 0,1 2 0,0-2 0,0-3 0,-1-1 0,-1 1 15</inkml:trace>
  <inkml:trace contextRef="#ctx0" brushRef="#br0" timeOffset="-206536.505">16065 13293 0,'0'0'0,"0"0"0,0 0 15,0 0-15,0 0 0,0 0 16,0 0 0,-1 56-1,1-56-15,0 0 0,0 0 0,0 20 0,0-1 16,0-1-16,0-18 0,-2 17 15,2-1-15,0-1 0,-1 0 0,1 0 0,0 0 0,0-2 0,-2 0 0,1 0 0,4 0 0,-3-2 16,0 2-16,0-2 0,1-2 0,0 0 16,-1-9-16,0 8 0,0-3 0,0 1 0,0-4 0,0 0 15,0-1-15,1-6 0,-1 1 0,1 0 16</inkml:trace>
  <inkml:trace contextRef="#ctx0" brushRef="#br0" timeOffset="-206286.729">16007 13219 0,'0'0'0,"0"0"0,0 0 0,0 0 0,39 24 16,-3 7 0,-6 2-16,-4 8 15,-26-41-15,0 0 0,0 0 0,8 14 16,0-1-16,-2 1 0,0 0 0,0-1 0,1 1 15,-7-14-15,7 13 0,0 1 0,0-1 0,0-1 16,-1-1-16,0 1 0,1-3 16,-1 1-16,0 0 0,-6-10 0,8 6 0,-2-2 0,0 0 0,0-5 0,0-1 15,-1 0-15,-2 0 16,0-1-16,0 0 0</inkml:trace>
  <inkml:trace contextRef="#ctx0" brushRef="#br0" timeOffset="-206036.857">16228 13093 0,'0'0'15,"0"0"-15,0 0 0,0 0 0,0 0 16,15 60-16,-5-1 16,-6-4-1,-4-55-15,0 0 0,0 0 0,2 19 16,-1-1-16,0 0 0,-1-18 0,1 18 0,-1-2 0,1 1 15,-2 1-15,1-3 0,0 3 16,0-4-16,0-1 0,0 2 0,0-15 16,2 10-16,-2 1 0,0-1 0,3-5 15,-1-1-15,0 1 0,1-5 16,1-1-16,0-1 0</inkml:trace>
  <inkml:trace contextRef="#ctx0" brushRef="#br0" timeOffset="-205826.298">16462 13178 0,'0'0'0,"0"0"0,0 0 16,0 0-16,20 54 15,-3 4-15,-5 1 16,-2-10 0,-10-49-16,0 0 0,0 0 0,4 11 15,-2-1-15,0-1 0,0 4 0,-1 0 0,1 0 16,-1 0-16,-1-2 0,1 1 0,-1-12 15,2 8-15,-2 2 0,0-2 0,2-3 0,-1-1 0,-1-1 0,2-9 0,0 2 0,0-1 0,1-6 16,0 1-16,-1-2 0</inkml:trace>
  <inkml:trace contextRef="#ctx0" brushRef="#br0" timeOffset="-205621.867">16484 13104 0,'0'0'0,"0"0"0,0 0 16,0 0-16,45-26 16,0 6-16,-9 7 15,-3 6-15,-33 7 16,0 0-16,0 0 16,9-1-16,0 0 0,0 1 0,-9 0 0,9 1 0,-1 0 0,-1 0 0,-1 1 0,-1-1 0,1 0 15,-2 1-15,-1-1 0,0 2 0</inkml:trace>
  <inkml:trace contextRef="#ctx0" brushRef="#br0" timeOffset="-205436.691">16492 13253 0,'0'0'0,"0"0"0,0 0 16,0 0-16,0 0 0,67-9 15,-3 1 1,-12 4-1,-52 4-15,0 0 0,0 0 0,0 0 16,16-1-16,1-1 0,-1 2 0,1 0 0,-1 0 16,-1 0-16,0-2 0,0 1 0,-2 1 0,1-2 0,-3 1 0,1 0 15</inkml:trace>
  <inkml:trace contextRef="#ctx0" brushRef="#br0" timeOffset="-204960.575">17174 13749 0,'0'0'0,"0"0"0,0 0 0,0 0 15,-60 17 1,-5-5-16,1-4 16,-3-4-1,67-4-15,0 0 0,0 0 0,-26 3 0,0 0 16,1-1-16,-3 0 0,-1 0 0,1 1 0,-4-2 16,1 1-16,0 0 0,31-2 0,-34 3 0,2-1 0,-1 2 0,-1-1 15,-2 0-15,2-1 0,-3 3 16,1-1-16,-1 0 0,3 1 0,-1-1 0,2 1 0,1 0 15,3-2-15,0 3 0,-2 0 0,2 0 16,1 0-16,-1-2 0,2 1 0,0 0 16,1 0-16,1 0 0,1-1 0,1 2 0,2-2 0,0 1 15,3 2-15,2-2 0,0 0 0,16-5 0,-13 6 16,0-2-16,-1 1 0,5-2 0,2 0 0,-2 0 0,4 1 0,1-1 16,1-1-16,4 1 0,1-3 0,-1 1 0,6-1 15,-2 0-15,1 0 0,-6 0 0,14-4 16,-2 1-16,0 0 0,6-1 0,-1 0 0,-1 0 15</inkml:trace>
  <inkml:trace contextRef="#ctx0" brushRef="#br0" timeOffset="-204576.639">17045 13934 0,'0'0'0,"0"0"0,0 0 0,0 0 0,0 0 15,0 0 1,-39 34-16,-12-8 16,51-26-16,0 0 0,0 0 0,0 0 0,-19 4 0,2 2 0,-1-1 0,18-5 15,-21 5-15,0-1 0,1 0 0,-3 1 16,1-1-16,0 1 0,-3 1 0,1-1 0,0 0 0,24-5 15,-37 9-15,0-1 0,-1 1 0,-6 0 16,1-2-16,0 1 0,43-8 0,-45 9 0,1 1 0,0 0 0,4 0 16,1-1-16,-1 0 15,7-1-15,0 1 0,-1-1 0,34-8 16,-26 8-16,1-1 0,0 1 0,8-2 0,0-1 0,0 0 16,17-5-16,-13 5 0,2-1 0,-1 1 0,3 0 15,0-1-15,-1 0 0,10-4 0,-3 3 0,0-1 16,0 1-16,-1-1 0,0 0 0,1 0 0,3-2 0,-4 3 15,1 0-15,-1 0 0,-1 0 0,-1 0 0,2 1 16,4-4-16,-4 2 0,0 1 0,1-3 0,3-3 0,0 1 16,0-1-16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5T08:20:53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9537 5638 0,'0'0'0,"0"0"16,0 0-16,0 0 0,0 0 15,0 0 1,32-30-16,-32 30 0,0 0 0,0 0 15,0 0-15,6-6 0,2 0 0,-1 0 0,5 1 16,0 1-16,1-1 0,-13 5 0,8-3 0,-2 2 16,1-2-16,-7 3 0,21-6 15,-1 2-15,-1-1 0,-19 5 0,23-3 16,1 0-16,-1 0 0,-23 3 0,24-2 16,0 1-16,0-1 0,-24 2 0,24-4 0,0 1 0,0 0 0,-24 3 0,13-3 15,-2 2-15,1-1 0</inkml:trace>
  <inkml:trace contextRef="#ctx0" brushRef="#br0" timeOffset="7513.616">10390 6466 0,'0'0'0,"0"0"0,0 0 0,0 0 15,0 0 1,46-3-16,-18 2 15,-28 1 1,0 0-16,0 0 0,19 0 0,-1 0 0,1 0 0,-19 0 16,10 1-16,0-1 0,0 0 15,-10 0-15,27 0 0,-3 0 0,1 1 0,-25-1 0,35 2 16,1-2-16,-2 1 0,-34-1 0,38 1 0,1-1 0,-2 0 16,-37 0-16,35 0 0,0 0 0,0 0 0,-35 0 0,31-1 15,0 1-15,0 0 0,-15-1 0,-3 1 0,2 0 16</inkml:trace>
  <inkml:trace contextRef="#ctx0" brushRef="#br0" timeOffset="27343.163">10205 7351 0,'0'0'0,"0"0"0,0 0 0,0 0 15,0 0 1,36-22-16,-15 10 16,-21 12-16,0 0 0,0 0 15,18-1-15,0 0 0,-2-1 16,-16 2-16,0 0 0,10-1 0,-1 1 0,1 0 0,-10 0 0,15 0 0,2 0 15,-1 1-15,-16-1 0,9 1 0,-1 0 16,1-1-16,-9 0 0,22-1 0,-2 1 0,-1 0 0,-19 0 0,13 0 16,-2 0-16,1 0 0,-12 0 0,26 0 15,-1 0-15,-1 0 0,1-2 0,0 2 0,0 0 16,-25 0-16,0 0 0,32-1 0,-2 1 16,0 0-16,4-1 0,-1 1 0,1-1 0,-34 1 0,18 0 15,-2 0-15,0 0 0,-16 0 0,7-1 0,0 1 0,-1 0 0,-6 0 0,25 1 16,-1-1-16,1 0 15,1 1-15,1 1 0,-1-1 0,-26-1 0,28 2 16,-3 0-16,1-1 0,-26-1 0,27 2 0,-1-1 16,0 1-16,-26-2 0,27 1 0,-1 2 15,0-1-15,-26-2 0,36 4 0,0-2 16,-1 0-16,-35-2 0,0 0 0,41 3 0,-1-1 0,1 1 0,1 0 0,-1 0 0,0 0 0,-41-3 16,0 0-16,41 2 0,-3-1 15,1 1-15,-3 0 0,-1 0 0,1 0 0,-36-2 0,32 1 16,1-1-16,0 2 0,-33-2 0,29 2 0,1-2 0,-1 1 0,-29-1 0,30 0 15,-1 0-15,0 0 0,-29 0 16,31 1-16,-1-1 0,1 0 0,-31 0 0,36 0 0,-1 1 0,0-1 16,-35 0-16,37 2 0,-1-2 15,1 1-15,-37-1 0,41 2 0,-3-2 0,1 1 0,-39-1 16,40 1-16,-1-1 0,0 1 16,-39-1-16,42 2 0,0-1 0,-1 0 0,-41-1 0,34 4 0,1-2 15,-1 0-15,-34-2 0,26 3 0,0-1 0,0 1 16,-26-3-16,13 1 0,-2 0 0,1 0 0,-12-1 15,27 2-15,-1 0 0,0 1 0,-26-3 0,26 1 0,0 0 16,-1 0-16,-13 0 0,1 1 0,-1-2 16,-12 0-16,35 1 0,-3-1 0,1 0 15,4 2-15,2-2 0,-1 0 16,-38 0-16,40 0 0,-1 0 0,1 0 0,-40 0 0,41-2 16,-2 2-16,1 0 0,-2 2 0,-2-2 0,1 0 0,-37 0 0,42 0 0,-2 0 15,0 0-15,-1 2 0,-1-2 0,0 0 16,-38 0-16,38-2 0,-3 2 0,1 0 0,-5 0 15,-1 0-15,0 0 0,-30 0 0,31 0 0,-1-2 16,1 2-16,-31 0 0,34-1 0,2 1 0,-2 0 0,2 0 16,-2 0-16,0 0 0,-34 0 0,33 0 0,-1 0 15,0 0-15,-3 0 0,1 0 0,0 0 16,-30 0-16,34 1 0,0-1 0,-1 0 0,-2 2 0,2-2 16,-2 0-16,-4 0 0,-1 0 0,0 0 0,-26 0 15,13 0-15,-1 0 0,-1 0 16,-11 0-16,28-2 0,-1 2 0,-1-1 0,12 1 15,0-2-15,-1 0 0,-37 2 0,39-1 0,-1 1 0,1-1 0,-9 1 0,1 0 0,1 0 16,-32 0-16,27 0 0,0 0 0,-1 0 0,-2 0 16,0 0-16,0 0 0,-24 0 0,22 0 0,1 0 0,-1 0 0,2-3 15,-1 3-15,-1 0 0,-22 0 0,13 0 16,-2 0-16,0 0 0,11-2 0,-1 1 0,1 0 0,-22 1 16,30-1-16,-2 0 0,0 0 0,1-2 0,-1 1 15,0 2-15,-28 0 0,29-2 0,0 1 0,0-2 16,0 2-16,-2-1 0,1 0 0,-28 2 0,29-1 0,-1 0 15,0 0-15,0-1 0,-1 1 0,0 0 16,-27 1-16,30-2 0,-2 1 0,1-1 0,-2 1 0,-2 0 16,1 1-16,-26 0 15,28-2-15,-2 2 0,1-1 0,-27 1 16,26-1-16,-1 0 0,1 1 16,-2 0-16,-1 0 0,0 0 0,-23 0 0,27 0 0,-3 0 15,0 0-15,0 0 0,1 0 0,0 0 0,-25 0 0,24-1 0,0 1 0,0 0 0,2 0 0,-1 0 0,0 0 0,-25 0 16,25 0-16,1 0 0,0 0 0,-2 1 15,-1-1-15,0 0 0,-23 0 0,24 0 0,-1 0 16,-1 1-16,-10 0 0,0-1 16,-2 0-16,-10 0 0,25 1 0,-2-1 0,0 0 0,-9 1 0,-1-1 15,0 0-15,-13 0 0,23-1 16,-1 1-16,0 0 0,-11 0 0,1 0 0,-1 0 0,-11 0 0,24 0 16,-3 0-16,1 0 0,-9 0 0,-1 0 0,1 0 0,-13 0 15,20-1-15,0 1 16,0 0-16,-20 0 0,11-1 0,-1 1 0,2 0 0,9 2 0,-2-1 15,0 0-15,-19-1 0,11 0 0,0 0 16,0 1-16,5 0 0,-1 0 0,0 0 0,-15-1 16,9 0-16,0 0 0,-2 0 0,7 3 0,0-3 0,0 0 0,-14 0 15,8 1-15,-2-1 0,2 0 0,2 1 0,2-1 0,-2 0 0,-10 0 16,6 1-16,0-1 16,-1 0-16,-2 0 0,-1 0 0,-1 0 0,-1 0 0,1 1 0,0-1 0,0 0 15,-1 0-15,0 0 0,0 0 0,0 0 0,13-3 0,-2 0 16,0 0-16,-4 1 0,-1 2 15,0-1-15,-6 1 0,3-1 0,0 1 0,-1-1 16,-1 0-16,0 1 0,0 0 0,-1 0 0,1 0 0,-1 0 16,0 0-16,5 4 0,0-1 0,0-1 0,-2 0 0,0 0 15,0 0-15,-3-2 0,2 1 0,-1-1 16,-1 1-16</inkml:trace>
  <inkml:trace contextRef="#ctx0" brushRef="#br0" timeOffset="34243.087">21647 6629 0,'0'0'0,"0"0"0,0 0 0,0 0 16,0 0 0,0 0-1,0 0-15,0 0 0,0 0 16,0 0-16,0 0 0,0 0 0,0 0 0,0 0 0,0 0 15,0 0-15,0 0 0,0 0 0,0 0 0,0 0 16,2-1-16,-1-1 0,1 1 0,-2 1 0,1-1 16,-1 0-16,1 1 0,1-1 0,-2 0 0,0 1 15,0 0-15,0 0 0,0 0 0,0 0 0,0 0 0,0 0 16,0 0-16,0 0 0,0 0 0,0 0 0,0 0 16,5-5-16,-1-1 0,-1 0 0,0 3 0,-1-1 0,-1 1 15,0 1-15,0 2 0,0-2 0,-1 2 0,0-1 16,0 1-16,0-1 0,0 1 0,3-7 0,1 2 15,-1-2-15,-1 3 0,-1 1 0,1 0 0,-2 3 16,0-2-16,1 1 0,0-1 0,-1 2 0,-2-8 0,2 0 16,0 1-16,0 7 0,-1-5 0,1 1 15,0 0-15,-1 3 0,1-1 0,0 0 0,0 2 16,0-1-16,0 0 0,0 1 0,0 0 16,-3-8-16,1-1 0,-1 1 0,3 8 0,-2-4 15,0-1-15,1 0 0,1 5 0,-2-3 0,2 1 16,0 1-16,-3-11 0,1 1 0,0 0 0,2 11 0,-3-5 0,2-1 0,-1 0 15,2 6-15,-4-9 0,0 2 0,0-1 0,4 8 16,-2-6-16,0 3 0,0-2 0,1 4 16,0-1-16,0 1 0,1 1 0,-9-10 0,0 1 0,1 0 0,8 9 15,-6-5-15,1-1 0,0 1 0,5 5 16,-10-10-16,2 1 0,1 0 0,7 9 0,-5-6 16,0 1-16,1 1 0,-5-5 0,1 1 0,1 1 0,7 7 0,-6-5 15,3 1-15,-1 0 0,4 4 0,-9-8 16,1 1-16,-1-1 0,9 8 15,-6-4-15,2-1 0,-1 1 0,5 4 16,-11-8-16,1-1 0,-2 1 0,12 8 0,-6-5 0,1 1 0,0-1 0,-10-1 0,1-1 16,2 1-16,12 6 15,-9-4-15,2 2 0,0-2 0,7 4 0,-13-6 0,0 0 0,-1 0 0,14 6 16,-6-2-16,-1-2 0,-1 1 16,8 3-16,-15-6 0,0-1 0,-1 0 0,8 3 0,-1 1 0,0 0 0,9 3 15,-16-4-15,2-1 0,-1 0 0,15 5 0,-9-2 0,0 0 16,2 0-16,7 2 0,-16-5 0,1-1 15,-1 1-15,16 5 0,-9-3 0,0 0 0,1 0 0,8 3 0,-18-3 16,2 0-16,0-1 0,6 3 16,1-1-16,0 0 0,9 2 0,-16 0 0,-1-1 0,1-1 15,16 2-15,-9 0 0,0 0 0,0-1 16,9 1-16,-15 1 0,0-1 0,0 2 0,7-1 0,1-1 0,-2 0 16,9 0-16,-3 0 0,0 0 0,0 0 15,3 0-15,-19 0 0,0 0 16,0 0-16,8 0 0,1 0 0,-2 0 0,12 0 15,-15 3-15,1-2 0,-1 1 0,15-2 0,-8 3 0,0-2 16,2 1-16,6-2 0,-12 3 0,-1 1 0,1 0 0,12-4 0,-8 1 0,2 1 16,0 0-16,6-2 0,-13 5 15,2 0-15,-1 1 0,5-3 0,1-1 0,-1 1 0,7-3 0,-9 9 0,1-1 16,-1 1 0,9-9-16,-5 6 0,1-2 0,-1 1 0,5-5 0,-12 6 0,-1 0 0,1 0 15,12-6-15,-8 3 0,1 0 0,0 1 0,7-4 16,-9 9-16,0-1 15,1 0-15,8-8 0,-5 6 0,0-1 0,1 0 0,4-5 16,-9 9-16,2 0 0,-1 0 0,2-2 0,3-3 0,-1 1 0,4-5 16,-8 10-16,3-1 0,0 1 0,5-10 0,-3 4 0,0 1 15,-1 0-15,4-5 16,-5 10-16,0-1 0,-1 0 0,6-9 0,-3 6 0,0 0 16,0-1-16,3-5 0,-4 9 0,1-1 0,0 0 15,3-8-15,-3 6 0,1-3 0,1 2 0,-4 4 0,2-1 0,0 0 16,3-8-16,-2 5 0,1-1 0,-1 1 0,2-5 15,-1 1-15,1 1 0,-1-1 0,1-1 0,-1 1 0,1 0 16,0-1-16,0 0 0,-3 10 0,1-1 0,0-1 16,2-8-16,-3 6 0,2-1 0,-1 1 0,2-6 15,-1 2-15,1 0 0,0 0 0,0-2 0,0 0 0,0 1 16,0 0-16,0-1 0,-1 1 0,1-1 16,0 0-16,-4-3 0,2-1 0,0 2 0,2 2 0,-2-4 15,0 4-15,1-3 0</inkml:trace>
  <inkml:trace contextRef="#ctx0" brushRef="#br0" timeOffset="34731.957">20231 6271 0,'0'0'0,"0"0"0,0 0 16,0 0-1,0 0-15,0 0 0,0 0 32,0 0-32,0 0 0,0 0 0,3 15 0,0 1 0,-1 1 15,-2-17-15,2 10 0,0-1 0,-1 1 0,-1-10 16,-1 15-16,1-1 0,0 0 0,0-14 0,0 8 0,0 0 16,0 0-16,0-8 0,-1 11 0,1-1 0,0 2 0,0-12 15,0 6-15,0 0 0,0 0 0,0-6 16,-1 1-16,1 1 0,0 1 0,0-3 0,0 1 0,0-1 0,0 1 15,0-1-15,5 5 0,1 1 16,0-1-16,-6-5 0,4 3 0,-1 0 0,0 0 16,-3-3-16,11 3 0,-2-1 0,1 1 15,-10-3-15,5 1 0,1-1 0,-1 2 0,-5-2 0,18-3 16,-1 2-16,0-2 16,-17 3-16,11-1 0,-2 0 0,1 1 0</inkml:trace>
  <inkml:trace contextRef="#ctx0" brushRef="#br0" timeOffset="35630.032">20960 7268 0,'0'0'0,"0"0"0,0 0 15,0 0 1,0 0-16,0 0 15,0 0-15,0 0 16,0 0-16,0 0 0,0 0 0,0 0 0,0 0 0,0 0 0,5 16 16,1 0-16,-1-2 0,-1-4 15,-1-2-15,0 0 0,-3-8 0,1 14 0,-1-2 0,0 1 0,0-13 16,0 8-16,0-2 0,0 0 16,0-6-16,2 12 0,-2 0 0,0-1 0,0-11 15,2 7-15,-2-2 0,0 2 0,0-7 0,3 12 0,0 0 16,0-1-16,-3-11 0,2 7 0,0-1 15,-1 1-15,-1-7 0,1 12 0,0-1 0,0 1 0,-1-12 16,0 6-16,0 1 0,0-1 0,0-6 0,-1 11 16,0 1-16,0-1 0,1-4 0,-1-1 0,0 0 15,1-6-15,0 11 0,0-3 0,0 1 0,0-9 0,0 6 16,0-1-16,0-1 0,0-4 0,1 2 0,-1 0 16,0 0-16,0-2 0,0 2 0,0-2 0,0 0 15,0 0-15,0 0 0,0 0 0</inkml:trace>
  <inkml:trace contextRef="#ctx0" brushRef="#br0" timeOffset="36059.759">20969 7412 0,'0'0'0,"0"0"0,0 0 0,0 0 16,0 0-16,0 0 15,49 0 1,-49 0-16,0 0 0,0 0 0,14-1 0,1-1 0,-1 1 16,-14 1-16,10-2 15,0 1-15,1 0 0,-2-1 0,0 1 0,0-1 16,-9 2-16,11-1 16,-2 1-16,0 0 0,-9 0 0,10-3 0,-1 2 0,1 0 0,1-1 0,-1 1 0,0 1 0,-10 0 15,9-1-15,1-1 0,-1 2 0,-3-2 16,2 1-16,-1 1 0,-7 0 0,8-1 15,-1 1-15,0 0 0,-1 1 0,-1-1 0,0 0 16,-1 0-16,-1 1 0,0-1 0,-3 0 0,3 0 0,-3 0 0,1 0 0,-2 0 16,1 2-16,0-2 0</inkml:trace>
  <inkml:trace contextRef="#ctx0" brushRef="#br0" timeOffset="36661.536">20976 7563 0,'0'0'0,"0"0"0,0 0 16,0 0-1,0 0-15,0 0 16,46-5-16,-46 5 0,0 0 15,0 0-15,13 0 0,0-2 0,0 1 16,-13 1-16,8 0 0,-8 0 0,8 0 0,0-1 0,-1-1 16,0 1-16,1-1 0,-8 2 0,8-3 0,0 0 0,1 1 15,-9 2-15,10-1 0,-2-1 0,1 1 0,0-2 0,-1 2 16,0 0-16,-8 1 0,7-1 0,1 1 16,-1-1-16,2 1 0,-1-1 0,-1 1 0,-7 0 0,8-1 0,-1 0 15,0-1-15,-1 2 0,-1-2 0,1 1 16,-6 1-16,5-1 0,-2 1 0,0 0 0,0 0 0,-2 0 15,1 0-15,-2 0 0,2 0 0,-1 0 0,0 0 16,-1 0-16,1 0 0,0 0 0,0 0 0,-1 0 16,0 0-16,0 0 0,0 0 0,0 0 0,0 0 0,0 0 15,0 0-15,1 0 0,-1 0 0,0 0 16,0 0-16,0 0 0,0 0 16,0 0-16,0 0 0,0 0 0,0 0 0,0 0 15,0 0-15,0 0 0,0 0 0,0 0 0,0 0 0,0 0 0,0 0 0,0 0 16,0 0-16,0 0 0,0 0 0,-1 0 0,1 0 0,0 0 0,-1-1 15,1 0-15,0 1 0</inkml:trace>
  <inkml:trace contextRef="#ctx0" brushRef="#br0" timeOffset="44270.073">21581 7319 0,'0'0'0,"0"0"0,0 0 16,0 0 0,0 0-16,49-27 15,-21 12 1,-28 15-16,0 0 16,0 0-16,15-6 0,0 0 0,-1 1 0,-14 5 0,9-3 15,-2 0-15,0 0 0,-7 3 0,14-5 0,0-1 0,0 0 0,-7 3 0,1 1 0,0-2 16,-8 4-16,16-6 0,-3-1 0,1 2 0,-14 5 0,9-3 15,-1 0-15,-1 0 16,-7 3-16,16-6 0,-2-2 0,1 3 0,-15 5 16,9-5-16,0 2 0,-1 0 15,-8 3-15,3-3 0,0 3 0,1-2 0,-4 2 0,10-5 0,1 1 0,0-1 0,-11 5 0,7-5 16,-1 2-16,0 1 0,-6 2 16,3-1-16,-1 0 0,0 0 0,-1 0 0,0 1 0,-1-1 15,0 1-15,1 0 0,-1 0 0,0 0 0,0 0 16,0 0-16,0 0 0</inkml:trace>
  <inkml:trace contextRef="#ctx0" brushRef="#br0" timeOffset="44645.959">21662 7387 0,'0'0'0,"0"0"0,0 0 0,0 0 16,43-17-16,1-3 16,-7 6-1,-37 14-15,0 0 0,0 0 0,13-7 0,-1 2 16,1-1-16,-13 6 0,14-6 0,-1 1 16,0 1-16,1-2 0,0 0 0,-1 2 0,-13 4 15,12-6-15,-1 0 0,1-1 0,-5 4 0,-1-1 0,0 0 0,-1 2 16,-3 0-16,0 0 0</inkml:trace>
  <inkml:trace contextRef="#ctx0" brushRef="#br0" timeOffset="53423.734">10430 6515 0,'0'0'0,"0"0"0,0 0 15,0 0-15,0 0 16,45 0-1,-18 0-15,-27 0 0,0 0 0,0 0 16,0 0-16,13-1 0,-2-1 0,0 1 16,-11 1-16,6 0 0,0-2 0,1 1 0,3 0 15,1-1-15,-2 0 0,-9 2 0,6-1 16,0 0-16,0 1 0,-6 0 0,11-2 0,1 2 0,-1-1 0,-11 1 16,8 0-16,-2 0 0,0 0 0,-6 0 0,14-2 0,-2 2 15,1 0-15,-13 0 16,7 0-16,-1 0 15,1-2-15,-7 2 0,15-1 0,0 1 0,0 0 16,-15 0-16,8 0 0,0-1 0,0 1 0,-8 0 0,3 0 0,0 0 0,0 0 0,-1 0 0,-1 0 0,0 0 0,-1 0 16,17-2-16,0 2 0,0 0 15,-17 0-15,12 0 0,-3-2 0,2 2 16,-11 0-16,4 0 0,0 0 0,0 0 0,-4 0 16,10 0-16,-1 2 0,1-2 0,-10 0 0,6 0 0,-1 0 0,-1 0 15,-4 0-15,3 2 0,-1-2 0,0 0 0,-2 0 0,1 0 16,-1 0-16,0 0 0,0 0 0,1 0 15,-1 0-15,0 0 0,0 0 0,0 0 16,0 0-16,0 0 0,0 0 0,0 0 0,0 0 0,0 0 0,5-2 16,1 0-16,-1 2 0,-5 0 0,4-2 0,-1 2 15,0-1-15,0 1 0,-3 0 0,1 0 16,-1 0-16,2 0 0,-2 0 0,0 0 16,0 0-16,0 0 0,0 0 0,0 0 0,0 0 0,0 0 0,0 0 0,0 0 0,0 0 0,0 0 15,0 0-15,0 0 0,0 0 16,0 0-16,0 0 0,0 0 0,0 0 0,0 0 15,0 0-15,-2-3 0,1 0 0,-1-1 0,2 4 16,0 0-16,0 0 0,-1-1 0,0 0 0,0 0 16</inkml:trace>
  <inkml:trace contextRef="#ctx0" brushRef="#br0" timeOffset="68840.068">17751 6849 0,'0'0'0,"0"0"16,0 0-16,0 0 15,0 0-15,0 0 16,0 0-1,0 0-15,0 0 0,0 0 0,0 0 0,0 0 0,0 0 16,0 0-16,0 0 0,0 0 0,0 0 16,-5-5-16,1 0 0,0 0 0,1 2 0,0-1 0,1 1 15,1 2-15,0 0 0,0 0 0</inkml:trace>
  <inkml:trace contextRef="#ctx0" brushRef="#br0" timeOffset="69176.101">17699 6834 0,'0'0'0,"0"0"15,0 0-15,0 0 16,0 0-16,0 0 16,0 0-1,0 0-15,0 0 0,0 0 0,0 0 0,0 0 16,0 0-16,0 0 0,0 0 16,0 0-16,0 0 0,0 0 15,-4 13-15,2-1 0,-1 2 0,3-14 16,-3 10-16,1 2 0,1 0 0,-2-4 15,2 0-15,-1-1 0,2-7 0,0 7 16,0 0-16,0 0 0,0-7 0,1 7 0,-1-1 16,0 0-16,2 1 0,-1 1 0,0-2 0,-1-6 0,1 7 15,-1 0-15,0-1 0,0-2 0,0 0 16,0 0-16,0-3 0,0 2 0,0-2 0,0-1 0,-3 7 0,2 0 16,-1-2-16,-1 2 0,2 1 0,-1-1 0,2-7 15,-1 6-15,1 0 0,0 1 0,0-7 0,-2 5 16,1 0-16,0 0 0,0-2 0,1 0 15,0 1-15,0-4 0,0 2 0,0 0 0,0-1 0,0-1 0,0 2 0,0-1 0,0 1 16,-1-2-16,1 0 0,0 0 0,-1 0 0,1 0 0,0 0 0</inkml:trace>
  <inkml:trace contextRef="#ctx0" brushRef="#br0" timeOffset="70169.977">17675 6850 0,'0'0'0,"0"0"16,0 0-16,0 0 15,0 0 1,0 0-16,48-1 16,-48 1-16,0 0 0,0 0 0,0 0 0,16-2 15,-2 1-15,0 1 0,-14 0 0,8-2 0,1 1 16,-1-1-16,-8 2 0,9 0 16,0 0-16,-2 0 0,1-2 0,0-1 0,-1 1 0,-7 2 0,6-3 15,0 1-15,-2 0 0,-4 2 0,8-4 0,-2 1 16,0 0-16,1 0 0,0 1 0,0 1 15,-7 1-15,5-3 0,-1 3 0,1 0 0,-1-2 0,0 1 0,-1-1 16,-3 2-16,3-2 0,-1 2 16,-1-2-16,-1 2 0,2-1 0,-1-1 0,0 2 0,0-2 0,-1 2 15,0-1-15,0 1 0,0 0 0,0 0 16,0 0-16,0 0 0,1 0 0,-1 0 0,0 0 16,-1 0-16,1 1 0,0-1 0,0 0 0,0 2 0,0-2 0,0 2 15,-1-1-15,1 1 0,0-2 0,0 0 0,-1 2 0,1-1 16,0 1-16,0-2 0,2 4 0,-1-2 0,0 1 0,0 2 15,-1-2-15,0 0 0,0-3 16,0 4-16,0 0 0,0-2 0,0-2 16,-2 4-16,2-1 0,0 0 0,-2 2 0,1-1 15,0 0-15,1-4 0,-1 8 0,1-1 0,0-1 0,0-6 0,0 8 16,0-1-16,0 2 0,1-2 0,-1 1 16,1-2-16,-1-6 15,1 7-15,-1-2 0,0 1 0,0-6 0,-2 6 0,2-1 0,-1-1 0,1 2 0,0 0 16,0-2-16,0-4 0,-2 6 0,2-1 15,0 1-15,0-6 0,0 7 0,0 0 0,0-1 0,-1 0 0,0 0 0,0-1 16,1-5-16,-1 4 0,1 1 0,0-2 16,0-3-16,0 3 0,0 1 0,0 0 0,0-4 0,-1 3 15,1 0-15,0 0 0,-2 1 0,0 1 16,0-1-16,2-4 0,-2 5 0,1-2 0,0 1 16,1-4-16,-1 3 0,1 0 0,0-1 0,0-2 15,-1 3-15,1-1 0,0-1 0,-1 2 16,1-3-16,0 1 0,0-1 0,0 1 0,0 0 0,0 0 15,0-1-15,0 1 0,0-1 0,0 1 0,1-1 0,-1 0 16,0 0-16,0 0 0,0 0 0,0 1 0,0 0 16,0-1-16,0 1 0,0-1 0,0 0 0,0 0 0,0 1 15,0-1-15,0 0 0,0 0 0,0 0 0,0 0 16,0 0-16,0 0 0,0 0 0,0 0 0,0 0 16,0 0-16,0 0 0,0 0 0,0 0 0,0 0 15,0 0-15,0 0 0,0 0 0,0 0 0,0 0 16,0 0-16,0 0 0,0 0 0,0 0 0,0 0 15,0 0-15,0 0 0,0 0 0,-1 0 0,1 0 16,0 0-16,-2 0 0,2 0 0,0 0 0,0 0 16,-1 1-16,1 0 0,-1-1 15,1 0-15,-2-1 0,1 1 0,-1 0 0,0-1 0,0 0 0,-1 1 0,3 0 16,-4-1-16,1 1 0,0 0 0,3 0 0,-6-1 0,0 1 16,1 0-16,5 0 0,-8 0 15,2 0-15,0 0 0,-4 1 0,0 0 0,0-1 0,10 0 0,-13 1 0,0-1 16,0 1-16,13-1 0,-15 2 0,-2-2 0,1 2 15,16-2-15,-17 0 0,1 0 0,-1 1 0,17-1 16,0 0-16</inkml:trace>
  <inkml:trace contextRef="#ctx0" brushRef="#br0" timeOffset="84410.955">18809 8797 0,'0'0'16,"0"0"-16,0 0 15,0 0-15,-2 42 16,1-17 0,1 18-1,0-43-15,0 0 0,0 0 0,0 0 16,0 7-16,0 2 0,0-2 0,0-7 15,-3 19-15,1 0 0,0 0 0,0-8 0,-1-1 0,2 1 16,1-11-16,-6 22 0,0-1 0,0 0 0,6-21 0,0 0 0,-5 12 0,2 0 16,0-1-16,0 11 0,0-1 0,0 1 0,3-22 15,-3 13-15,2-2 0,-1 0 0,2-11 0,-4 20 16,1-1-16,0 0 0,3-19 0,-3 11 0,1-1 16,1 0-16,1-10 0,-3 15 0,0 0 0,-1 0 0,4-15 15,-1 8-15,-1-1 0,1 1 0,1-8 0,-2 4 0,2-1 16,0-1-16,0-2 0,-1 1 0,1 0 15,0 0-15,-4 3 0,0 2 0,0-1 0,4-5 0</inkml:trace>
  <inkml:trace contextRef="#ctx0" brushRef="#br0" timeOffset="84929.899">18767 8827 0,'0'0'0,"0"0"0,0 0 16,17-42-16,-1 12 15,-2 18 1,-5 9-16,-9 3 0,0 0 15,0 0-15,3 1 0,0-1 0,0 0 0,-3 0 0,4 2 16,0-2-16,1 1 0,-5-1 0,6 4 0,0-3 0,-1 2 0,2 2 16,0 0-16,0 0 0,-7-5 15,7 6-15,-1 0 0,-1 0 0,1 2 0,-1-1 0,0 1 0,-5-8 16,3 11-16,1 0 0,0 1 16,-4-12-16,4 13 0,0 0 0,-1-1 0,0 2 0,0-2 15,0 0-15,-3-12 0,3 13 0,-1-1 0,1 0 0,-3-12 0,4 14 16,-2 0-16,1 0 0,0 1 15,-1 0-15,0 0 0,-2-15 0,2 16 0,1 1 0,-1-1 0,-2-16 0,3 16 16,-2-2-16,1 0 0,-1 4 16,0-3-16,0 2 0,-1-17 0,0 16 15,0 0-15,0 0 0,0-16 0,-2 14 16,2-1-16,0 1 0,2-3 0,-2 0 0,0 0 16,0-11-16,1 12 0,0-1 15,0-1-15,1 1 0,0-1 0,-1 0 16,-1-10-16,2 9 0,-1-2 0,1 1 0,-2-8 15,-3 5-15,3 1 0,-1-2 16,-2-2-16,1-2 0,-1 2 0</inkml:trace>
  <inkml:trace contextRef="#ctx0" brushRef="#br0" timeOffset="85140.04">18782 9133 0,'0'0'0,"0"0"0,0 0 0,0 0 16,54-9-16,3 2 16,-9 4-1,-48 3-15,0 0 0,0 0 0,15-4 16,0 1-16,0 1 0</inkml:trace>
  <inkml:trace contextRef="#ctx0" brushRef="#br0" timeOffset="87519.987">19277 8846 0,'0'0'0,"0"0"0,0 0 15,0 0 1,25 44-16,-10-16 16,4 23-1,-19-51-15,0 0 0,0 0 16,0 0-16,3 10 0,0-1 0,0 1 15,-3-10-15,4 21 0,1 0 0,-1 0 16,-4-21-16,2 12 0,-1-1 0,1 0 0,-2-11 16,3 21-16,-1 1 0,0-2 0,-2-20 0,3 12 0,-2 0 15,0-1-15,-1-11 0,4 20 0,1-1 0,-1 0 0,-4-19 0,4 11 0,-2-2 0,1 2 0,-3-11 16,7 14-16,-2 0 0,1 0 0,-6-14 16,3 7-16,0-1 0,0 2 0,-3-8 0,0 0 0,2 3 0,-1 0 15,-1-1-15,2-1 0,-2 0 0,0 0 16,0-1-16,0 0 0,0 0 0,0 0 0,0 0 0,0 0 15,0 0-15,0 0 0,4-7 0,1-1 16,0 1-16,-5 7 0,4-6 0,-2 3 0,0-2 0,-2 5 16,6-16-16,-1 1 0,0 0 0,-5 15 15,4-8-15,-2-1 16,0 2-16,-2 7 0,6-21 0,0 1 0,0 0 16,-6 20-16,3-12 0,0 1 0,-1-1 0,-2 12 0,6-21 0,-1 0 0,0 0 0,-5 21 0,3-10 0,0-3 15,-1 3-15,-2 10 0,5-21 0,0 1 0,0 1 16,-5 19-16,4-11 0,-2 0 0,0 0 0,-2 11 0,5-13 15,-1-2-15,1 1 0,-5 14 0,2-6 16,0-3-16,0 2 0,-2 7 0,2-3 0,-1 1 16,-1-1-16,0 3 0,1-2 0,-1 2 0,0-1 15,0 1-15,0 0 0,0 0 0,0-1 16,0 1-16,0 0 0,0 0 0,0 0 0,5-7 0,-2 0 16,2 0-16,-5 7 0,4-5 0,-2 1 0,0 0 15,-1 1-15,0 2 0,-1-1 0,2 1 16,-2 1-16,0 0 0,0 0 0</inkml:trace>
  <inkml:trace contextRef="#ctx0" brushRef="#br0" timeOffset="88439.896">20056 8812 0,'0'0'0,"0"0"0,0 0 15,0 0-15,0 0 16,0 0-1,0 0-15,0 0 16,0 0-16,0 0 0,0 0 0,0 0 0,0 0 16,0 0-16,0 0 0,0 0 0,0 0 0,0 0 15,0 0-15,-2 9 0,1-1 0,-1 1 0,0-1 16,1 0-16,-1 1 0,2-9 0,-1 9 0,1 1 16,-1 1-16,-1-2 0,0 2 15,2-11-15,-1 10 0,1-10 0,-3 12 0,0-2 16,0 0-16,1 3 0,1 1 0,1-1 15,0-13-15,-3 13 0,3 1 0,-1-1 16,-4 1-16,2-2 0,0 0 0,3-12 0,-1 13 0,-1-2 16,1 1-16,-1 3 0,0-1 0,1-1 0,1-13 0,-3 18 15,2-2-15,-1 2 0,2-18 16,-3 15-16,0 1 0,0 0 0,-3-2 0,3-1 16,-1 0-16,-1 2 15,2-1-15,-1-1 0,4-13 0,-5 14 0,2-2 0,0 0 0,0-1 0,1-1 0,0 0 0,2-10 16,-2 11-16,0-2 15,1 2-15,1-11 16,-2 8-16,1 0 0,1 0 0,0-2 16,0 0-16,0 1 0,0-7 0,2 6 0,-1 0 0,-1 0 15,0-6-15,1 4 0,0 1 0,0 0 0,0-3 0,-1 1 0,0-1 0,0-2 16,2 2-16,-1 0 0,0 0 0,-1-2 0,1 1 0,-1 0 0,2 0 0,-2-1 16,1 0-16,-1 0 0,0 0 0,0 1 0,0-1 0,0 0 0,0 0 0,1-1 0,0 0 0,0 0 0,-1 1 0,4-3 0,-1 0 0,0 1 15,2-2-15,-1 2 0,0-1 0,-4 3 0,5-3 16,0 1-16,-1-1 0,-4 3 15,8-3-15,-2 0 0,1 1 16,3-1-16,-3 1 0,1 0 0,-8 2 0,10-2 16,-1 1-16,-1-2 0,-8 3 0,10 0 0,-1-3 0,0 3 15,2-3-15,0 0 0,0 3 0,-11 0 0,14-4 16,-1 3-16,0 0 0,1-2 0,0 0 0,0 0 0,-14 3 0,14-3 0,-1 2 0,0-3 16,-13 4-16,16-1 0,-2-1 0,-1 2 0,-13 0 0,14-2 15,-2 2-15,1-1 0,-6 1 0,1 0 16,0 0-16,-8 0 0,7 1 0,-2-1 0,1 0 0,-6 0 0,3 1 15,0-1-15,0 1 0,-1-1 16,0 0-16,-1 0 0,1 0 0,-2 0 0,0 0 0,0 0 0,0 0 16,0 0-16,0 0 0,0 0 15,0 0-15</inkml:trace>
  <inkml:trace contextRef="#ctx0" brushRef="#br0" timeOffset="90070.011">22526 8615 0,'0'0'0,"0"0"0,0 0 0,0 0 0,0 0 15,0 0-15,0 0 16,0 0-16,0 0 15,0 0-15,0 0 0,0 0 0,0 0 0,0 0 16,0 0-16,0 0 0,0 0 0,0 0 0,3-9 16,-3 1-16,1 0 0,0 2 0,0 1 0,-1 1 0,0 4 0,1-4 15,-1 3-15,0-1 0,-1 9 16,-1-1-16,1 2 0,1-8 0,-1 4 0,0 1 0,0-1 16,1-4-16,-1 10 0,1 0 0,0 0 0,0-10 0,-1 5 0,1 1 15,0 0-15,0-6 0,-1 13 0,-1-1 16,1 1-16,1-13 0,-1 8 0,0-1 0,0 1 15,0 7-15,-1 0 0,0 0 0,2-15 0,-1 8 16,1 0-16,-1 0 0,1-8 0,-3 16 0,1-1 0,-1-1 0,3-14 16,-2 9-16,1 0 0,1-3 15,0-6-15,-3 16 0,2 0 0,-1 0 0,2-16 0,0 9 16,-1-1-16,-1 1 0,2 6 16,0 2-16,0-3 0,0-14 0,0 9 0,0 0 0,0-2 0,0-7 15,3 19-15,-3-1 0,1 0 0,-1-18 16,2 10-16,-2-1 0,0 0 15,0-9-15,-3 15 0,2-1 16,-1 0 0,2-14-16,-2 8 0,1 0 0,1-1 0,0-7 0,-2 3 0,2 1 0,0-2 0,0 0 0,0-1 0,0-1 0,0 0 0,-1 1 0,1-1 15,0 0-15</inkml:trace>
  <inkml:trace contextRef="#ctx0" brushRef="#br0" timeOffset="90735.561">22514 8612 0,'0'0'0,"0"0"0,0 0 15,30-28-15,-2 13 16,-2 6 0,1 10-16,-27-1 0,0 0 0,0 0 0,0 0 15,12 3-15,-3 0 0,0 1 16,1 1-16,-1 0 0,1 1 0,-10-6 0,8 6 0,0 0 0,-2-1 16,0 5-16,0-2 0,0 0 0,-6-8 0,4 9 0,-1 2 15,0-2-15,-1 0 0,0 0 0,-1-1 16,-1-8-16,-3 10 0,2-1 0,-1 0 0,-4 0 0,0 1 0,0-1 15,0-2-15,2-2 16,-1 0-16,5-5 0,-12 9 0,1-2 0,0 1 16,-3-2-16,2 0 15,0 0-15,12-6 0,-12 4 0,0-1 0,0 1 0,0 0 0,2 0 0,-1 0 0,11-4 0,-9 4 0,0-1 16,0 0 0,2-1-16,1 0 0,-1-1 0,7-1 0,-4 1 0,1-1 0,0 0 0,2 1 0,0-1 15,0 2-15,1-2 0,2-2 0,-1 2 0,1 0 0,-2 0 0,6 2 16,-1-2-16,0 3 0,4 0 15,2 0-15,-1 0 0,-10-3 0,14 6 0,-1-2 0,0 1 16,1 1-16,-1-1 0,1 0 0,-14-5 16,12 8-16,1-2 0,-1 0 0,-3 0 0,-2-2 0,0 1 15,4 6-15,-2-1 0,0 2 0,-2-2 16,0 0-16,0 0 0,-7-10 0,5 12 0,-1-1 0,0-1 0,-4-10 16,-1 9-16,1 2 15,0-1-15,-5 2 0,1-2 0,0 2 0,4-12 0,-7 10 16,1-2-16,0 1 0,-4-1 15,1-2-15,-1 2 0,10-8 16,-12 6-16,-1 1 0,1-2 0,-2-1 0,0 1 0,0-1 0,14-4 0,-14 2 16,2-1-16,-1 2 0,1-3 0,0 0 15,1 0-15,11 0 0,-12-3 0,2 2 0,0 0 0,0-3 0,1 1 0,1-2 16,8 5-16,-7-7 0,0-1 0,0 0 16,4-2-16,1 1 0,1-1 0</inkml:trace>
  <inkml:trace contextRef="#ctx0" brushRef="#br0" timeOffset="91275.755">23031 8718 0,'0'0'0,"0"0"0,0 0 0,26 45 16,-6-4-1,-13 1-15,-5-5 16,1 0 0,-3-37-16,0 0 0,0 0 0,1 11 0,-1-1 0,1 3 15,1-2-15,-2-2 0,0 3 0,0-12 0,1 11 16,0-1-16,0 0 0,-1 1 0,1-2 0,0 0 15,-1-9-15,1 6 0,-1 0 0,1 0 16,1-2-16,-2 1 0,0-2 0,0-3 16,1 3-16,-1-1 0,0 0 15,2 0-15,-2-2 0,0 1 16,0-1-16,0 1 0,0-1 0,0 0 0,1-1 0,-1 1 0,0-1 0,2-2 0,-1 0 16,0-2-16,-1 5 0,3-7 0,-2 1 0,2-1 0,0-1 0,0-1 0,0 1 15,-3 8-15,4-12 0,0 2 0,0 1 0,2-4 0,-1 2 16,-1 0-16,1 3 0,-1 0 0,-1 0 0,-1 4 0,-1 0 0,1 1 15,-1 1-15,-1 1 0,1 0 0,0 0 16,-1 1-16,0 0 0,3-6 0,-2-2 0,1 3 0,-2 5 16,13-28-16,0 0 0,1 1 0,-1 4 15,-1-1-15,1 1 0,-13 23 0,10-17 0,-1 2 0,0-1 16,-3 5-16,0 1 0,0-1 16,-3 5-16,0 0 0,0 0 0,-3 6 0,2-4 0,-1 0 0,1 0 15,-1 2-15,-1-1 0,1 1 0,0 0 0,-1 1 0,0-1 16,1 0-16,-1 2 0,0-1 0</inkml:trace>
  <inkml:trace contextRef="#ctx0" brushRef="#br0" timeOffset="91805.311">23522 8764 0,'0'0'0,"0"0"0,0 0 0,0 0 16,0 0 0,0 0-16,48 3 15,-10-9-15,-38 6 0,0 0 0,0 0 16,10-4-16,0 0 0,0 0 15,-10 4-15,9-5 0,-1 1 0,0-1 0,2 1 0,-2 1 0,1 0 0,-9 3 16,9-4-16,-1 2 0,1-1 0,-1 1 16,-1 0-16,0 0 0,-7 2 0,6-1 0,-1 0 0,0-1 15,0 0-15,-2 1 0,0-1 0,-3 2 16,3 0-16,-1-2 0,0 1 0,0 1 16,-2 0-16,1 0 0,-1 0 0,1 0 0,-1 0 0,0 0 0,1 0 15,-1 0-15,0 0 0,0 0 0,-1 0 16,1 0-16,0 1 0,-2 4 0,2-2 0,0 0 15,-2 5-15,1-1 0,-1-1 0,2-6 16,-2 9-16,1 0 0,0 0 0,3 0 0,-2 0 16,0 1-16,0-10 0,0 12 0,0-1 0,0 1 0,-2 2 15,0-1-15,0 0 0,-1 0 0,0-2 0,0 2 0,0-6 0,1 1 16,1-1-16,-1 7 0,1-1 0,0-1 16,1-12-16,-1 14 0,1-2 0,0 1 0,0-3 15,0 1-15,0 0 0,0-11 0,-1 11 0,0 0 16,0 0-16,-2-2 0,3-2 0,-1 1 0,1-8 0,-2 6 0,-1 0 15,1-1-15,1-4 0,-1 0 0,1 0 0,1-1 16,0-4-16,1-1 0,0 1 0</inkml:trace>
  <inkml:trace contextRef="#ctx0" brushRef="#br0" timeOffset="92631.05">24023 8615 0,'0'0'0,"0"0"0,0 0 0,0 0 15,0 0-15,0 0 0,0 0 16,0 0-1,0 0-15,0 0 0,0 0 0,2 16 0,-1-1 16,1 1-16,0-1 0,0 0 16,1 2-16,-3-17 0,2 12 0,-1 1 0,0 1 15,-4-1-15,2-1 0,1 0 16,-3 3-16,2-3 0,-1 3 0,2-15 16,-2 13-16,1 1 0,-1 0 0,4 0 15,-1 0-15,1 1 0,-2-15 0,1 12 0,0 0 16,0 0-16,-1 1 0,0 0 0,0-2 0,-1 1 0,0-1 15,0 1 1,1-12-16,-3 10 0,2 0 0,-1 0 0,0-2 0,1 0 0,1 0 16,-3 0-16,3-1 0,-2 0 15,2-7-15,-1 7 0,1 0 0,0-1 0,0 2 0,0-3 0,0 1 16,0-2-16,0 0 0,0 0 0,0-4 0,3 4 0,-2-1 16,1 0-16,-1-1 0,0 0 0,0 0 0,-1-2 0,1 1 0,-1 0 0,0 1 0,1-2 0,-1 0 0,0 1 0,1-1 15,-1 0-15,0 0 0,0 0 0,0 1 0,0-1 0,0 0 16,0 1-16,0-1 0,0 0 15,0 0-15,0 0 0,0 0 0,0 0 0,0 0 0,0 0 0,0 0 16,0 0-16,0 0 0,0 0 0,0 0 16,0 0-16,0 0 0,0 0 0,0 0 0,0 0 15,0 0-15,0 0 0,0 0 0,0 0 0,0-1 16,0 1-16,0 0 0,2-2 0,-1-1 0,1 1 0,-2 2 0,4-2 16,-1 0-16,0 1 0,4-1 0,-2 1 0,1-1 0,0-1 0,0 0 15,0 1-15,-6 2 0,9-1 16,0-1-16,-1 1 0,2 0 0,-1 0 0,1 0 0,-1 1 0,0 0 15,1 0-15,-10 0 16,10 0-16,0 0 0,-1 0 0,2 2 0,-2-2 16,0 0-16,4 1 0,-2 0 0,1-1 0,-12 0 0,10 2 15,1-2-15,-2 1 0,3 1 0,-3-2 0,0 0 16,1 3-16,-2-2 0,1 0 0,-9-1 16,9 1-16,0-1 0,1 2 15,-3-1-15,-1 0 0,1-1 0,-7 0 16,6 1-16,-2-1 0,1 0 0,0 1 0,-1 0 0,-1-1 0,-3 0 0,3 2 0,0-1 0,-1 0 15,-1-1-15,0 1 0,0 0 0,-1-1 0,1 2 16,-1-2-16,0 0 0,2 0 0,-2 0 0,0 0 0,0 0 16,1 0-16,-1 0 0,0 0 0,1 0 0,-1 0 15,0 0-15,0 0 0,0 0 0,0 0 0,0 0 16,0 0-16,0 0 0,0 0 0,0 0 0,0 0 0,0 0 16,-2 0-16,2 0 0,0 1 0,0-1 0,-3-1 0,1 1 15,1-3-15,-2 1 0,1 1 0,1-2 0</inkml:trace>
  <inkml:trace contextRef="#ctx0" brushRef="#br0" timeOffset="101076">18791 8184 0,'0'0'0,"0"0"0,0 0 0,0 0 15,0 0 1,0 0-16,0 0 15,0 0-15,0 0 0,0 0 16,0 0-16,-17 7 0,1-1 0,-1 1 0,17-7 0,-10 5 0,0-1 16,0-1-16,10-3 0,-16 16 15,2-3-15,-1 2 0,15-15 0,-7 9 0,-2-1 0,2 0 0,7-8 16,-7 20-16,0-2 0,1 1 16,6-19-16,0 0 0,-3 11 0,0 0 0,1-1 0,2-10 0,5 18 15,0-3-15,-1 3 0,0-9 0,0 0 0,-1-1 16,-3-8-16,15 9 0,1-2 15,-1 2-15,-15-9 0,10 3 0,-1 2 0,-1-2 0,-8-3 0,18 0 0,-3-1 16,0 0-16,-6 1 0,0-1 16,0 0-16,-9 1 0,0 0 0</inkml:trace>
  <inkml:trace contextRef="#ctx0" brushRef="#br0" timeOffset="101300.37">19030 8074 0,'0'0'0,"0"0"0,0 0 0,0 0 0,0 0 31,16 49-31,-1 0 16,-15-49-16,0 0 0,0 0 16,4 16-16,-2 0 0,1 1 0,-3-17 0,4 16 15,-1 0-15,0 0 0,-3-16 0,4 16 0,0 1 16,-1-2-16,-3-15 0,3 17 0,0-1 0,0 0 0,-1 1 0,0-1 15,0 1-15,-2-17 0,3 13 0,-3-2 0,1 1 16,1-6-16,-2 0 0,0 0 0,0-6 0</inkml:trace>
  <inkml:trace contextRef="#ctx0" brushRef="#br0" timeOffset="101727.939">19334 8280 0,'0'0'0,"0"0"0,0 0 16,0 0-16,0 0 15,0 0-15,0 0 16,0 0-16,0 0 16,0 0-16,-13 13 0,0 1 0,0-1 0,13-13 0,-11 14 15,0-1-15,0 1 0,5-2 0,0-2 0,1 2 16,5-12-16,-2 11 0,0-3 0,1 2 0,2-3 15,-1 0-15,1 1 0,-1-8 0,2 3 0,0 0 0,-1-1 16,-1-2-16,6 0 0,-3-1 0,2 0 16,2-3-16,0 0 0,1 0 0,-8 4 0,8-6 0,-1 0 15,2-1-15,-9 7 0,7-9 0,-1 0 0,0 1 16,2-2-16,-2 2 0,0-2 0,-6 10 0,6-8 0,-1 0 16,-1 1-16,-1 0 0,-1 2 0,0-1 0,-2 6 15,2-3-15,-2 1 0,0-1 0,0 3 0,0-1 16,1 1-16,0 0 0,1 3 0,-1-1 15,0-1-15,-1-1 0,1 8 0,0-2 0,0 1 16,0-2-16,-1 0 0,0 0 0,1-4 0,-1 3 16,0-2-16,0-2 0,3 11 0,-2-1 0,1 1 15,0-1-15,0 0 0,-1 0 0,0-5 0,0 2 0,-1-1 0,3-4 16,-3-1-16,0 3 0</inkml:trace>
  <inkml:trace contextRef="#ctx0" brushRef="#br0" timeOffset="102080.045">19484 8298 0,'0'0'0,"0"0"0,0 0 16,0 0-16,0 0 15,12 44 1,3 2-16,-15-46 0,0 0 0,0 0 0,0 0 16,4 11-16,-2 0 0,1 0 0,0-1 0,-2-1 15,1-1-15,-2-8 16,2 6-16,-1-2 0,1 1 0,-2-5 0,1 4 15,0-3-15,0 1 0,2-4 16,-2 2-16,1 0 0,-2 0 0,3-5 0,0 0 0,0 0 0,-3 5 0,4-11 0,-1 1 0,2 0 16,1-2-16,-2 0 0,1 0 15,-5 12-15,4-12 0,2 2 0,-2-2 0,-4 12 0,3-7 0,0-2 0,0 2 0,-1 1 16,-1 3-16,0 0 16,-1 3-16,1-3 0,-1 3 0,0-1 0,0 1 0,3 4 0,-2-1 15,1 0-15,-2-3 0,3 6 0,0 0 0,0 0 16,-1 5-16,-1-1 0,1-1 15,-2-9-15,2 13 0,0-1 0,0 0 0,-2-12 16,1 10-16,0 0 0,0-1 0,-1-9 0,1 7 0,-1 1 0,0-1 0,3-3 16,-1 0-16,-1-3 0,-1-1 0,5-1 15,-1-2-15,2 1 0</inkml:trace>
  <inkml:trace contextRef="#ctx0" brushRef="#br0" timeOffset="102319.995">19831 8289 0,'0'0'0,"0"0"16,0 0-16,0 0 16,-38 21-16,5-5 15,19-2 1,14-14-16,0 0 0,0 0 16,-1 5-16,1-1 0,-1 0 0,1-4 0,4 6 0,-2-1 15,0 0-15,-2-5 0,5 5 0,-1 0 0,1-1 0,-5-4 16,5 6-16,-1 0 0,1-2 0,-1 2 0,-1-2 15,0 0-15,-3-4 0,5 3 0,-1 2 0,-1-1 0,-3-4 16,4 4-16,-1-1 0,1 0 16,-4-3-16,1 2 0,-1-2 0,1 2 0</inkml:trace>
  <inkml:trace contextRef="#ctx0" brushRef="#br0" timeOffset="102609.899">20003 8341 0,'0'0'0,"0"0"16,0 0-16,0 0 15,24-39-15,-9 7 16,-12 10 0,-3 22-16,0 0 0,0 0 0,0 0 15,-5-3-15,3 0 0,0-1 0,2 4 0,-5-1 0,1 0 16,1 0-16,-4 3 0,1 0 0,0 1 0,6-3 0,-7 6 15,0 0-15,0 0 0,0 3 0,0-2 16,1 1-16,6-8 0,-6 9 0,0 0 0,0-1 0,3 3 16,1 0-16,0-1 0,2-10 0,1 11 0,-1-2 0,0 2 15,3-3-15,-2 0 0,1 0 0,-2-8 16,8 4-16,-1 1 0,-1-1 0,-6-4 0,12 1 0,-3 0 0,2 1 16,-3-2-16,-1 0 0,0 0 0</inkml:trace>
  <inkml:trace contextRef="#ctx0" brushRef="#br0" timeOffset="103010.031">20277 8237 0,'0'0'0,"0"0"0,0 0 0,0 0 16,0 0 0,0 0-16,0 0 15,41-9-15,-41 9 16,0 0-16,0 0 0,0 0 0,14-2 0,-1 0 0,-1 2 0,-3 0 16,0 0-16,-1 2 0,-8-2 15,8 5-15,-1 0 0,0-1 0,-7-4 0,4 8 16,1-2-16,0 0 0,-7 3 0,2-2 0,0 1 15,0-8-15,-2 9 0,1-1 0,1-1 0,-5 0 16,3 0-16,0-2 0,2-5 0,-6 8 0,2-2 16,-1 2-16,5-8 0,-6 5 0,1 1 0,1-1 15,4-5-15,-6 6 0,0-1 0,2-1 0,0 0 16,2 0-16,0 0 0,2-4 0,-3 3 0,3 0 0,-1 0 16,1-3-16,4 3 0,0-1 0,0 0 0,7-2 0,-1 1 15,0 0-15,-1-1 0,-3 0 0,2 0 0,-4 0 16,-1 0-16,1 0 0</inkml:trace>
  <inkml:trace contextRef="#ctx0" brushRef="#br0" timeOffset="103591.854">20344 8359 0,'0'0'0,"0"0"0,0 0 16,0 0-16,0 0 15,0 0 1,13-49-16,-13 49 0,0 0 0,0 0 15,4-14-15,0 2 0,0-1 0,-4 13 16,3-9-16,0-1 0,0 1 0,-3 9 0,4-6 0,-2-1 0,1 1 16,0 0-16,-3 3 0,1-2 0,-1 5 15,3-2-15,-1 0 0,-1 0 0,-1 2 16,2-4-16,-1 4 0,0-2 0,0 1 0,1 1 16,-1 0-16,-1 0 0,3 3 0,-1-1 0,-1 0 0,5 4 15,-3-1-15,1 1 0,-4-6 0,3 8 0,0 0 16,0 0-16,-3-8 0,1 9 0,0-1 0,0-1 15,-1-7-15,-2 11 0,1-2 16,0 1-16,3 2 0,0-1 0,0-1 0,-2-10 0,0 11 16,0 0-16,0-1 0,-1 0 0,0-1 0,0 0 0,1-9 0,-3 9 0,0-2 15,0 1-15,3-8 0,-5 6 0,2 0 16,0-1-16,-1-3 0,3-1 0,-1 0 0</inkml:trace>
  <inkml:trace contextRef="#ctx0" brushRef="#br0" timeOffset="103752.188">20348 8463 0,'0'0'0,"0"0"0,0 0 16,0 0-1,0 0-15,0 0 16,63-3 0,-63 3-16,0 0 0,0 0 0,0 0 0,24-4 15,-2 2-15,1-3 0,-23 5 0,15-1 0,0-3 0,-2 2 0</inkml:trace>
  <inkml:trace contextRef="#ctx0" brushRef="#br0" timeOffset="104280.109">22576 8062 0,'0'0'0,"0"0"16,0 0-16,0 0 0,-29 52 15,5-8 1,5-5-16,19-39 16,0 0-16,0 0 15,0 0-15,-2 13 0,0-2 0,1 1 0,1-12 0,3 10 0,0-1 0,0 1 16,4 1-16,-1-1 0,0 0 0,-6-10 0,11 8 0,-1 1 0,0-2 0,6-1 16,-2 0-16,-1-2 15,-13-4-15,18-1 0,-1 0 0,-1 1 0,-5-2 0,-1 0 0,2 1 0,-6-2 16,-2 3-16,1-2 15,-2 2-15,-1-1 0,-1 1 0</inkml:trace>
  <inkml:trace contextRef="#ctx0" brushRef="#br0" timeOffset="104504.003">22874 7886 0,'0'0'0,"0"0"0,0 0 0,0 0 15,0 0 1,-19 38-1,9 9-15,10-47 16,0 0-16,0 0 0,1 16 0,-1 0 0,0-1 16,0-15-16,2 17 0,0-1 0,1 1 0,-1 0 15,0-1-15,0-1 0,-2-15 0,6 18 0,-2-1 0,1-1 0,0 1 0,-1-1 16,0 0-16,1 1 0,-2-2 16,0 1-16,-2-5 0,-1-1 0,0 1 0,0-11 0,1 5 0,-1-1 15,0 1-15,1-3 0,-1-1 0,0 0 16</inkml:trace>
  <inkml:trace contextRef="#ctx0" brushRef="#br0" timeOffset="104890.272">23087 8090 0,'0'0'0,"0"0"0,0 0 0,0 0 16,0 0-16,0 0 0,-31 39 15,6-1 1,25-38-16,0 0 0,0 0 0,-5 11 0,0-1 16,2 2-16,3-12 15,-5 9-15,2 0 0,0 1 0,1-3 0,1 0 0,0-1 0,4 0 0,-1 0 0,-1 0 16,-1-6-16,6 3 16,-1 0-16,1 0 0,-6-3 0,6-3 0,0 2 0,0 0 15,3-5-15,-2 1 0,-1 0 0,4-4 0,-2 1 0,-1 0 16,-7 8-16,8-8 0,-1-1 0,0 1 0,0-1 15,0 1-15,0 0 0,-1 2 0,-2 0 16,-1 1-16,0 1 0,0 1 0,-1 0 16,-2 3-16,1-1 0,-1-1 0,1 2 0,1 0 0,-2 0 0,0 0 0,0 0 0,-1 5 15,1-1-15,0 1 0,1 2 0,-1-1 16,0 2-16,0-8 0,1 7 0,1 2 0,-2-1 0,0 1 16,0-2-16,0 2 0,0-9 0,1 9 0,-1-3 0,0 2 0,2-4 15,-1 2-15,1-2 0,-2-4 0,2 2 16,0-2-16,0 1 0</inkml:trace>
  <inkml:trace contextRef="#ctx0" brushRef="#br0" timeOffset="105253.315">23258 8089 0,'0'0'0,"0"0"0,0 0 0,0 0 15,8 39-15,-2-5 16,2-5-1,-8-29-15,0 0 0,0 0 0,3 9 16,-1-4-16,-1 1 0,2-2 0,0 0 16,0 0-16,-3-4 0,2 1 0,1 1 0,0 0 0,2-6 0,-1 3 15,-1-3-15,-3 4 0,6-4 0,-1-1 0,-1 2 16,2-5-16,0 0 0,1 1 0,-7 7 0,6-10 0,0 0 16,0 1-16,1-2 0,-3 1 0,1-1 0,-1-1 0,-1 2 15,0-2-15,-3 12 0,3-6 0,-2 0 0,1-2 16,-2 5-16,1 0 0,0 0 15,-1 3-15,0 1 0,0 0 0,0 2 0,1 0 0,-1 2 16,0-1-16,0 4 0,0-1 0,0 1 0,0-8 16,1 9-16,0 0 0,0 0 0,-1 1 0,0-2 15,0 1-15,0-9 0,2 9 0,-1 0 0,-1 0 16,3-3-16,-1 2 0,1 0 0,-3-8 16,4 3-16,-1 0 0,1-1 0,2-3 0,-1-1 0,0 1 15,-2-2-15,0 2 0,0-2 0</inkml:trace>
  <inkml:trace contextRef="#ctx0" brushRef="#br0" timeOffset="105460.201">23603 8052 0,'0'0'0,"0"0"0,0 0 15,0 0 1,0 0-16,0 0 16,-45 19-16,45-19 0,0 0 15,0 0-15,-10 8 0,1-1 0,-1-1 0,10-6 16,-3 8-16,1-2 0,0 0 0,2 1 0,0-1 0,0-1 15,3 0-15,-3 3 0,1-3 0,-1-5 16,3 6-16,1 1 0,-1-1 0,-1 0 0,-1 0 16,0-1-16,-1-5 15,-1 5-15,0 0 0,0 1 0,-1-2 0,1-1 0,-1 0 0,2-3 0,-5 1 0,1-1 0,0 0 16</inkml:trace>
  <inkml:trace contextRef="#ctx0" brushRef="#br0" timeOffset="105779.779">23749 8085 0,'0'0'0,"0"0"0,20-35 0,-3 5 16,-8 12-16,-6 7 15,-9 4 1,-8 8-16,14-1 0,0 0 15,0 0-15,0 0 16,-5 3-16,0-1 0,-1 1 0,2 12 0,2 3 0,-1-3 0,3-15 0,-9 3 0,-2-1 16,1-1-16,1 4 0,2-2 0,-1 1 15,8-4-15,-5 6 0,1-2 0,0 1 0,1 4 0,0-3 0,0 1 16,3-7-16,-2 6 0,2 2 0,0-2 0,6 3 0,-1-2 0,-1 1 16,4-3-1,-3 1-15,0-1 0,-5-5 0,9 4 0,0-1 0,-1 1 16,5-7-16,-2 3 0,1 0 0,1-4 0,0 2 15,1-1-15,-6 0 0,0 0 0,1 2 0</inkml:trace>
  <inkml:trace contextRef="#ctx0" brushRef="#br0" timeOffset="106309.769">24116 7918 0,'0'0'0,"0"0"0,0 0 0,0 0 0,39-24 16,-9 9-1,-5 6-15,-5 9 16,-20 0-16,0 0 16,0 0-16,0 0 0,6 2 0,-2-1 0,1 0 15,1 3-15,-3 0 0,1-2 0,0 3 0,-2 1 0,0-1 16,-2-5-16,4 6 0,-2 0 15,1 0-15,-2 0 0,1 3 0,-1-3 0,-2 3 16,1-2-16,0 0 0,0-7 0,-3 10 0,1-2 0,0 1 0,-5 0 0,1-1 0,0 0 16,6-8-16,-8 9 0,0 0 0,1 0 0,-4 0 15,3-2-15,0 2 0,-2-2 0,3-2 0,-2 2 16,9-7-16,-7 4 0,-1 0 0,0 1 0,1-1 16,0-1-16,0 0 0,7-3 0,-6 4 0,2-1 0,1 0 0,0 0 15,1-1-15,1 0 0,-1 0 0,1-1 0,1 0 16,0-1-16,-3 1 0,3-1 0,0 1 0,0-1 15,0 0-15,0 0 0,3 1 0,-2 0 0,0-1 16,-1 0-16,7 0 0,-1 1 0,1-1 16,3 0-16,-1-1 0,1 1 0,-10 0 15,11-3-15,-1 2 0,0-1 0,4 0 0,-1 2 0,1-2 16,-2 0-16,1 1 0,0-1 0,-13 2 0,13-2 16,2 2-16,-2-2 0,0 1 0,-1 0 15,1 1-15,-13 0 0,10-1 0,1 1 0,0 0 16,-3 1-16,0-1 0,-1 0 0,-2 0 0,-1 0 0,0 0 0,-2 1 0,0-1 15,-1 1-15,1 1 0,-1-2 0,0 2 0,-1-2 0,-1 2 16,1-1-16,0 0 0,-4-2 0,2 1 16,0-1-16,-3-1 0,-1 0 0,0 0 0</inkml:trace>
  <inkml:trace contextRef="#ctx0" brushRef="#br0" timeOffset="110880.002">19834 9659 0,'0'0'0,"0"0"15,0 0-15,0 0 0,0 0 16,72-22 0,6 3-16,-4 5 15,-74 14 1,0 0-16,0 0 0,24-3 0,-1 0 0,-1 0 0,-22 3 0,12-3 16,-1 1-16,0 1 0,-11 1 0,4 0 0,-1 0 0,1-1 15</inkml:trace>
  <inkml:trace contextRef="#ctx0" brushRef="#br0" timeOffset="114329.68">20355 8708 0,'0'0'0,"0"0"15,0 0-15,0 0 16,0 0-1,0 0-15,0 0 16,0 0-16,0 0 0,0 0 16,0 0-16,0 0 0,0 0 0,0 0 0,0 0 0,0 0 0,0 0 15,0 0-15,-13-10 0,3 2 16,-1-2-16,11 10 0,-8-6 0,2 1 0,0 0 0,6 5 0,-11-2 16,0 0-16,0-1 0,11 3 0,-7-1 15,2 0-15,-1 0 0,6 1 0,-10 1 0,0-1 0,-1 0 16,11 0-16,-6 0 0,1 0 0,-1 0 0,6 0 0,-13 2 15,0 0-15,0 1 0,13-3 0,-7 0 16,0 2-16,0-1 0,7-1 0,-16 6 0,1 0 0,0 0 0,6-3 16,1 0-16,1 0 0,7-3 15,-17 6-15,2 0 0,1 0 0,14-6 0,-10 4 16,3-1-16,-1 1 0,8-4 0,-12 8 16,1 1-16,-1-1 0,12-8 0,-7 5 0,1-1 15,-1 2-15,7-6 0,-10 10 0,-1 1 0,2 0 0,9-11 0,-6 7 16,1-2-16,-1 1 0,6-6 0,-9 12 0,1-2 15,-1 2-15,9-12 0,0 0 0,-5 6 0,1 0 0,0 0 16,4-6-16,-10 14 0,1-1 0,0 0 16,9-13-16,-6 8 0,2-2 0,-1 1 0,-4 10 0,1 1 0,1-1 15,7-17-15,-6 9 0,2 1 0,0-1 16,4-9-16,-8 16 0,-1 1 0,1 0 0,8-17 0,-6 9 16,3 0-16,-2 0 0,5-9 0,-4 13 15,1-1-15,0 0 0,3-12 0,0 0 0,-2 6 16,1 1-16,-1 0 0,-1 8 0,-1-1 0,1 1 0,3-15 15,-2 8-15,1 1 0,-1 0 16,2-9-16,-2 15 0,1-1 0,0 1 0,1-15 16,-1 9-16,1-2 0,0 1 0,0-8 0,-3 16 0,1 0 15,1 0-15,1-16 0,-3 8 0,2 1 16,0-1 0,1-8-16,3 18 0,-1-1 0,-1 1 0,-1-18 0,3 10 0,-3-1 0,1 0 0,-1-9 15,3 15-15,-1-1 0,1 1 0,-3-15 0,1 7 0,1 1 0,-1-1 0,5 8 0,-2-2 16,0 1-16,-4-14 0,3 9 0,-1-1 15,0-1-15,-2-7 0,8 12 0,-2 1 0,0-2 0,-6-11 16,3 6-16,1 0 0,1 1 0,-5-7 16,8 10-16,-1 0 0,2-1 0,-9-9 0,4 7 0,0-2 15,0 0-15,-4-5 0,12 9 0,0-2 0,0 0 16,-12-7-16,6 5 0,0-1 0,0 0 0,-6-4 16,13 4-16,1 0 0,-2 1 0,-12-5 0,9 2 0,-3 0 15,1 0-15,-7-2 0,15 1 0,-1 1 0,1-2 16,-15 0-16,9 2 0,-1-2 0,-1 0 0,10-2 15,-1 2-15,-1 0 0,-15 0 16,9-2-16,-1 1 0,0 1 0,-8 0 16,19-3-16,-1-1 0,0 1 0,-18 3 0,10-2 0,0 0 0,0 1 0,-10 1 0,18-6 15,0 0-15,-1-1 0,-17 7 0,11-3 0,-2 0 16,1-1-16,-10 4 0,17-10 16,0 1-16,0-1 0,-17 10 0,10-5 0,-1-1 15,-1 1-15,-8 5 0,17-10 0,-2-1 0,1 1 0,-16 10 0,8-7 0,1 2 0,0-1 16,-9 6-16,15-14 0,-2 1 0,1 1 15,-14 12-15,8-8 0,0 1 0,0-1 0,-8 8 16,10-16-16,1 1 0,0 0 0,-11 15 0,7-10 16,-2 3-16,0 0 0,-5 7 0,11-20 0,-2 0 15,0 0-15,-3 10 0,-2 0 0,1 0 0,-5 10 16,8-19-16,-1-1 0,0 1 0,-2 8 0,-2 1 16,2-1-16,-5 11 0,5-18 0,0-2 0,-1 1 15,-2 9-15,1-1 0,-1 2 0,-2 9 16,3-19-16,-2 0 0,-1 2 0,2 7 0,-2 1 0,0-1 0,0 10 0,1-20 15,0 3-15,0-2 0,0 9 0,-1-1 0,0 1 16,0 10-16,-3-17 0,1 0 0,0 0 0,2 17 0,-2-10 0,0 0 16,1 2-16,-4-9 0,1 1 15,-1 0-15,5 16 0,-4-8 0,1-1 0,1 1 0,-5-7 16,-1 1-16,0 0 0,8 14 0,-5-8 16,1 0-16,0 1 0,4 7 0,-13-15 0,1 1 0,0 1 15,4 4-15,2 2 0,-1-1 0,7 8 0,-16-9 0,-1 1 16,1-1-16,6 5 0,1 1 0,1-3 15,8 6-15,-23-4 0,0 0 0,1 0 0,-3 4 0,2 0 0,-1 0 0,24 0 16,-24 5-16,-1-2 16,0 0-16,0 1 0,2-1 0,0 0 0,23-3 0,-24 3 15,1 0-15,1 0 0</inkml:trace>
  <inkml:trace contextRef="#ctx0" brushRef="#br0" timeOffset="116429.625">24338 8472 0,'0'0'0,"0"0"0,0 0 0,0 0 16,0 0-16,0 0 15,0 0-15,0 0 16,0 0-16,0 0 0,0 0 15,0 0-15,0 0 0,0 0 16,0 0-16,-14-10 0,1 1 0,0-1 0,4 4 0,1 1 0,-1 0 0,9 5 0,-12-3 31,0-1-31,0 2 0,12 2 0,-6-2 0,0 2 0,0-2 0,6 2 0,-10 0 0,-1-1 16,2 1-16,3 0 0,0 0 16,2 0-16,4 0 0,-14 0 0,-1 1 0,0-1 0,15 0 0,-9 2 15,1-2-15,-1 0 0,9 0 0,-16 2 0,1 0 0,-1 0 0,16-2 16,-10 2-16,1-1 0,1-1 15,-9 4-15,0-1 0,0 0 0,17-3 0,-10 1 0,1 1 16,0 0-16,9-2 0,-15 4 0,0 1 0,1-1 16,14-4-16,-9 2 0,2 1 0,0-1 0,7-2 0,-16 7 15,0-2-15,1 0 0,15-5 0,-9 5 16,1-2-16,0-1 0,8-2 0,-15 9 0,0 0 0,2-2 16,4-2-16,2-1 0,0 1 0,7-5 0,-12 9 0,1-1 15,0 3-15,11-11 16,-6 4-16,0 1 0,-1 0 0,-3 4 0,1-1 0,-2 0 0,11-8 15,-6 6-15,2-2 0,-2 1 0,6-5 0,-12 9 16,1 1-16,1 0 0,10-10 0,-7 6 0,1 0 16,1-1-16,5-5 0,-10 10 0,1 0 0,1 2 15,8-12-15,-6 6 0,1 0 0,0 0 0,5-6 16,-8 12-16,2 1 0,-2-2 0,8-11 0,-4 8 0,1-2 16,-1 1-16,4-7 0,-8 9 0,2 2 0,0-1 15,6-10-15,-4 5 0,1 1 0,0-1 0,-2 9 16,2-2-16,0 2 0,3-14 0,-2 9 0,1-2 0,-1 0 15,2-7-15,-3 13 0,0 0 0,0-1 0,1-6 16,0 2-16,1-2 0,1-6 0,-2 3 0,2 0 16,0-1-16,0-2 0,-1 14 0,0 0 0,0-1 15,1-13-15,0 9 0,0-2 0,0 1 16,1 4-16,-1 1 0,0 0 0,0-13 0,2 7 16,-2-1-16,0 0 0,0-6 0,4 12 0,0-1 0,-1 0 0,-3-11 15,3 8-15,-2-2 0,1 0 0,-2-6 16,3 12-16,-1-1 0,0 0 0,-2-11 0,2 7 15,-1-1-15,2 1 0,-3-7 0,6 9 0,1 1 0,0 1 16,-7-11-16,5 6 0,-1 0 0,0-1 0,5 5 0,0 0 0,0-2 16,-9-8-16,6 6 0,0-1 0,0 0 15,-6-5-15,10 8 0,1 1 0,-2-1 0,-1-3 0,-3-2 16,0 2-16,-5-5 0,15 9 0,-2-1 0,1 2 0,-14-10 0,8 4 16,0 1-16,0-1 0,-8-4 15,15 7-15,-1-1 0,0 0 0,-6-2 0,-1-1 16,1 0-16,-8-3 0,17 6 0,0-2 0,0 1 15,-7-2-15,0-2 0,-1 1 0,-9-2 0,19 4 0,-1 0 0,0-2 16,-18-2-16,11 2 0,-2 1 16,1-2-16,-10-1 0,18 3 0,-1-1 0,1 0 0,-8 0 15,-1-2-15,0 2 0,-9-2 0,21 3 16,-2 0-16,1 0 0,-20-3 0,11 2 0,-1-1 0,0 1 0,10-2 16,-1 1-16,0-1 0,-19 0 0,10 1 0,0-1 0,0 0 15,-10 0-15,19-1 0,-1-2 0,1 3 16,-19 0-16,11-1 0,-2-1 0,2 2 0,9-3 0,-1 0 0,-1 0 15,-18 3-15,11-2 0,-1 1 16,0-1-16,-10 2 0,15-4 0,0-2 0,0 0 0,-15 6 0,8-3 16,-1 1-16,2-1 0,6-4 15,-1 1-15,0-1 0,-6 3 0,0 0 0,0 1 0,3-6 16,1 1-16,0 1 0,-6 1 0,0 2 0,0-1 16,-6 5-1,9-8-15,1 0 0,-1-1 0,-4 5 0,1-1 0,-2 0 16,4-5-16,-1 0 0,1 0 0,-3 3 0,-1 2 0,-1-1 15,-3 6-15,9-9 0,-3-1 0,0 1 0,-2 3 0,0 1 0,-1-1 0,1-6 0,1 1 16,-1 0-16,-1 4 0,0 1 16,0 0-16,-3 6 0,4-13 0,-1 2 0,0-2 0,0 7 0,-1 0 15,-1-1-15,1-7 0,1 4 16,0-3-16,-1 7 0,-1 0 0,-1-1 0,0 7 0,-1-10 0,1-3 0,0 3 16,-2 3-16,2 2 0,0-1 0,-1-5 0,-1-2 0,0 3 15,1 4-15,0-1 0,0 2 0,1 5 16,-4-11-16,2 0 0,0 1 0,0 4 0,1 1 0,-1-1 15,-4-7-15,0 1 0,0 0 16,6 12-16,-4-9 0,1 3 0,0 0 16,-3-4-16,1 1 0,1 1 0,1 2 0,1 1 15,-1 1-15,-5-7 0,2 1 0,0 1 16,2 4-16,0 0 0,0-1 0,4 6 0,-6-8 16,1 1-16,-1-1 0,2 5 0,2-2 0,0 1 0,-5-3 0,0 0 0,1 1 15,2 2-15,1 0 0,-1 1 0,4 3 0,-8-8 16,2 2-16,0 0 0,2 1 0,1 2 0,-1-1 15,-5-2-15,1 0 0,-1 1 0,4 1 0,1 3 0,-1-2 16,5 3-16,-8-6 0,1 2 0,1 0 0,2 1 16,-1 0-16,2 0 0,-5-2 0,1 0 0,0 0 0,3 2 15,0 0-15,1 0 0,1 2 0,1-1 16,-1 2-16,2 0 0,-10-8 0,1 1 0,0 1 16,3 3-16,1 0 0,0-1 0,-5 0 0,1 0 0,-1 0 0,4 2 15,2-1-15,-1 1 0,-8 0 0,1 0 0,-1-1 16,13 3-16,-7-1 0,1 0 15,-1 0-15,-9-5 0,1 1 16,0 1-16,15 4 0,0 0 0,0 0 0</inkml:trace>
  <inkml:trace contextRef="#ctx0" brushRef="#br0" timeOffset="132890.302">19550 9944 0,'0'0'0,"0"0"16,0 0-16,0 0 16,0 0-1,0 0-15,0 0 16,0 0-16,0 0 0,0 0 0,0 0 0,0 0 15,0 0-15,0 0 0,0 0 0,0 0 16,0 0-16,0 0 0,6 5 0,-1 1 0,-1 0 0,-4-6 0,3 4 16,0-1-16,0 1 0,-3-4 0,2 1 15,-1 0-15,-1 1 0,0-2 0,10 3 0,-2 2 0,-1-1 16,-7-4-16,5 3 0,0-2 0,-1 1 16,-4-2-16,12 4 0,-3 1 0,1-1 0,-2-2 0,-3 0 0,0 1 15,-5-3-15,13 7 0,-2 2 0,1-3 0,-12-6 16,8 5-16,-2 0 0,0-1 0,-6-4 15,14 12-15,-1-1 0,0 2 0,-13-13 0,9 6 0,-2 1 0,0-1 16,-7-6-16,17 16 0,-1-1 0,-1-1 16,-15-14-16,10 9 0,-2-1 0,1 0 15,18 14-15,-1 0 0,-1-1 0,-25-21 16,29 26-16,-1-1 0,0-1 0,-28-24 16,26 23-16,-1-1 0,0 0 0,-25-22 0,23 22 0,0-2 15,1 1-15,-3-2 0,1 1 0,0 0 0,-22-20 0,19 18 0,-1-1 0,0 0 16,4 3-16,-1 1 0,0-3 0,-21-18 0,23 22 0,-1-2 0,0 0 15,-3-3-15,0 0 0,1 1 16,1 0-16,-2-1 0,1 0 0,-20-17 0,25 23 0,1-2 16,-1 0-16,3 4 0,0-1 0,0 0 15,-28-24-15,32 29 0,0-2 0,-1 3 0,1-3 0,0 0 16,0 2-16,-8-8 0,1 1 0,0 2 16,-25-24-16,23 21 0,-1 0 0,0-1 0,-10-9 0,-3-1 0,2 0 15,-11-10-15,15 19 0,0-2 0,0 0 0,-7-7 0,0-1 0,0 0 16,6 9-16,1 0 0,-1 0 15,-14-18-15,9 9 0,-1 0 0,0 1 16,3 1-16,-2 0 0,2-1 0,-11-10 0,6 6 16,-1 0-16,1-1 0,5 8 0,1-1 15,0 1-15,-12-13 0,6 8 16,2 0-16,-1-1 0,2 5 0,2-2 0,-1 1 16,-4-6-16,-1 1 0,0-1 0,-5-5 0,9 10 15,0-1-15,-1 0 0,-2-3 0,-2-1 16,0-1-16,-3-2 0,1 0 0,-1 0 0,-1-2 0,6-4 0,0 1 0,0 0 0,-3 0 0,0 2 0,0-2 0</inkml:trace>
  <inkml:trace contextRef="#ctx0" brushRef="#br0" timeOffset="134239.918">22721 9451 0,'0'0'0,"0"0"0,0 0 15,0 0-15,0 0 16,0 0-16,0 0 16,0 0-1,0 0-15,0 0 0,0 0 0,0 0 0,0 0 16,0 0-16,0 0 0,0 0 0,0 0 0,0 0 16,0 0-16,-5 8 0,1 1 0,1 0 0,0-4 0,0 0 0,1 1 15,2-6-15,-6 8 0,1 2 0,0-3 0,5-7 0,-4 6 16,2-1-16,-1-1 15,3-4-15,-8 11 0,2 0 0,0-1 0,6-10 0,-4 6 0,0 0 16,0 1-16,4-7 0,-8 13 0,-1-1 16,1 1-16,2-5 0,3-1 0,-2 0 0,5-7 0,-10 16 0,2-2 15,-1 1-15,9-15 0,-4 9 0,-1-1 16,1 0-16,4-8 0,-11 16 0,2-1 0,-1-1 0,4-5 16,1 0-16,0 0 0,5-9 0,-12 15 0,2-1 0,0 2 15,10-16-15,-7 7 16,2 2-16,-1 0 0,-7 9 0,1 1 0,1-1 0,11-18 15,-6 11-15,-1-1 0,1 0 0,6-10 0,-13 19 16,1-1-16,1 0 0,11-18 0,-8 9 0,2 1 16,0 0-16,6-10 0,-12 19 0,0-1 0,0 1 15,6-10-15,0 1 0,-1 1 0,7-11 0,-13 21 0,1 0 16,1 0-16,11-21 0,-8 12 0,2 0 0,0 1 0,6-13 16,-12 20-16,0 1 0,-1-1 0,13-20 0,-13 22 15,1-2-15,1 1 0,11-21 0,-8 9 0,2 2 16,0-1-16,-6 11 0,0-1 0,-1 1 0,13-21 0,-7 11 15,0 0-15,0 1 0,7-12 0,-14 22 0,0 0 16,1 0-16,13-22 0,-8 12 0,1-1 0,-1 2 16,8-13-16,-14 22 0,1 1 0,1-2 0,12-21 15,-7 14-15,-1-4 16,1 3-16,-7 10 0,2-1 0,-1 0 0,13-22 16,-7 13-16,1-1 0,-1 0 0,7-12 15,-13 21-15,0 0 0,1 2 16,4-12-16,2 1 0,0-1 0,6-11 15,-14 21-15,2-1 0,-1 1 0,13-21 0,-7 11 0,1 0 0,-1 1 0,7-12 16,-12 21-16,-1 0 0,1 0 0,12-21 0,-7 12 0,1-1 0,0 0 0,6-11 0,-12 22 0,2-1 0,0 0 0,4-10 16,1 1-16,0-1 0,5-11 0,-12 21 15,1-1-15,-1 0 0,12-20 0,-7 12 0,1-2 0,0 0 0,6-10 16,-12 18-16,0-1 0,1 0 16,4-8-16,1 0 0,1 0 0,5-9 0,-11 17 0,1-1 15,0 1-15,4-8 0,0 0 0,1-1 0,-3 5 16,1-1-16,0 0 0,7-12 15,-5 7-15,2 0 0,0-1 0,-3 6 0,1-2 0,0 0 0,5-10 16,-3 8-16,0-3 0,0 1 16,-2 5-16,2 0 0,0-1 0,0-3 0,2-1 15,-1-1-15,2-5 0,-3 9 0,2-1 0,-1 1 0,1-5 16,0 0-16,0 0 0,0-1 0,1-2 0,0 1 0,0-2 0,-1 1 0,1-1 16,0 0-16,0 0 0,0 0 0,0 0 0,0 1 15,0-1-15,0 0 0,-4 7 0,2-1 0,0-1 16,0-1-16,1-1 0,-1 1 0,2-2 0,-1-1 0,0 1 15,0-2-15,1 0 0,0 1 0,0-1 16,0 0-16,0 0 0,0 0 0,0 0 0,0 0 0,0 0 0,0 0 16,0 0-16,0 0 0,0 0 15,0 0-15,0 0 0,0 0 0,0 0 0,-1-1 0,-1-2 16,1 1-16,-1 0 0,1 1 16,0 0-16,-1-8 0,0 2 0,-1-1 0</inkml:trace>
  <inkml:trace contextRef="#ctx0" brushRef="#br0" timeOffset="140029.865">20960 11820 0,'0'0'0,"0"0"0,0 0 0,0 0 15,0 0 1,0 0-16,0 0 0,0 0 16,0 0-16,0 0 0,0 0 0,1 16 15,0 1-15,0-1 0,-1-16 16,0 11-16,0-1 0,0 0 0,-1 9 0,0-1 15,0 0-15,1-18 16,-1 10-16,1 0 0,0 0 0,0-10 0,-4 19 0,1 2 0,0 0 0,0-9 0,2-1 16,-2 1-16,3-12 0,-3 24 0,0 0 0,0-2 15,3-22-15,-3 14 0,2-1 0,-1-1 0,2-12 0,-3 23 0,1-2 16,-1 1-16,1-11 0,1 2 16,0-2-16,1-11 0,0 16 0,-1 0 0,0 0 15,1-16-15,0 8 0,0 0 0,0 0 0,-1-4 0,1-1 16,0 0-16,0-2 0,0 0 0,0 0 0,0-1 15,0 0-15,0 0 0,0 0 0</inkml:trace>
  <inkml:trace contextRef="#ctx0" brushRef="#br0" timeOffset="140390.299">20967 11770 0,'0'0'0,"0"0"0,0 0 16,0 0-16,0 0 15,0 0-15,0 0 16,44 8-16,-44-8 16,0 0-16,0 0 0,11 6 0,-1 0 0,0-1 0,-10-5 0,7 9 15,0-1-15,0 1 0,-2 2 0,-2 1 0,1-2 16,-1 5-16,0-2 0,1 1 15,-4-14-15,3 15 0,-2 0 0,1-1 16,-1 2-16,1-1 0,-1 1 16,2 1-16,-1 1 0,-1-1 0,-1-17 0,2 16 0,-1 1 0,-1-1 0,3 0 15,-1-1-15,-1 1 0,0-2 0,0 0 0,0 0 16,-1-14-16,0 12 0,0 1 0,0-1 0,1 0 0,-1-1 0,0-1 0,-1-1 16,1 1-16,0-1 0,0-9 0,0 8 0,-1-2 0,0 1 0,0-4 15,1-1-15,0 1 0,-1-3 16,1 0-16,0 0 0</inkml:trace>
  <inkml:trace contextRef="#ctx0" brushRef="#br0" timeOffset="140610.109">20955 12082 0,'0'0'0,"0"0"0,0 0 0,0 0 16,51 6 0,-1 0-16,-8 0 15,-6-6-15,-36 0 16,0 0-16,0 0 0,9-3 0,1 3 0,-1-3 0,-3 1 16,-1 1-16,1-1 0</inkml:trace>
  <inkml:trace contextRef="#ctx0" brushRef="#br0" timeOffset="141259.879">21430 11803 0,'0'0'0,"0"0"0,0 0 15,0 0 1,0 0-16,0 0 0,0 0 16,4 43-1,-4-43-15,0 0 0,0 0 0,1 14 16,0 1-16,0-3 0,-1-12 0,2 12 0,-1-1 0,-1 0 0,2 1 15,-1-1 1,-1-1-16,2 2 0,-1 0 0,1 0 0,0 2 0,0-1 16,0 1-16,-2-14 0,2 12 0,-1 2 0,0-1 0,1 1 15,-1 0-15,-1 0 0,3-1 0,-3 1 0,1 0 0,-1-14 0,2 12 0,1 1 16,-1-1-16,-1 0 16,2-2-16,-2 1 0,1-1 0,0-1 0,-1 0 0,-1-9 0,3 8 0,-3 0 15,1-1-15,1-1 0,-1 0 0,1 0 0,-1-3 0,0 0 16,0 1-16,-1-4 0,1 2 15,-1-2-15,0 2 0,1-1 0,-1 0 0,0-1 0,0-1 0,0 1 0,0-1 16,0 1-16,1-4 0,-1 0 16,0 1-16,0-5 0,2 3 0,-1-2 0,1-1 0,-1-1 0,1 1 15,-2 8-15,4-10 0,-1-1 16,1 2-16,2-2 0,-1 0 0,1 0 0,0-3 0,0 1 16,0 1-16,-6 12 0,6-13 0,0 1 0,0 0 0,0 1 15,0-1-15,0 0 16,-6 12-16,8-14 0,-2 1 0,0 1 0,0-2 0,1 1 0,-1 0 0,0 1 0,0 0 15,0 0-15,-1 1 0,0 0 0,1 1 16,-6 10-16,4-9 0,-1 0 0,0 2 0,0-1 0,0 0 16,0 1-16,1 1 0,-1-1 15,-1 2-15,-2 5 0,3-7 0,-2 1 0,1 0 0,-1-1 0,0 3 16,0-2-16,0 2 0,-1 1 0,0-2 0,0 5 0,1-4 0,-1-1 16,0 2-16,2-3 15,-1 2-15,1-1 0,1-1 0,-1 0 0,-1 2 0</inkml:trace>
  <inkml:trace contextRef="#ctx0" brushRef="#br0" timeOffset="141600.238">22000 11650 0,'0'0'0,"0"0"15,0 0-15,0 0 16,0 0-16,0 0 16,4 53-16,-1-5 15,-3-48-15,0 0 0,0 0 0,0 0 0,0 0 16,-3 13-16,3 1 0,-1-2 0,-1 1 16,0-1-16,1 1 0,-2 1 0,2 0 15,-1-1-15,1 2 0,-1-1 0,1 0 0,1-14 0,-2 16 0,1-2 16,0 1-16,-1 1 0,1 0 0,0-1 0,2 3 0,0-2 0,0 1 15,-1-17-15,1 15 0,0 0 16,0 1-16,-1-2 0,1 0 0,0-1 0,-2-1 0,1 0 0,0 0 16,0-12-16,-1 9 0,1 0 0,0 2 0,-2-4 15,2-1-15,0 0 0,0-4 0,0-1 0,0-1 16,2-3-16,-2 0 0,1 0 0,0 0 0,0 0 0,-1 0 0</inkml:trace>
  <inkml:trace contextRef="#ctx0" brushRef="#br0" timeOffset="142292.764">22004 11746 0,'0'0'0,"0"0"15,0 0-15,20-45 0,1 9 16,-2 15-1,-2 6-15,4 5 16,-21 10-16,0 0 16,0 0-16,0 0 0,7-2 0,-1 0 0,2 1 0,1 1 0,-2 0 0,2 0 15,-9 0-15,9 3 0,-1 0 0,1 1 16,0 0-16,1 0 0,-1-1 0,-1 4 0,1-1 16,-1 0-16,-8-6 0,8 11 0,-1-2 0,0 1 0,-2-4 0,-1 2 0,0-2 15,0 3-15,-2 1 0,1 1 16,-4-1-16,1 1 0,0-2 0,-4 2 0,1-1 0,-1-1 15,4-9-15,-6 11 16,0 0-16,1 0 0,-5-2 0,1 0 0,0 0 0,-3 0 0,2 0 0,-1-1 16,11-8-16,-12 7 0,0-1 0,2 1 15,-2-2-15,1 0 0,0 0 16,11-5-16,-11 4 16,0-1-16,2 1 0,0-2 0,1-1 0,1 1 0,0 1 0,2-3 0,-1 1 0,6-1 0,-3 3 15,0-3-15,0 0 0,0 0 0,2 0 0,-1 0 0,4-1 0,-1-1 0,-1 2 16,0 0-16,7-1 0,-2 0 15,1-1-15,0 0 0,0 2 0,0 0 0,3 0 0,0 0 0,0 2 0,-9-2 16,10 2-16,0 0 0,0 1 16,2 0-16,-2 0 0,1 0 0,1 2 0,-1-1 0,-1 1 15,-10-5-15,12 5 0,-1 0 0,0 1 16,-3 1-16,1-1 0,0 2 0,-2-2 0,0 2 0,-1-1 16,-6-7-16,6 9 0,-2-1 0,1-1 0,-1 3 15,-1-1-15,0 0 0,-3-9 0,3 11 0,-2 0 16,1-1-16,-5 1 0,1-1 0,1 0 0,-5 0 0,2-1 15,0-2-15,4-7 0,-7 10 0,2-2 16,0 1-16,-3 0 0,2 0 0,-1-1 16,-4-1-16,1 0 15,-1 0-15,11-7 0,-10 7 0,-1-1 0,0 0 0,-2 0 0,3-1 0,-1-1 0,-2 1 0,1 0 0,1-1 16,11-4-16,-15 3 0,0-2 16,0 1-16,0-1 0,0-1 0,-1 0 0,2 5 15,2-1-15,-1 1 0,13-5 0,-14 0 0,2 0 0,0 0 0,12 0 0,-15-5 0,1 1 16,1 0-16,2-1 15,1 0-15,-2-1 0,12 6 0,-9-10 0,1-1 0,-1 2 0</inkml:trace>
  <inkml:trace contextRef="#ctx0" brushRef="#br0" timeOffset="145611.407">20810 12604 0,'0'0'0,"0"0"16,0 0-16,0 0 16,0 0-16,45 12 15,-18-6-15,23-1 16,-50-5-16,0 0 0,0 0 15,9 1-15,1-1 0,-1 1 0,-9-1 16,18-1-16,1 0 16,0 0-16,-9 0 0,-1 1 0,2-2 0,-11 2 0,24 0 0,-1-1 15,0 1-15,-23 0 0,25-1 0,-1 0 16,0 0-16,11 1 0,-2 0 0,1-1 0,-34 1 0,35-1 0,1 0 0,0 0 0,-4 0 16,-2 0-16,0-1 0,-30 2 0,26-1 0,-1-1 0,0 0 0,-2 0 15,-1 1-15,1-1 0,-23 2 0,31-1 0,-3-1 16,1 0-16,-29 2 0,33-2 0,-1 0 0,0 0 0,3-1 15,-2 1-15,0 0 16,-33 2-16,30-3 0,-3 2 0,1-1 0,-2-1 16,-2 1-16,0 0 0,-24 2 15,11-2-15,1 1 0,-1 0 0,-11 1 0,23-1 0,-1 0 0,1-1 0,-11 1 0,0 1 0,1 0 16,-13 0-16,14-1 16,1 0-16,0 1 0,-7 0 0,-1 0 0,2 0 15,-9 0-15,3 0 0,0 0 0,-1 0 0,-1 0 16,0 0-16,0 0 0,-1 0 0,1 0 0,-1 0 0,0 0 15,0 0-15,0 0 0,0 0 0,0 0 0,0 0 0,0 0 0,0 0 0,0 0 0,0 0 16,0 0-16,0 0 0,0 0 16,0 0-16,0-1 0,1 1 0,0 0 0,-1 0 0,1 0 15,-1 0-15,0 0 0,0 0 0,0 0 16,0 0-16,0 0 0,0 0 0,0 0 0,0 0 0,0 0 16,0 0-16</inkml:trace>
  <inkml:trace contextRef="#ctx0" brushRef="#br0" timeOffset="146370.102">20841 12864 0,'0'0'0,"0"0"0,0 0 15,43 9-15,-18-5 16,26 3-16,-24-5 16,39-2-1,-66 0-15,0 0 0,0 0 0,0 0 0,25-1 16,-2 0-16,1 0 0,-24 1 0,24-2 0,-2 1 15,1-1-15,4 1 0,-1-2 0,-1 1 0,-25 2 0,27-4 0,-1 2 16,-1 0-16,-25 2 0,40-3 0,0 0 16,-1 1-16,5-2 0,0 2 0,-1-1 0,-43 3 15,38-3-15,-1 3 0,1-2 0,-20 1 16,-1 1-16,0-1 0,-17 1 0,26 1 0,-2-1 0,1 1 0,-11 0 16,-2-1-16,2 0 0,-14 0 0,26 1 15,-1-1-15,0 0 0,-25 0 0,34 1 16,0-1-16,0 0 0,-4 1 0,-1 0 0,1-1 15,-30 0-15,13 1 0,2-1 16,-2 0-16,-13 0 0,17 2 0,-1-2 0,1 1 0,-8 0 0,-2 0 0,1-1 16,-8 0-16,3 0 0,0 0 0,0 0 0,-4 0 0,0 0 0,0 0 15,1 0-15,0 0 0,-1 0 0,0 0 0,1 0 16,-1 0-16,1 0 0,0 0 0,0 0 0,0 0 16,0 0-16,0 0 0,0 0 0,0 0 0,0 0 0,0 0 0,0 0 15,0 0-15,0 0 0,0 0 0,0 0 0,0 0 0,0 0 0,0 0 16,0 0-16,0 0 0,0 0 15,0 0-15,0 0 0,0 0 0,0 0 0,0 0 0,0 0 16,0 0-16,0 0 0,0 0 0,0 0 16,-2 0-16,1 0 0,1-1 0,-1 1 0,-1 0 0,2 0 15,-1-1 1,1 1-16,0 0 0,0 0 0,0 0 16,0 0-16,0 0 0,0 0 0,0 0 0,0 0 0,0 0 0,0 0 0,0 0 0</inkml:trace>
  <inkml:trace contextRef="#ctx0" brushRef="#br0" timeOffset="155920.259">25808 4169 0,'0'0'0,"0"0"0,0 0 0,0 0 0,0 0 15,0 0-15,0 0 16,0 0-16,20 50 15,-20-50-15,0 0 0,0 0 0,4 12 0,-1-3 16,1 2-16,-4-11 0,5 19 16,-2-1-16,0 2 0,0-8 0,-1-2 0,-1 1 15,-1-11-15,3 23 0,0 0 0,0 0 0,-3-23 16,-3 27-16,3-2 0,0 0 0,2 0 0,-2-2 0,0 2 16,0-25-16,-2 24 0,2-1 0,-1 0 0,0-12 15,1 1-15,0-2 0,0-10 0,5 25 0,-2 2 16,0-1-16,0-12 0,-2-1 0,1 1 0,-2-14 15,-1 22-15,1-1 0,0 0 16,-2-10-16,2 0 0,0 0 0,0-5 0,0-3 0,0 0 0</inkml:trace>
  <inkml:trace contextRef="#ctx0" brushRef="#br0" timeOffset="156394.787">26211 4214 0,'0'0'0,"0"0"0,0 0 0,0 0 16,-56 42-16,-3-5 15,4-6 1,1 0-16,54-31 16,0 0-16,0 0 0,-19 11 0,1-1 0,0 1 0,2-3 15,1 2-15,-1-1 0,5-3 0,1 2 0,-1-1 0,4-1 16,-1-1-16,0 0 0,2 0 0,0 1 0,-1-3 16,7-3-16,-3 3 0,2 1 0,-1 0 0,1 0 15,1-1-15,0 1 0,2 0 0,0 0 0,-1-2 16,4 0-16,0 1 0,-1 0 0,4 2 0,-1-2 15,2 2-15,-9-5 0,9 4 0,2 0 0,-1 0 0,2 3 16,-1-1-16,1 2 0,-2-1 0,2 1 0,-2-1 16,0 2-16,-1 0 0,-1-1 0,0 1 0,0 0 15,-1 1-15,2-1 0,-2 0 16,0-1-16,-2 2 0,0-2 16,-2 0-16,-3-8 0,6 8 0,-2 0 0,1 0 0,0-4 0,-2 1 0,0 1 0,0-4 0,-1 2 15,0-2-15,1-4 0,-1 2 0,-1 0 0,-1 0 0,0 0 16,0 0-16,2-2 0,-1 0 0,0 2 0</inkml:trace>
  <inkml:trace contextRef="#ctx0" brushRef="#br0" timeOffset="156633.462">26321 4320 0,'0'0'0,"19"40"0,-4 2 0,-3 3 16,-1 0 0,-5-7-16,-3-4 0,-10-1 15,7-33-15,0 0 16,0 0-16,-6 10 0,0 0 0,1 0 0,-3-4 0,1 0 16,0 0-16,-1-5 0,1 0 0,-1 1 0,8-2 0,-6-5 0,-1 1 15,-1 0-15,3-5 0,1 0 0,-1 0 16</inkml:trace>
  <inkml:trace contextRef="#ctx0" brushRef="#br0" timeOffset="157063.528">26363 4298 0,'0'0'0,"0"0"0,0 0 0,0 0 0,41-45 15,-41 45-15,48-34 0,-18 20 16,-5 14-1,-25 0-15,0 0 0,0 0 0,9 5 0,-1-2 0,0 2 0,-8-5 16,9 7-16,-2 1 0,0-1 16,-1 4-16,-3-1 0,1-1 0,-3 4 0,-1-2 0,0 3 15,-2-5-15,2 0 0,-1-1 0,0-3 0,0-1 16,1 1-16,-9 3 0,0 2 0,1-1 0,-2 3 0,0-2 16,-1 0-16,2-2 0,1-2 0,-1 1 0,2-2 0,1 0 0,0-2 15,0 0-15,2 2 0,-1-1 16,3-1-16,1-1 0,-1 0 0,1 0 0,1-2 15,0 1-15,4 3 0,-1-3 16,0 1-16,5 0 0,0 0 0,-1 0 0,4 2 0,0-2 0,0 2 0,4-1 16,-2-2-16,0 1 0,3 4 15,-3-1-15,1 0 0,0 3 0,-2-2 0,1 0 0,-4 3 16,0 0-16,0-1 16,-3 0-16,0 0 0,0 1 15,-5 0-15,-1-1 0,0-1 0,-4 2 0,0-3 0,0 2 0,-3 0 0,2-1 0,-1 1 0,-4-2 0,1 2 16,0-2-16,-4 1 0,-1 0 15,1 0-15,13-7 0,-16 7 0,0 0 0,-1 0 0,-6-2 16,0-1-16,1 2 0,-4-3 0,2-2 0,0 2 16,8-2-16,2 0 0,-1-1 0</inkml:trace>
  <inkml:trace contextRef="#ctx0" brushRef="#br0" timeOffset="157409.768">25613 4918 0,'0'0'16,"0"0"-16,0 0 0,50 0 15,3-3-15,3-5 0,5 0 16,17-1-1,-78 9-15,0 0 0,0 0 0,26-2 0,0-1 0,-1-2 16,5 3-16,-2-2 0,1 0 16,-29 4-16,33-4 0,-1-1 0,0 2 0,2 0 0,0 0 0,-1 2 15,1-1-15,-1 0 0,1 1 0,-3 0 0,-1 0 16,2 0-16,-3 1 0,-1 0 0,0-1 0,1 0 16,-2 0-16,0 1 0,-1-2 0,-1 2 0,0 0 15,-3 2-15,1-2 0,-1 0 0,-1 1 16,-1 0-16,-1 0 0,-5 1 0,0-1 0,-1 0 0,-4-1 0,0 2 0,0-2 15,-9 0-15,0 0 0,0 0 0</inkml:trace>
  <inkml:trace contextRef="#ctx0" brushRef="#br0" timeOffset="158060.106">26333 5082 0,'0'0'0,"0"0"0,0 0 0,0 0 16,-5 49-16,0-4 16,0-9-1,5-3-15,3-2 0,-3-31 0,0 0 16,0 0-16,0 11 16,0-2-16,0 1 0,-1-4 0,1 0 0,0 1 0,-1-4 15,1-1-15,0 2 0,-1 6 0,-1-1 0,1 3 0,-4-1 0,2-1 16,0 3-16,0-5 0,1 1 15,0-1-15,0-1 0,1-1 0,-1 0 0,1-2 0,0 0 0,0 0 16,0-1-16,1 0 0,0 0 0,4 0 0,-1 0 16,0 1-16,0-4 0,1 2 0,-1-1 0,-2 0 0,1 0 15,-1-1-15,2 1 0,-1-1 0,0 0 16,2 1-16,0 0 0,-1-1 0,0 1 0,0-1 0,0 0 0,3-1 16,0-1-16,0 2 0,0-2 0,1 1 0,1 0 15,0-1-15,-1 0 0,2 0 0,0 2 16,1-2-16,-1 1 0,2 0 0,-1-1 0,0 1 0,3-1 0,-1 0 15,0 0-15,1 0 0,-2 1 16,-1-2-16,3 1 0,-1 0 0,-1 1 0,-11 1 0,12-2 0,-2 1 16,0 1-16,0-3 0,-1 1 15,1 1-15,0 1 0,-2-2 0,1 0 0,-3 1 16,-1 1-16,1-1 0,-2 0 0,-2 1 16,0 0-16,3-1 0,-1 1 15,2-1-15,-3 1 0,1 0 0,0 0 0,-2 0 0,0 0 0,-1 0 16,0 0-16,0 0 0,-1 0 0,1 0 0,-1 0 0,0 0 0,1 0 0,-1 0 15,0 0-15,-1-1 0,1 0 0,0 1 16,-4-2-16,1 1 0,-1-1 0,-1-1 0,0-1 0,1 3 16</inkml:trace>
  <inkml:trace contextRef="#ctx0" brushRef="#br0" timeOffset="164110.049">25264 5179 0,'0'0'0,"0"0"0,0 0 0,0 0 0,0 0 16,0 0 0,11 57-16,-4-21 15,-7-36-15,0 0 0,0 0 0,4 19 16,-1 0-16,0 0 0,-3-19 15,2 10-15,-1 0 0,1 0 0,0 9 0,0 0 0,1 0 0,-3-19 0,2 10 16,-1 1-16,-1-3 0,-1 8 0,0-1 16,0 0-16,1-15 0,0 8 0,-1 0 0,0 0 0,1-8 0,-1 3 15,1 0-15,0 0 0,-5-6 16,1 3-16,1-1 0,-1-1 0,2 1 0,-1 0 0,3 1 0</inkml:trace>
  <inkml:trace contextRef="#ctx0" brushRef="#br0" timeOffset="164400.222">25340 5266 0,'0'0'0,"0"0"0,0 0 16,-1-62-16,2 13 15,2 16 1,2 15-16,-1 6 16,-4 12-16,0 0 0,0 0 0,5-3 0,-3-1 15,0 0-15,3 6 0,-2-1 16,0 0-16,1 0 0,2 2 0,-2-1 0,3 3 0,-1 0 15,1-1-15,-7-4 0,6 6 0,1-1 0,1 1 0,-1 2 16,1-1-16,0 1 0,2 2 0,-2 0 0,1 0 16,-2 3-16,-1-3 0,1 1 0,1 3 0,-2-1 0,2 2 15,-8-15-15,9 15 0,-2-1 0,2-1 0,-4 2 16,-1-1-16,1-1 0,-2 1 16,-2-1-16,2 1 0,0 0 0,-2-1 0,1 2 0,-2-15 0,-2 11 0,1 0 15,-1 1-15,-2-6 0,3 2 0,-1-1 0,0-4 16,1 0-16,1 0 0,0-3 0,0 0 0,0 0 15</inkml:trace>
  <inkml:trace contextRef="#ctx0" brushRef="#br0" timeOffset="164584.963">25315 5384 0,'0'0'0,"0"0"0,0 0 0,0 0 16,53-17-16,0-3 15,-1-2-15,-10 1 16,-42 21 0,0 0-16,0 0 0,13-7 0,0 2 0,-1-2 0,0 0 0,0 1 0,0 0 15,-6 0-15,1 2 0,0-1 0</inkml:trace>
  <inkml:trace contextRef="#ctx0" brushRef="#br0" timeOffset="164979.832">25745 5185 0,'0'0'0,"0"0"0,0 0 0,0 0 16,0 0-16,0 0 0,0 0 16,27 30-1,-27-30-15,0 0 0,0 0 0,6 11 0,-1-1 0,0-1 16,-5-9-16,4 8 16,0 1-16,0 0 0,0 0 0,-2-1 0,0 1 15,1 2-15,-1 1 0,-1-2 0,5 1 0,-3 1 0,1-2 0,1 0 0,-2-1 0,0 0 16,2 2-16,-1 0 0,1 0 15,-5-11-15,3 11 0,0-1 0,0 0 0,-2-1 0,2 0 0,-2-1 16,1-1-16,0-1 0,-1 3 0,2-5 16,-3 1-16,1-1 0,1-2 0,-1 1 0,0-2 0,0 1 15,-1 0-15,1-2 0,0 1 0,-1-1 16,0 0-16,1-1 0,-1 1 0,0 0 0,3-4 0,0 2 16,-1-1-16,2-4 0,-2 1 0,0 0 0,4-3 0,-1 0 0,0-1 15,0 1-15,-1 0 0,0 0 16,-4 9-16,8-11 0,-1 1 0,-1-1 0,3 0 0,-3 1 15,0-2-15,-1 2 0,0-1 0,0 0 0,-2 1 16,1 2-16,0 0 0,0-1 0,0 0 0,-1 0 0,-1 4 16,0-1-16,-1 0 0,1-1 15,-1 4-15,-1-3 0,2 2 0,-2 1 0,0 1 0,1-1 0,-1 2 16,0-1-16,0 2 0,0 0 0,0 0 0</inkml:trace>
  <inkml:trace contextRef="#ctx0" brushRef="#br0" timeOffset="183679.616">22666 11565 0,'0'0'0,"0"0"0,0 0 0,0 0 16,0 0-16,0 0 16,0 0-16,0 0 15,0 0-15,0 0 0,0 0 16,0 0-16,0 0 0,0 0 0,0 0 0,0 0 0,0 0 0,0 0 16,3-11-16,-2 1 0,1 0 0,-2 10 0,1-7 0,0 1 0,0 0 15,-7-2-15,1 2 0,-1-1 16,6 7-16,-4-3 0,0 0 0,1-1 0,-6-1 0,2 2 15,-2-2-15,9 5 0,-5-2 0,1-1 16,1 1-16,-12-1 0,0 0 0,2-1 0,13 4 0,-8-2 16,0-1-16,1 0 0,7 3 0,-18-2 15,0 0-15,0 0 0,8 0 0,0 1 0,0 0 0,10 1 16,-21-3-16,0 1 0,0-1 16,21 3-16,-12 0 0,0 0 0,2-1 0,10 1 15,-24 0-15,1 0 0,-1 0 0,10 1 0,2-1 16,-1 0-16,13 0 0,-26 0 0,1 1 0,1 0 0,24-1 15,-15 1-15,1-1 0,0 0 0,14 0 0,-28 3 0,2-1 16,0 1-16,26-3 0,-28 2 0,2 1 0,-1-1 16,3 3-16,0-1 0,1-1 0,23-3 0,-22 3 0,1 0 15,-1 0-15,22-3 0,-23 5 0,0-1 16,1-1-16,22-3 0,-24 5 0,2-1 0,-1 0 0,23-4 16,-23 5-16,1-1 0,-1 1 0,23-5 15,-23 5-15,0-1 0,1 0 0,-10 2 0,2-1 0,-2 1 16,32-6-16,-34 8 0,0-1 0,1-1 0,33-6 0,-32 6 15,-1 1-15,2 0 0,31-7 0,-28 7 0,0-2 16,1 1-16,27-6 0,-13 3 0,0 0 0,1 0 16,12-3-16,-24 7 0,2 1 0,-1-1 0,23-7 15,-13 5-15,1-2 0,0 1 0,-9 5 0,1-2 16,0 1-16,20-8 0,-23 10 0,1 1 16,-1-2-16,23-9 0,-22 11 0,2-1 15,-1-1-15,21-9 0,-20 11 16,1 0-16,-1 0 0,20-11 0,-20 11 0,1-1 0,1 2 0,-1 0 0,2 0 0,0-1 0,17-11 15,-17 16-15,0-2 0,1-1 0,16-13 0,-9 7 16,0 1-16,2-1 0,7-7 0,-17 18 0,2-1 0,-2 0 16,17-17-16,-8 10 0,-1 0 0,1-1 0,8-9 15,-14 21-15,3-1 0,-1 1 0,12-21 0,-6 12 16,0 0-16,-1-2 0,-3 13 0,1-3 0,0 1 0,9-21 16,-6 11-16,1 0 0,1 1 0,-3 10 0,2-2 15,1 1-15,1-8 0,1-2 0,-1 0 0,3-11 16,-3 19-16,1 1 0,0-1 0,1-9 0,0 1 0,1-1 15,0-10-15,-1 20 0,0-1 0,0 0 0,1-9 16,0 1-16,0-1 0,3 8 0,-2 0 16,1-1-16,-2-17 0,2 10 15,-1-1-15,-1 1 0,7 9 0,-2 0 0,-1-1 0,0-8 0,-2 0 0,1 0 16,-3-10-16,8 19 0,-1-1 0,0 0 16,-3-7-16,0-1 0,0 0 0,6 8 0,0 1 0,0-2 15,-10-17-15,7 11 0,-1-1 0,-1 0 0,6 5 16,-1 0-16,0 2 0,-4-9 0,-1 0 0,0 1 0,9 6 15,0 0-15,0 0 0,-14-15 0,8 9 0,0-1 16,-1 0-16,10 5 0,-2 0 0,1-1 16,-7-6-16,0 1 0,-1-1 0,10 6 0,-1 0 0,0 0 15,-17-12-15,9 7 0,0 0 0,1-2 16,12 4-16,-3 1 0,2-1 0,-9-4 0,-1-1 0,0 2 0,11 0 16,-2 1-16,0-1 0,-9-2 0,-1 0 0,2-1 0,-12-3 15,24 7-15,0-1 16,-1 0-16,-9-3 0,-1 1 0,0 0 0,14 0 0,-2-1 0,1 2 0,-1-2 0,-1-1 15,0-1-15,-10 1 0,-3-1 16,1-1-16,13 0 0,1-2 0,-1 1 0,-25 1 16,26-2-16,-1 1 15,1 0-15,0-1 0,-2 0 0,0 1 16,1 0-16,0-1 16,-1 1-16,1-1 0,0-1 0,0 0 0,-1 0 0,-1 0 0,0 1 0,-23 2 0,26-3 0,-2 1 0,1 0 0,1-1 15,-1 0-15,0 0 0,0 0 0,-1 0 0,0-2 0,0 1 0,0-1 0,-1 1 16,0-1-16,0 1 0,1 0 0,-24 4 15,23-5-15,-1-1 0,-1 0 0,3-1 0,-1 1 16,-1-1-16,2-2 0,-3 1 0,1-1 0,1 0 16,-1 0-16,0 0 0,-22 9 0,20-9 0,1 1 0,0 1 15,0-3-15,-1 2 0,1 0 16,-2-3-16,0 1 0,-1-2 0,1 0 0,0 1 16,0-1-16,0-1 0,0-2 0,1 2 0,-20 13 0,18-14 0,0-2 0,0 1 0,-1-2 15,-1 1-15,1 0 0,0 0 16,-2-1-16,1 1 0,-8 10 0,0-2 0,-2 1 0,-6 7 15,19-19-15,-2 2 16,0-1-16,-7 8 0,-1 1 0,0-1 0,6-9 0,-1 0 0,-1 0 16,-4 8-16,-2 1 0,1 0 0,-8 10 0,10-20 0,-1 1 15,0 1-15,-3 6 0,-1 2 0,1-1 0,3-12 0,-1 1 0,-1-2 16,-1 11-16,-2-1 0,0 2 0,-4 12 0,5-25 0,0 2 0,-1-1 16,0 12-1,-2-1-15,0 0 0,1-9 0,-1 0 0,0-1 16,0 11-16,-1 1 0,0-2 0,-1 13 0,-2-21 15,1-3-15,0 2 0,0 9 0,1 1 0,-1-1 16,-4-8-16,0 2 0,0-1 0,2 8 0,1 1 0,-1 1 0,3 10 16,-5-20-16,1 1 0,0 1 0,1 8 0,1-1 15,-1 2-15,-6-10 0,-1-1 16,1 2-16,9 18 0,-5-11 0,-1 1 0,0 0 0,-9-8 16,0 1-16,0 1 0,6 6 0,1 1 0,1 0 0,7 9 0,-20-14 15,1 0-15,0-1 16,-5 2-16,1 1 0,1 0 0,-5 0 0,1 1 0,1 1 15,-7 2-15,-1-1 0,2 0 0,31 9 0,-41-7 0,1-1 0,-1 1 16,-7-4-16,1 1 0,0-1 0</inkml:trace>
  <inkml:trace contextRef="#ctx0" brushRef="#br0" timeOffset="201870.234">25514 6145 0,'0'0'0,"0"0"0,0 0 16,0 0-16,0 0 16,0 0-16,-3 48 15,3-19 1,0-29-16,0 0 0,0 0 0,-2 16 0,2-1 16,0 0-16,0-15 0,-1 9 0,1-1 0,0 0 15,0-8-15,-5 18 0,1-1 0,-2 0 16,3-7-16,0 0 0,1-1 0,2-9 0,-6 19 15,0-4-15,-1 2 0,4-8 0,0 0 0,0 0 0,3-9 0,-12 14 0,3-2 16,0 0-16,3-6 0,1 1 0,0-2 16,5-5-16,-8 9 0,-1 0 0,0-2 0,4-2 0,1-1 15,0 0-15,4-4 0,-7-5 16,2 1-16,-1-1 0,6 5 0,-4-3 0,1 0 0,0-1 0,2 2 16,0 2-16,0-2 0</inkml:trace>
  <inkml:trace contextRef="#ctx0" brushRef="#br0" timeOffset="202194.845">25279 6255 0,'0'0'0,"0"0"0,0 0 0,0 0 0,13-48 0,-13 48 16,22-55-1,-22 55-15,25-46 0,-25 46 16,0 0-16,0 0 16,0 0-16,10-13 0,-1-1 0,-1 1 0,1 5 0,0 1 0,-1-1 15,0 3-15,0 0 0,-1 0 0,2 2 0,-2 2 16,0-1-16,0 1 15,2 1-15,-2 0 0,1 1 0,0 1 0,-1-1 16,2 2-16,-2 1 0,0-2 16,3 4-16,-1-2 0,0 3 0,3-1 0,-2 1 0,1 0 0,-1 1 0,-1 0 15,-1-1-15,1 2 16,-1 0-16,-1-1 0,0 2 0,0 0 0,-1-1 16,1 2-16,1 0 0,0 0 0,-3 1 15,0 1-15,-1 0 0,2-1 16,-1 0-16,-1 0 0,2 0 0,0 2 0,0-1 0,-3-1 15,0 0-15,0 1 0,-3-13 0,2 11 16,-2 1-16,0 0 0,-2-1 0,0 1 0,1 0 0,-2-2 0,2 1 0,-1-2 0,-1 1 0,0 0 0,-1 0 0,-1-1 0,2-1 0,0-1 0,0-3 0,0-2 16,1 0-16,-3-4 0,0 0 0,1 0 15</inkml:trace>
  <inkml:trace contextRef="#ctx0" brushRef="#br0" timeOffset="202391.62">25460 6377 0,'0'0'0,"0"0"0,0 0 0,0 0 0,43-12 15,1 1 1,-10 3-16,2 0 0,-36 8 16,0 0-16,12-5 0,1 0 0,-1 0 15,-4 1-15,0 1 16,-1-1-16,-2 2 0,-2 1 0,0-1 0</inkml:trace>
  <inkml:trace contextRef="#ctx0" brushRef="#br0" timeOffset="202841.664">25814 6104 0,'0'0'0,"0"0"0,0 0 15,0 0-15,0 0 0,0 0 16,16 43-16,-16-43 16,14 47-16,-14-47 0,0 0 15,2 12-15,0-1 0,0 1 0,1-2 16,-1 0-16,0 0 0,2-2 0,-1 1 0,-1-2 0,0 2 0,-2-1 16,1-1-16,2 1 0,-1-2 0,1 1 0,0-3 0,0 1 15,1-1-15,-4-4 0,4 5 0,0 1 0,-1-2 16,0 0-16,-1-1 0,0 1 15,0-2-15,-2-1 0,1 1 0,1-1 0,-2 0 0,0 0 16,1-1-16,-1 0 0,0 0 0,0-3 0,0 1 0,0-1 0,0 3 16,2-2-16,-1-2 0,1 1 0,1 0 15,-2-1-15,1-1 0,1 0 0,-1 1 0,0-1 16,3-2-16,-2 1 16,0 0-16,3-2 0,0 1 0,0-1 15,-6 8-15,6-8 0,-1 0 0,0-1 0,1 0 0,-2 0 0,0 0 0,2-1 16,-1 2-16,1-1 0,-1 0 15,-1 0-15,0 1 0,-1 1 0,0-2 0,0 3 0,-3 6 0,3-8 0,-2 2 0,1-1 0,-1 1 0,0 2 16,0-1-16,1-1 0,-1 1 0,-1 1 16,2-1-16,-1 1 0,-1-1 0,1 0 0,0 0 0,0-1 15,5-1-15,-3 0 0,1 0 16,1 3-16,-2-1 0,0 0 0</inkml:trace>
  <inkml:trace contextRef="#ctx0" brushRef="#br0" timeOffset="203120.05">26310 5959 0,'0'0'0,"0"0"0,0 0 0,0 0 0,7 42 16,-6 0-1,-1-5 1,2-5-16,-2-32 0,0 0 15,0 0-15,1 10 0,-1 0 0,0-1 0,3 4 0,-1-1 16,-1 0-16,1 0 0,-1 0 16,1 0-16,-1 0 0,-1-2 0,0 1 0,-1-1 15,1-2-15,0 3 0,-2-3 16,2 1-16,0 0 0,0-1 0,-1 0 0,0-1 0,1-7 0,-4 6 16,1 0-16,0 0 0,0-3 0,0-1 0,0 0 0,0-6 0,2 1 0,-1 0 0</inkml:trace>
  <inkml:trace contextRef="#ctx0" brushRef="#br0" timeOffset="203729.784">26335 6066 0,'0'0'0,"0"0"0,0 0 0,0 0 16,16-47-16,-5 8 15,2 16-15,1 10 16,-14 13-16,0 0 0,7-3 0,-3 0 16,1 0-16,0 3 0,0 0 0,1-1 0,-1 1 15,-2 0-15,0 0 0,5 4 0,1-1 0,-1 0 16,3 2-16,-3 0 0,0 0 0,1 3 0,-2-2 0,0 0 16,-2 2-16,-1 0 0,-1-1 15,0 1-15,-3 1 0,1 0 0,-3 0 0,1-2 0,0 2 16,-2-1-16,0 1 0,-1-2 0,4-7 0,-8 7 15,0-1-15,0 0 0,-3 1 0,-1-2 0,2 0 0,-3 0 16,2-2-16,-1 2 0,3-1 0,0-1 16,-1 0-16,3 1 0,1-2 0,0 1 0,2-3 0,0 1 15,0 0-15,3 1 0,-1-2 0,1 0 0,-1 1 0,2-1 16,0 0-16,0 0 0,0 0 0,0 0 16,2 0-16,-1 0 0,1 0 0,3 1 0,0 0 0,-1-1 0,4 0 0,-2 0 15,0 1-15,5 1 0,-3 0 16,0 0-16,1-1 0,-1 2 15,0-3-15,0 3 0,0-1 0,0-1 0,-8-1 0,10 4 16,-2-2-16,1 1 0,-1 1 0,-2 1 0,2 0 0,-1-1 16,0 1-16,1 0 0,-1 2 0,1 0 0,0-1 0,-4 0 0,1 0 15,-1 0-15,-1 2 0,-1-1 0,1-1 16,-2 2-16,-1-3 0,1 1 0,-1-6 0,-4 6 0,1-1 0,1 1 16,-2-3-16,2 0 0,0 1 0,0-2 0,1-2 0,0 1 15,-9 1-15,3 1 0,-1-1 0,-2-1 16,0 0-16,0 0 0,-1 0 0,1-1 0,0 0 0,-1 3 15,1-3-15,0 1 0,0 0 16,0-1-16,-1 1 0,1-1 0,-1 1 0,0-1 0,1 0 0,1 0 16,0 0-16,0 2 0,0 1 15,1-2-15,0 1 0,0-1 0,1 1 0,1-2 0,1 1 0,1 0 0,2-3 16,0 2-16,1-1 0,5-3 16,0 3-16,0-2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5T08:24:41.67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7132 2563 0,'0'0'0,"0"0"0,0 0 0,0 0 15,0 0-15,0 0 16,0 0-16,0 0 16,0 0-16,0 0 0,0 0 0,0 0 15,0 0-15,0 0 0,0 0 0,0 0 0,0 0 0,0 0 0,4 1 16,-2 0-16,1 0 0,-2 0 16,1-1-16,-1 1 0,-1-1 0,5 11 0,0 0 0,-1-1 0,-4-10 15,3 7-15,0-2 0,-1 2 0,-4 8 0,1 0 0,-1 0 16,2-15-16,-1 7 15,0 1-15,0 1 0,1-9 0,-3 18 0,1 0 0,-1 0 16,3-18-16,-1 10 0,-1 0 16,1 0-16,1-10 0,-2 23 0,1 0 0,1-1 0,-1-9 0,0 0 0,0-2 15,1-11-15,-1 22 0,0-2 0,0 1 16,1-21-16,-1 12 0,1-1 0,0-1 0,-5 5 0,-1 0 0,0-1 0,6-14 16,-3 7-16,0 2 0,1-2 0,2-7 0,-1 3 15,-1 0-15,1-1 0,1-2 0,-2 3 16,2-3-16,0 0 0</inkml:trace>
  <inkml:trace contextRef="#ctx0" brushRef="#br0" timeOffset="390.169">7162 2643 0,'0'0'0,"0"0"0,0 0 0,21-47 15,-6 14 1,-1 9-16,3 6 16,-3 12-16,-14 6 15,0 0-15,0 0 0,9 0 0,0 0 0,0 0 16,0 1-16,1 1 0,1 0 0,0 3 0,1-1 15,0-1-15,-12-3 0,12 6 0,-2 0 0,2 0 16,-2 1-16,0-1 0,0 2 0,-4 0 0,1 1 16,-1-1-16,-6-8 0,3 8 0,-1 0 0,1 0 0,-2 1 15,0 0-15,0 1 0,-1-10 0,-4 9 0,0 1 0,0-1 0,-3-1 16,-1-2-16,0 1 0,8-7 16,-14 8-16,2 0 0,-1 0 0,2-2 0,-1 1 0,1-1 0,-2 0 15,2 0-15,0 0 0,11-6 0,-12 6 0,0-1 0,1 1 16,0-1-16,2-2 0,-2 0 0,4-4 15,1 0-15,-3 1 0</inkml:trace>
  <inkml:trace contextRef="#ctx0" brushRef="#br0" timeOffset="930.159">7603 2654 0,'0'0'0,"0"0"0,0 0 0,17 40 15,-4 0-15,-4-10 0,-1-5 31,-1 7-31,-7-32 0,0 0 0,0 0 0,0 0 16,1 10-16,1-1 0,-1 1 0,1-5 0,-2 0 16,1 1-16,0-4 0,-1 1 0,0 0 0,4 4 0,-1 0 15,-2-1-15,4 1 0,-2 2 0,0-3 16,-3-6-16,3 7 0,0-1 0,-1 0 0,0-1 0,0-2 0,-1 0 16,-1-3-16,2 3 0,-2-3 0,1 2 0,1-4 15,0 2-15,-2-1 0,0 1 0,1-2 0,-1-1 16,0 0-16,3-3 0,0 0 0,-1 0 0,-2 6 0,4-9 15,-1 0-15,-2 1 0,2-2 0,-1 1 16,1-1-16,-3 10 0,3-11 0,0 1 0,-1 0 0,-2 10 0,4-11 16,0-1-16,0 1 0,0 0 15,-1 1-15,-1-2 0,-2 12 0,4-9 0,-2 0 0,0 0 0,1 1 16,-1 1-16,-1-1 16,-1 8-16,2-7 0,0 0 0,-2 0 0,2 0 0,-1 1 15,0 0-15,-1 2 0,0-1 0,0 2 0,0 3 0,-1-3 0,1 1 16,0-1-16,-3 0 0,1-1 0,1 1 15,1 3-15,-1-4 0,0-1 0,1 2 0,-1-1 0,1 1 16,0 1-16</inkml:trace>
  <inkml:trace contextRef="#ctx0" brushRef="#br0" timeOffset="1819.678">8100 2590 0,'0'0'0,"0"0"0,0 0 15,0 0-15,0 0 16,0 0-16,0 0 15,0 0-15,0 0 16,0 0-16,0 0 0,0 0 0,0 0 0,0 0 16,0 0-16,0 0 0,0 0 0,-10 5 0,1-2 15,-1 1-15,10-4 0,-9 5 0,0 0 0,0-1 16,0 3-16,2-1 0,0 0 0,0 3 0,0-1 0,1 1 0,6-9 16,-5 7-16,0 1 0,1 0 0,0 2 0,1 0 15,0 1-15,3-11 0,0 10 0,-2 1 0,2-2 16,-2 0-16,2-1 0,0 1 0,-1 1 0,1 0 0,0-2 15,0-8-15,2 9 0,-1-2 16,-1 1-16,2 1 0,-2-1 0,0 0 0,0-8 0,1 8 0,-1-1 0,1 1 16,4-2-16,1-2 15,-2 1-15,-4-5 0,7 5 0,-2-1 0,1 1 0,2-3 16,-2 2-16,2-1 0,0-1 16,0 0-16,1-1 0,-9-1 0,10 1 0,0-1 0,-1 0 0,3-1 15,0 0-15,-1 0 0,-11 1 0,11-5 0,-2 0 0,2 1 0,-1-2 0,1 0 16,-1-1-16,-10 7 15,10-7-15,-2 2 0,1-2 0,0 0 0,-3 0 0,1 0 0,1 0 0,-2 0 16,1 0-16,-7 7 0,5-7 16,1 0-16,-2-1 0,1-1 0,-2 0 0,0-2 0,-3 11 15,2-9-15,-1-1 0,2 2 0,-3-1 0,0 1 16,0 0-16,0 8 0,-1-9 0,1 1 16,0-1-16,-3-1 0,1 2 0,1 1 0,-4 0 0,2 2 0,0-1 15,3 6-15,-5-7 0,-1 2 0,1-1 0,-2 1 16,1 0-16,-1 0 0,7 5 0,-7-4 0,-1 1 15,-1-1-15,2 3 0,-1 1 16,0-1-16,-2 2 0,0 2 0,1-1 0,9-2 0,-11 3 0,1-2 16,0 0-16,0 2 15,0-1-15,-1 1 0,3 1 0,1 1 0,-2-3 16,9-2-16,-6 7 0,0-2 16,0 2-16,0-1 0,0 0 0,1 0 0,5-6 15,-4 3-15,1 0 0,0 0 0,3-3 0,-3 7 16,2-2-16,-1 1 0,4 3 0,-1-2 0,1 1 0,-2-8 0,5 9 0,1 0 0,-1-2 0,4 0 15,-2-1-15,0-1 0,-7-5 0,9 5 0,-2 0 0,-1-1 0,-6-4 0,9 6 16,0 0-16,-1-1 0,-1-1 0,1 2 16,-1-1-16,-7-5 0,6 5 0,2 0 0,-1 1 15,-7-6-15,7 6 0,-1-1 0,1 1 0,-7-6 16,5 5-16,0 1 0,-1-1 0,-4-5 16,6 7-16,-2-2 0,0 1 0,-4-6 0,4 5 15,-1-1-15,0 2 0,-3-6 0,6 6 0,-2 1 16,0 1-16,-2-2 0,0 1 0,0 1 15,-2-8-15,2 6 0,-1 0 0,1 0 0,-2-6 0,2 8 0,0-1 0,-1-1 16,-1-6-16,2 6 0,-2-1 0,1 1 0,-1-6 16,-1 7-16,1-1 0,0 0 0,0-6 0,2 4 15,-1 0-15,1-1 0,-2-3 0,4-2 0,-1 2 0,0 0 16</inkml:trace>
  <inkml:trace contextRef="#ctx0" brushRef="#br0" timeOffset="4249.911">6443 2580 0,'0'0'0,"0"0"0,0 0 0,0 0 0,0 0 15,35 34-15,-14-14 16,-5 44 0,-16-64-16,0 0 15,0 0-15,2 12 0,0 1 0,0 0 16,-2-13-16,-1 24 0,-1 0 0,1 0 16,1-24-16,-2 13 0,1 1 0,0-1 0,-6 8 0,1 0 0,0 0 0,6-21 15,-4 12-15,1 0 0,0-1 16,1-8-16,0 2 0,0-1 0</inkml:trace>
  <inkml:trace contextRef="#ctx0" brushRef="#br0" timeOffset="4585.118">6457 2427 0,'0'0'0,"0"0"0,0 0 15,0 0 1,42-12-16,0 16 16,0 9-16,4 9 15,-46-22-15,0 0 16,0 0-16,17 12 0,-1 0 0,1-2 15,1 9-15,-2-1 0,1-1 0,-1 5 16,-2 1-16,0-1 0,-14-22 0,9 22 0,0 1 0,-1-1 0,-3-2 16,-1-1-16,1 2 0,-11-1 0,3 1 0,0-1 0,-12 6 0,0-2 0,1 1 15,-11 3-15,2-2 0,0 0 0,-14 8 0,0-1 0,-1 0 0,-9-1 16,0-1-16,0-1 0</inkml:trace>
  <inkml:trace contextRef="#ctx0" brushRef="#br0" timeOffset="6200.202">6408 3483 0,'0'0'0,"0"0"16,0 0-16,0 0 0,0 0 0,0 0 16,0 0-1,0 0-15,0 0 0,0 0 0,0 0 0,0 0 16,0 0-16,0 0 0,0 0 16,0 0-16,0 0 0,0 0 0,-1-12 0,0 0 0,1 0 15,-1 4-15,0 1 0,0-1 0,1 8 0,0-3 0,0 0 0,0 0 16,6 4-16,0-1 0,-1 0 15,-1 1-15,-1-1 0,0 0 0,-3 0 0,13 3 16,-3 0-16,1-2 0,-5 1 0,0-1 16,0 1-16,-6-2 0,4 0 0,-2 0 0,1 0 15,-3 0-15,4 9 0,-1 1 0,0-2 16,0-2-16,-1-1 0,0-1 0,-2-4 0,1 13 0,-1-2 0,0 1 0,0-12 16,0 8-16,0-2 0,0 1 0,0-7 0,-10 11 0,2 0 0,-1 1 15,3-6-15,2-1 0,-1 1 0,5-6 16,-11 12-16,2-2 0,0 1 0,9-11 0,-6 8 0,1-3 15,1 3-15,4-8 16,-11 11-16,-1 2 0,1-1 0,5-6 0,0 1 16,0 0-16,6-7 0,-9 10 0,1-1 15,0 0-15,2-3 0,1-2 0,1 1 0,4-5 0,-1 3 16,-1-2-16,0 0 0,1 1 0,1-2 0,-1 2 0,7 2 16,-2 1-16,0-2 0,-4-3 0,4 3 0,0 0 15,-1-1-15,10-2 0,0 1 16,0-1-16,-13 0 0,9 0 15,-2 0-15,1 0 0,5-4 0,1 1 0,-2-1 0,-12 4 0,9-1 0,-2-2 0,0 1 0,-7 2 16,13 1-16,-3-1 0,1 0 0,-4 0 0,-1 1 0,0-1 16,-6 0-16,3 0 0,-1 0 0,1 0 0,-3 0 0,0 1 15,1-1-15,0 0 0,0-3 0,-1-1 0,0 1 16</inkml:trace>
  <inkml:trace contextRef="#ctx0" brushRef="#br0" timeOffset="6529.918">6575 3282 0,'0'0'0,"0"0"0,0 0 16,0 0-16,62 24 0,-10 12 15,-14 3 1,-8 9-16,-30-48 0,0 0 0,0 0 16,5 22-16,-1 0 0,-1 0 0,-1-1 0,-2 1 0,0-2 15,0-20-15,-5 24 0,2-1 0,-2-1 16,-8 8-16,1 0 0,0-1 15,-6 5-15,0-1 0,2 1 0,-11 5 16,2 0-16,0-1 0,-6-2 0,1-2 0,-1 0 0,-2-7 0,-2 0 0,1 0 0</inkml:trace>
  <inkml:trace contextRef="#ctx0" brushRef="#br0" timeOffset="7389.768">6985 3558 0,'0'0'0,"0"0"0,0 0 0,0 0 16,0 0-16,0 0 16,50-8-1,-5 1-15,-45 7 0,0 0 16,0 0-16,0 0 0,0 0 16,14-1-16,-2-1 0,1 0 0,-1-1 0,-1 0 0,1-1 0,-12 4 0,11-2 0,-1 1 0,1-3 15,-2 2-15,-1 2 0,-1-3 0,-7 3 0,9-4 16,-2 1-16,0 0 0,-3-1 15,0 0-15,1 1 0,-5 3 16,2-2-16,-1 0 0,1 0 16,-1 1-16,-1 0 0,0 1 0,1-1 0,-1 1 15,0 0-15,0 0 0,0-1 0,0 1 0,0 0 16,2 0-16,-2 0 0,0 0 0,0 0 0,0 2 0,0-2 0,0 0 0,2 3 0,-2-1 0,0 1 0,0-3 0,-2 5 16,2 1-16,0-2 0,-2 3 0,2 1 0,0-2 0,-1 1 15,1-1-15,0-1 0,0 0 0,0-2 16,0 0-16,0 4 0,-1 1 0,0-1 0,1-7 0,1 10 0,-1-1 15,0 2-15,-1-1 0,0 1 16,1-1-16,0-10 0,-1 11 0,1-1 0,0 1 0,1 1 0,-1 0 16,0 0-16,0-3 0,0 2 15,0-1-15,0-10 0,3 9 0,-3 0 0,1 0 0,1 1 0,0-1 16,-1 0-16,2 1 16,-2 0-16,1-1 0,-2-9 15,2 9-15,-1-1 0,-1 0 0,3-2 0,-3 0 0,0-1 0,0-3 0,1-1 16,0 0-16,0-2 0,-1 0 0,0 1 0,0-1 15,0 1-15,0-1 0</inkml:trace>
  <inkml:trace contextRef="#ctx0" brushRef="#br0" timeOffset="7721.712">7572 3423 0,'0'0'0,"0"0"0,0 0 16,0 0-16,9 49 16,1 1-16,-1-5 15,-6 4 1,-3-49-16,0 0 0,0 0 0,0 15 0,0-1 15,0 1-15,0-15 0,0 13 0,1 1 0,0-2 0,-3 5 16,0-2-16,1-1 0,-2 0 0,3 1 16,-1-2-16,1-13 0,-2 11 0,2-2 0,0 4 0,0-5 15,0 0-15,0 1 0,0-9 0,-3 2 0,1 1 0,1 0 16,-2-4-16,0-2 0,0 1 0,0 0 0,3 0 16,-3 0-16</inkml:trace>
  <inkml:trace contextRef="#ctx0" brushRef="#br0" timeOffset="8039.992">7549 3453 0,'0'0'0,"0"0"0,0 0 15,34-36-15,1 9 16,-5 15-16,-1 4 15,-1 8-15,-28 0 16,0 0-16,0 0 0,9 3 0,0 0 16,0 1-16,-3 0 0,0 1 0,-1-2 15,1 4-15,-2-1 0,1 1 0,-5-7 0,4 6 16,-3 1-16,1-1 0,-2 2 0,-1 1 0,0-2 0,-3 3 16,-1-2-16,1 1 0,-5-1 15,3 0-15,-1 1 0,7-9 0,-11 7 0,3 0 0,-1 0 0,-3 0 0,1 1 0,0-2 16,-1 3-16,1-4 0,-1 1 0,1 0 0,-1-2 0,1-1 15,2-1-15,-1-1 0,2 0 0,8-1 0,-6-4 16,0 1-16,0 0 0</inkml:trace>
  <inkml:trace contextRef="#ctx0" brushRef="#br0" timeOffset="8569.624">7945 3470 0,'0'0'0,"0"0"0,0 0 0,18 40 16,0-5-16,-10-5 15,-4-7 1,4-1-16,-8-22 0,0 0 0,0 0 0,-2 8 16,2 0-16,0-1 0,0 1 15,0-2-15,0 3 0,2-4 0,-1 0 0,0 0 0,-1-5 0,2 6 16,-1-1-16,0-2 0,1 1 16,-1 0-16,0-1 0,1 0 0,-1 0 0,-1 0 0,2-2 15,-1 0-15,-1 0 0,1-1 0,0 0 0,0 0 0,2-2 0,0 0 0,-1 0 16,3-3-16,-1 0 15,0 1-15,-4 4 0,4-6 0,0-1 0,0 2 16,2-3-16,-1-1 0,0 0 0,1 0 0,-1 2 0,0-2 16,-5 9-16,5-9 0,0 1 0,-1-1 0,5 0 0,-1-1 15,-1 1-15,1-2 0,-3 1 0,0 0 16,-5 10-16,7-10 0,-3 1 0,1 0 0,0 0 0,-1 2 16,0-2-16,1 2 0,-1 2 0,-1-1 0,-3 6 0,1-6 0,-1 1 15,0-1-15,-1 3 16,1-2-16,0 2 0,-2 1 0,1-1 0,1 1 0,-1 1 15,1 0-15,0 0 0,0 1 0,-2 0 0,2 0 16,0-1-16,0 1 0,0 0 0,0 0 0,2 1 0,-2 0 16,0 0-16,0 1 0,0-1 0,0 0 15,0-1-15,2-1 0,-1 0 0,0 0 0</inkml:trace>
  <inkml:trace contextRef="#ctx0" brushRef="#br0" timeOffset="9110.428">8440 3360 0,'0'0'0,"0"0"16,0 0 0,0 0-16,0 0 0,0 0 15,0 0 1,0 0-16,0 0 0,0 0 0,0 0 16,0 0-16,-3 15 0,3-3 0,-1 3 0,-1-1 0,2-1 15,0 2-15,2-3 0,-1-1 16,-1 1-16,0-12 0,3 13 0,0-1 15,0 0-15,-1 0 16,-1 0-16,-1 0 0,0-12 0,-1 13 16,1 1-16,0-2 0,1 0 0,-1 0 0,0 0 15,-3-1-15,3 0 0,0 0 0,0-11 0,-1 10 0,0 0 0,0 0 0,1-1 0,-1 1 16,0-1-16,-2-1 0,2 1 0,-1-2 0,2-7 0,-2 5 0,0 1 0,-1-1 0,2-6 0,-3 1 16,2 0-16,2 0 0,-2-7 15,2 2-15,0-2 0</inkml:trace>
  <inkml:trace contextRef="#ctx0" brushRef="#br0" timeOffset="9840.904">8347 3441 0,'0'0'0,"0"0"0,0 0 15,24-41 1,-2 6-16,-4 11 15,2 5 1,2 3-16,-22 16 0,0 0 16,0 0-16,0 0 0,9-6 0,1 1 0,-1-1 0,0 3 15,1-1-15,-1 1 0,-9 3 0,11-2 0,-1 1 16,0 1-16,-1 3 0,0-1 0,1-1 0,-1 3 16,1-3-16,-1 1 0,-9-2 0,9 5 0,-1-1 0,-1-1 15,-1 2-15,-1 1 0,0-1 0,-3 2 0,-1 2 16,0-3-16,-3 3 0,1-3 0,-1 2 0,2-8 15,-2 9-15,1-2 0,0 2 0,-5 0 0,1 0 0,-1 0 16,6-9-16,-9 9 0,3-1 0,-1-1 16,-1 3-16,1-2 0,0 1 0,0 0 0,0-1 15,0 0-15,3-3 0,-1 1 0,0-1 16,-3-1-16,0 1 0,0 0 0,1 0 0,0-2 0,0 2 0,0-1 0,1 0 16,0-1-16,-1-1 0,1 1 0,0-2 0,-1 1 15,2-2-15,1 0 0,0-1 0,0 0 0,1 0 16,3 1-16,-4 0 0,2-2 0,-1 1 0,2 0 0,-1 1 15,1 0-15,-1 0 0,2 0 0,0 0 0,0-1 16,0 1-16,0 0 0,-1 0 0,1 0 0,0 0 16,0 0-16,0 0 0,0 0 0,1 0 15,-1 0-15,0 0 0,3 3 0,0-1 0,-1 1 0,1 1 0,1 0 16,-1-1-16,0 1 16,-1 0-16,0 0 0,-2-4 0,5 4 0,-2 1 0,0 0 0,0-1 15,0-1-15,-1 1 0,2-1 0,-1 2 0,0-1 16,1-1-16,1 1 0,0-1 15,-1 2-15,1-2 0,-1 0 0,1 2 0,-1-3 0,-1 1 0,2 1 0,-1-1 0,2 0 16,-6-3-16,6 4 0,-2 0 0,1 1 16,-1-1-16,1-1 0,0 2 0,-5-5 0,6 3 0,-2 1 15,1 0-15,1 1 0,-1 0 0,0-1 16,-5-4-16,8 5 0,-1 0 0,-1 0 0,0 0 16,0-2-16,0 0 0,-6-3 0,7 6 0,0-2 0,0 1 0,1-3 15,-1-2-15,0 1 0,-7-1 0,7-2 0,0 1 16,0-2-16,-7 3 0,5-3 0,0 2 0,-1-1 0,0-1 15,1 2-15,-2-1 0,-3 2 0,4-3 16,-1 2-16,0-1 0,-3 2 0,3-1 0,-1-1 0,-1 0 16,-1 2-16,6-2 0,-2-1 0,0 0 15,-1-3-15,-1 1 0,0-1 0,-2 6 16,2-5-16,-2 0 0,0 0 16</inkml:trace>
  <inkml:trace contextRef="#ctx0" brushRef="#br0" timeOffset="14260.187">6412 4434 0,'0'0'0,"0"0"0,0 0 0,0 0 15,0 0-15,0 0 16,0 0 0,20-46-16,-20 46 0,0 0 0,0 0 15,0 0-15,4-9 0,0 0 0,0 1 0,7 1 16,0 2-16,-2-2 0,-9 7 0,7-3 15,-1 1-15,-1-1 0,-5 3 0,12 2 0,-2-2 16,0 1-16,-4 0 0,-1 0 0,0-1 0,-5 0 0,3 1 16,-1-1-16,-1 0 0,6 12 0,-1-1 0,0 0 15,-6-11-15,5 8 0,-2-2 0,0 2 0,-3-8 16,-2 13-16,1-1 0,-1 0 0,2-12 0,-1 8 16,0-1-16,0 1 0,1-8 0,-9 9 0,0-2 0,1 2 15,3-4-15,-1-1 0,0 1 0,6-5 0,-9 5 0,0 1 16,0 0-16,9-6 0,-5 3 0,1 0 15,-1 0-15,5-3 16,-3 2-16,2-2 0,-1 0 0,2 0 0,-1 2 0,1-2 0,0 0 0,-1 1 16,1-1-16,0 0 0,0 0 0,2-1 0,0-1 15,-1 2-15,-1 0 0,2 0 0,-1 0 0,0 0 0,12 4 0,0 0 0,-1 0 16,-12-4-16,8 3 0,-1-1 16,0 0-16,-7-2 0,15 8 0,-1 0 0,1-1 0,-7-3 15,0 1-15,-1-1 0,-7-4 0,5 10 0,-2-3 0,1 1 0,-4-8 16,1 5-16,1 0 0,-1-1 15,-1-4-15,-5 9 0,0 0 16,0 0-16,2-4 0,0-1 0,1 1 0,2-5 0,-17 6 0,1 0 16,0 0-16,16-6 0,-10 2 0,2 2 0,-2-1 15,10-3-15,-18 1 0,0 0 16,1 0-16,17-1 0,-9 1 0,-1-1 16,1 0-16,-7-5 0,1 0 0,-1-1 15,8 4-15,-1-1 0,1 0 0,8 3 16,-3-1-16,0 1 0,-1-1 0</inkml:trace>
  <inkml:trace contextRef="#ctx0" brushRef="#br0" timeOffset="14520.427">6674 4187 0,'0'0'0,"0"0"0,45-2 0,-45 2 0,56 28 16,-15 4-1,-11 10-15,-4-3 16,-26-39-16,0 0 0,0 0 16,5 15-16,-2 0 0,1-1 0,-4-14 0,-2 19 15,1-2-15,0 0 0,-4 0 0,2 1 0,0-2 16,3-16-16,-7 17 0,1-1 0,-1 1 0,-4 1 16,0 1-16,1-1 0,-2 1 0,1-1 0,-1 0 0,12-18 15,-15 17-15,0 0 0,0 1 0,0-3 0,2 0 0,-2 0 16,15-15-16,-12 8 0,0-1 0,-1 1 15,5-5-15,0-2 0,2 3 0</inkml:trace>
  <inkml:trace contextRef="#ctx0" brushRef="#br0" timeOffset="15069.76">7177 4372 0,'0'0'0,"0"0"0,0 0 15,0 0 1,42 6-16,-2-1 15,-10-7-15,-1-1 16,-29 3-16,0 0 16,0 0-16,9-3 0,-1 2 0,0-1 0,-8 2 15,8-3-15,0 0 0,-1 1 0,2-3 16,-3 2-16,3 0 0,-3 0 16,-1-2-16,1 1 0,-3 3 0,-1-1 0,0 0 0,-2 2 0,3-1 0,-3 0 0,1-1 0,1 2 0,-2 0 15,0 0-15,0 0 0,0 0 0,0 0 0,0 0 0,0 0 0,0 0 16,0 0-16,3 4 0,-3-2 15,0 0-15,0-2 0,1 4 0,-1-1 16,0 0-16,-1 6 0,1-3 0,0 1 16,0 0-16,0-1 0,0 0 0,0-6 0,-3 9 0,3-2 0,-1 2 15,-1 3-15,-1-1 0,1-1 0,2-10 0,-2 12 16,1-1-16,0 1 0,0-2 0,1-1 0,0 0 16,0-9-16,0 12 0,0-3 0,0 3 15,1-1-15,-1-1 0,0-1 0,0-9 0,1 10 16,0 0-16,0-2 0,-4 3 0,2-2 0,1 0 0,-2 0 15,0-2-15,1 1 0,1-8 0,-2 9 16,1-3-16,1 1 0,-3-1 0,1 0 0,0-1 16,2-5-16,-4 3 0,2 0 15,-1-1-15,5-7 0,-2 2 0,0-1 0</inkml:trace>
  <inkml:trace contextRef="#ctx0" brushRef="#br0" timeOffset="15889.734">7709 4229 0,'0'0'0,"0"0"0,0 0 16,0 0-16,0 0 15,0 0-15,0 0 16,-25 37 0,25-37-16,0 0 0,0 0 0,-9 14 0,0-2 15,0 1-15,9-13 0,-8 12 0,1 0 0,-2 0 0,4 0 16,1 0-16,-2 0 0,6-12 0,-7 15 16,2-1-16,-1 0 0,4 0 0,1 0 0,-1 0 0,2-14 0,-2 12 15,0 1-15,0 0 0,0-4 0,1 0 0,0-3 16,5 6-16,-2-2 0,1 1 0,3-2 0,-1 0 15,0 0-15,2-2 0,-3 1 0,1-1 0,-5-7 16,6 6-16,-2-2 0,1 1 0,2-3 0,1-1 16,-1 0-16,-7-1 0,9 1 0,-1-1 0,-1 0 0,6-3 15,-1 0-15,-1 0 0,-11 3 0,14-5 16,-1-1-16,0 0 0,3-3 0,-2-1 0,1 2 0,-15 8 16,14-11-16,-1 1 0,1 1 0,-3-4 0,2 1 0,-3 0 15,-10 12-15,11-14 0,0 1 0,0 1 0,-3-2 16,-1 1-16,1 1 0,-8 12 0,6-15 0,0 3 0,-1-1 15,-1-3-15,2 3 0,-2-2 16,-2 3-16,0 0 0,-1 0 0,-2 1 0,1 1 0,0-1 0,0 11 0,-2-8 16,1 1-16,-1-1 15,-4 0-15,0 2 0,0 0 0,6 6 0,-10-5 0,-1-1 16,2 2-16,-3 1 0,2 0 0,-1 1 0,11 2 0,-10 0 0,-1 0 16,2 0-16,-2 1 0,1 1 0,1-1 15,-3 3-15,2 0 0,-1 1 0,3 0 0,1-2 16,0 0-16,7-3 0,-8 5 0,1 1 0,-1-1 15,2 2-15,-2-1 0,1 0 0,7-6 0,-6 8 0,3-2 0,-3 0 16,3 0-16,0 3 0,0-3 16,3-6-16,-1 8 0,1-1 0,0-1 0,2 0 0,0-1 0,0 0 15,-2-5-15,3 8 0,-1-3 0,0 1 16,4 1-16,0-1 0,1-1 0,-7-5 0,9 4 0,-1 2 16,0-2-16,2 1 0,-1 1 0,0 0 0,-9-6 0,6 6 15,0 0-15,-2 0 0,5 0 0,-1 0 0,0 3 16,-8-9-16,8 6 0,1 0 0,-1 0 0,0 2 0,0-1 15,0-2-15,-8-5 0,5 9 0,0-3 16,1 1-16,-6-7 0,5 9 0,-2 0 0,1-2 0,1 4 16,1-3-16,-2 0 0,-4-8 15,3 11-15,-1-1 0,1 1 0,-3-11 0,2 11 0,-1-1 0,1 1 16,0-2-16,-1-1 0,0 0 16,-1-8-16,2 7 0,-2-1 0,0 0 0,0-6 15,1 2-15,-1 1 0,0-1 0,0-2 16,3-2-16,-2-1 0,1 2 0,-2 1 15,18-26-15,0-1 0,0 3 0</inkml:trace>
  <inkml:trace contextRef="#ctx0" brushRef="#br0" timeOffset="27939.608">4298 7611 0,'0'0'0,"0"0"0,0 0 0,0 0 15,0 0 1,0 0-16,0 0 16,0 0-16,0 0 0,0 0 15,0 0-15,0 0 0,0 0 0,0 0 16,0 0-16,14 4 0,0 0 0,1-2 0,-7 1 0,0-2 0,0 1 16,-8-2-16,10 2 0,2 1 0,-2-1 15,-10-2-15,5 1 0,1 0 0,0 1 0,9 0 0,-3 0 16,1-1-16,-13-1 15,8 1-15,-1 0 0,1 1 0,-8-2 16,17 1-16,-1 1 0,1 0 0,-8-1 0,1-1 0,-1 1 0,-9-1 0,21 0 16,0 0-16,0 1 0,-21-1 0,12 1 0,0-1 0,-1 0 15,-11 0-15,25 0 0,-1 0 0,0 0 0,0 0 0,1 0 16,-1 0-16,-24 0 0,32 2 16,-1-1-16,1-1 0,-32 0 0,34 0 0,0 0 0,-1 0 15,-33 0-15,31-1 0,1 1 0,-1-1 16,-4 0-16,0 1 0,1 0 0,-28 0 0,26 0 0,-2 0 0,2-1 0,-26 1 15,31-1-15,0 0 0,0 1 0,-31 0 16,39-1-16,-1 0 0,1 0 0,1-1 0,-3 1 16,1-1-16,-38 2 0,33-1 0,0-1 0,-1 0 0,-32 2 15,30-2-15,-1 1 0,-2-1 0,-27 2 16,27-2-16,0-1 0,-1 2 0,-26 1 0,31-4 16,0 3-16,0-2 0,-31 3 15,37-2-15,0 0 0,-2-1 0,-35 3 0,36-3 0,-2 0 0,1 1 0,-35 2 0,32-1 16,-1-2-16,2 2 0,-3 0 0,1-2 0,0 2 0,-31 1 15,25-3-15,2 3 0,-1-2 16,-26 2-16,13-1 0,-1 1 0,0-1 0,-12 1 0,17-2 0,-2 2 0,1-3 16,-16 3-16,9 0 0,-1-2 15,-1 1-15,-7 1 0,4 0 0,-1 0 0,0 0 0,-3 0 16,2-1-16,-1 1 0,0 0 0,-1 0 0,-11-3 0,2 1 16,-1-1-16,10 3 0,-7-1 0,2 0 0,0 0 15,5 1-15,-3 0 0,0-2 16,1 2-16,2 0 0,-1 0 0,1 0 0,-1 0 0,0-1 15,1 1-15,0 0 0,0 0 0,0 0 0,0 0 0,0 0 0,0 0 16,0 0-16,0 0 0,0 0 16,0 0-16,-11-3 0,0 0 0,0 1 15</inkml:trace>
  <inkml:trace contextRef="#ctx0" brushRef="#br0" timeOffset="33529.908">6731 7041 0,'0'0'0,"0"0"0,0 0 16,0 0-1,0 0-15,8 40 16,-5-14-16,-3-26 0,0 0 16,0 0-16,3 17 0,-1-1 0,0 0 15,-2-16-15,2 9 0,-1 0 0,0 1 16,-1-10-16,4 13 0,-2 1 0,1-1 15,-3-13-15,2 7 0,-1 1 0,0-1 0,-1-7 0,5 10 16,0-2-16,0 1 0,-5-9 0,4 5 0,-1-1 16,0 1-16,-3-5 0,8-1 0,1 1 15,0 0-15,-9 0 0,6-2 0,-2 0 0,1 1 0,-5 1 16,9-12-16,0 0 16,0-1-16,-9 13 0,4-7 0,1 0 0,-1-2 15,-4 9-15,9-21 0,-1 0 0,1-2 0,-9 23 0,6-12 16,-3 0-16,1 1 0,-4 11 0,5-21 15,0 2-15,0-1 0,-5 20 0,2-11 0,1 1 0,0-1 0,-3 11 16,0-5-16,1 1 0,0 1 0,-1 3 0,1-2 0,-1 1 0,0 0 0,0 1 16,0-1-16,0 1 0,0 0 0,0 0 0,-3 2 15,3 1-15,-3 0 0,2-1 16,0-1-16,0 1 0,1-2 0,3 13 0,-3 1 0,1-1 0,-1-13 0,2 8 0,-2 0 16,1 0-16,-1-8 0,5 14 0,-2 0 0,0-1 0,-3-13 15,3 7-15,-1 2 0,0-2 0,-2-7 0,5 9 16,-1 0-16,1 0 0,-2-4 0,0 0 0,-1 0 15,-2-5-15,1 2 16,0-2-16,0 1 0</inkml:trace>
  <inkml:trace contextRef="#ctx0" brushRef="#br0" timeOffset="33819.619">7218 7013 0,'0'0'0,"0"0"15,0 0-15,0 0 0,0 0 16,0 0-1,0 0-15,0 0 0,0 0 16,0 0-16,0 0 0,-15-2 0,-1-1 16,0 1-16,5 4 0,-1-2 0,1 0 0,11 0 0,-8 4 15,3-1-15,0 0 16,5-3-16,-4 7 0,1 0 0,0-1 0,5 2 16,-2 0-16,0 0 0,0-8 0,1 8 0,1-1 0,1 2 15,0-1-15,0 0 0,0 1 16,-3-9-16,3 8 0,0-2 0,0 1 0,0 0 0,0-2 0,-1 1 15,-2-6-15,2 6 0,0 0 0,-1 1 0,1-3 0,-2 0 0,1-1 16,-1-3-16,-5 5 0,0 0 0,-1 0 0,-1-2 0,1 2 0,0-2 0,6-3 16,-7 2-16,1-1 15,1-1-15,0-3 0,1 0 0,0 2 0,4 1 16,-2-10-16,0 2 0,1 0 0</inkml:trace>
  <inkml:trace contextRef="#ctx0" brushRef="#br0" timeOffset="34022.064">7261 6964 0,'0'0'0,"0"0"0,0 0 15,19 39-15,1 4 16,-8-3 0,-6-8-16,-6-32 0,0 0 15,0 0-15,0 0 0,-4 10 0,2-1 0,1 0 16,-1-3-16,-1-2 0,1 1 0,2-5 0,-3 0 0,0 0 0,0 0 15</inkml:trace>
  <inkml:trace contextRef="#ctx0" brushRef="#br0" timeOffset="34133.343">7272 6875 0,'0'0'0,"0"0"0,0 0 15,0 0 1</inkml:trace>
  <inkml:trace contextRef="#ctx0" brushRef="#br0" timeOffset="34489.645">7405 7022 0,'0'0'0,"0"0"0,0 0 0,12 47 16,0-12-16,-7-2 15,-10-14 1,5-19-16,0 0 0,0 0 16,-3 4-16,2-1 0,-1-1 0,2-2 0,-2-2 0,0 0 15,0 1-15,-1-7 0,3 2 0,-1 0 0,1 6 16,2-11-16,-1 1 0,0-1 0,5-2 16,-3 1-16,0-1 0,-3 13 0,8-15 0,-1 1 15,-1-1-15,-6 15 0,9-12 0,-2 0 0,0 0 16,3 3-16,-3 0 0,1 1 0,-8 8 0,8-4 0,-1 1 15,1-1-15,2 5 0,-1-1 0,0 0 0,-9 0 0,9 5 0,0 1 0,0-1 16,-2 5-16,1-1 0,-2 1 16,-6-10-16,5 11 0,-1-1 0,-1 2 0,-3-12 0,2 11 15,-2 0-15,0 0 0,-2 1 0,1 0 16,-1-1-16,2-11 0,-3 10 0,0 0 0,0 0 0,0-3 0,0-2 16,1 2-16,2-7 0,2 0 0,-2 0 0,0 0 15</inkml:trace>
  <inkml:trace contextRef="#ctx0" brushRef="#br0" timeOffset="35010.071">7906 6906 0,'0'0'0,"0"0"0,0 0 0,0 0 15,-35 31-15,1 0 16,15-7-1,11-11-15,8-13 0,0 0 0,0 0 0,0 0 16,-1 3-16,1 0 16,0 0-16,4-1 0,-2 0 0,0 0 0,-2-2 0,5-2 15,0 0-15,-1 1 0,-4 1 0,8-4 0,-1 1 16,0 0-16,2-2 0,-1-1 0,0-1 0,-8 7 16,10-6-16,-1 0 0,0 0 0,-2 1 0,1 1 0,-2 1 15,-3 0-15,0 2 0,0-1 0,0 2 0,-2-1 16,0 1-16,-1 0 0,1-1 0,-1 1 15,0 0-15,1-2 0,-1 0 16,0 1-16,0 1 0,3 3 0,-1 1 0,1-1 0,3 6 0,-2-1 16,1 1-16,-5-9 0,4 14 0,-2 0 0,1-1 0,0 4 15,0-1-15,0 1 0,-3-17 0,5 18 0,-1-2 16,-1 1-16,-2 4 0,0-3 0,0 2 0,-1-20 16,-3 19-16,1 2 0,1-3 0,-2 0 0,1 0 0,0 1 0,2-19 15,-5 17-15,2-2 0,-1 2 0,4-17 16,-6 13-16,1-1 0,-1 0 0,0-3 0,1-1 15,0 0-15,5-8 0,-8 8 0,1-3 0,0 1 0,-2-3 16,2 0-16,1 0 0,6-3 0,-9-4 0,3 2 16,0-2-16,6 4 0,-9-6 15,3 0-15,-1-1 0,-2-3 0,1 0 0,1 1 0,7 9 16,-8-13-16,2 1 0,-1 0 0,2-1 0,-1 2 16,0-2-16,8 1 0,-1-1 0,-1 0 0,0 13 0,7-14 0,-1 1 0,0-2 0,-6 15 15,14-15-15,-2-1 0,1 1 16,5-5-16,-2 2 0,0-2 0,6-5 0,-1 1 0,0 0 0</inkml:trace>
  <inkml:trace contextRef="#ctx0" brushRef="#br0" timeOffset="35209.389">8395 6696 0,'0'0'0,"0"0"0,17 43 0,2 18 15,-11 9 1,-4 0-16,-8-4 16,4-66-16,0 0 0,0 0 0,0 0 0,-5 19 15,1 0-15,1-1 0,-7-3 16,3-1-16,-1 0 0,2-5 0,1-1 0,0 0 0</inkml:trace>
  <inkml:trace contextRef="#ctx0" brushRef="#br0" timeOffset="35617.483">8335 6737 0,'0'0'0,"0"0"16,18-46-16,15 4 16,2 18-1,-15 14-15,23 6 16,2 11-16,-45-7 0,0 0 15,0 0-15,14 7 0,-1 1 0,0-1 0,-13-7 16,12 13-16,-1 0 0,-1-1 0,-4 2 0,-1 0 16,-1 0-16,-4-14 0,-3 18 0,2-3 15,-1 1-15,2-16 0,-9 17 0,3-3 0,-1 1 0,-6-2 16,3-1-16,-2 0 0,12-12 0,-13 11 0,-1-2 0,-1 1 16,2-2-16,-1 0 0,0 0 0,14-8 0,-16 5 15,2-1-15,1 2 0,13-6 0,-13 0 0,2 3 0,-1-2 0,3-2 16,1-2-16,1 3 0,7 0 0,-5-2 0,1 0 15,1 1-15,0 1 0,2 0 0,-1 0 16,2 0-16,3 3 0,0 1 0,0-1 0,-3-3 16,7 7-16,0-2 0,0 1 0,5 1 15,-1 0-15,-1 0 0,-10-7 0,15 8 0,-3 0 0,2 0 0,-14-8 0,13 10 16,1-1-16,-1 0 0,-1 1 16,-1 0-16,-1-1 0,-10-9 0,9 7 0,-2-1 0,0 0 15</inkml:trace>
  <inkml:trace contextRef="#ctx0" brushRef="#br0" timeOffset="35934.815">8644 6981 0,'0'0'15,"0"0"-15,0 0 16,0 0-16,42-18 16,-3 1-16,-8-5 15,-31 22-15,0 0 16,0 0-16,0 0 0,8-8 0,-2 0 0,0 0 15,0 0-15,-3-1 0,1 1 0,-4 8 16,3-10-16,-1 1 0,0 0 0,-2 9 0,-4-7 16,3-1-16,-1 2 0,2 6 15,-6-4-15,2 1 0,-1 0 0,-5 4 0,0 0 0,-1 0 0,11-1 0,-12 3 0,0-2 0,0 1 0,0 4 16,0-1-16,-1 0 16,13-5-16,-10 7 0,0 0 0,1-1 0,3 2 0,0-2 0,0 1 0,6-7 15,-3 9-15,0-1 0,0 1 0,3-9 0,0 10 16,1 2-16,0-2 0,3 1 0,-1-2 15,1 1-15,-4-10 0,11 8 0,-2-2 0,0 2 0,6-3 0,1 0 16,0-1-16,-16-4 0,17 2 16,1-2-16,0 3 0,3-9 0,0 2 0,0 0 0</inkml:trace>
  <inkml:trace contextRef="#ctx0" brushRef="#br0" timeOffset="36179.632">9097 6818 0,'0'0'0,"0"0"0,0 0 0,-57 10 15,15 2 1,15 6 0,10 3-16,17-21 15,0 0-15,-2 5 0,0-1 0,-1 1 0,3-5 16,2 8-16,-1 0 16,-1 0-16,0-8 0,4 10 0,0-1 15,-1 1-15,1-2 0,-1 2 0,0-1 0,-3-9 0,3 8 0,-1-2 0,1 3 0,-2-3 0,1 2 0,-1-2 0,-1-6 16,0 7-16,-1-1 0,0 0 15,-3-1-15,3-1 0,-1 1 0,2-5 0,-6 3 0,1-1 0,0 1 16,5-3-16,-8-3 0,3 2 16,0-2-16,0-5 0,0 2 0,1-1 0</inkml:trace>
  <inkml:trace contextRef="#ctx0" brushRef="#br0" timeOffset="36510.232">9139 6834 0,'0'0'0,"0"0"16,0 0-16,0 0 15,8 50-15,-3-8 16,-5-14-16,0-28 16,0 0-16,0 0 0,2 9 0,-1-4 0,0 2 15,-1-7-15,4 5 0,-1-1 0,0-1 0,-3-3 16,4 5-16,-1-4 0,0 2 0,4-3 0,-1 0 15,-1 0-15,-5 0 0,8-2 0,-2 0 0,0 0 0,1-2 16,-1-1-16,1-1 0,-7 6 0,4-8 0,0 0 16,0 0-16,-4 8 0,-1-9 0,0 1 0,1 0 15,0 8-15,-4-9 0,2 1 16,-1-1-16,-3 2 0,0-1 0,1 0 0,0 4 0,0 0 0,2-1 0,3 5 0,-11-4 0,1 0 16,1 1-16,-2 0 0,1-1 0,0-1 0,10 5 15,-11-2-15,3 0 0,-1-1 0,9 3 0,-5-4 16,0 0-16,-1 0 0,5-3 0,0 0 0,0-1 0</inkml:trace>
  <inkml:trace contextRef="#ctx0" brushRef="#br0" timeOffset="36739.475">9314 6551 0,'0'0'0,"0"0"15,2 42-15,10 9 0,-3-3 16,-3-2 0,3 2-1,-9-48-15,0 0 0,0 0 16,0 0-16,2 16 0,0 1 0,0 0 0,1-1 0,-2 1 0,1-2 0,-2-15 0,0 14 16,1 0-16,0 1 0,-2 0 0,1 0 0,0-1 0,0-14 0,-1 10 15,1-1-15,-1 1 0</inkml:trace>
  <inkml:trace contextRef="#ctx0" brushRef="#br0" timeOffset="37129.748">9523 6762 0,'0'0'0,"0"0"0,0 0 0,21 48 15,-2-6 1,-9-12-16,-5-13 16,-5-17-16,0 0 0,0 0 0,0 0 0,4 6 15,-2-2-15,0 2 0,1-4 0,0 2 0,0-2 16,-3-2-16,3 1 0,0-1 0,0 1 0,3-3 0,-1 0 16,0 2-16,-5 0 0,8-9 15,-2 4-15,0-1 0,0-4 0,0 1 0,0 0 0,-6 9 0,6-12 0,0 2 16,1 0-16,-1 1 0,-1 0 0,-1 1 15,-4 8-15,5-7 0,-2 1 0,0 1 16,-3 5-16,2-3 0,-1-1 0,1 1 0,-1 2 16,0 1-16,0 0 0,-1 0 0,1 4 15,1 0-15,-1 0 0,-1-4 16,3 10-16,-2 0 0,0 0 0,2 2 0,-2-1 0,1-1 0,-2-10 16,2 13-16,-1-2 0,0 1 0,-1 0 0,1 0 0,0 0 0,-1-12 15,2 11-15,-1-3 0,0 2 0,-1-10 0,1 5 0,0-1 16,0 0-16,2-4 0,-1-2 0,-1 1 0</inkml:trace>
  <inkml:trace contextRef="#ctx0" brushRef="#br0" timeOffset="37397.448">9883 6507 0,'0'0'0,"0"0"16,0 0-16,0 0 16,18 63-16,1-2 15,-8-3 1,-6-3 0,-5-55-16,0 0 0,0 0 0,0 0 0,2 18 0,-1 0 15,0 1-15,-1-19 0,-2 16 0,1-1 0,1 1 0,-3-2 0,1 0 16,0 0-16,2-14 0,-4 12 0,0 0 0,0 0 0,1-5 15,0 0-15,0 0 0</inkml:trace>
  <inkml:trace contextRef="#ctx0" brushRef="#br0" timeOffset="37694.666">9789 6852 0,'0'0'0,"0"0"0,0 0 16,0 0-16,53-40 15,-2-1 1,-7 7-16,-44 34 16,0 0-16,0 0 0,12-10 15,-1 2-15,1-1 0,-12 9 0,13-8 16,-1 2-16,-1-3 0,-11 9 16,12-4-16,-2 0 0,2-1 0,-3 3 0,-1-1 0,1 1 0,-9 2 0,7 2 0,-1 0 15,1-1-15,-7-1 0,7 8 0,-2-2 0,0 0 0,1 4 0,-1 2 0,-1-2 16,-4-10-1,6 14-15,-2 1 0,1-2 0,-5-13 16,-1 15-16,1 0 0,0 0 0,-5-3 0,3 1 16,0-2-16,-1-3 0,1-2 0,-1 2 0,2-5 15,0 0-15,0 1 0,1-4 0,0 0 0</inkml:trace>
  <inkml:trace contextRef="#ctx0" brushRef="#br0" timeOffset="37819.888">10069 6582 0,'0'0'0,"0"0"16,0 0-16</inkml:trace>
  <inkml:trace contextRef="#ctx0" brushRef="#br0" timeOffset="38119.528">10234 6733 0,'0'0'0,"0"0"0,0 0 16,13 43-16,-2-6 15,-5-13 1,-1-10-16,-5-14 0,0 0 16,0 0-16,5 4 0,-1-1 0,0 0 15,-4-3-15,6 2 0,-2-1 0,1 0 0,-5-1 16,9-1-16,-1-2 0,0 0 0,3-2 15,-1 1-15,0-1 0,-10 5 0,10-8 0,1 0 0,-1 0 0,-2-1 16,-1 0-16,-1 1 0,-6 8 0,4-8 0,0-1 0,-1 0 0,-5 2 0,1-1 16,0 0-16,1 8 0,-5-7 15,0 1-15,1 0 0,4 6 0,-9-4 0,-1 1 16,1-1-16,-5 3 0,1 0 16,0 0-16,13 1 0,-17 2 0,3-1 0,-1 2 15,4-1-15,-1 1 0,2-1 0,10-2 0,-8 1 0,0 0 0,1 0 0,3-3 0,1 0 16,0 0-16</inkml:trace>
  <inkml:trace contextRef="#ctx0" brushRef="#br0" timeOffset="38511.755">10513 6655 0,'0'0'0,"0"0"0,15 37 0,-2 0 16,-4-1-16,-12-3 15,-1-5 1,4-28-16,0 0 0,0 0 0,-3 6 0,2 1 16,-1 0-16,2-7 15,-1 4-15,-1-2 0,1 2 0,0-2 0,0 0 0,1-1 0,0-1 0,1-1 0,0 0 0,0 0 0,0-2 16,1 0-16,-1 1 16,-1 2-16,5-6 0,-2-1 0,0 2 0,3-1 0,-3-1 0,1 0 15,-4 7-15,6-10 0,0 0 0,-1 1 0,-5 9 16,7-11-16,0 1 0,0 1 15,2-2-15,-1 2 0,1-1 0,-9 10 0,8-5 0,0-1 0,0 2 16,-8 4-16,9-3 0,-1 1 0,0 1 16,-1 4-16,1 0 0,0-1 0,-8-2 0,7 6 15,0 0-15,0 1 0,-7-7 16,6 11-16,-1 0 0,1 0 0,-1 2 0,-2-2 0,1 2 0,-4-13 16,2 14-16,-2 1 0,1-1 0,-2 2 15,1-1-15,0 0 0,0-15 0,-2 12 0,1 0 0,1 0 0,-2-9 16,1 0-16,-1 0 0</inkml:trace>
  <inkml:trace contextRef="#ctx0" brushRef="#br0" timeOffset="67953.371">2932 8500 0,'0'0'0,"0"0"0,0 0 0,0 0 0,0 0 16,0 0-1,0 0-15,0 0 16,0 0-16,0 0 0,0 0 0,0 0 16,0 0-16,0 0 0,0 0 0,0 0 0,0 0 0,0 0 0,6 5 15,0-2-15,1 0 0,-3 0 0,0 0 0,-1 0 0,1 12 16,-1-2-16,-1 1 0,-2-14 0,3 9 15,-2-2-15,-1 2 0,4 9 0,-1 0 0,0 0 16,-3-18-16,1 11 0,2-2 16,-2 1-16,1 7 0,-2-1 0,1 1 0,-1-17 0,0 9 0,0 0 15,0-1-15,0-5 0,0 1 0,0 0 16,1-2-16,-1-2 0,0 2 0</inkml:trace>
  <inkml:trace contextRef="#ctx0" brushRef="#br0" timeOffset="68249.9">2911 8291 0,'0'0'0,"54"11"0,4 9 0,-2 14 16,1 8-16,-9 14 16,-12 9-16,-14 8 15,-22-73-15,0 0 16,0 0-16,4 27 0,-1 0 0,0-1 0,-8 4 0,0-1 16,1 0-16,4-29 0,-16 36 0,-1-3 0,2 0 0,-15 8 0,3-2 15,-1 0-15,-15 6 0,3 0 0,-2 1 0,-6-7 0,2 2 16,-1-1-16</inkml:trace>
  <inkml:trace contextRef="#ctx0" brushRef="#br0" timeOffset="82939.62">3634 8556 0,'0'0'0,"0"0"0,0 0 15,0 0-15,0 0 16,0 0-16,0 0 16,0 0-1,0 0-15,0 0 0,0 0 0,0 0 0,0 0 16,0 0-16,22 0 0,-2 0 0,1 0 0,-21 0 0,14 1 16,-1 1-16,0-2 0,-13 0 0,18-2 0,-1 1 15,0 1-15,-17 0 0,10-2 0,-1 1 0,-1 1 0,-8 0 0,17-1 16,-2 0-16,1 0 15,-8-1-15,1 2 0,-1-1 0,-8 1 16,13-2-16,0 1 0,1-2 0,-14 3 16,7 0-16,-1-1 0,1-1 0,-7 2 0,9-3 0,2 3 0,-1-3 0,-10 3 0,5-2 0,1 1 15,0 1-15,-6 0 0,1 0 0,1-2 16,0 2-16,-2 0 0,2 0 0,-2 0 0,1 0 0,-1 0 0,0 0 16,0 0-16,0-1 0,0 1 0,0-1 0,0 1 0,0 0 0,0 0 15,0 0-15,0 0 0,0 0 16,0 0-16,0 0 0,0 0 0,0 0 0,3-1 0,1-1 0,-1 2 15,-3 0-15,3-2 16,-2 1-16,2 1 0,-2-2 0,0 2 0,0 0 0,0 0 0,-1 0 16,0 0-16,0 0 0,0 0 15,0 0-15,0 0 0,0 0 0,0 0 0,0 0 0,-2 9 0,0 1 16,1 0-16,-1-4 16,1-1-16,1 0 0,0-5 0,-2 13 0,0-1 15,0 1-15,2-13 0,0 7 0,-2-1 0,2 1 0,0-7 0,-2 17 0,1 0 0,-1 0 16,2-7-16,-1-1 15,1 1-15,2 11 0,-1 0 0,1 0 0,-2-21 16,3 11-16,-3 1 0,1 0 0,-1-12 0,3 19 0,-1 2 16,-1-3-16,-1-18 0,2 12 0,-2-3 0,1 0 15,-4 9-15,2-2 0,-1-1 0</inkml:trace>
  <inkml:trace contextRef="#ctx0" brushRef="#br0" timeOffset="83370.185">4219 8484 0,'0'0'0,"0"0"0,0 0 0,0 0 0,0 0 16,9 38-16,-3 4 15,-2-1-15,-1 4 16,-3-45-16,0 0 0,0 0 0,-1 16 15,1-1-15,0-1 0,1 3 16,-1-3-16,0 1 0,0 1 0,0-1 0,0 0 0,-1-5 0,1-1 16,0 2-16,-1-6 0,1-1 0,0 0 0,0-1 15,0-1-15,0-2 0,2 15 0,2-3 0,-3 3 0,1 0 0,0-1 16,0 0-16,-2-14 0,-2 9 0,1 1 0,0-2 0,-2-5 16,1-1-16,0 0 0,-1-5 0,2 0 15,0 1-15,-1-2 0,1 1 0,0-1 0</inkml:trace>
  <inkml:trace contextRef="#ctx0" brushRef="#br0" timeOffset="84067.915">4161 8575 0,'0'0'0,"0"0"0,0 0 16,0 0-16,0 0 0,0 0 15,0 0 1,0 0-16,0 0 0,0 0 0,0 0 16,20-33-16,0 1 0,0-2 15,-4 12-15,0 1 0,1 0 0,-5 12 0,2 0 0,-1 0 0,-13 9 16,13-2-16,0 0 0,1 1 0,0 4 0,-2-1 0,0 1 0,0 2 16,-2 0-16,1 1 0,-2 2 15,0-2-15,0 2 0,-9-8 0,8 8 16,-1 0-16,0 1 0,1 0 0,-4 1 0,1-1 15,2 3-15,-2-1 0,-1-1 0,-2 2 0,0 0 16,-1 0-16,-1-1 0,-1 0 0,0-1 0,1-10 0,-4 11 16,1-2-16,-1 1 0,-2-1 0,0-2 0,1 1 15,-4-1-15,2 0 16,-1 0-16,-4 0 0,1 0 0,1-1 0,-2-1 0,1 0 0,0 0 0,-2-1 0,3-1 0,-2 2 16,0-4-16,1 0 0,1 1 0,-2-2 0,4 0 15,-2 0-15,1 0 0,1 0 0,0 0 0,0-2 16,1 2-16,-1-1 0,2 0 0,1 1 0,1-2 0,1 2 15,0-1-15,1 1 0,-1-1 16,2 1-16,1 0 0,-1 0 0,1 0 0,0 0 0,0 0 0,0 0 16,0 0-16,2 2 0,-1-2 15,0 2-15,4-2 0,-1 1 0,0-1 0,-4 0 0,5 1 16,-1-1-16,1 2 0,-1-2 0,-1 0 0,-1 1 0,4 4 0,1-1 16,1 1-16,0 1 0,-1 0 15,0 0-15,2 2 0,-1-1 0,0-1 0,2 0 16,-1 2-16,0-1 0,-1-1 0,1 2 15,-1-1-15,-8-7 0,10 8 0,-2 1 0,0-2 16,1 3-16,-2-1 0,1 0 0,0 1 0,-1-1 0,0-1 16,-7-8-16,9 10 0,-1-3 0,-1 2 0,2-1 0,-2 1 15,0-1-15,2 1 0,-3 0 0,1-1 0,2 0 16,-2-2-16,1 2 0,-8-8 0,9 5 0,-1 0 16,1-1-16,0 0 0,-3-2 0,0 1 0,2 3 0,-3 0 15,0-1-15,-5-5 0,6 2 0,0 0 0,-2 0 0,-4-2 16,5-2-16,1 0 0,0 2 0,1-4 15,-1 0-15,0 1 0,-6 3 0,8-7 0,-2 2 16,-2-2-16,-4 7 0,5-7 0,-2-1 0,2 1 0,-5 7 16,2-9-16,-1 0 0,0 0 0,-1 9 15,-2-14-15,1 1 0,1 1 0</inkml:trace>
  <inkml:trace contextRef="#ctx0" brushRef="#br0" timeOffset="85849.832">2565 5775 0,'0'0'0,"0"0"16,0 0-16,0 0 0,0 0 0,8 40 15,-8-40-15,17 39 16,-17-39-16,23 29 15,-23-29-15,0 0 0,0 0 0,4 3 0,-1 0 16,0 2-16,-3-5 0,0 0 0,0 0 0,14 1 0,-2 1 0,1 0 16,-6-1-16,2-1 0,-2 1 15,-7-1-15,0 0 0,0 0 0,14-2 0,-3 1 0,2 0 16,-2-7-16,0 2 0,-1-2 0,-4 3 0,-1 1 0,-1 0 0,-4 4 16,0 0-16,0 0 0</inkml:trace>
  <inkml:trace contextRef="#ctx0" brushRef="#br0" timeOffset="86061.883">2752 5717 0,'0'0'0,"0"0"0,0 0 0,0 0 15,0 0 1,0 0-16,0 0 0,12 42 16,-12-42-16,10 55 15,-10-55-15,0 0 0,0 0 0,0 0 0,0 0 0,0 0 0,0 0 16,3 22-16,1-1 0,0 0 0,-4-21 0,0 0 0,0 0 15,0 25-15,0-2 0,0 1 0,0-24 16,0 0-16,0 0 0,-1 20 0,-1 1 0,1-1 0,-1-7 0,0-2 16,1 1-1,-1-7-15,2 0 0,-1 1 0</inkml:trace>
  <inkml:trace contextRef="#ctx0" brushRef="#br0" timeOffset="86344.864">2814 5599 0,'0'0'0,"0"0"0,0 0 0,0 0 16,66 18-16,-66-18 0,64 53 15,-64-53-15,33 87 16,-33-87-16,0 0 0,0 0 0,0 0 16,1 35-16,-1-1 0,0 2 0,0-36 0,0 0 15,0 0-15,-10 35 0,1-2 0,1 0 0,8-33 0,0 0 16,0 0-16,-14 30 0,0-1 0,1 1 16,1-9-16,1 0 0,1-1 0</inkml:trace>
  <inkml:trace contextRef="#ctx0" brushRef="#br0" timeOffset="87579.955">3352 5645 0,'0'0'0,"0"0"0,0 0 0,0 0 0,42-4 15,-15 2 1,18-3-16,-23 4 16,-22 1-16,0 0 0,0 0 0,15-2 15,-2 1-15,0-1 0,-4 0 0,-3 2 0,2 0 0,3-2 0,0 0 16,1 1-16,-7 0 0,2 1 16,-1-1-16,3-3 0,2 1 0,-1 0 0,-5 1 0,1-1 15,0 2-15,-6 1 0,7-4 0,2 0 0,-3 1 0,-2 0 0,1 2 16,-2-2-16,-1 1 0,0 2 15,0 0-15,-2 0 0,0 0 0,0 0 0,1 0 0,-1 0 0,0 0 16,0 0-16,0 0 0,0 0 16,4 5-16,-1-1 0,-1 1 0,1-1 15,-1-1-15,-1 0 0,-2 3 0,1 1 16,-2 1-16,1-5 0,1 2 0,0-2 0,-3 7 0,2 1 0,-1-1 0,1-3 0,1-2 16,-2 1-16,4 9 0,-2-1 0,0 2 15,0-9-15,0 1 0,0 1 0,0-9 0,3 15 0,-2 0 0,2 0 16,0-6-16,-3-2 0,1 1 0,1 8 0,2-2 0,-2 0 15,0-7-15,-1 1 0,-1 1 16,2 3-16,-1 0 0,1 1 0,-1-6 0,0-1 0,0 1 0,0-5 16,-1 0-16,0 1 0,1-2 15,-1 0-15,0 0 0,-1 0 0,1 0 0,0 0 0,0-1 0,0 0 16,0 0-16</inkml:trace>
  <inkml:trace contextRef="#ctx0" brushRef="#br0" timeOffset="87889.836">3898 5486 0,'0'0'0,"0"0"0,0 0 15,0 0-15,0 0 0,18 36 16,-18-36-16,23 61 15,-23-61-15,0 0 16,0 0-16,6 26 0,-2-1 0,0 1 0,1-7 0,-2 2 16,1-2-16,-2-2 0,0-1 0,-2 0 15,1-2-15,-1 0 0,0 1 0,0-15 0,0 0 0,0 0 16,-1 18-16,1 0 0,0 0 16,-4-3-16,2-1 0,0 1 0,2-15 0,0 0 0,0 0 0,-4 10 0,2 0 0,0 1 15,-2-9-15,1 1 0,0 0 0,1-6 0,1 0 16,0 1-16,-1-1 0,2 2 0,0-2 15</inkml:trace>
  <inkml:trace contextRef="#ctx0" brushRef="#br0" timeOffset="88531.472">3898 5590 0,'0'0'0,"0"0"0,-5-46 0,5 46 16,2-49-16,-2 49 0,17-41 15,-17 41 1,29-37-16,-29 37 0,0 0 0,9-5 16,-1-2-16,1 2 0,1 1 0,-2 1 15,1 0-15,-2 1 0,-1 2 0,1-1 0,3 2 0,-1-1 0,0 1 0,1 2 16,-1-1-16,0-1 0,-1 4 16,1-2-16,-2 1 0,-7-4 0,0 0 0,0 0 0,15 8 15,-3 0-15,0-1 0,-12-7 0,0 0 0,0 0 0,8 13 0,1 0 16,0 0-16,-4-1 0,-2 0 0,1 0 15,-6-3-15,0 1 0,0 1 0,-5-1 0,1 0 0,-1 0 16,-3-1-16,0 2 0,1-2 0,-5 1 16,2 0-16,0 0 0,-1 0 0,0 0 0,0-1 15,-2 1-15,0-1 0,2-2 0,-2 0 0,1-1 16,0 0-16,3-1 0,1-2 0,-1 0 16,2 0-16,1 0 0,-1-1 0,3 0 0,2-1 0,0 0 0,1-1 15,1 0-15,0 0 0,4-1 0,-2-1 0,0 1 0,2-1 16,0 1-16,-1-1 0,4 1 0,-2 1 0,0-2 0,5 2 15,-3 0-15,2 0 0,0 3 16,-1-1-16,1-1 0,2 3 0,1-1 0,-1 1 0,1 0 0,-1 0 16,-1 0-16,1 3 0,0 0 15,1 0-15,-1 0 0,-2-1 0,1 0 0,0 2 0,-1-3 0,0 0 16,0 2-16,0-2 0,0 2 0,0 0 0,0-2 0,-1 0 0,1 1 16,-2 1-16,1-2 15,0 1-15,0 0 0,-1-1 0,3-1 0,0 2 16,-2 0-16,2-1 0,-1-1 0,0 1 0,1-5 15,-1 1-15,2 0 0,-2-2 0,2 0 0,-2 1 0,1-2 0,-1 2 16,0-1-16,0-1 0,0-1 0,0 2 16,-1-2-16,1 1 0,-1 2 0,-1-5 0,1 2 0,-1-1 0,-1 2 15,0-2-15,-1 1 0,1-3 16,-1 3-16,-2-2 0,2 0 0,-1 0 0,1-1 0,-1 3 16,1-2-16,0 1 0,-2-1 15,1 1-15,0 1 0,1 0 16,1-3-16,0 2 0,1-2 0,-4-1 0,2 1 0,-4 1 15,1 1-15,0-1 0</inkml:trace>
  <inkml:trace contextRef="#ctx0" brushRef="#br0" timeOffset="96545.778">4565 9159 0,'0'0'0,"0"0"15,0 0-15,0 0 16,0 0-16,30 33 16,-13-15-16,-17-18 15,0 0-15,0 0 0,0 0 0,9 9 16,-1 0-16,-1-1 0,-2-3 15,-1 0-15,-1-2 0,-3-3 0,8 12 0,0-3 0,0 1 16,-8-10-16,5 5 0,-2 1 0,1 0 0,-4-6 0,10 12 0,0 1 16,1-1-16,-11-12 0,5 8 0,0-1 15,1-1-15,-6-6 0,14 17 0,0-2 16,-2 1-16,-3-7 0,-3 0 0,1 0 0,-7-9 0,17 19 16,0-1-16,0 1 0,-17-19 0,10 9 15,-2 1-15,1 1 0,-9-11 0,23 24 0,-2 0 0,2 0 0,-23-24 0,24 26 0,-2-1 16,1 0-16,-12-12 15,0-1-15,0 0 0,-11-12 0,19 19 0,-2 2 16,-1-3-16,-16-18 0,12 12 0,-3-2 0,0 1 0,-9-11 16,15 18-16,1-1 0,0 1 0,-16-18 0,8 10 0,0-1 15,1 1-15,-9-10 0,12 12 16,-2 1-16,0-3 0,-4-2 0,1-2 0,-3-1 0,-4-5 0,4 5 16,-3-4-16,0 1 0,-1-2 0,1 2 0,0-2 0,-1 1 0,0-1 15,1 0-15,-1 0 0,0 0 16,0 0-16,4 2 0,-1-1 0,1 1 0,-4-2 0,3 1 0,-2 0 15,1 0-15,-2-1 0,0 0 16,2 0-16,-2 1 0,1 0 0,-1-1 0,0 0 0</inkml:trace>
  <inkml:trace contextRef="#ctx0" brushRef="#br0" timeOffset="97869.844">5818 8939 0,'0'0'0,"0"0"0,0 0 16,0 0-16,0 0 15,0 0-15,0 0 16,0 0-1,0 0-15,0 0 0,0 0 0,0 0 0,0 0 0,0 0 16,0 0-16,0 0 0,0 0 16,0 0-16,-5 12 0,2 1 0,1 0 0,2-13 0,-4 8 0,3-1 0,-1 1 15,2-8-15,-4 9 0,0 0 16,-1 1-16,5-10 0,0 0 0,-3 5 0,2 1 0,-1-3 16,-3 6-16,1 0 0,0 0 0,4-9 0,-5 4 0,3 0 0,0 0 15,2-4-15,-6 12 0,0-2 0,-1 1 16,7-11-16,-4 6 0,1 0 0,0 0 0,3-6 0,-6 13 0,0-1 15,0 0-15,6-12 0,-3 8 0,0-2 16,0 2-16,3-8 0,-8 13 0,1 0 0,0 0 0,7-13 16,-5 8-16,1-1 15,0 0-15,4-7 0,-7 15 0,2 3 0,-2-1 0,7-17 0,-4 8 16,1 2-16,0-2 0,3-8 16,-6 16-16,0-2 0,1 2 0,5-16 0,-3 7 0,0 1 0,0 0 15,3-8-15,-10 17 0,1-1 0,0 0 0,9-16 16,-6 9-16,2 0 15,-1 0-15,5-9 0,-10 19 0,1-1 16,1 0-16,8-18 0,-5 9 0,1 1 0,-1 0 0,5-10 0,-9 15 0,3 1 0,-2 1 0,5-8 16,-1 0-16,0 0 0,4-9 0,-9 15 0,2 1 15,0 0-15,7-16 0,-3 9 0,-2-1 0,1-1 16,4-7-16,-6 14 0,0 0 0,-1 0 0,7-14 0,-3 7 16,-1 0-16,1 0 0,3-7 0,-7 12 0,0 2 15,1-2-15,6-12 0,-4 7 0,0 1 0,1-2 16,3-6-16,-8 12 0,2-1 0,0 0 0,6-11 15,-4 7-15,1-2 0,-1 0 0,4-5 0,-6 9 0,2 0 16,-1 0-16,5-9 0,-4 6 0,3-1 0,-2-1 16,3-4-16,-2 2 0,1 0 0,1 0 15,-6 6-15,3-1 0,-1 0 0,4-7 0,-3 5 0,1-1 0,-1 1 16,3-5-16,-1 1 16,0 1-16,0 0 0,1-1 0,0-1 0,0 1 0,0-1 0,-1 1 0,1-1 15,0 0-15,0 0 0,0 0 0,0 0 0,0 0 0,0 0 16,0 0-16,0 0 0,0 0 15,0 0-15,0 0 0,0 0 0,-2 6 0,1 0 0,0 0 16,0-2-16,0-1 0,0 1 0,1-2 16,0 0-16,0-1 0,0-1 0,-1 1 0,1-1 0,0 0 0,0 0 15,0 0-15,0 0 0,0 0 16,0 0-16,0 0 0,0 0 0,0 0 0,0 0 0,0 0 16,0 0-16,0 0 0,0 0 0,0 0 0,0 0 0,0 0 0,0 0 15,0 0-15,0 0 0,0 0 0,0 0 0,0 0 16,0 0-16,0 0 0,0 0 0,0 0 0,0 0 0,0 0 15,0 0-15,0 0 16,0 0-16,0-1 0,0 1 0,0 0 0,0-1 16,0 1-16,0 0 0,0-1 15,0 1-15,0 0 0,0 0 0,0 0 0,0 0 16,0 0-16,0 0 0,0 0 0,0 0 0,0 0 0,0 0 16,0 0-16,0 0 0,0 0 0,0 0 0,0 0 15,0 0-15,0 0 0,0 0 0,0 0 0,0 0 0,0 0 0</inkml:trace>
  <inkml:trace contextRef="#ctx0" brushRef="#br0" timeOffset="98439.791">18805 10054 0,'0'0'0,"0"0"16,0 0-1,0 0 1,0 0-1,0 0-15,0 0 0,0 0 16,0 0-16,0 0 0,0 0 0,0 0 0,0 0 0,0 0 16,0 0-16,0 0 0,0 0 0,0 0 0,0 0 0</inkml:trace>
  <inkml:trace contextRef="#ctx0" brushRef="#br0" timeOffset="111774.921">1958 4203 0,'0'0'0,"0"0"0,0 0 0,0 0 15,0 0 1,0 0-16,0 0 15,0 0-15,0 0 0,0 0 16,0 0-16,0 0 0,0 0 0,0 0 0,0 0 16,0 0-16,0 0 0,8 3 0,-2 1 0,2 1 15,-8-5-15,4 3 0,0-1 0,0 1 0,-3-2 16,1 1-16,-1-1 0,1-1 0,-2 0 0,0 0 0,0 0 16,7 6-16,-1-2 0,-1 1 0,-2-2 0,0 0 15,1 0-15,-4-3 0,17-14 0,0-1 16,0 0-16,13-13 0,-3 1 0,0 0 15,12-9-15,-2 2 0,1-3 16</inkml:trace>
  <inkml:trace contextRef="#ctx0" brushRef="#br0" timeOffset="118439.72">5917 8351 0,'0'0'0,"0"0"0,0 0 0,0 0 15,0 0 1,0 0-16,0 0 16,0 0-16,0 0 0,0 0 0,0 0 15,0 0-15,0 0 0,0 0 0,0 0 0,0 0 0,0 0 16,1 4-16,1-1 0,-1 0 0,-1-3 0,1 3 0,0 0 0,-1-1 15,0-2-15,7 2 0,0 1 16,-2-1-16,-5-2 0,5 2 0,-2-1 0,1 0 16,-4-1-16,8 1 0,1 0 0,0 0 15,-4 1-15,-1-2 0,2 0 0,-6 0 0,12-2 0,0 2 16,0-1-16,-12 1 16,7-2-16,1 2 0,-2-1 0,-6 1 0,12-3 0,0 1 15,-1-1-15,-11 3 0,7-1 0,-1 0 16,0-1-16,-6 2 0,10-3 0,-1 0 0,0 0 15,-9 3-15,0 0 0,7-2 0,-2 1 0,-1-1 0,-4 2 0,3-1 0,-2 1 16,1-1-16,-1 1 0,-1-1 0,1 1 16,-1 0-16,0 0 0,0 0 0,0 0 0,0 0 0,1 0 0,-1 0 0,0 0 0,0 0 15,0 0-15,0 0 0,0 0 16,0 0-16,0 0 0,0 0 0,0 0 0,0 0 0,0 0 16,0 0-16,4-1 0,-1 0 0,-1 0 0,-2 1 15,2-1-15,-1 1 0,0-1 0,-1 1 0,1-2 16,0 2-16,0 0 0,-1 0 0,-1 7 0,1-1 15,0-1-15,0-5 0,-2 5 0,2-2 0,0-1 16,0-2-16,0 11 0,-1-1 0,0 0 16,1-10-16,0 6 0,0 0 0,0-2 15,0-4-15,-3 15 0,2-3 0,1 1 0,0-13 0,-1 8 0,0-1 0,0 1 0,1-8 16,0 16-16,-1-1 0,1 2 16,0-17-16,-3 9 0,3-1 0,0 0 0,0-8 0,3 17 15,-2-2-15,0 0 0,-1-15 0,2 10 0,-2-2 16,1 0-16,-1-8 0,0 12 0,0-1 0,0 0 0,0-11 15,0 7-15,0-1 0,0 0 0,0-6 0,0 3 0,0-1 16,0 0-16,0-1 0,0 0 0,0 0 0,0-1 16,0 0-16,0 0 0,0 0 0,0 0 0,0 0 15</inkml:trace>
  <inkml:trace contextRef="#ctx0" brushRef="#br0" timeOffset="118804.815">6366 8196 0,'0'0'0,"0"0"0,0 0 16,0 0-1,0 0-15,8 51 16,-4-20 0,-4-31-16,0 0 0,0 0 0,0 0 0,1 19 15,1-1-15,-1 0 0,-1-18 16,2 10-16,-2 0 0,0-1 0,0-9 0,-2 23 0,2-2 16,0 1-16,0-22 0,0 13 15,0-1-15,0 0 0,0-12 16,1 19-16,1 2 0,-1-3 0,-1-18 0,2 12 0,-2-2 0,1 1 0,-1-11 0,-1 14 0,-1 0 15,2 1-15,0-15 0,-2 7 0,1 0 0,0 0 0,1-7 0,0 4 16,0-1-16,0 0 0,0-3 0,-1 1 0,1-1 16,0 1-16,0 1 0,0-2 0,0 0 15</inkml:trace>
  <inkml:trace contextRef="#ctx0" brushRef="#br0" timeOffset="119150.025">6292 8248 0,'0'0'0,"0"0"16,0 0 0,0 0-16,0 0 15,46-81 1,-7 28-16,-39 53 16,0 0-16,0 0 0,11-8 0,0 1 0,0 0 15,-11 7-15,11 0 0,-2-1 0,2 1 0,0 3 0,0 0 16,-2-1-16,-9-2 0,10 7 0,-1-1 0,0-1 0,1 4 0,-3 1 15,1-1-15,-2 2 0,-1 0 0,0 0 16,-5-11-16,6 12 0,-1 0 0,0-1 0,-3-1 0,0 2 16,0-2-16,-2-10 0,-2 12 0,0-1 0,1 1 15,-4-1-15,0-2 0,1 1 0,4-10 0,-6 9 16,0-1-16,0 1 0,0-2 0,-1 0 0,0-1 16,7-6-16,-9 8 0,2-2 0,-1 0 0,-1-1 15,1 0-15,-1-1 0,9-4 0,-8 2 0,1 0 16,-1 1-16,-2-2 15,2 0-15,-1 0 0,2-3 0,1 1 0,-1-1 0,3 0 0,2 0 0,0-1 0</inkml:trace>
  <inkml:trace contextRef="#ctx0" brushRef="#br0" timeOffset="119639.156">6723 8197 0,'0'0'0,"0"0"0,0 0 15,16 38 1,-9 4 0,-5-4-16,1-3 0,-3-35 15,0 0-15,0 0 0,3 12 0,-2 0 16,1-1-16,-2-11 15,3 12-15,-1 0 0,0 0 0,1 0 0,0-1 0,0 1 0,-3-12 0,2 10 0,-1 1 0,0-1 0,1-1 0,0-2 16,-1 1-16,-1-8 0,4 8 16,0-2-16,-2 0 0,1-2 0,-1-1 0,0 0 0,-2-3 0,3 1 15,-3 1-15,1-1 0,1-2 16,1 0-16,-2-1 0,4-1 0,-4-2 0,1 1 0,-2 4 0,4-7 16,0 2-16,0-1 0,1-3 0,-1 0 15,-2 0-15,-2 9 0,3-11 0,0 1 0,0 0 16,1-1-16,-1-1 0,-1 3 0,-2 9 0,4-12 0,-1 1 15,0 1-15,0-2 0,0 3 16,0-3-16,-3 12 0,4-10 0,-1-1 0,0-1 16,1 3-16,-1 1 0,0 0 15,-3 8-15,4-8 0,-2 0 0,0 1 16,1 1-16,-1 0 0,1 2 0,-3 4 0,3-5 0,0 0 16,0 1-16,0 0 0,-1 2 0,0-1 0,-2 3 0,2-2 15,-2 1-15,1 0 0,-1-1 0,0 1 0,0-1 0,0 2 16,-2-1-16,0-1 0,-1 1 0,0-2 0,1 0 0,1 1 0,-2 0 0,3 0 15,-1 0-15</inkml:trace>
  <inkml:trace contextRef="#ctx0" brushRef="#br0" timeOffset="120279.827">7308 8055 0,'0'0'0,"0"0"0,0 0 16,0 0-1,0 0-15,0 0 16,3 49-16,-4-4 15,1-45-15,0 0 0,0 0 0,0 0 0,-1 14 16,0-2-16,0 2 0,2-1 0,0 1 16,-1-1-16,2 1 0,-2-1 0,0 2 15,0-15-15,-1 14 0,1 0 0,0 0 0,0 1 0,0-1 0,0 0 16,2 2-16,-1 0 0,0 0 16,-1-16-16,3 14 0,-1 1 0,0 0 0,-1 0 0,0-2 0,0 0 15,-1-13-15,-2 14 0,1-1 0,1 0 0,-1-4 16,0-1-16,0 0 0,-2-1 0,0-1 0,1-1 15,1-1-15,-1-1 0,1 1 0,-1-2 16,1-1-16,1 0 0</inkml:trace>
  <inkml:trace contextRef="#ctx0" brushRef="#br0" timeOffset="121258.656">7273 8131 0,'0'0'0,"0"0"0,0 0 15,24-36 1,1 5-16,-8 13 16,7 0-16,-1 3 15,-23 15-15,0 0 0,0 0 0,9-1 0,-2-1 16,2-1-16,-9 3 0,9 0 0,0-1 0,0 1 0,2 2 15,0-1-15,0 0 16,-4 1-16,0-1 0,0-1 0,-4 0 0,1 1 0,1 0 0,2 6 16,1-1-16,1 2 0,-9-8 15,6 10-15,3-1 0,-2 1 0,-7-10 0,8 12 0,1-1 16,-2 1-16,-2 0 16,0-3-16,-1 3 0,-1 0 0,0 1 0,0-1 0,-3-12 15,-2 14-15,1-1 0,1 0 0,-6 0 0,2-1 0,0 1 0,4-13 0,-7 13 0,-1-2 0,1 0 0,-2 0 16,-1-1-16,1 1 0,9-11 15,-14 9-15,3-1 0,-1 0 0,-1-1 0,-2 1 0,1-2 0,14-6 16,-15 5-16,2-1 0,-2 1 16,0-1-16,2-1 0,0 1 0,13-4 0,-13 2 0,1 1 15,0-1-15,2-1 0,-1-1 0,2 1 16,9-1-16,-9 0 0,1 0 0,1 0 0,1-1 0,0 1 0,2 0 16,4 0-16,-3-1 0,1 1 0,-2 0 15,2-1-15,2 1 16,-1 0-16,1 0 0,3-1 0,-2 0 0,2 0 15,0 0-15,2 0 0,-1 0 0,3 0 0,-2 1 16,1 0-16,-3 0 0,2 0 0,-1 0 0,-2 0 0,-1 0 16,2 0-16,-3 0 0,8 1 0,0 1 0,0-2 15,1 5-15,1-1 0,-1-1 0,-9-3 0,10 6 0,-3-1 0,1 0 0,1 3 16,-2-2-16,1 2 0,-1-1 0,-1-1 0,0 0 16,-6-6-16,6 6 0,1 1 0,-1 0 0,-1 0 15,0 1-15,0-2 0,-5-6 0,8 8 0,-2 2 16,3-4-16,-3 1 15,3 0-15,-2 0 0,1 0 0,1-1 0,-2 0 0,-7-6 0,8 5 0,-1 0 0,1 0 0,0 1 0,-1-3 16,0 2-16,-7-5 0,7 3 0,0 0 16,-1 0-16,3 2 0,-3 0 0,0 1 0,-6-6 15,8 3-15,-1-2 0,-1 2 0,-6-3 16,7-2-16,-1 0 0,0 1 0,-6 1 0,6-3 0,1 1 16,0-1-16,-7 3 0,8-5 0,-1 1 15,-1 1-15,-6 3 16,6-4-16,0-1 0,1 2 0,-7 3 15,8-5-15,-4 0 0,1 0 0,-5 5 16,7-4-16,-2-1 0,1 2 0,-6 3 0,5-5 0,-1 2 16,1-1-16,-5 4 0,4-6 0,0 3 0,0-2 0,-4 5 0,4-4 15,-1-1-15,0 1 0,-3 4 0,1-4 0,0-1 0,0 0 0,-1 5 0,-2-5 16,1 0-16,1 0 0,-1 1 0,0 1 0,0 0 0</inkml:trace>
  <inkml:trace contextRef="#ctx0" brushRef="#br0" timeOffset="129739.761">19093 6846 0</inkml:trace>
  <inkml:trace contextRef="#ctx0" brushRef="#br0" timeOffset="129839.867">19078 6826 0,'0'0'0</inkml:trace>
  <inkml:trace contextRef="#ctx0" brushRef="#br0" timeOffset="130422.904">19003 6686 0,'0'0'0,"0"0"0,0 0 16,0 0-1,0 0 1,0 0 0,0 0-16,0 0 0</inkml:trace>
  <inkml:trace contextRef="#ctx0" brushRef="#br0" timeOffset="133689.932">5090 10260 0,'0'0'0,"0"0"15,0 0-15,0 0 0,0 0 16,0 0 0,0 0-1,0 0-15,0 0 0,0 0 0,0 0 0,0 0 16,0 0-16,0 0 0,0 0 0,0 0 0,0 0 0,0 0 16,11 3-16,-1 0 0,-1 1 0,-9-4 0,8 3 0,-2-1 0,-2 1 15,10-5-15,-2 1 0,1 1 0,-13 0 16,8 0-16,0-1 0,-1 1 15,-7 0-15,12-2 0,1-1 16,1 1-16,-14 2 0,6-1 0,1 0 0,0-1 16,-7 2-16,12-2 15,-2 1-15,2-2 0,-12 3 16,6-1-16,0 0 0,1 1 0,-5-1 16,0 1-16,1 0 0,-3 0 0,7-2 0,-1 1 0,1-2 0,-7 3 0,4-1 0,0 1 15,0-2-15,-4 2 0,2 0 0,-1-1 0,0 1 0,0 0 0,-1 0 0,0 0 0,1 0 16,-1 0-16,0 0 0,0 0 0,0 0 0,0 0 0,0 0 0,0 0 15,0 0-15,0 0 0,0 0 0,0 0 0,0 0 0,0 0 0,0 0 0,0 0 16,0 0-16,0 0 0,0 0 16,0 0-16,-2 3 0,1 0 0,0-1 0,-1 0 15,2 0-15,-1-1 0,1-1 0,-4 9 16,1-1-16,0 0 0,3-8 0,-3 5 0,2 0 16,0-1-16,-2 5 0,3 0 0,0 1 0,0-10 15,0 5-15,0-1 0,0 1 0,0 7 0,0-1 0,0 1 0,0-12 0,0 5 16,0 2-16,0-1 0,0-6 0,-1 14 0,0 0 0,0-1 0,-1-5 15,2 1-15,0-1 0,0-8 16,-1 14-16,-1 1 0,1 0 0,1-15 0,-1 8 0,1 1 0,0-2 16,1 7-16,-1 1 0,0 0 15,0-15-15,0 7 0,0 1 0,0 1 0,0-9 0,0 11 16,0 1-16,0 0 0,0-12 16,-1 7-16,1-2 0,0 0 0,-2 4 0,1 0 15,1 0-15,0-9 0,-2 5 0,2 0 0,-1-1 0,1-4 16,-1 1-16,1 1 0,0 0 0,0-2 0,-1 1 15,1-1-15,0 0 0,1 4 0,-1-2 0,0 1 0,1-3 16,-1 2-16,0-1 0,0 0 0,0 0 16,0 0-16,0-1 0,0 0 0,0 0 15,0 0-15</inkml:trace>
  <inkml:trace contextRef="#ctx0" brushRef="#br0" timeOffset="134356.513">5620 10077 0,'0'0'0,"0"0"16,0 0-16,-6 45 15,1-15-15,8 12 16,-1-19 0,-2-23-16,0 0 0,0 0 0,0 0 0,0 17 0,0 0 0,0-1 15,0-16-15,0 10 0,0-2 0,0 2 16,-2 9-16,1 0 0,1 1 0,0-20 0,-2 10 0,2 1 0,0-1 15,0-6-15,0 0 16,0 0-16,0-4 0,2 20 0,-1-2 0,1 3 0,0-9 0,-2-2 16,1 1-16,-1-11 0,0 13 15,0 0-15,0 0 0,0-13 0,1 6 0,-1 2 0,0-2 16,0-6-16,0 3 0,0-2 0,0 2 16,0-2-16,0 0 0,0 0 0,0-1 0,0 0 0,0 0 15,0 0-15,0 0 0,0 0 0</inkml:trace>
  <inkml:trace contextRef="#ctx0" brushRef="#br0" timeOffset="134890.063">5584 10129 0,'0'0'0,"0"0"0,0 0 0,0 0 16,21-42-16,3 11 16,0 10-1,0 5-15,-24 16 0,0 0 0,0 0 0,9-3 16,0-1-16,0 1 0,0 1 16,0 0-16,0 1 0,1 2 0,1-1 15,-2 0-15,3 2 0,-3-1 0,2-1 0,-1 3 0,-2 0 0,1 0 16,-9-3-16,8 4 0,0-1 0,0 1 0,-1 3 15,-1-2-15,2 0 0,-2 2 0,-1-1 0,0 0 16,1 1-16,-1-1 0,0 0 0,-5-6 0,3 8 0,-1-1 16,1 0-16,-3 1 0,2 1 0,-1-2 15,-1-7-15,-3 7 0,2 0 0,1 0 16,-6 0-16,2 0 0,0 0 16,-2 0-16,-2 0 0,1-2 0,3-1 15,-2 0-15,1 0 0,-6 1 0,0 0 16,-1 0-16,-2-1 0,2-1 0,-1 1 0,13-4 0,-12 2 15,-1 1-15,2 0 0,-3-2 0,3 1 0,-1-2 16,2 2-16,-2-1 0,2-1 0,-1 3 0,2-1 0,-2-2 0,11 0 0,-9 2 0,-1 0 16,1-2-16,2 1 0,0-1 0,1 0 0,2 0 0,1 0 0,0 0 15,1 0-15,1 0 0,-2 0 0,3 0 0,-1 0 0,1 0 16,0 0-16,-1 0 0,1 0 16,0 0-16,0 0 0,0 0 0,0 0 0,1 1 0,-1-1 15,0 1-15,1-2 0,2 1 0,-3 0 0,0 0 16,3-1-16,-1 0 0,1 1 0,1-6 0,-1 2 0,0-1 15</inkml:trace>
  <inkml:trace contextRef="#ctx0" brushRef="#br1" timeOffset="140009.955">3812 9208 0,'0'0'0,"0"0"0,0 0 0,0 0 0,0 0 16,0 0-1,0 0-15,0 0 0,0 0 16,0 0-16,0 0 0,0 0 0,0 0 0,0 0 0,0 0 16,0 0-16,0 0 0,-1-3 0,-1 1 0,1 0 15,1 2-15,-3-2 0,3 1 0,-2 0 0,2 1 0,0-1 16,0 1-16,0-1 0,6-7 0,1-1 16,-2 0-16,-5 9 0,5-5 0,-2 0 0,1 0 0,-4 5 15,10-10-15,0-1 0,-1 2 0,-9 9 0,6-7 16,0 1-16,0 1 0,-6 5 15,12-13-15,3 1 0,-3 1 0,-12 11 0,9-7 16,-3 1-16,1-1 0,10-7 0,-1 0 0,0-1 0,-16 15 0,10-8 16,-2 0-16,1 0 0,-9 8 0,19-17 0,-1 0 15,0 0-15,-18 17 0,21-19 0,0 0 0,0 0 16,8-7-16,0-1 0,0 2 0,-29 25 0,34-34 0,1 2 0,0 0 16,1-1-16,-2-1 0,0 1 0,-34 33 0,29-28 0,-1 0 15,1 1-15,-7 4 0,-2 2 0,1 0 16,-21 21-16,21-21 0,0 0 0,-1 0 0</inkml:trace>
  <inkml:trace contextRef="#ctx0" brushRef="#br1" timeOffset="140949.97">8014 7872 0,'0'0'0,"0"0"16,0 0-16,0 0 15,0 0 1,0 0-16,0 0 16,0 0-16,0 0 0,0 0 0,0 0 15,-16 12-15,1-2 0,1 1 0,14-11 0,-10 6 0,2 1 16,-1-1-16,9-6 0,-19 15 0,1-1 15,0 0-15,18-14 0,-20 16 0,2 0 0,0 0 0,18-16 16,0 0-16,-18 14 0,1 0 0,1 1 0,-3 1 16,2 0-16,-1 0 0,18-16 0,-9 6 0,2 3 15,-1-2-15,8-7 0,-21 20 0,1 1 0,1-1 16,19-20-16,-22 24 0,0-2 0,0 2 16,1-2-16,0 1 0,1-1 0,20-22 0,-21 23 0,1-2 0,0 2 0,20-23 15,-27 28-15,2-2 0,-1 2 0,26-28 16,-23 23-16,1 0 0,1 0 0,21-23 0,0 0 15,-11 12-15,1-2 0,1 0 0,9-10 0,-15 15 16,1-2-16,0-1 0,14-12 0,-8 8 0,2-1 16,-2-1-16,8-6 0,-3 3 0,1-1 0,0 0 0,2-2 0,-2 2 15,1-1-15,1 0 0,-1-1 0,1 0 16,0 1-16</inkml:trace>
  <inkml:trace contextRef="#ctx0" brushRef="#br2" timeOffset="154799.949">2736 6441 0,'0'0'0,"0"0"0,0 0 0,0 0 16,0 0-16,0 0 15,0 0 1,0 0-16,0 0 0,0 0 0,0 0 16,0 0-16,0 0 0,0 0 0,0 0 0,-8 12 15,2 0-15,0 0 0,0-6 0,3 2 0,0-1 0,1-4 16,1 0-16,-1 0 0,0-2 0,2 0 16,0 0-16,0-1 0,0 0 0,0 0 0,0 0 0,0 1 15,0-1-15,0 1 0,0-1 0,0 0 0,0 0 0,0 0 16,8 1-16,1 1 0,2 0 0,-6-1 0,1 0 15,-1-1-15,-5 0 0,12 4 0,1-1 0,-1 1 16,-5-3-16,1 0 0,-1 1 0,-7-2 16,9 7-16,0-2 0,-1 2 15,-4-4-15,2 1 0,-1 0 0,-5-4 0,4 8 0,-1 0 16,2 0-16,-4-2 0,2-1 0,0-1 0,-3-4 0,0 3 0,2-2 0,-2 1 0,-8 10 16,2-3-16,-1 1 0,7-10 0,-5 7 0,1-1 15,1 0-15,-11 1 0,1-1 0,1 0 0,12-6 16,-8 2-16,2 1 0,-1 0 0,7-3 0,-11-5 0,2 1 15,-2-1-15,6 3 0,0-1 0,-1 1 16,6 2-16,-9-14 0,3 2 0,0-2 0,4-26 0,2 1 16,0 0-16,0 39 0</inkml:trace>
  <inkml:trace contextRef="#ctx0" brushRef="#br2" timeOffset="154949.541">2746 6476 0,'0'0'0,"0"0"0,0 0 0,0 0 0,47-12 16,-8 4-1,-8 5-15,-8 0 16,-12 0 0,-11 3-16,0 0 0,0 0 0,2-2 0,0 0 15,-1 1-15,3 0 0,-2-2 0,1 2 0,-1-2 0,-1 3 16,2-2-16</inkml:trace>
  <inkml:trace contextRef="#ctx0" brushRef="#br2" timeOffset="155160.117">2872 6309 0,'0'0'0,"0"0"0,0 0 0,0 0 0,53 2 16,-1 11 0,-15 13-16,-4 11 15,-33-37-15,0 0 0,0 0 0,7 18 16,-3-3-16,2 0 0,-4 5 0,-2-1 15,0 0-15,-8 4 0,2-2 0,0 2 0,-9 5 0,1 2 16,0-2-16,-6 1 0,0 1 0,1-2 0,-3-5 16,1 1-16,0-3 0</inkml:trace>
  <inkml:trace contextRef="#ctx0" brushRef="#br2" timeOffset="156060.774">3431 6349 0,'0'0'0,"0"0"0,0 0 16,0 0-16,0 0 0,0 0 15,0 0 1,53-5-16,-53 5 15,0 0-15,0 0 0,0 0 0,11-3 16,-1 2-16,0 0 0,7-2 0,-2 0 0,2 1 0,-17 2 16,10-3-16,-1 2 0,-1-1 15,-8 2-15,16-8 0,-1 2 0,0-2 0,-15 8 0,11-3 0,-3-1 0,0 0 16,3-1-16,-2-2 0,1 2 0,-10 5 16,6-3-16,0 0 0,-1-1 0,-5 4 0,4-1 0,-4 0 15,2 0-15,-1 1 0,-1-1 0,2 1 0,-2 0 0,0 0 0,0 0 16,0 0-16,0 0 0,0 0 15,0 0-15,0 0 0,1 6 0,1 0 0,-1 0 16,1-3-16,-1 3 16,0-2-16,-1-4 0,-2 13 0,2 1 0,0 0 0,-2-7 15,2 2-15,0-1 0,0-8 0,0 15 0,0 0 16,0-2-16,-1-4 0,1-1 0,0 0 0,0-8 0,0 19 0,0-1 16,0 0-16,0-9 0,0 1 0,0 1 0,0-11 15,1 18-15,0 0 0,0 0 0,-1-18 0,2 11 0,-2-2 16,0 1-16,0-10 0,-1 17 0,1-1 0,0 1 15,-1-9-15,1 0 0,0 1 0,0-9 16,-3 15-16,0 0 0,-1-1 0,4-14 0,-1 7 0,-3 1 16,2 0-16,1-6 0,0 2 0,1-1 0,0-3 15,2-9-15,0 0 0,2 1 0</inkml:trace>
  <inkml:trace contextRef="#ctx0" brushRef="#br2" timeOffset="156354.285">3939 6303 0,'0'0'0,"0"0"0,0 0 0,0 0 16,0 0-16,0 0 15,16 39 1,-2 6-16,-14-45 0,0 0 15,0 0-15,3 16 0,0 0 0,1-1 16,-3-1-16,0 3 0,0-2 0,-1-15 0,2 15 0,-1 2 16,-1-2-16,0 1 0,-1 1 0,1-2 15,-2 0-15,2-1 0,0 1 0,0-3 0,-1 2 16,0 0-16,1-14 0,-1 10 0,-1 1 16,2-1-16,-2-4 0,1 0 0,0 0 0,1-3 0,0 0 15,0-1-15</inkml:trace>
  <inkml:trace contextRef="#ctx0" brushRef="#br2" timeOffset="156771.502">3917 6271 0,'0'0'0,"0"0"0,0 0 0,23-34 0,4 10 16,0 8-1,8 9-15,2 6 16,-37 1-16,0 0 0,0 0 16,14 2-16,-1 1 0,2 0 0,-4 0 0,2 1 0,-1-1 0,0 3 0,-3-1 15,1 0-15,-1 4 0,0-2 0,0 0 0,-9-7 16,7 9-16,-1-2 0,1 1 0,-3-1 15,0 0-15,0 1 0,-1-2 0,-1 2 0,0-2 16,-2 2-16,-1-2 0,0 1 0,1-7 16,-3 7-16,0 2 0,0-1 0,-4-1 0,1 1 15,1 0-15,-3 1 0,0-2 0,1 2 0,7-9 16,-9 6-16,-2 0 0,3 1 0,-5-2 0,2 0 0,-1 2 0,0-2 0,1 1 16,1-1-16,-3 0 0,3 1 0,-2 0 0,4 0 15,0-3-15,-2 3 0,10-6 0,-8 4 16,0 1-16,0-2 0,1 0 0,1 0 15,-1 0-15,2-3 0,0 0 0,1 0 0,1 0 0,2-1 0,-3 1 0</inkml:trace>
  <inkml:trace contextRef="#ctx0" brushRef="#br2" timeOffset="177939.643">2065 3435 0,'0'0'0,"0"0"0,0 0 16,0 0-16,0 0 15,0 0-15,0 0 16,0 0-16,0 0 16,0 0-16,0 0 0,0 0 0,0 0 0,0 0 15,0 0-15,0 0 0,0 0 0,0 0 0,-5-3 16,1 2-16,0-1 0,-1 0 0,2 1 0,2 1 0,-1-1 15,1 1-15,0-1 0,0 0 0,1 1 16,0 0-16,0 0 0,0 0 0,0 0 0,0 0 0,0 0 16,0 0-16,0 0 0,0 0 0,0 0 15,0 0-15,0 0 0,0 0 0,0 0 0,0 0 0,0 0 0,3 8 16,0-2-16,-1 1 0,-2-7 0,2 4 16,0-2-16,0 2 0,-2-2 0,1 0 0,-1-1 0,9-2 15,-3 1-15,3 0 0,-9 0 0,6-1 0,-3 1 0,0-1 0,18-17 16,0 1-16,-1 0 15,9-9-15,-2 0 0,2 1 0,6-7 0,2 0 16,-2 1-16,2 0 0,-1 1 16,3-1-16,-39 31 0,36-32 0,0 0 0,2-1 0,-6 1 15,3 0-15,-3 0 0</inkml:trace>
  <inkml:trace contextRef="#ctx0" brushRef="#br2" timeOffset="181419.877">5638 10764 0,'0'0'0,"0"0"0,0 0 15,0 0 1,0 0-16,0 0 16,36 24-16,-15-9 15,-21-15-15,0 0 0,0 0 0,13 11 16,-1 0-16,1 0 0,-13-11 15,7 8-15,0-2 0,0 0 0,8 12 16,0-2-16,-1 1 0,-14-17 0,15 19 0,1-2 0,0 2 16,-1-1-16,0 1 0,0 0 15,-15-19-15,15 20 0,-1-1 0,0 0 0,-14-19 0,15 20 0,-1-1 16,1 1-16,1 2 0,-2-2 16,1 0-16,-15-20 0,15 20 0,0 1 0,0 0 0,-15-21 15,20 27-15,-1 0 0,1 0 0,2 4 0,0-1 0,-1 1 0,-21-31 0,19 24 16,-3 1-16,2 1 0,-9-14 0,-1-1 0,-1 1 0,-7-12 15,12 17-15,0-1 0,0 1 0,-12-17 0,6 9 0,0 0 0,1 0 16,-5-6-16,0 0 0,1 0 16,-3-3-16,0 0 0</inkml:trace>
  <inkml:trace contextRef="#ctx0" brushRef="#br2" timeOffset="182237.688">7111 10425 0,'0'0'0,"0"0"0,0 0 15,0 0-15,0 0 16,0 0-16,0 0 15,0 0 1,0 0-16,0 0 0,0 0 0,0 0 0,0 0 0,0 0 0,0 0 16,0 0-16,0 0 0,0 0 15,-6 13-15,3 1 0,-1 0 0,4-14 0,-3 8 0,1 0 0,-1 1 16,-5 5-16,1 2 16,1-2-16,6-14 0,-4 9 0,-1-2 0,2 2 15,3-9-15,-12 17 0,2 0 0,0 0 16,4-7-16,-1-1 0,1 0 0,6-9 0,-12 20 0,0-1 15,1 1-15,11-20 0,-7 12 0,1-3 0,0 2 0,-9 12 16,2 0-16,-1-2 0,14-21 0,-8 12 16,0 2-16,0-1 0,-7 11 0,1-3 0,-1 3 0,15-24 0,-9 12 15,1 2-15,0-2 0,8-12 0,-16 25 0,0-1 16,0 2-16,-1-3 0,2 0 0,1-1 0,14-22 0,-14 20 0,0 0 16,0 0-16,-5 6 0,1 0 0,1-1 0,17-25 0,-20 29 15,0-2-15,1 1 16,19-28-16,-18 23 0,3 1 0,-2 0 0,9-13 15,0-1-15,2 0 0,6-10 0,-9 18 0,-1-1 0,1-1 16,9-16-16,-5 9 0,0 0 0,0 0 0,3-6 0,0 1 16,1 0-16,1-4 0,-6 13 0,0-1 15,0-2-15,3-2 0,0-2 0,0 1 0,3-7 16,-6 14-16,-1-2 0,1 0 0,6-12 0,-4 9 16,1-3-16,-2 2 0,3-6 15,2 0-15,-2 1 0,2-3 0,-4 11 16,0-1-16,0-1 0,2-3 0,0 0 0,-1-1 0,3-5 15,-2 4-15,1-4 0,1 3 0,0-2 0,0-1 16,0 1-16,0 0 0,0-1 0,0 0 0,0 0 0,0 0 16,0 0-16,0 0 0,0 0 0,0 0 0,0 0 0,0 0 0,0 0 15,0 0-15,0 0 0,0 0 0,0 0 0,0 0 0,0 0 16,0 0-16,-3 1 0,0-1 0,1 1 0,0 0 0,1-1 16,0 0-16,1 0 0,0-8 0,0 1 0,0-2 0,1 5 15,-1-1-15,0 0 0</inkml:trace>
  <inkml:trace contextRef="#ctx0" brushRef="#br2" timeOffset="183369.72">7330 9797 0,'0'0'0,"0"0"16,0 0-16,0 0 0,0 0 15,0 0 1,0 0-16,0 53 16,0-53-16,0 0 0,0 0 0,1 11 15,-1 0-15,0-1 0,0-10 16,2 18-16,0 0 0,-2-2 0,0-16 0,1 10 15,-1-2-15,0 1 0,-1 9 0,-1 0 0,2-1 16,0-17-16,-2 10 0,1 1 0,1-2 0,-2 8 16,1 0-16,-1 1 0,2-18 15,-1 9-15,1 1 0,-1 0 0,1-10 0,-2 18 0,2-3 0,0 3 16,0-18-16,0 9 0,0 0 0,0 0 16,0 3-16,0 1 0,0 0 15,0-13-15,0 7 0,0 0 0,0-1 0,0-4 16,0 1-16,0-1 0,0-1 0,0 0 0,0-1 0</inkml:trace>
  <inkml:trace contextRef="#ctx0" brushRef="#br2" timeOffset="183739.608">7277 9830 0,'0'0'0,"0"0"0,0 0 0,0 0 16,40-23-16,-3 11 16,-1 9-1,-9 12-15,-27-9 0,0 0 0,0 0 0,10 5 16,1 0-16,-2 0 16,-9-5-16,10 9 0,-2-3 0,-1 2 15,1 1-15,-2 0 0,0 0 0,-6-9 16,7 8-16,-1 1 0,-1 1 0,-1-1 15,-2-1-15,1 1 0,-3-9 0,0 9 0,0 1 0,0-2 16,-6 0-16,3 1 0,-1-2 0,-5-1 16,1 1-16,-1-1 0,9-6 0,-12 4 0,0 0 0,0 0 0,-3-2 0,3 1 0,-2-1 15,14-2 1,-15 1-16,-1 1 0,1-1 0,0-2 0,0 1 0,1 0 0,4-3 16,-2 0-16,2 1 0,3-1 0,1 1 0,1 0 0,2-1 0,1 3 0,-1 0 15</inkml:trace>
  <inkml:trace contextRef="#ctx0" brushRef="#br2" timeOffset="184199.753">7711 9752 0,'0'0'0,"0"0"15,0 0-15,0 0 16,9 49-16,6 2 16,-6-9-1,-9-42-15,0 0 0,0 0 0,3 12 16,-1 0-16,1 0 0,-3-12 0,0 11 0,1-1 16,-1 2-16,4-1 0,-2-1 0,-1-1 0,3 1 0,-2 1 0,0 0 15,-2-11-15,3 10 0,-1-1 16,-1 0-16,2 0 0,-1-1 0,-1-1 0,2-1 0,-1 0 31,-1 1-31,-1-7 0,2 3 0,-1 1 16,1-1-16,-1-1 0,-1 0 0,0-1 15,2-1-15,-2 2 0,0-2 0,0 0 0,3-2 0,-2 1 16,2-1-16,1-1 0,0-1 0,0 2 0,-4 2 0,4-7 0,1 1 16,0 1-16,1-2 0,-2-1 0,1 1 0,2-2 0,-3 0 0,1-1 0,-1 5 15,-1-2-15,0 1 0,2-4 0,-1 2 16,0-1-16,-4 9 0,4-9 0,0 0 0,1 1 0,-2-1 15,1 2-15,0-1 0,-2 0 0,0 2 0,1-1 0,-3 7 0,4-6 0,-2 0 0,1 1 16,-1 0-16,-1 0 0,1-1 16,-2 6-16,3-6 0,-2 1 0,2 0 0,-1-1 0,-1 0 0,-1 1 15,2-1-15,-1 0 0,0-1 0,0 3 0,0 0 0,-1 0 16</inkml:trace>
  <inkml:trace contextRef="#ctx0" brushRef="#br2" timeOffset="185017.982">8187 9698 0,'0'0'0,"0"0"0,0 0 15,0 0 1,0 0-16,0 0 15,0 0-15,-24 37 16,24-37-16,0 0 0,0 0 16,-8 11-16,2 2 0,-2-2 0,2-1 0,2 1 15,-1-2-15,5-9 16,-4 10-16,0 1 0,0-1 0,1 2 0,0-2 0,0 1 16,1 1-16,-1-3 0,1 3 0,2-12 0,-1 9 0,-1 3 15,2-3-15,0 1 0,0-1 0,0 1 16,0-10-16,4 8 0,-1 1 0,-1-2 0,4 0 15,-3-1-15,1-1 0,4 0 0,-3 0 16,0 0-16,-5-5 0,8 3 0,0-2 0,-1 3 0,2-3 16,2 0-16,-3 1 0,3-3 0,0 0 0,0 1 15,-3-1-15,-1 0 0,1 0 0,4-3 0,0 1 0,-1 0 16,-11 3-16,13-5 0,-1 0 16,1 0-16,-1-2 0,1 0 0,-1 1 0,-12 6 15,11-9-15,-1 0 0,0 1 0,-2-2 0,-1-1 16,0 2-16,-7 9 0,7-11 0,-2 0 0,0-1 0,0 2 0,-2-1 15,0 0-15,-3 11 0,1-12 0,1 1 0,-1 0 0,-2 0 0,0 0 0,0 1 16,-2-1-16,0 1 0,0 0 0,3 10 0,-7-9 0,2 0 0,-1 1 16,-1 0-16,0 2 0,0-2 0,7 8 15,-9-5-15,1-1 0,1 1 0,7 5 0,-11-5 16,2-1-16,0 1 0,-1 2 0,0 0 16,-1 1-16,0 0 0,1 1 0,0 0 15,10 1-15,-8 2 0,-1-2 0,2 0 16,-1 4-16,0-2 0,1 0 0,0 2 0,1 2 0,1-1 0,5-5 15,-4 6-15,-1 0 0,2 1 0,-2-1 0,1 1 0,1-1 0,3-6 16,-4 8-16,2-2 0,-1 1 0,2 0 16,1 1-16,0 0 15,0-8-15,1 7 0,1 1 0,-1 1 0,2 0 0,0-2 0,-1 2 0,4-1 0,0-1 0,0 1 16,-6-8-16,6 9 0,0-2 0,1 1 16,0-2-16,0 1 0,0-1 0,-7-6 0,5 8 0,-2 0 0,0-1 15,-3-7-15,6 9 0,1-1 0,-1-1 0,2 1 16,0-1-16,0 1 0,-8-8 0,7 7 0,1 0 15,-2 0-15,-6-7 0,9 7 0,-2 1 0,0-1 16,-1 0-16,0 0 0,1 0 0,-7-7 16,4 6-16,0 1 0,0-2 0,-4-5 0,3 7 15,0 0-15,0-1 0,-3-6 16,1 8-16,-1 0 0,0-1 0,0-7 0,2 8 0,-2-2 0,1 0 0,1 1 0,-2 0 16,1 0-16,-1-7 0,3 5 0,-1 1 0,-1-1 15,-1-5-15,3 7 16,-1-2-16,1 1 0,-3-6 15,2 5-15,-1 0 0,1-1 0,-2-4 0,1-3 0,0 0 0,0 2 0</inkml:trace>
  <inkml:trace contextRef="#ctx0" brushRef="#br2" timeOffset="194060.221">6359 11849 0,'0'0'0,"0"0"0,0 0 0,0 0 0,0 0 16,0 0-16,0 0 15,0 0 1,0 0-16,0 0 0,0 0 0,0 0 0,0 0 0,0 0 15,0 0-15,0 0 0,0 0 0,0 0 16,0 10-16,0-1 0,0 1 0,0-4 0,0-1 0,0 1 0,1 3 16,0 0-16,0 0 0,-1-9 15,2 5-15,-2-1 0,0 1 0,0-5 0,-2 12 0,1-1 0,0 1 16,0-5-16,0 0 0,1 0 0,0-7 16,-2 14-16,1 0 0,1-1 0,0-13 0,-2 6 0,2 2 15,0-1-15,-1 8 0,1 0 0,0 0 0,0-15 16,-2 9-16,2-1 0,0 0 0,0 10 15,0 0-15,0-1 0,0-17 0,0 10 0,0 1 0,0-2 16,-1 6-16,1 1 0,0 0 0,0-16 16,0 8-16,0 1 0,0-1 0,0 5 0,0 1 15,0-2-15,0-12 0,0 7 0,0 0 16,0 0-16,0 4 0,0-1 0,0 1 0,0-11 16,0 5-16,0 0 0,0 1 0,0-6 0,0 3 0,0-2 0,0 1 0,1 4 0,-1 1 15,0 0-15,0-3 0,0-1 0,0 1 0,0-4 16,1 2-16,-1-1 0,0 0 0,0 0 0,0-1 0,0 0 0,0 2 15,0-2-15,0 0 0,0 0 16,0 0-16,0 0 0,0 0 0,0 0 0,0 0 0,0 0 16,0 0-16,0 0 0,0 0 0,0 0 15,0 0-15,0 0 0,0 0 0,0 0 0,0 0 0,0 0 16,0 0-16,0 0 0,0 0 16,0 0-16,0 0 0,-1 2 0,1 2 0,0-3 0,-1 2 0,1-3 15,0 1-15,0 0 0,0 0 0,0-1 0,0 0 16,0 0-16,0 0 0,0 0 0,0 0 15,0 0-15,0 0 0,0 0 0,0 0 0,0 0 16,0 0-16,0 0 0,0 0 16,0 0-16,0 0 0,0 0 0,0 0 0,0 0 0,0 0 0,0 0 0,0 0 0,0 0 15,0 0-15,0 0 0,0 0 0,0 0 16,0 0-16,0 0 0,1 0 0,-1 0 0,0 0 16,0 0-16,0 0 0,0 0 0,0 0 0,0 0 0,0 0 15,0 0-15,0 0 0,0 0 0,0 0 0,0 0 16,0 0-16,0 0 0,0 0 0,0 0 0,0 0 15,0 0-15,0 0 0,0 0 0,0 0 0,0 0 0,0 0 16,0 0-16,0 0 0,0 0 0,0 0 0,0 0 16,1-3-16,-1 0 0,0-1 0,0 4 0,0-2 15,0 0-15,0 0 0</inkml:trace>
  <inkml:trace contextRef="#ctx0" brushRef="#br2" timeOffset="199415.174">6374 11846 0,'0'0'0,"0"0"0,0 0 0,0 0 0,0 0 16,0 0 0,-8 40-16,4-16 15,4-24-15,0 0 0,0 0 0,0 0 0,-2 12 16,1-3-16,0 3 0,0-6 16,1-1-16,0 0 0,0-5 0,-2 11 0,1-1 0,0 1 0,0-5 0,1-1 15,0 2-15,0-7 0,-3 14 0,2 0 0,0 1 0,1-15 16,-1 8-16,-1 1 0,1-2 15,-1 11-15,1 0 0,-2 1 16,3-19-16,-2 10 0,1 0 16,1-1-16,0 13 0,0-2 0,0 0 0,0-20 0,0 13 0,0-2 0,0 0 0,3 9 0,-2 0 0,1-1 0,-2-19 15,1 12-15,0-1 0,0-2 16,2 12-16,-2-3 0,1 1 16,-2-19-16,1 11 0,0-1 0,0 1 0,6 4 0,1 0 0,0 1 15,-8-16-15,5 9 0,-1-1 0,0-1 0,8 4 0,0-2 16,0 1-16,-12-10 0,6 5 0,0 0 0,1 0 0,8 0 0,0-2 15,0 1-15,-15-4 0,9 3 0,-1-1 16,0 0-16,9-6 0,-1 0 0,1 0 0,-9 2 0,2 0 16,-1 0-16,-9 2 0,19-11 15,-2 3-15,0-1 0,-17 9 0,11-5 0,-2-1 0,1 1 0,5-11 0,0 1 16,1-2-16,-16 17 0,8-9 16,0 0-16,0 0 0,3-10 0,1 0 15,-2 0-15,-10 19 0,5-11 0,2 1 16,-2 1-16,2-15 0,1 0 0,-2 1 0,-6 23 0,5-14 0,-2 1 15,0 0-15,-2-11 0,0-1 0,1 0 0,-2 25 16,0-13-16,0 0 0,0-1 0,-8-9 0,1 1 0,1 0 16,6 22-16,-5-12 0,1 0 0,1 0 0,3 12 0,-13-20 15,1-1-15,-1 1 0,6 10 0,1-1 0,-2 0 16,8 11-16,-18-14 0,0-1 0,0 1 0,8 7 0,0-1 16,1 1-16,9 7 0,-22-10 0,1 2 0,-1-1 15,8 3-15,4 3 0,-3-2 0,13 5 16,-19-4-16,0 1 0,-1 1 0,10 1 0,0-1 0,0 1 15,10 1-15,-19 6 0,1-1 0,-1-1 16,9 0-16,0-1 0,0 0 0,10-3 0,-16 13 0,1 0 0,-1-1 16,16-12-16,-8 8 0,-1-2 15,2 1-15,-1 10 16,-1 0-16,2 0 0,7-17 16,-5 9-16,1 0 0,0 0 0,2 11 0,2-1 0,-2 0 0,2-19 0,-1 11 0,1 0 0,0-1 0,10 8 15,0 0-15,-1-1 0,-9-17 0,7 10 0,-1-1 16,-1 0-16,11 7 0,0 0 0,1-1 0,-7-6 0,-2-1 15,1 0-15,-9-8 0,19 12 0,0 0 0,0 0 16,-8-6-16,0 0 0,-2 1 0,11 4 0,1-2 0,-1 0 16,-10-3-16,2 0 0,-2-2 0,10 4 0,-4-1 15,1 0-15,-17-7 0,10 4 0,-1 0 0,1 1 16,3-1-16,-1 1 0,0 1 0,-4-3 0,-1 0 16,-1 0-16,6 2 0,-3 2 0,1-1 0,-5-3 0,-1 0 15,1 0-15,-5-3 0,3 3 0,-2-3 0,1 1 16,6 5-16,-1 0 0,-1 1 0,0-3 15,-3-1-15,1 0 0,1 5 0,-1-1 16,1 1-16,-5-8 0,4 4 0,-2-1 0,-2 1 0,5 4 0,-1 0 16,2-1-16,-3-2 0,-2-1 0,1 1 0,2 4 15,0 0-15,0-2 0,-4-7 0,3 6 0,-2-2 0,1 1 0,2 4 16,1 0-16,-2 1 0,-1-4 16,-1-1-16,1 0 0,1 7 0,-2-1 0,2 0 0,-3-5 15,1 0-15,0 0 0,-1-6 0,4 11 0,-1-1 0,0 1 0,-1-5 16,-1-2-16,1 2 0,-1-3 0,-1-2 15,1 1-15,0 0 0,-1-1 0,0-1 0,1-3 16,-1 0-16,0 0 0</inkml:trace>
  <inkml:trace contextRef="#ctx0" brushRef="#br2" timeOffset="200421.55">4899 10635 0,'0'0'16,"0"0"-16,0 0 0,0 0 16,0 0-16,0 0 15,0 0-15,0 0 0,0 0 0,0 0 16,0 0-16,0 0 15,0 0-15,0 0 0,0 0 0,0 0 0,0 0 16,-2 7-16,2 0 0,0-1 0,0-2 0,0 0 16,0 1-16,0-4 0,0 1 0,0-1 0,0-1 0,0 1 0,0-1 15,0 1-15,0-1 0,0 0 0,0 0 16,0 0-16,0 0 0,0 0 0,0 0 0,0 0 16,0 0-16,7-2 0,1 2 0,0-1 0,-8 1 0,4-2 0,1 2 0,0-1 15,5-4-15,-1 1 0,1-1 16,-10 5-16,5-3 0,-1 1 0,1 0 0,10-7 0,0 1 15,-2 1-15,-13 7 0,7-4 16,1 1-16,0-2 0,-8 5 0,20-12 0,-3 1 0,1 1 16,3-2-16,-2-1 0,1 1 0,-20 12 15,22-14-15,0 0 0,0 0 0,1 0 0,-1-1 0,0 0 0,13-6 0,-2-2 16,-1 1-16,-32 22 16,34-25-16,0 2 0,1-1 15,-5 2-15,1-1 0,1 2 0,-1-3 0,1 2 16,0 0-16,-32 22 15,36-25-15,-1 1 0,0 1 0,2-2 0,-2-2 16,1 3-16,-36 24 0,35-26 0,-1 1 0,2 1 16</inkml:trace>
  <inkml:trace contextRef="#ctx0" brushRef="#br2" timeOffset="201179.637">7675 9502 0,'0'0'0,"0"0"16,0 0-1,0 0-15,-19 38 16,8-14-16,-9 19 15,20-43-15,0 0 0,0 0 16,0 0-16,-4 8 0,1 0 0,-2-1 0,-3 10 0,1-1 0,0-1 16,7-15-16,-6 9 0,3-1 0,-1 0 15,4-8-15,-14 20 0,2-1 0,-2 1 0,14-20 0,-13 19 16,-1 0-16,1 0 0,7-10 16,0 0-16,0 1 0,6-10 0,-3 3 0,0 0 0,1 1 0,1-3 0,1 0 15,0 0-15,0-1 0,-26 33 0,2 1 0,0-1 16,-8 12-16,-1 1 0,1-1 0,32-45 15,-33 42-15,3 1 0,0-1 0,30-42 0,-24 31 16,2-1-16,-1 2 0,12-18 16,1-1-16,1 0 0,9-13 0,-6 6 0,3-2 0,0 0 15</inkml:trace>
  <inkml:trace contextRef="#ctx0" brushRef="#br2" timeOffset="207239.664">5218 5473 0,'0'0'0,"0"0"0,0 0 0,0 0 16,0 0-16,0 0 16,0 0-16,0 0 15,0 0-15,0 0 0,0 0 0,0 0 0,0 0 0,0 0 16,0 0-16,0 0 0,0 0 0,-16 20 0,-1 0 15,2-1-15,15-19 0,-11 14 0,3-3 16,-3 2-16,11-13 0,-9 19 0,0-1 0,-1 0 16,10-18-16,-5 11 0,1-2 0,-2 1 0,9 7 15,-2-1-15,1 1 0,-2-17 0,1 9 0,1-2 0,-1 2 0,-1-9 16,11 10-16,-2 1 0,0-1 0,-9-10 16,6 6-16,-1-2 0,0 0 0,-5-4 0,16 1 0,-2-1 15,-1 2-15,-5-4 0,-1 2 0,1-1 16,-8 1-16,13-3 0,-1-1 0,0 1 0,-6 0 15,0 2-15,0-1 0,-6 2 0,3-2 0,0 2 0,-1 0 0,-2 0 16,0-1-16,2 1 0,-1 0 0,-1 0 0,3-7 16,-2 1-16,1 0 0,-1 2 15,0 1-15,0 0 0,-1 3 16,-9 1-16,0 1 0,1 0 0,2-1 0,1-1 0,0 1 0,5-1 0,-12 2 0,-3 1 0,2-2 16,13-1-16,-8 2 0,2-1 0,0-1 0,0 2 0,4-2 15,1 0-15</inkml:trace>
  <inkml:trace contextRef="#ctx0" brushRef="#br2" timeOffset="207540.062">5245 5259 0,'0'0'0,"0"0"0,0 0 0,45 15 16,2 6 0,-5 10-16,-9 10 15,-33-41-15,0 0 0,0 0 16,0 0-16,5 15 0,2 0 0,-3 0 0,-1 3 0,-2 0 0,0 0 16,-3 2-16,-1 1 0,2-1 0,1-20 15,-3 21-15,-1-2 0,1 0 0,1-6 0,0-1 0,1 0 0,-6 6 16,0 0-16,0-1 0,-4 2 0,-1 0 0,3 0 15,9-19-15,-12 18 0,3-2 0,-1 1 0,2-6 16,0-1-16,0 2 0,0-7 0,2-1 0,0 2 16</inkml:trace>
  <inkml:trace contextRef="#ctx0" brushRef="#br2" timeOffset="208369.84">5659 5364 0,'0'0'0,"0"0"0,0 0 16,0 0-1,0 0-15,0 0 16,-15 43-16,-3 4 16,18-47-1,0 0-15,0 0 0,-6 15 0,2-1 16,-2-1-16,-2-1 0,3-2 0,0 3 0,5-13 16,-5 11-16,-1 0 0,1 0 0,0 1 0,0 0 0,1-1 0,1-1 15,1 1-15,-1 0 0,3-11 0,1 10 0,0 1 0,0-1 0,3 0 16,-3-3-16,0 3 0,2-3 0,-1-2 15,0 2-15,-2-7 0,5 5 0,-2-1 0,0 1 0,4-3 16,-2 1-16,1 0 0,3-3 0,-3 0 0,1 2 16,-7-2-16,11-2 0,-2 0 0,0 1 0,3-5 15,-2 2-15,0-1 0,-10 5 0,10-7 0,0 0 0,0 1 16,1-2-16,-1-1 0,0 1 0,0-4 16,0 1-16,0 0 0,-10 11 0,7-13 0,-1 2 0,1-1 0,0 1 15,-2 1-15,1 0 0,-6 10 0,6-11 16,-2 1-16,0-1 0,-2 0 0,-2 1 0,1 0 15,-1 10-15,0-11 0,0 1 16,0 0-16,-4 0 0,0 1 0,1-1 16,-6 3-16,2 1 0,0-1 0,1 3 0,2 1 0,-2-1 0,-8 3 0,3-1 0,-1 0 15,12 2-15,-12 0 0,-2 0 0,1 0 0,0 2 16,1-2-16,0 2 0,1 2 0,0 0 0,1 1 16,10-5-16,-10 4 0,-1 1 0,1 0 0,4 0 0,0 0 15,0 1-15,2 0 0,2 0 0,1 0 0,1-6 16,-1 6-16,1-1 0,0 1 0,3 1 0,-1 0 15,1 1-15,1-3 0,0 1 0,0-1 0,-4-5 16,6 7-16,0-1 0,-1-1 0,2 1 0,-1 2 0,1-2 16,-7-6-16,8 9 0,-2-2 0,0 1 15,3 1-15,-1-2 0,0 1 0,0 0 16,-1 0-16,1 0 0,-8-8 0,7 8 0,-1 0 16,0 0-16,0-1 0,-1 2 0,1-2 0,-1 2 0,-1-2 0,0 1 0,-4-8 0,5 6 15,0-1-15,-1 0 0,-4-5 0,6 9 16,-2-3-16,0 0 0,-1 0 0,0 0 0,-2 0 0,-1-6 15,0 8-15,0-1 0,0 1 0,0-8 0,-1 7 16,-1-1-16,0 1 0,-1-5 0,2 1 0,-1-3 0,1-1 16,1-1-16,0 0 0,3 1 15,-3-1-15,0 1 0,0-1 0,0 1 0,0 1 0,0 0 0,6 1 16,0 0-16,0 0 0,0 2 16,-1-3-16,0 3 0,-5-3 0,5 0 0,-2 2 0,0-2 15,-2 1-15,1 0 0,-1 1 0,-1-5 0,0 0 16,0 0-16</inkml:trace>
  <inkml:trace contextRef="#ctx0" brushRef="#br3" timeOffset="-200577.094">2113 5051 0,'0'0'0,"0"0"0,0 0 0,0 0 0,0 0 15,0 0-15,60-33 16,21-31-1,-81 64-15,0 0 0,0 0 0,33-26 0,0-1 0,1 1 16,-34 26-16,37-34 0,0 2 16,-1-1-16</inkml:trace>
  <inkml:trace contextRef="#ctx0" brushRef="#br3" timeOffset="-198179.807">7037 12391 0,'0'0'0,"0"0"0,0 0 0,0 0 16,0 0-16,0 0 0,0 0 15,0 0 1,0 0-16,0 0 0,0 0 0,0 0 0,0 0 0,0 0 0,0 0 16,0 0-16,0 0 0,0 0 0,8 5 0,-2-3 15,0 0-15,0 0 0,-3 0 0,1 0 0,4 3 16,-4 1-16,2-1 0,-6-5 0,4 3 0,-2 0 15,0 0-15,5 4 0,1 1 0,-2-2 16,-6-6-16,4 4 0,1 0 0,-2-1 0,9 6 0,-3 0 16,2 0-16,-11-9 0,6 7 15,-1-2-15,1 0 0,5 7 0,-2 0 0,2-2 0,-11-10 0,5 8 16,0-2-16,1 0 0,6 10 16,1-2-16,-1 1 0,-12-15 0,8 9 0,-2-2 0,0 1 15,7 8-15,-1 0 0,1-1 0,-13-15 0,7 8 0,-1 1 0,1 0 0,7 7 16,-1 0-16,0 1 0,-13-17 0,7 9 15,0 0-15,0-2 0,9 14 0,1-2 0,-1 1 0,-7-9 0,0 0 16,-1-1-16,-8-10 16,10 13-16,-1-1 0,1 0 0,-5-6 0,-1 0 0,1 1 0,-5-7 0,10 12 15,0 2-15,0-2 0,-3-3 16,-2-2-16,1 1 0,3 4 0,0 0 0,1 0 0,-10-12 16,6 6-16,-1 1 0,-1-1 0,4 4 0,0-1 0,-1 1 0,-7-10 15,4 5-15,1 0 0,-2 0 0,0-2 16,-3-3-16,2 3 0,-1-2 0,-1-1 0,0 1 0,0-1 15,0 0-15,0 0 0,0 0 16,8 4-16,-1 1 0,0-2 0,-2-1 0,-1 0 0,1 1 16,-5-3-16,5-8 15,-1 1-15,-1-1 0,0 3 0,-1 0 0,0 0 0</inkml:trace>
  <inkml:trace contextRef="#ctx0" brushRef="#br3" timeOffset="-196676.279">8060 11580 0,'0'0'0,"0"0"0,0 0 16,0 0-16,0 0 0,0 0 15,0 0 1,0 0-16,0 0 0,0 0 0,0 0 0,0 0 0,0 0 15,0 0-15,0 0 16,0 0-16,0 0 0,0 0 0,0 0 0,0 0 0,2-7 0,-1 1 16,0-1-16,-1 7 0,1-4 0,-1 0 15,1 1-15,0 1 0,-1 1 0,0-1 0,0 2 0,-8 9 16,0-2-16,1 1 0,1-2 0,3-2 0,-2 1 0,5-5 0,-9 11 16,2 0-16,-2 0 0,5-3 15,-1-3-15,1 1 0,4-6 0,-8 15 0,1-1 16,-1 1-16,8-15 0,-5 9 0,1-1 15,0-1-15,4-7 0,-3 18 0,0 0 0,0-1 0,1-7 0,2 0 0,-2-1 16,2-9-16,2 20 0,-1-2 16,0 2-16,-1-20 0,1 11 0,0 0 0,0-2 0,-1-9 15,5 18-15,0-2 0,0 1 0,-5-17 16,3 10-16,0-2 0,0 2 0,7 4 0,0 0 0,0 1 16,-10-15-16,7 7 0,-2 0 0,0 1 0,-5-8 0,17 6 0,-2 1 15,2-1-15,-7-2 0,-1-1 0,-1 1 16,-8-4-16,19-2 0,-2 2 0,0 0 15,-17 0-15,11-1 0,-2 0 0,0 1 0,9-9 0,-3 1 16,0 1-16,-15 7 0,10-5 0,-1 0 16,-1 0-16,-8 5 0,15-14 0,-2 1 15,1-1-15,-8 7 0,2 0 16,-1 0-16,-7 7 0,9-16 0,-1 2 16,-1-1-16,-7 15 0,5-8 0,-1 1 0,2-1 0,-1-9 0,-1 0 15,-1 2-15,-3 15 0,3-10 0,-1 1 0,0 1 0,-2 8 0,1-18 0,0 2 16,0-1-16,0 8 0,-1 0 0,0 0 0,0 9 15,-5-18-15,2 3 0,0-3 0,3 18 0,-2-9 0,1 0 16,-1 0-16,2 9 0,-7-13 0,-1 0 0,1 1 16,4 5-16,-1 1 0,-1 0 0,5 6 0,-10-11 0,-1 1 15,1 0-15,10 10 0,-8-6 0,2 1 0,0-1 16,6 6-16,-12-5 0,0 2 0,0-1 0,4 1 16,2 1-16,0 0 0,6 2 0,-14 2 0,1-2 0,0 2 15,13-2-15,-8 0 0,0 1 0,0 1 0,8-2 16,-10 6-16,-1 0 0,2-1 0,3-1 0,0 0 15,1-1-15,5-3 0,-7 11 0,-2-1 16,2 1-16,7-11 0,-5 6 0,2 0 0,0 0 16,3-6-16,-3 12 0,0 1 15,1 1-15,2-14 0,-2 6 0,1 1 0,0 0 0,6 7 0,-2-1 0,0 0 0,-3-13 16,3 8-16,-1-1 0,0 0 0,-2-7 0,9 14 16,1-1-16,-1 0 0,-4-6 0,1-1 0,0 1 15,-6-7-15,11 11 0,-1 0 0,0-1 16,-10-10-16,6 6 0,1 0 0,-1 0 0,6 3 0,1 1 15,-1 1-15,-12-11 0,7 4 0,0 1 0,0 1 0,-7-6 16,9 12-16,-1-1 0,0 0 0,-8-11 16,5 7-16,0-1 0,-1 0 0,3 4 0,1 2 0,-2-3 15,-6-9-15,5 6 0,-2 0 0,0-1 16,-3-5-16,5 11 0,-1 1 0,0-1 0,-4-11 0,2 7 0,-1 0 0,1-2 16,1 9-16,0-2 0,1 0 0,-4-12 15,2 9-15,-1-2 0,-1 0 0,3 7 16,-3 0-16,1 1 0,-1-15 0,2 8 0,-2-1 0,0 1 0,0-8 15,0 14-15,0-2 0,0 0 0,0-6 0,0 1 16,0 0-16,0-7 0,0 2 0,0 1 0,0-1 0,0-1 16,0 0-16,0 0 0,-1 1 0,0 1 15,0-2-15,1 1 0,-1-1 0,0 1 0</inkml:trace>
  <inkml:trace contextRef="#ctx0" brushRef="#br3" timeOffset="-196117.263">7651 11771 0,'0'0'0,"0"0"0,0 0 16,0 0-16,0 0 16,0 0-16,0 0 15,0 0-15,0 0 0,0 0 0,0 0 0,0 0 16,15-3-16,-1 0 0,-1-1 15,-4 3-15,0-1 0,-2 0 0,-7 2 0,11-2 0,1 0 0,-1 0 16,-11 2-16,5-2 0,0 2 16,1-1-16,-3-1 0,-2 2 0,1 0 0,-2 0 15,9-1-15,-3 1 0,1-2 0,-1 2 0,-2 0 16,0 0-16,-4 0 0,1 0 0,1 0 0,-1 0 0,1-1 16,-2 1-16,0 0 0,0 0 0,0 0 0,0 0 0,0 0 0,0 0 15,0 0-15,0 0 0,0 0 0,0 0 16,0 0-16,0 0 0,0 0 0,0 0 0,0 0 0,0 0 0,0 0 15,0 0-15,0 0 0,0 0 16,0 0-16,0 3 0,0 1 0,0-1 0,0-1 0,0 0 16,0-1-16,0 1 0,0-2 15,0 0-15,0 0 0,0 1 0,0-1 0,0 0 16,0 12-16,-1-1 0,0 0 0,1-11 0,-1 7 16,1 0-16,0-1 0,0-6 0,-1 4 0,1-2 15,0 1-15,1 6 0,-1-1 16,0 0-16</inkml:trace>
  <inkml:trace contextRef="#ctx0" brushRef="#br3" timeOffset="-195176.858">7811 11773 0,'0'0'0,"0"0"0,0 0 16,0 0-16,0 0 15,0 0-15,0 0 16,0 0-16,0 0 0,0 0 16,0 0-16,0 0 0,0 0 0,0 0 0,0 0 15,0 0-15,0 0 0,0 0 0,0 0 16,2 14-16,-1-1 0,1 0 0,-2-4 0,1-2 0,0 2 0,-1-9 16,1 11-16,-1 1 0,1 0 0,-1-12 0,2 6 15,-2 0-15,0 1 0,3 4 0,-3 1 0,0-1 0,0-11 16,0 6-16,0 0 0,0-1 0,0 8 0,1-2 15,0 1-15,-1-12 0,1 6 0,-1 0 0,0 0 16,0-6-16,2 12 0,-1 0 0,-1 0 0,2-6 0,-2 1 16,0-1-16,0-6 0,1 3 0,-1-1 15,0 0-15,0 6 0,1-1 0,0 0 0,0-2 0,-1-1 16,0 1-16</inkml:trace>
  <inkml:trace contextRef="#ctx0" brushRef="#br3" timeOffset="-194140.481">8180 12224 0,'0'0'0,"0"0"0,0 0 0,0 0 16,0 0-16,0 0 16,0 0-16,0 0 0,0 0 15,0 0-15,0 0 0,0 0 0,0 0 16,0 0-16,0 0 0,0 0 0,0 0 0,0 0 0,0 0 0,0 0 15,0 0-15,-7 11 0,0 0 0,0 0 16,2-1-16,-1 0 0,0-2 0,1-1 0,1-2 16,0 2-16,0 0 15,-2 0-15,2-1 0,-2 0 0,1 1 16,0 0-16,5-7 0,-4 7 0,-1-1 0,1 2 0,-2-1 0,0 1 0,1-1 16,1 1-16,-1-1 0,1 0 0,-1 1 0,1-1 15,1 0-15,-2 0 0,1-1 0,-2 0 0,2 3 16,-1-2-16,0 2 0,5-9 0,-5 8 0,0 1 0,2-1 15,-2 0-15,1 1 0,-1 0 0,-2 0 0,3-1 16,-2 0-16,1 1 0,-1-1 0,2 1 0,-1-1 0,1 0 16,-1 0-16,0 1 0,1-1 0,0-1 0,-2 1 15,2 0-15,0-1 0,-1 2 0,1 0 16,1-1-16,-2 0 0,1 0 0,0 0 0,0 1 0,0-2 0,1 2 16,-2-1-16,1 0 0,0 0 0,4-8 0,-3 8 15,0-1-15,0 1 0,-1 0 0,0 0 16,0 0-16,-1 1 0,1-1 0,-1 0 0,1 0 0,-1 0 15,2 0-15,-1-1 16,0 0-16,0 0 0,1 1 0,0-1 0,-3 1 0,3-2 0,0 1 0,1-1 16,2-6-16,-3 6 0,0 1 0,0-1 0,-1 1 15,1 0-15,0-2 0,0 3 0,0-3 0,0 1 0,-1 3 16,1-3-16,-1 1 0,0-1 0,1-1 16,0 1-16,1 0 0,0-2 0,0 1 0,-1-1 0,0 1 0,1-2 0,-1 1 15,2 0-15,-1 0 0,2-4 16,-2 5-16,0-1 0,1 0 0,-1 0 15,1 0-15,0-1 0,0 0 0,0-1 0,0 0 0,0 0 0,1-1 0,0 1 16,-1 0-16,1-2 0,0 0 0,-2 1 16,1 0-16,0 0 0,0 1 0,1-1 0,-1 1 0,-1 0 15,2-2-15,0 1 0,0 1 0,0-1 16,0-1-16,0 1 0,0-1 0,0 1 0,0 0 0,0 1 0,0-2 16,0 1-1,0 0-15,0-1 0,0 1 0,0-1 0,0 1 16,0-1-16,0 0 0,0 0 0,0 0 0,0 0 0,0 0 0,0 0 0,0 0 0,0 0 0,0-1 15,0 1-15,0-1 0,0-1 0,0 2 16,0 0-16,0 0 0,0 0 0,0 0 0,0 0 0,0 0 16,0 0-16,0 0 0,0 0 15,0 0-15,0 0 0,0 0 0,0 0 0,0-4 0,0 3 0,0 0 16,0 1-16,0-3 0,0-1 16,0 2-16,2-4 0,-1 0 0,-1 1 0</inkml:trace>
  <inkml:trace contextRef="#ctx0" brushRef="#br3" timeOffset="-189009.271">7429 13243 0,'0'0'16,"0"0"-16,0 0 0,0 0 0,0 0 0,0 0 16,0 0-16,0 0 15,0 0-15,0 0 16,0 0-16,0 0 0,0 0 0,0 0 0,3 16 0,-2 1 15,1-2-15,-2-15 0,2 10 0,-1-1 16,-1 0-16,3 7 0,-1-2 0,-1 0 0,-1-14 16,3 8-16,-3 0 0,1-1 15,2 10-15,0-1 0,-1-1 0,-2-15 16,2 9-16,-1 0 16,1-1-16,1 11 0,0-1 0,1 1 0,-4-19 15,1 12-15,1-1 0,-1 0 0,-1-11 0,5 18 16,-4 0-16,1 1 0,1-10 15,-3 0-15,1 1 0,-1-10 0,2 19 0,-1-1 0,0-1 0,0-6 16,-1-2-16,0 0 0,0-9 16,3 15-16,-3 0 0,0-1 0,2-6 0,-2 0 0,0-1 15,0-7-15,1 4 16,-1-1-16,0 1 0,0-4 0,0 2 0,0-2 16,0 1-16,0-1 0,0 0 0,-2-3 0,2 3 0,0 0 0,0 0 0,-1-2 0,1 1 0,0 1 0,1-14 15,0 1-15,0-1 0,0 7 0,1-1 0,-2 0 0</inkml:trace>
  <inkml:trace contextRef="#ctx0" brushRef="#br3" timeOffset="-187325.656">7403 13215 0,'0'0'0,"0"0"16,0 0-16,0 0 0,0 0 16,0 0-16,0 0 15,0 0-15,0 0 16,0 0-16,0 0 0,0 0 0,0 0 0,0 0 16,0 0-16,20 1 0,-4 1 0,1 0 0,0-1 15,-1-1-15,1 1 0,-4-2 0,2 1 0,-1 0 16,0 1-16,0-1 0,1 0 15,0-1-15,-1 1 0,-1 0 0,3-1 0,-2 0 0,0 0 16,5 1-16,-3 0 0,1 0 0,1 0 16,0 2-16,-1-1 0,-1-1 0,1 1 15,-1 0-15,2-1 0,-3 0 0,2 0 0,0-1 0,-1 1 0,0-1 0,1 0 16,-1-1-16,-1 2 16,1-3-16,-1 3 0,-1-3 0,0 1 0,-1 1 0,0 0 0,0-1 15,0 2-15,-1-2 0,0-1 0,0 2 0,-1-2 0,0 2 0,-1-2 16,0 1-16,1-1 0,-3 2 0,2 1 15,-2-4-15,-1 3 0,0 0 0,1-1 0,-3 0 0,1 0 0,0 1 0,-1 0 0,1 1 16,-6 0-16,4-3 0,1 1 16,0 1-16,-2 0 0,0-1 0,-2 2 0,2-1 0,-2 0 15,1 0-15,0 0 0,-1 1 0,-1 0 16,3-1-16,-3 1 0,0 0 0,0 0 0,0 0 0,0 0 16,0 0-16,0 0 0,0 0 0,0 0 0,0 0 0,0 0 0,0 0 15,0 0-15,0 0 0,0 0 0,0 0 16,0 0-16,0 1 15,0-1-15,0 0 0,1 4 0,0-1 0,0-1 16,-1 3-16,0 0 0,0-1 0,0 3 16,0-1-16,0-2 0,0 3 15,0 1-15,0-2 0,0 2 0,0-1 0,0 1 0,0 2 16,0-1-16,0 0 0,2 4 0,-2-2 0,0-1 0,1 1 0,0-1 16,0-1-16,0 2 0,-1 2 0,2-2 0,-1 3 15,0-1-15,0 1 0,2-1 0,-2 2 0,1-3 0,1 2 0,-1-1 0,0 0 0,0 1 0,-1-4 0,1 3 16,1-1-16,-2 1 0,2-1 0,-1 2 15,-1-1-15,1 0 0,-2-13 0,3 12 0,-2 1 0,1-1 16,0-2-16,0 2 0,-1-3 16,1 3-16,1 0 0,-1-2 0,-2-10 0,2 11 0,0 0 15,1-1-15,0 2 0,-1 0 0,-1-3 16,-1-9-16,3 9 0,-3 0 0,1-1 0,1-1 16,-2-1-16,1 0 0,-1-6 0,2 6 0,-2 0 0,0-1 0,0-1 0,0 0 15,0 1-15,0-5 0,-1 2 0,1 1 16,0-2-16,-1 1 0,1-1 0,0 0 0,-1 0 0,1 0 0,0-1 15,0 0-15,0 0 0,0 0 16,0 0-16,0 0 0,0 0 0,0 0 0,0 0 0,0 0 0,0 0 16,0 0-16,0 0 0,0 0 15,0 0-15,0 0 0,0 0 0,0 0 0,0 0 0,0 0 16,0 0-16,0 0 0,0 0 16,0 0-16,0 0 0,0 0 0,0 0 0,0 0 0,0 0 15,0 0-15,0 0 0,0 0 0,0 0 0,0 0 0,0 0 16,0 0-16,0 0 0,0 0 0,0 0 0,0 0 15,0 0-15,0 0 0,0 0 0,0 0 0,0 0 16,-3 1-16,2 0 0,-1-1 0,-1 0 0,0 0 0,0 0 16,-1 0-16,1 1 0,0-1 0,3 0 15,-5 0-15,2 0 0,0 0 16,-3 1-16,3-1 0,-1 0 0,-1-1 0,-1 1 0,0 0 0,6 0 0,-6 0 16,2 0-16,-1 0 0,-2 0 0,2 0 0,-1 0 0,6 0 15,-5 1-15,-1-1 0,1 0 0,-1 1 0,0-1 16,-1 0-16,7 0 0,-7 0 0,1 0 0,-2 0 0,2-1 15,1 1-15,0 0 0,-3-1 0,2 1 16,1 0-16,5 0 0,-9 0 0,2-1 16,0 1-16,0-1 0,-1 1 0,2 0 0,6 0 15,-7-1-15,-1 1 0,2 0 0,-3 0 0,2-1 0,0 0 0,7 1 0,-8 0 16,0-1-16,2 0 0,-3 0 0,0 1 0,0-1 16,0 1-16,0 0 0,1-1 0,8 1 15,-10 0-15,2 0 0,0 0 0,8 0 0,-11 0 0,2 0 16,0 0-16,0 0 0,0 0 0,-1 0 15,10 0-15,-10 0 0,0-1 0,1 0 16,0-1-16,0 1 0,1 1 0,-1-2 0,2 1 16,-1-1-16,8 2 0,-8-1 0,2 0 0,0 0 0,-2 0 0,0 1 0,1 0 15,7 0-15,-9-2 0,0 1 0,2 0 16,-2 1-16,2 0 0,0 0 0,7 0 0,-10 0 0,2 0 16,-1 0-16,0 1 0,0-1 0,1 1 0,8-1 0,-8 2 15,1-2-15,0 0 0,0 0 0,-1 0 16,2 0-16,6 0 0,-9 0 0,1 0 0,1 0 0,-3 1 0,2 0 15,1-1-15,-1 0 0,2 0 0,0 0 16,6 0-16,-6 1 0,0-1 0,0 0 0,0-1 0,1 1 16,1 0-16,4 0 0,-6-1 15,1 0-15,0 1 0,0 0 0,2-1 0,0 0 0,3 1 16,-3-1-16,1 0 0,1 1 0,-2 0 16,3 0-16,0 0 0,-3 0 0,3 0 0,0 0 15,0 0-15,0 0 0,0 0 0,-1 0 0,1 0 0,0 0 0,0 0 0,0 0 0,0 0 16,0 0-16,0 0 0,0 0 15,0 0-15,0 0 0,0 0 0,0 0 0,0 0 0,0 0 0,0 0 16,0 0-16,0 0 0,0 0 16,0 0-16,0 0 0,0 0 0,0 0 0,0 0 0,0 0 0,0 0 15,0 0-15,0 0 0,0 0 16,0 0-16,0 0 0,0 0 0,0 0 0,0 0 0,0 0 16,0 0-16,0 0 0,0 0 0,0 0 0,0 0 0,0 0 0,0 0 0,0 0 15,0 0-15,0 0 0,0 0 16,0 0-16,0 0 0,0 0 0,0 0 0,0 0 0,0 0 15,0 0-15,0 0 0,0 0 0,0 0 16,0 0-16,0 0 0,0 0 0,0 0 0,0 0 16,0 0-16,0 0 0,0 0 0,0 0 0,0 0 15,0 0-15,0 0 0,0 0 0,0 0 0,0 0 16,0 0-16,0 0 0,0 0 0,0 0 16,0 0-16,0 0 15,0 0-15,0 0 0,0 0 0,0 0 0,0 0 0,0 0 16,0 0-16,0 0 0,0 0 0,0 0 0,0 0 0,0 0 0,0 0 0,0 0 15,0 0-15,1-1 0,-1 0 0,0 0 0,0 1 0,3-4 0,-3 0 0,0 1 16,2-5-16,-1 1 0,1 1 16,2-3-16,-2 0 0,0 0 0</inkml:trace>
  <inkml:trace contextRef="#ctx0" brushRef="#br3" timeOffset="-169047.108">7401 13194 0,'0'0'0,"0"0"0,0 0 0,0 0 15,0 0-15,0 0 16,0 0-16,0 0 15,0 0-15,0 0 0,0 0 0,0 0 0,0 0 16,0 0-16,0 0 0,0 0 0,0 0 0,0 0 16,0 0-16,0 0 0,6 5 0,-1-2 0,0 1 15,-2 0-15,0-2 0,0 1 0,-3-3 0,0 0 0,0 0 16,3 1-16,-3 1 0,3-2 0,-3 11 16,0-1-16,0-1 0,0-3 0,0 0 0,0 0 0,0-4 0,0 1 15,0-2-15,1 8 0,0 0 0,0 0 0,0-4 0,-1 0 16,0 0-16,-1 4 15,1 1-15,0-1 0,0-4 0,0 1 0,0 0 0,0-6 16,0 7-16,1 1 16,0 0-16,0-4 0,-1 1 0,0-1 0,0-4 15,3 10-15,-1-2 0,-1 1 0,2-4 0,-3-1 0,0 1 0,1 5 0,0-1 0,0 0 16,-1-9-16,0 6 0,0-1 0,0 0 0,2 4 16,0-1-16,0 1 0,-2-9 0,0 6 0,1-2 15,0 1-15,0 5 0,0-1 0,0 1 0,0-4 0,-1 0 16,0-2-16,0-4 0,2 11 0,-1-1 15,1 1-15,-1-5 0,0 0 0,1-1 16,-2-5-16,0 3 0,0-1 0,0 0 0,3 10 0,-2 0 0,1 0 16,-2-12-16,3 7 0,-3-1 0,1 2 15,1 2-15,0 1 0,-1-1 0,1-5 0,-1 1 16,-1-2-16,0-4 0,2 10 0,-1-2 0,-1 0 16,1-3-16,1-1 0,-2 0 0,0-4 0,0 2 15,0 0-15,0 0 0,0-2 0,0 1 0,0 0 0,3 8 16,-3-1-16,1 0 0,1-2 0,-2 0 15,0 0-15,1-5 0,-1 1 0,0 0 0,0-1 0,0-1 0,0 1 0,0 0 16,0-1-16,0 0 0,0 0 0,0 0 0,0 0 16,0 0-16,0 0 0,0 0 0,0 0 0,2-11 15,0 0-15,-1 1 0,-1 10 0,2-8 0,-1 2 16,-1-1-16</inkml:trace>
  <inkml:trace contextRef="#ctx0" brushRef="#br3" timeOffset="-166934.761">7330 13194 0,'0'0'0,"0"0"0,0 0 0,0 0 15,0 0 1,0 0-16,38 14 15,-6-6 1,-32-8-16,0 0 0,0 0 0,9 2 16,-2-2-16,0 0 0,-2 0 0,1 0 0,-1 0 0,1 0 15,-1-2-15,1 2 0,-1 0 0,-1 0 0,2 0 16,1 2-16,-1-2 0,0 0 0,2 0 0,0 1 16,-1 0-16,1 0 0,-1-1 0,0 0 0,1 3 15,-2-3-15,0 2 0,3 1 0,0-2 16,-2 0-16,4 1 0,-2-2 15,0 1-15,1 1 0,-2 0 0,1-1 0,1 1 0,-2-1 16,1 0-16,2 1 0,-2 1 16,1-2-16,-1 2 0,2-3 0,-1 1 0,1 0 0,-1-1 15,2 1-15,-3 1 0,2-1 16,-1-1-16,1 0 0,-1 1 0,0 0 0,1-1 0,-1 1 0,1 0 0,-1-1 0,-1 0 16,1 0-16,0 0 0,-1 1 0,0-1 0,3 1 0,-3-1 15,0 0-15,0 0 0,0 0 16,1 0-16,1-1 0,-2 1 0,0 0 15,2 1-15,0-1 0,0 0 0,0 0 16,-2 0-16,1 0 0,-1-1 0,0 1 0,1 0 0,-1-1 0,1 1 0,-1-2 0,1 2 0,-1-1 0,-1 0 0,1 1 0,-2 0 0,1 0 16,0-1-16,-1 0 0,-2 1 0,2-1 15,0 1-15,0-1 0,1 0 0,0 0 0,-1 1 0,1-2 16,-1 0-16,1 2 0,-3-1 16,0-1-16,1 1 0,0-2 0,-1 1 0,-1 1 0,2-2 15,0 1-15,-1 0 0,-1 1 16,1 0-16,0 1 0,-5 0 0,5-2 15,-2 2-15,1-1 0,0-1 0,-1 2 0,1-1 0,-1 0 0,0 0 0,0 1 0,0-1 16,-2 0-16,1 0 0,-1 1 0,0 0 0,0 0 16,-1 0-16,0 0 0,2 0 0,-1 0 15,-1 0-15,0 0 0,0 0 0,0 0 16,0 0-16,0 0 0,0 0 0,0 0 0,0 0 16,0 0-16,0 0 0,0 0 0,0 0 0,0 0 0,0 0 0,0 0 0,0 0 15,0 0-15,0 0 0,0 0 0,0 0 0,0 0 0,0 0 16,0 0-16,0 0 0,0 0 0,0 0 0,0 0 15,0 0-15,0 1 0,0 0 0,-1 0 0,-1 0 16,2 0-16,-1 0 0,0-1 0,0 1 0,1-1 16,-1 1-16,1 0 0,0 0 0,-2 1 0,1 0 15,0 0-15,0 0 0,-1 1 0,1 0 0,-1-1 16,1 0-16,1 0 0,0-2 0,-3 4 16,3-2-16,-1 2 0,-1 1 0,1-1 0,0 1 0,1-5 0,1 5 15,-1-1-15,0 2 0,0 0 0,0 0 0,0-1 0,0-5 16,0 6-16,0 0 0,0 1 0,-1-2 15,1 1-15,0 1 0,0-7 0,-1 8 16,1-1-16,0 2 0,-1-2 16,1 2-16,0-1 0,0-8 0,-2 9 0,1 0 0,-1 0 15,2 1-15,-1-1 0,1 0 0,0-9 16,-2 10-16,2-2 0,0 2 0,-2-1 0,1 1 0,1-1 0,0-9 16,1 9-16,-1 0 0,0 0 0,1 0 0,-1 1 0,0 0 0,0-10 0,0 9 15,0 0-15,0 0 0,-2 1 0,2 1 0,0-2 16,0-9-16,0 10 0,0-1 0,0 0 0,1 0 0,-1 0 15,0 0-15,0-9 0,1 7 16,-1 1-16,0-2 0,1 3 0,-1-3 16,0 1-16,0-7 0,0 8 0,0-2 0,0 0 15,0 0-15,0 0 0,0-2 0,0-4 0,2 5 0,-2 1 0,0-3 16,0 2-16,0-1 0,0 0 0,0-4 0,0 4 16,0-1-16,0 1 0,0 0 0,0-1 15,0 1-15,0-4 0,1 3 0,-1 0 0,0 0 16,0-2-16,0 1 0,0-1 0,0 0 0,0 0 0,0-1 15,0 1-15,0-1 0,0 0 0,0 1 0,0-1 0,0 0 0,-1 2 0,1-2 0,0 0 16,0 0-16,0 0 0,0 0 16,0 0-16,0 0 0,0 0 0,0 0 0,0 0 15,0 0-15,0 0 0,1-2 0,-1 2 0,0 0 16,-1 0-16,1 0 0,0 0 0,0 2 0,0-2 0,0 0 16,0 0-16,0 0 0,0 0 0,0 0 0,0 0 0,0 0 15,1-2-15,-1 2 0,0 0 0,0 0 0,-1 2 16,1-2-16,0 0 0,-2 0 0,2 0 0,0 0 0,0 0 15,0 0-15,0 0 0,0 0 0,0 0 16,0 0-16,-2 0 0,2 0 0,0 0 16,0 0-16,-1 0 0,1 0 0,-1 0 15,-1 0-15,0 0 0,1 0 0,-3 0 16,2 0-16,1 0 0,-2 1 0,0-1 0,0 2 0,0-2 16,0 0-16,0 0 15,3 0-15,-5 2 0,1-2 0,1 0 0,-2 0 16,1 1-16,-1-1 0,0 0 0,1 1 0,1-1 0,3 0 0,-5 1 15,0-1-15,0 0 0,-1 1 0,0-1 0,0 0 0,6 0 0,-6 0 0,0 0 16,0 0-16,-3-1 0,3 1 0,0 0 16,-3-2-16,3 2 0,-1-1 0,7 1 0,-8-1 0,0 0 0,1 1 0,-3-2 15,2 1-15,1 1 0,-2 0 0,1-2 16,-1 2-16,9 0 0,-9-1 0,0 1 0,0-1 0,9 1 0,-9 0 16,0 0-16,0 0 0,0 1 0,1-1 15,0 0-15,8 0 0,-10 0 0,0 0 0,1 0 16,-2 0-16,1 0 0,1 0 0,9 0 0,-12 1 15,3-1-15,-3 0 0,2 0 0,-1 0 0,0 0 16,-1 2-16,2-2 0,0 0 0,10 0 0,-10 0 0,0 0 0,0 0 0,-1-2 16,0 1-1,1 1-15,10 0 0,-11-1 0,1 1 16,0 0-16,-1 0 0,2-1 0,0 1 0,9 0 0,-9-1 16,0 1-16,0 0 0,0-1 0,-2 1 0,1 0 0,10 0 15,-10 0-15,2-1 0,-3 0 0,1 1 0,1 0 0,-1 0 0,10 0 16,-8-1-16,-1 1 0,1-2 0,1 1 0,1 0 0,-2 0 15,1 0-15,1-1 0,-2 1 16,8 1-16,-5-2 0,0 2 0,-1 0 16,1-3-16,2 2 0,0-1 0,3 2 0,-3 0 0,1-1 15,0 1-15,-1 0 0,3-1 0,0 0 16,-2 1-16,1-1 0,1 0 0,-2 1 0,2 0 0,0 0 16,0 0-16,0 0 0,0 0 0,0 0 0,0 2 0,0-2 15,0 0-15,0 0 0,0 0 0,0 0 0,0 0 0,0 0 16,0 0-16,0 0 0,0 0 0,0 0 0,0 0 15,0 0-15,0 0 0,0 0 0,0 0 0,0 0 0,0-1 16,0 0-16,0 1 0,0 0 0,0 0 0,0 0 16,0 0-16,0 0 0,0 0 0,0 0 15,0-1-15,0 1 0,0 0 0,0 0 0,0 0 0,0 0 16,0 0-16,0 0 0,0 0 0,0 0 0,0 0 0,0 0 16,0 0-16,0-1 0,0 1 0,0 0 0,0 0 0,0 0 15,0 0-15,-1 1 0,1-1 0,0 1 0,0-2 16,1 1-16,1-1 0,1-1 0,-2 0 0,1 1 15,-2 1-15,3-6 0,1 2 0</inkml:trace>
  <inkml:trace contextRef="#ctx0" brushRef="#br3" timeOffset="-160691.719">4325 7685 0,'0'0'0,"0"0"0,0 0 15,0 0-15,0 0 16,0 0 0,40 3-16,-40-3 0,0 0 15,0 0-15,8 1 0,1-1 0,-2 0 16,-7 0-16,10 0 0,2 0 0,-2-1 15,-10 1-15,8-1 0,-3 0 0,0 1 0,10 0 16,-3 0-16,0 0 0,-12 0 0,8 0 0,-1 0 0,1 0 0,-8 0 16,16 1-16,0 0 0,1-1 0,-17 0 0,8 0 0,2 0 15,-1 0-15,-9 0 0,22 1 0,-2-1 16,0 0-16,-20 0 0,12 0 0,0 0 0,-2 0 0,13 0 0,0 0 16,0 0-16,-23 0 0,13 0 15,-1 0-15,1 0 0,-13 0 0,30-1 0,1 0 16,1 0-16,-32 1 0,32-1 0,0 1 0,0-1 0,-32 1 15,30-1-15,0 1 0,0-2 0,-30 2 0,28-1 16,-1 1-16,1-2 0,-2 2 0,-2-1 16,0 1-16,-24 0 0,26-1 0,-2 1 0,1-1 15,-25 1-15,24-2 0,0 1 0,0 0 0,-24 1 16,23 0-16,-1-3 0,-1 2 0,-21 1 0,11 0 0,0 0 16,-1-1-16,-10 1 0,26-4 15,-1 3-15,2-1 0,-27 2 0,27-3 0,-1 0 0,0 0 16,-26 3-16,14-2 0,-2 1 0,1 1 0,-13 0 15,21-4-15,0 0 0,0 1 0,-21 3 0,30-4 16,-1 0-16,1 0 0,-30 4 0,30-4 0,-3 1 0,1 0 16,-28 3-16,15-1 0,-2-1 0,0 2 0,-13 0 0,20-1 0,-3 1 15,1 0-15,-18 0 0,10 0 0,-1 0 0,1 0 16,-10 0-16,21 0 0,0 0 0,0 0 0,-21 0 0,12-2 0,0 2 16,0 0-16,-12 0 0,20 0 0,-2 0 15,1 0-15,-19 0 16,11-2-16,-2 2 0,1 0 0,-10 0 15,15-1-15,1-1 0,-1 1 0,-15 1 0,9 0 0,-1-1 0,-1 1 0,-7 0 0,5-1 0,-2 1 16,0 0-16,-3 0 0,0 0 0,9-1 0,0-2 0,0 2 0,-9 1 16,6-2-16,-1 2 0,-1-1 15,-4 1-15,3-1 0,-1 1 0,-1-1 0,-1 1 0,1 0 16,0 0-16,0 0 0,-1 0 0,0 0 0,0 0 0,0 0 0,1 0 16,-1 0-16,0 0 0,0 0 0,0 0 15,0 0-15,0 0 0,5-1 0,1-1 0,-1 2 16,-5 0-16,4-3 0,-2 3 0,0 0 0,0 0 15,-1-2-15,0 2 0,-1 0 0,1 0 16,-1 0-16,0 0 0,0 0 0,0 0 0,0 0 16,0 0-16,0 0 0,0 0 0,0 0 0,0 0 0,0 0 0,0 0 15,0 0 1,0 0-16,0 0 0,0 0 0,0 0 0,0 0 0,0 0 16,0 0-16,0 0 0,0 0 0,0 0 0,0 0 0,0 0 0,0 0 0,0 0 0,0 0 0,0 0 15,0 0-15,0 0 0,0 0 0,0 0 16,0 0-16,0 0 0,0 0 0,0 0 0,0 0 0,0 0 15,0 0-15,0 0 16,0 0-16,0 0 0,0 0 0,0 0 16,0 0-16,0 0 0,0 0 0</inkml:trace>
  <inkml:trace contextRef="#ctx0" brushRef="#br3" timeOffset="-154082.693">4335 7686 0,'0'0'0,"0"0"0,0 0 16,0 0-16,48 0 16,-20 0-1,20-2-15,-48 2 16,0 0-16,0 0 0,0 0 0,9 0 0,0 0 0,-1 0 16,9-1-16,0 1 0,0 0 0,-17 0 15,10 0-15,-1 0 0,0 0 0,-9 0 16,20-2-16,-1 2 0,1 0 0,-20 0 15,10 0-15,2 0 0,-2 0 0,-10 0 0,26-1 0,-1 1 0,0-2 16,-25 2-16,25-1 0,1 0 0,-1 0 16,-25 1-16,34-2 0,0 0 0,0 2 0,-34 0 0,31-2 15,1 1-15,-1 0 0,-31 1 0,31-1 0,-1 1 16,0-1-16,-30 1 0,33 0 0,-2-1 16,2-1-16,-1 2 0,0-1 0,1-1 0,-33 2 0,32 0 0,-1 0 15,1-1-15,-32 1 0,36 0 0,1-1 0,-1 0 0,-36 1 16,36 0-16,-1-1 0,1 0 15,-36 1-15,31-1 0,0 0 0,0 1 0,-31 0 0,26-2 0,1 1 0,-1 0 0,-26 1 16,25-1-16,-2-1 0,0 1 16,-11 0-16,0 1 0,-1 0 0,-11 0 0,21-2 15,-1-1-15,0 3 0,-20 0 16,12-3-16,-1 2 0,-1 0 0,-10 1 0,15-3 0,1 2 0,-2-1 0,-14 2 0,10-2 0,-3 2 16,1-1-16,-8 1 0,16-2 0,-3 0 0,1 1 0,-14 1 15,10-2-15,-3 2 0,1-2 0,12 1 0,-1-1 16,-1 1-16,-18 1 0,12-2 15,-2 1-15,0 1 0,-10 0 0,20-2 16,0 2-16,0-1 0,-20 1 16,10 0-16,1-2 0,0 2 0,-11 0 0,3 0 0,1 0 0,0 0 0,-4 0 0,13 2 0,-2-2 15,-1 1-15,-10-1 0,8 2 0,-2-2 0,0 0 16,-6 0-16,11 2 0,0-2 16,0 1-16,-4-1 0,-2 0 0,1 0 0,-6 0 0,9 0 15,0 1-15,-1-1 0,-8 0 0,4 0 16,2 0-16,-2 0 0,-4 0 0,2 2 15,0-2-15,-1 0 0,-1 0 0,1 0 0,0 0 0,0 0 0,-1 0 0,9-3 0,-3 2 16,1-1-16,-7 2 0,6-2 0,-2 1 0,0 1 16,-3-2-16,1 2 0,-1-1 0,-1 1 0,1 0 0,0 0 15,-1 0-15,0 0 0,0 0 0,0 0 16,0 0-16,0 0 0,0 0 0,0 0 0,1 0 0,-1 0 16,0 0-16,0 0 0,0 0 0,0 0 0,0 0 15,0 0-15,0 0 0,0 0 0,0 0 0,0 0 16,0 0-16,0 0 0,0 0 0,0 0 0,0 0 0,0 0 15,0 0-15,0 0 0,0 0 0,3-1 0,-1 0 16,-1 1-16,2-1 0,-3 1 0,2-1 16,-2 1-16,1 0 0,-1 0 0,0 0 0,1-2 15,-1 2-15,0 0 0,0 0 0,0 0 0,0 0 0,0 0 16,0 0-16,0 0 0,0 0 0,0 0 0,0 0 16,0 0-16,0 0 15,0 0-15,0 0 0,0 0 0,0 0 16,0 0-16,0 0 0,0 0 0,0 0 0,0 0 15,0 0-15,0 0 0,0 0 16,0 0-16,0 0 0</inkml:trace>
  <inkml:trace contextRef="#ctx0" brushRef="#br3" timeOffset="-91297.243">9625 14279 0,'0'0'0,"56"-13"0,-23 7 0,7 12 0,-19 0 0,8 15 0,-29-21 0,16 11 15,-16-11-15,0 0 0,0 0 16,3 2-16,-1-1 0,-1 0 0</inkml:trace>
  <inkml:trace contextRef="#ctx0" brushRef="#br3" timeOffset="-49066.881">25013 496 0,'0'0'0,"0"0"16,0 0-16,5 98 16</inkml:trace>
  <inkml:trace contextRef="#ctx0" brushRef="#br3" timeOffset="6093.13">7375 13192 0,'0'0'0,"0"0"0,0 0 0,0 0 0,0 0 15,0 0 1,0 0-16,0 0 15,0 0-15,0 0 0,0 0 0,0 0 16,0 0-16,0 0 0,0 0 0,0 0 0,0 0 0,0 0 0,0 0 0,0 0 16,0 0-16,6 7 0,0-1 15,-1 0-15,-1-1 0,-1-1 0,0 0 0,-1-3 0,-1 1 0,-1 0 16,4 4-16,-2 2 16,1 0-16,-3-8 0,2 4 0,-1 1 0,-1-1 0,2-2 0,-2-1 15,0 1-15,4 7 0,-3 3 0,1-3 0,-2-9 0,3 8 16,-3-2-16,3 0 0,-3 4 15,0 0-15,1 1 0,-1-11 0,1 6 0,-1-2 0,0 1 0,-1 7 0,1-1 0,0-1 16,0-10-16,0 7 16,0-1-16,0-1 0,1 10 0,-1-1 0,0 0 0,0-5 0,0-1 15,0-1-15,0-7 0,3 17 0,-1-1 16,0 1-16,0-7 0,-1-1 0,2 1 0,-1 6 0,1 2 16,1-1-16,-4-17 0,2 10 0,-1-1 0,1 0 0,2 7 0,-1 1 15,0-2-15,-3-15 0,3 9 16,-2 0-16,1 0 0,1 6 0,-1-1 0,-1 0 0,1-6 0,-1 0 15,-1-1-15,0-7 0,2 15 0,-1-2 16,1 1-16,-1-7 0,0 1 0,1-1 0,-2-4 0,0 0 16,0-1-16,0-2 0,0 2 0,0-1 15,0 0-15,0-1 0,0 0 0,0 0 0,3-1 0,1-1 16,-1 1-16,-1 0 0,-1 1 0,1-1 0</inkml:trace>
  <inkml:trace contextRef="#ctx0" brushRef="#br3" timeOffset="7726.671">7390 13229 0,'0'0'0,"0"0"15,0 0-15,0 0 0,0 0 16,0 0-16,39 3 15,-3 4-15,-6-3 16,-30-4-16,0 0 16,0 0-16,10 1 0,-2-1 0,1 1 0,0-1 15,0 0-15,0 0 0,-1 0 0,0-1 16,1 1-16,0-1 0,-1 1 0,1 0 0,-1-2 0,1 2 0,-1-1 16,2 0-16,0 0 0,-1-1 0,1 1 0,-1 0 0,0 0 0,2-1 0,-2 1 15,1-1-15,1-1 0,-2 2 0,0-1 0,2 1 16,-1 0-16,0-1 0,2 2 0,-1-2 0,0 2 15,1 0-15,-1 0 0,0 0 0,0-1 16,-1 1-16,2-2 0,-1 0 0,-1 1 0,1-1 0,0 0 16,0 2-16,1-1 0,-1-1 0,-1 1 15,0-1-15,1 1 0,0-1 0,-1 1 0,2-1 0,-1 1 16,-1 0-16,-4 0 0,2 0 0,-1 0 0,3 0 16,0 0-16,0 1 0,2-2 0,0 2 0,-1 0 15,0 0-15,0 0 0,0 0 0,-2 0 0,1 0 0,-1 0 16,-2-2-16,1 2 0,0 0 0,-1-1 0,0 0 15,0 1-15,0-1 0,0 0 0,-1 1 0,0-1 0,0 0 0,1 0 16,-2 0-16,0 1 0,1-1 16,-6 1-16,6 0 0,-2 0 0,1 0 0,-2 0 0,1 0 0,0 0 15,0 1-15,-1 0 0,0-1 0,0 1 16,-1-1-16,-1 0 0,2 2 0,-1-2 0,-1 0 0,2 2 16,-2-2-16,0 1 0,0-1 0,0 0 0,0 0 15,0 1-15,-1-1 0,0 0 0,1 0 0,-1 0 16,0 0-16,1 0 0,-1 0 0,0 0 0,0 0 0,0 0 0,0 0 15,0 0-15,0 0 0,0 0 16,0 0-16,0 0 0,0 0 0,0 0 0,0 0 0,0 0 0,0 0 16,0 0-16,0 0 0,1 0 15,-1 0-15,0 0 0,0 2 0,0 0 0,0-1 16,1 2-16,-1 0 0,0 0 0,2 0 0,-2 0 0,0 0 0,1 1 0,-1 1 0,0-2 16,0-3-16,1 4 0,0 1 15,-1-1-15,1 4 0,0-2 16,0 1-16,0 1 0,-1-1 0,0 1 0,0 1 0,0 0 15,0-1-15,0-8 0,-1 10 0,1-1 0,0 0 0,0 3 0,0-1 0,0 0 16,0-11-16,0 14 0,0-2 16,0 1-16,0 2 0,0-1 0,0 1 0,0-15 15,1 18-15,0-3 0,0 0 0,1 1 16,-1-1-16,1-1 0,-1 3 0,-1-2 0,1-1 0,-1-14 0,2 15 16,-2 0-16,0 0 0,0 1 0,0-2 0,0 0 0,1 1 0,-1-2 15,0 1-15,0-14 0,2 12 0,-2 1 16,0 0-16,0-3 0,1 3 0,0-2 0,-1 1 15,0-1-15,0 0 16,0-11-16,0 10 0,0 0 0,0 0 0,-2 0 0,2-1 0,0 0 0,0-2 0,0 0 16,0 0-16,0-7 0,0 4 0,0 0 15,0 0-15,-2 0 0,1-1 0,1 1 0,-1-1 0,0 0 16,0-1-16,0-1 0,1 1 0,0-1 0,-1 0 0,1-1 0,0 1 16,-1-1-1,1 0-15,0 0 0,0 0 0,0 0 0,0 0 0,0 0 0,0 1 0,0-1 0,0 2 16,0-2-16,0 0 15,0 0-15,0 0 0,0 0 0,0 0 0,0 0 0,0 0 0,0-2 16,0 2-16,0 0 0,0 0 0,0 0 16,0 0-16,0 0 0,0 0 0,0 0 0,0 0 0,0 0 0,0 0 15,0 0-15,0 0 0,0 0 16,0 0-16,0 0 0,0 0 0,0 0 0,0 0 0,0 0 16,-1 2-16,1-2 0,0 0 0,-2 1 15,0-1-15,1 0 0,-2 2 0,0-2 0,1 0 16,-2 2-16,1-1 0,-1-1 0,-1 2 0,2-2 0,-1 1 15,-2 1-15,1-1 0,0 2 0,-2-1 0,1 0 0,-2-1 16,8-1-16,-7 2 0,-1 0 0,0-1 0,-1 2 16,0-1-16,0-2 0,-3 1 0,1-1 0,0 1 15,-4 0-15,2-1 0,0 0 0,13 0 0,-14 0 16,0 0-16,0 0 0,-3-2 0,1 2 16,-1-1-16,-1 1 0,0-2 0,2 1 0,-3-1 0,2 1 15,-2-1-15,19 2 0,-17-2 0,0 0 16,1 0-16,-1 0 0,2-1 0,-2 0 0,-1 1 0,2 1 15,-2-1-15,18 2 0,-17-2 0,1 0 0,0 0 0,0 0 16,0 0-16,1 0 16,0 0-16,0 1 0,1-1 0,1 1 0,1-1 0,-1 1 0,13 1 0,-11-1 15,1-1-15,-1 2 0,2 0 0,0 0 0,1 0 16,1 0-16,1 0 0,0 0 0,6 0 0,-6 0 0,3 0 0,-2 0 16,1 1-16,2 0 0,0 0 0,0-1 0,2 0 15,-3 0-15,2 0 0,1 0 0,0 0 0,-2-2 16,2 2-16,0 0 0,0 2 0,0-2 0,0 0 0,0 0 15,0 0-15,0 0 0,0 0 0,0 0 16,0 0-16,0 0 0,0 0 0,0 0 0,0 0 0,0 0 0,0 0 16,0 0-16,0 0 0,0 0 0,0 0 15,0 0-15,0 0 0,0 0 0,0 0 0,0 0 0,0 0 16,0 0-16,0 0 0,0 0 0,0 0 0,0 0 0,0 0 16,0 0-16,0 0 0,0 0 0,0 0 15,0 0-15,0 0 0,0 0 0,0 0 0,0 0 16,0 0-16,0 0 0,0 0 15,0 0-15,0 0 0,0 0 0,0 0 0,0 0 0,0 0 0,0 0 16,0 0-16,0 0 0,0 0 0,0 0 0,0 0 16,0 0-16,0 0 0,-1-2 0,0 2 0,0 0 0,1-3 15,0 1-15,0 0 0,-3-2 0,3 1 16,-1 0-16,0 0 0,0-1 0,1 2 0,1-3 0,-1 2 0,0 0 16,3-1-16,-1 0 0,-1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5T08:34:18.735"/>
    </inkml:context>
    <inkml:brush xml:id="br0">
      <inkml:brushProperty name="width" value="0.05292" units="cm"/>
      <inkml:brushProperty name="height" value="0.05292" units="cm"/>
      <inkml:brushProperty name="color" value="#7030A0"/>
    </inkml:brush>
    <inkml:brush xml:id="br1">
      <inkml:brushProperty name="width" value="0.05292" units="cm"/>
      <inkml:brushProperty name="height" value="0.05292" units="cm"/>
      <inkml:brushProperty name="color" value="#92D050"/>
    </inkml:brush>
    <inkml:brush xml:id="br2">
      <inkml:brushProperty name="width" value="0.05292" units="cm"/>
      <inkml:brushProperty name="height" value="0.05292" units="cm"/>
      <inkml:brushProperty name="color" value="#00B0F0"/>
    </inkml:brush>
    <inkml:brush xml:id="br3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16420 11753 0,'0'0'0,"0"0"0,0 0 16,0 0-16,0 0 15,0 0-15,0 0 16,0 0 0,0 0-16,0 0 0,0 0 0,-17-5 0,2 2 15,0 0-15,15 3 0,-12-2 0,3 0 0,0-1 0,9 3 16,-16-3-16,0 0 0,0 0 0,8 1 16,0 1-16,-1-1 0,9 2 0,-20-3 0,2 1 15,-2-1-15,20 3 0,-11-2 0,0 1 0,0-1 16,-14-1-16,1 1 0,-1-2 0,25 4 0,-26-2 0,2-1 15,-1 0-15,2 1 0,-1 0 0,1 0 0,23 2 0,-24-3 0,1 0 16,0 0-16,23 3 0,-27-1 0,2-2 16,-1 1-16,26 2 0,-28-4 0,0 2 0,0 0 0,28 2 15,-30-2-15,1-1 0,1 1 0,28 2 16,-34-2-16,1 0 0,1 0 0,-4 0 0,1 1 0,0-2 0,-3 1 16,1 1-16,-1-2 0,38 3 0,-35-1 0,0 0 0,0 1 15,-1-1-15,1 0 0,-1 0 16,36 1-16,-34-1 0,-2 1 0,2-1 15,34 1-15,-43-2 16,0 2-16,1-1 0,-12 1 0,2-1 0,0 0 0,1 1 16,2 0-16,-1 0 15,50 0-15,-46 1 0,2 0 0,0-1 0,0 1 0,1-1 0,0 2 16,43-2-16,-43 2 0,1-1 0,0 0 0,-9 1 16,-2-1-16,1-1 0,52 0 0,-50 1 0,1 1 0,-1-1 0,-4 1 0,2 0 0,1-1 0,51-1 15,-48 1-15,0 0 0,0 0 0,6-1 0,1 0 0,0 2 0,5-4 0,0 2 16,1 0-16,35 0 0,-30 0 15,0 0-15,1-1 0,29 1 0,-29-2 0,2 2 0,0-3 16,-3 3-16,1-2 0,-1 1 0,3 1 16,2 0-16,-1 0 0,26 0 0,-12-2 0,0 2 0,0 0 0,12 0 15,-20 0-15,2 0 0,-1 0 0,8 0 16,1 0-16,1 0 0,9 0 0,-16 0 0,1 0 0,1 0 16,4 0-16,2 0 0,0 0 0,8 0 0,-3 2 15,0-2-15,0 0 16,9-2-16,-1 2 0,0-1 0,-5 1 0,4 0 0,-1 0 0,1 0 15,-2-1-15,-1 1 0,0 0 16,-1 0-16,-6-2 0,1 0 0,-1 1 0,3-1 0,-1 1 0,1 0 0,-7-1 0,1 1 16,1-1-16,8 2 0,-6 0 0,1-1 15,0 1-15</inkml:trace>
  <inkml:trace contextRef="#ctx0" brushRef="#br0" timeOffset="31009.705">19660 1670 0,'0'0'0,"0"0"0,0 0 0,0 0 16,0 0-16,0 0 15,23 43 1,-9-19-16,-14-24 0,0 0 0,0 0 16,3 12-16,0 0 0,0-1 0,-3-11 15,2 7-15,-1-1 0,-1 0 0,0-6 0,2 15 16,-1 2-16,1-2 0,-2-15 0,1 9 0,-1 0 15,1 1-15,3 8 0,-2 2 16,0-1-16,-2-19 0,2 12 0,-1-2 0,1 1 0,-2-11 16,6 24-16,-2 0 15,2-2-15,-6-22 0,3 13 0,0-1 16,0 1-16,-3-13 0,4 25 0,0 0 0,0 0 16,-4-25-16,3 13 0,-1 1 0,0-2 0,-2-12 0,2 27 0,0 0 0,-1 0 0,-1-27 15,1 14-15,0 0 0,0 0 0,2 11 0,-2 1 0,1-1 16,-2-25-16,2 29 0,-1 0 0,-1-1 0,0-28 0,2 33 15,-2 0-15,0 0 0,0-33 0,0 0 0,3 42 0,-2-1 16,1 1-16,2-1 0,1 0 0,0-1 0,-5-40 16,0 0-16,4 38 0,-2 1 0,0-2 0,-3-2 0,-1 0 15,1-1-15,1-34 0,-2 17 0,2-1 0,-1 0 16,1-16-16,-8 23 0,3-2 0,0 1 0,5-22 16,-5 29-16,-1-1 0,0-1 0,6-27 0,-3 32 0,0-1 15,0 0-15,3-31 0,-3 37 0,0-2 16,0 0-16,3-35 0,-3 39 0,3-1 0,-1 0 0,2 1 15,-1-1-15,1 1 0,-1-39 0,2 39 0,-2 0 16,0 0-16,0-39 0,-1 39 0,1-1 0,0 0 0,0-38 16,-2 37-16,1 1 0,0-1 15,1-37-15,-3 38 0,2 0 0,-1 0 0,2-38 0,-2 39 0,1 0 0,0 0 16,1-39-16,0 39 0,-1 0 0,0 0 0,1-39 16,2 40-16,-2 1 0,1-2 0,1 0 0,0 1 15,-1 0-15,-1-40 0,4 40 0,-2-2 0,1 2 16,-3-40-16,5 39 0,-2 0 0,0 0 15,-3-39-15,2 38 0,0-1 0,-1 0 0,-2-2 0,1-2 16,0 2-16,0-35 0,0 38 0,0-1 0,0-1 16,0-36-16,0 39 0,0-2 0,0 1 0,4-3 15,-1-1-15,0 1 0,-3-35 16,3 35-16,-2 1 0,0-1 0,-1-35 0,1 36 0,0-1 16,0 0-16,4-1 15,-1-1-15,-1-1 0,-3-32 0,2 45 0,-1-3 0,2 0 0,-3-42 0,0 49 0,1-1 0,0 0 16,-1-48-16,-5 40 0,2-3 0,0 0 0,0-20 0,1 1 15,1 0-15,1-18 0,1 22 0,1 0 0,-1 0 16,0 2-16,-1-1 0,0 0 0,0-23 0,3 30 0,-2-2 16,1 0-16,-4-1 0,1 0 15,0-1-15,1-26 0,-1 28 0,-1 0 0,1 1 0,1-29 0,3 27 16,-2 0-16,1 0 0,-2 1 0,1 0 0,0 0 0,-1-28 16,-2 27-16,2 1 0,-1 0 15,2 0-15,-1-1 0,1 1 0,-1-28 0,2 29 0,-1 1 0,1-1 0,-7-1 16,1-2-16,1 2 0,3-28 15,-5 27-15,1 2 0,-2-2 0,6-27 0,-3 28 0,0 1 16,1-1-16,-2 1 16,1-1-16,0 0 0,3-28 15,-3 30-15,0-1 0,1 0 16,0-1-16,0 0 0,1-1 0,1-27 0,-2 27 0,-1-1 0,1-1 0,2-25 16,-3 26-16,2-1 0,-2 1 0,0 1 0,1 2 0,0 0 0,2-29 0,-2 25 0,1 2 0,0-1 0,-1 2 15,0-2-15,1 2 0,1-28 0,-2 28 16,0-1-16,1 2 0,-2-4 0,2-1 0,-1 3 0,2-27 0,-1 25 15,-1 1-15,1 1 0,-1-2 16,0 2-16,1-2 0,1-25 0,-3 27 0,3-2 0,-1 2 16,-1-2-16,1-1 0,-1 2 0,2-26 15,-2 25-15,1 1 0,-1-1 0,10 7 0,-2-2 0,0 0 0,-6-30 16,0 26-16,0 0 0,0 0 0,0-26 0,-4 23 0,-1 1 16,1-2-16,-1 0 15,2-1-15,-1 0 0,4-21 0,-3 25 0,1 0 16,1 0-16,-2-2 15,1 1-15,1 0 0,1-24 16,-5 24-16,2 0 0,-1 0 0,2-12 16,0 0-16,1 0 0,1-12 0,-3 25 0,1 0 15,-1 1-15,1-13 0,1 0 0,0 2 16,1-15-16,-3 24 0,2 1 0,-1 1 0,0-12 0,1-1 0,1 0 0,0-13 0,-3 23 0,2-3 0,-1 1 0,2-10 0,-1 2 16,0-3-16,1-10 0,-1 18 0,1 0 0,0 0 0,0-9 0,0 1 15,0 0-15,0-10 0,2 18 0,-2-2 0,0 2 16,1-8-16,-1 0 0,0-1 0,0-9 0,-2 13 0,1 1 0,0-3 15,0-3-15,0-1 0,1 0 0,0-7 16,-1 2-16,1 1 0,0 0 0,0-3 0,0 2 0,0-2 16,0 0-16</inkml:trace>
  <inkml:trace contextRef="#ctx0" brushRef="#br0" timeOffset="32059.887">19658 9527 0,'0'0'0,"0"0"0,0 0 16,54 7-16,-21-3 15,18-1 1,-25-3-16,-26 0 0,0 0 0,0 0 15,0 0-15,19 0 0,-1-1 0,0 1 0,-18 0 16,11 0-16,-2 0 0,1 0 0,-10 0 0,23-3 0,-1 1 16,-1 1-16,-21 1 0,25-1 15,-1-1-15,0 2 0,-24 0 0,32-2 0,-2 1 0,0 0 0,-30 1 0,33-1 16,1 0-16,-1-2 0,-33 3 0,38 0 0,-3-1 0,1-1 16,-36 2-16,43 0 0,-1-2 15,0 1-15,-42 1 0,48 0 0,0-1 16,-1 1-16,3-2 0,-1 2 0,0-1 0,-49 1 15,45-2-15,1 0 0,0 0 0,-9 0 0,0 2 0,1-2 0,-38 2 16,33-3-16,1 2 0,-1-1 0,11-1 16,1 0-16,-1 1 0,-44 2 0,49-3 0,-1 0 15,0 1-15,-4-1 16,0 1-16,0 1 0,-5 0 0,0-1 0,0 1 0,-39 1 16,36-1-16,0 0 0,0 1 0,3 0 0,-1 0 0,-1-2 0,-37 2 0,45 0 0,-1 0 0,0-1 15,4 1-15,-1 0 0,-1 0 0,1 3 16,-2-3-16,1 1 0,-46-1 0,42 2 0,0-2 0,0 2 0,-4-1 15,1-1-15,0 1 16,8 1-16,-1 0 0,1-1 0,-47-1 0,61 2 0,0-1 0,0 1 0,2 0 16,0 0-16,0-1 15,-3 3-15,-1-2 0,0 0 0,-59-2 0,57 3 0,-2-1 0,1 0 0,0 1 16,-1-1-16,-1 1 0,6 0 16,0-2-16,0 1 0,8 1 15,-1 1-15,-1-2 0,-66-2 0,63 3 0,0 0 0,-1-1 0,-4 0 0,1 0 0,-1-1 0,4 1 0,-1-1 16,-1 1-16,6-1 15,0 1-15,-1-1 0,-65-1 16,66 2-16,-2-2 0,2 2 0,-4-1 16,-2 1-16,1-1 0,-4 1 0,-3 0 15,1 0-15,-1 1 0,-2-1 0,0-1 0,7 2 16,-1 0-16,0-1 0,5 2 0,-1-2 0,1 2 0,-6-1 0,2 2 0,-1-1 0,-7 0 0,0 0 0,0 0 16,-5-1-16,-1 1 0,0 0 0,4 0 0,-2-1 0,0 0 15,3 3-15,-1-2 0,-1 1 0,2 0 16,-2 0-16,0 0 0,-6 3 0,-1-2 0,1 0 15,-7 1-15,0 1 0,0-1 0,-1 0 0,0-1 16,0 0-16,8 1 0,-1 0 0,0 1 0,9-1 16,-1 0-16,0 1 0,-1 1 0,1-2 15,0 0-15,-6 0 0,-1 0 0,0 1 0,-3-2 0,1 0 16,0 0-16,-6-2 0,0-1 0,0 2 0,-18-3 16,-1-1-16,0 1 0,-15-2 15,0 0-15,0 0 0</inkml:trace>
  <inkml:trace contextRef="#ctx0" brushRef="#br0" timeOffset="39753.286">20265 1476 0,'0'0'0,"0"0"0,0 0 0,0 0 16,0 0-16,0 0 15,0 0-15,0 0 16,0 0-16,0 0 0,0 0 16,0 0-16,0 0 0,0 0 0,0 0 0,0 0 0,0 0 0,5-11 15,1 2-15,0-1 0,-3 4 0,0 0 0,0 0 16,0 4-16,-2 1 0,0-2 0,0 2 15,-1 0-15,0 0 0,0 1 0,0 0 0,0 0 0,0 0 0,0 0 16,0 0-16,0 0 0,0 0 0,0 0 16,0 0-16,-9 1 0,0 0 0,-1 0 0,10-1 0,-5 3 15,-1-3-15,1 0 0,-6 6 0,1 0 16,0 0-16,10-6 0,-6 3 0,0 0 0,1 1 0,5-4 0,-14 10 16,0 0-16,2-1 0,3-3 0,2-1 15,0-1-15,7-4 0,-8 9 0,0 0 0,0 0 0,4-3 16,1-1-16,-2-1 0,5-4 0,-3 10 0,1 0 0,0 0 15,2-10-15,-2 4 0,1 2 16,1-1-16,2 4 0,0 0 0,0-1 0,-2-8 0,2 5 0,-1-2 16,1 2-16,-2-5 0,10 8 15,-3-2-15,1 1 0,-2-3 0,-2 1 0,1-2 16,9 5-16,-1-1 0,2 1 0,-15-8 0,8 4 0,-1 0 0,0 0 0,7 4 16,-2 0-16,1 1 0,-13-9 0,7 4 15,0 1-15,-1 0 0,4 5 0,-2-1 0,1 2 0,-9-11 16,5 5-16,-1 1 0,1-1 15,-5-5-15,4 11 0,2-1 0,-2 1 0,-4-11 0,2 6 0,1-1 16,-1 0-16,-3 8 0,1-2 0,0 0 16,0-11-16,-1 7 0,1-1 0,0 0 0,-13 6 15,0-1-15,0 1 0,13-12 0,-9 7 0,2-1 16,-1 0-16,8-6 0,-16 9 0,0-2 0,0 1 0,16-8 0,-9 4 16,0 0-16,1 0 0,-2-2 0,1-1 0,1 2 0,8-3 15,-5 0-15,0 1 0,0-1 0,5 0 16,-7-5-16,1 0 0,-1 0 0,3 1 0,0 1 0,1 0 15,3 3-15,-3-9 0,0 0 16,0 0-16,3 9 0,-3-5 0,2 1 0,-1-2 0,2 6 16,1-22-16,-1-1 15,0 1-15</inkml:trace>
  <inkml:trace contextRef="#ctx0" brushRef="#br0" timeOffset="40119.828">20482 1587 0,'0'0'0,"0"0"0,0 0 0,0 0 16,0 0-16,0 0 15,0 0-15,0 0 0,0 0 16,0 0-16,0 0 0,0 0 16,0 0-16,0 0 0,0 0 0,0 0 0,0 0 0,0 0 0</inkml:trace>
  <inkml:trace contextRef="#ctx0" brushRef="#br0" timeOffset="40329.828">20496 1878 0,'0'0'0,"0"0"0,0 0 16,0 0-16,0 0 15,0 0-15,0 0 16,0 0-1,0 0-15,0 0 0</inkml:trace>
  <inkml:trace contextRef="#ctx0" brushRef="#br0" timeOffset="42539.813">20977 1407 0,'0'0'0,"0"0"0,0 0 0,0 0 0,0 0 15,0 0 1,0 0-16,0 0 16,0 0-16,0 0 0,0 0 0,0 0 0,0 0 0,0 0 0,0 0 15,13 0-15,0 2 0,1-1 16,-6 0-16,-1-1 0,2 1 0,-9-1 0,15-3 0,0 0 15,0 1-15,-6-1 16,-9 3-16,9-1 0,-2-1 0,-7 2 0,17-7 0,-2 2 0,1-2 0,-8 2 0,1 3 16,0-2-16,-9 4 0,17-3 15,-1-2-15,0 1 0,-6 3 0,-1-1 0,0 0 0,-9 2 0,10-4 16,-1-2-16,0 2 0,-3 2 0,-2-1 0,1 0 0,-3 3 0,-1-1 0,1 0 16</inkml:trace>
  <inkml:trace contextRef="#ctx0" brushRef="#br0" timeOffset="42929.782">21225 1381 0,'0'0'0,"0"0"0,0 0 16,0 0-16,0 0 0,0 0 16,0 0-1,11 42-15,-11-42 16,0 0-16,0 0 0,5 13 0,0 0 0,0 0 0,-2-5 0,0 1 15,0 1-15,-1-1 16,0 1-16,1-2 0,-1 1 0,-1 1 16,0-1-16,1 4 15,-1-1-15,0 0 0,-1-12 16,0 12-16,0 2 0,0-3 0,-3 2 0,2-3 0,-1 0 0,0 1 0,-1-2 0,1 2 0,2-11 0,-2 11 0,2 0 0,-1 1 0,-1-3 16,2-3-16,0 3 0,-2-1 0,1 0 0,-1 0 0,0 0 15,0-1-15,1 0 0,1-7 0,1 7 16,-1 0-16,0-1 0,-1 0 0,-1 0 0,1 0 15,-4-1-15,0 1 0,1-1 0,-2-2 0,3-1 16,-2 1-16,5-3 0,-6 3 0,0-3 0,0 1 0,-3-1 16,2 1-16,1-1 0,-3 0 0,2 0 0,-1 0 15,8 0-15,-9 0 0,1 0 0,0 0 0,-1-1 16,1 0-16,0 1 0,-1-3 0,1 2 0,-1-1 0,1-2 16,1 0-16,-1 0 0,8 4 0,-7-5 0,0 0 15,0 1-15,-2-1 0,2 0 0,-1 1 0</inkml:trace>
  <inkml:trace contextRef="#ctx0" brushRef="#br0" timeOffset="43392.983">21385 1707 0,'0'0'0,"0"0"0,0 0 0,0 0 0,0 0 15,-6 47 1,1-14-16,8-8 15,-3-25-15,0 0 0,0 0 0,0 0 0,3 5 16,-1 1-16,-1-1 0,-1-5 0,3 5 0,-2-1 0,1 1 16,4-2-16,-2-1 0,1 0 0,1 0 15,-1-2-15,-1 1 0,1-5 0,0 1 0,0 1 0,-5 2 0,6-5 0,-1 0 16,1 0 0,1-2-16,-1 1 0,0-1 0,0-3 0,-1 1 15,0-1-15,-5 10 0,5-10 0,1-1 0,-2 2 0,-2 0 0,1 0 0,-1 1 0,-4 0 0,2 0 16,-1 0-16,-6 2 0,0 0 0,1-1 15,6 7-15,-8-6 0,-1 0 0,1 0 0,-2 5 16,1 0-16,1 0 0,-2 2 0,1 0 0,0 0 16,-1 0-16,3 0 0,-1 0 0,8-1 0,-9 1 0,3-1 15,-1 0-15,1-2 0,1 2 0,-1 0 0,3-5 16,1 2-16,-1-2 0</inkml:trace>
  <inkml:trace contextRef="#ctx0" brushRef="#br0" timeOffset="43889.772">21578 1416 0,'0'0'0,"0"0"0,0 0 0,0 0 0,12 42 16,-6 0-16,0-1 15,0-7 1,-6-34-16,0 0 0,0 0 0,3 15 0,-1-1 16,-1 0-16,2 2 0,-1-2 0,0 1 0,-2-15 0,2 13 15,-2-1-15,0 1 0,0-1 0,1 0 0,0 0 16,0-4-16,1 1 0,-1 1 0,1-2 0,-1-1 0,-1 0 16,0-7-16,2 5 0,0 1 0,0 0 15,-1-4-15,0 1 0,0-1 0,0 0 0,-1-2 0,0 2 0,2-4 16,-2 2-16,0 0 0,0 0 0,2-4 15,0 0-15,0 0 0,0-5 0,-1 0 16,1 3-16,2-6 0,-1 1 0,-1 1 0,5-3 16,-1-1-16,0 2 0,-6 12 0,8-12 0,-2 2 0,0-2 15,0 4-15,-2 1 0,1-2 0,0 4 0,0 0 0,0 0 0,-1 0 0,1 2 16,-1-2-16,-4 5 0,6 2 0,-2 0 0,1-1 16,-2 3-16,0 0 0,-1-1 0,2 2 0,-1 1 15,0-1-15,0 4 0,-1-2 0,0 1 0,-2-8 0,2 9 16,0 1-16,-1-2 0,0 2 0,0-1 15,0-1-15,-1 1 0,1 1 0,1 1 0,-2-11 16,-3 9-16,2 0 0,-1 1 0,-2-5 16,1 1-16,0 0 0,-2-6 0,2 0 0,0 1 15,3-1-15,0 0 16,0 0-16</inkml:trace>
  <inkml:trace contextRef="#ctx0" brushRef="#br0" timeOffset="44260.259">21933 1683 0,'0'0'0,"0"0"0,0 0 0,13 37 15,-13-37-15,7 51 16,-5-21-16,-2-30 0,6 23 16,-6-23-16,0 0 0,1 5 15,1-1-15,-1 0 0,-1-3 0,0 0 0,0-1 16,-1-3-16,-1 0 0,1-2 0,-1 1 15,2 0-15,0 0 0,2-2 0,-1 0 0,-1 0 0,3-3 0,-1-1 16,0 0-16,1-1 0,-1-2 0,1 2 16,3-4-16,-3 2 0,1-1 0,1 1 0,-1 0 0,1 0 0,1 1 15,0 2-15,0-1 0,-6 11 16,6-8-16,0 0 0,-1 0 0,-1 4 0,-1 1 0,0-1 16,2 4-16,-2-1 0,0 0 0,2 3 0,-1 1 0,0-1 0,4 4 15,-1 0-15,1 0 0,-8-6 0,10 9 16,-1 0-16,1 0 0,0 2 0,-1 0 0,-1 0 0,-3 0 0,-1-2 15,1 1-15,-2 1 0,0 0 16,0 0-16,-3-11 0,-1 12 0,1-2 0,0 1 0,-5 2 0,0 1 16,1-2-16,-2-3 0,1 0 15,1 0-15,-3-5 0,1-1 0,0-1 0</inkml:trace>
  <inkml:trace contextRef="#ctx0" brushRef="#br0" timeOffset="46514.92">22826 1473 0,'0'0'0,"0"0"15,0 0-15,0 0 0,0 0 16,0 0-16,0 0 16,0 0-16,0 0 15,0 0-15,0 0 0,0 0 0,0 0 16,0 0-16,0 0 0,-20-2 16,1 0-16,1 0 0,18 2 0,-12-1 0,2 0 0,-1 0 15,-1 7-15,0 0 0,0 0 0,12-6 16,-7 5-16,2-1 0,-1 0 0,3-2 15,2-1-15,-1 1 0,2-2 0,0 1 0,-1-1 16,0 0-16,1 0 0,1 11 0,-1-2 16,0 1-16,1-3 0,-1-2 0,0 1 0,0-6 0,6 11 15,0 0-15,0-1 0,0-4 0,-3-1 0,1 1 16,-4-6-16,11 11 0,-1 0 0,0 0 0,-10-11 0,7 6 16,-2 1-16,0-1 0,3 8 0,-1-2 15,0 1-15,-7-13 16,4 7-16,-1 1 0,1-2 0,-2 7 0,0-1 0,-1 0 0,-1-12 15,1 6-15,0 1 0,0 0 0,-1-7 0,-11 9 0,1 0 0,0-1 0,3-4 16,2 0-16,0 1 0,5-5 0,-17 6 0,2-1 0,1 0 0,14-5 0,-9 2 0,1 2 0,-1-2 16,-3-3-16,1 0 0,0 1 15,11 0-15,-7 0 0,2-1 0,-1 0 16,0-16-16,1 3 0,1-2 0</inkml:trace>
  <inkml:trace contextRef="#ctx0" brushRef="#br0" timeOffset="46900.326">23071 1220 0,'0'0'0,"0"0"0,0 0 16,0 0-16,0 0 16,7 45-16,-7 2 15,0-6-15,0-41 16,0 0-16,0 0 0,1 13 0,0 0 16,0 0-16,-1-13 0,2 14 0,-1-1 15,1 0-15,-1-2 0,-1 1 0,1-1 0,0 2 16,0-1-16,0 0 0,2 1 15,-1 0-15,-1 0 0,0 2 0,0-1 0,-1 0 16,0-14-16,1 14 0,0-1 16,0 1-16,1-3 0,0 2 0,0-2 0,0-1 15,-1 1-15,-1-1 0,-1-3 0,1 1 16,0-1-16,0-7 0,-4 6 0,2-1 0,0 1 0,-1-3 0,0 0 0,1-1 0</inkml:trace>
  <inkml:trace contextRef="#ctx0" brushRef="#br0" timeOffset="47130.082">22943 1641 0,'0'0'0,"0"0"0,0 0 0,0 0 16,0 0-1,0 0-15,60-19 0,-13 1 31,-47 18-31,0 0 0,0 0 0,13-3 0,2 0 0,-1-1 0,0 0 0,0-1 16,-2 0-16,2 0 0,-1 0 16,0 1-16,-2-2 0,-1 0 0,0 0 0,-3-1 0,-1 0 15,0 0-15</inkml:trace>
  <inkml:trace contextRef="#ctx0" brushRef="#br0" timeOffset="47541.375">23326 1520 0,'0'0'0,"0"0"0,0 0 0,0 0 15,0 0-15,16 55 16,-2-12-16,-9-6 16,-4-12-16,-1-25 0,0 0 15,0 0-15,0 0 0,2 7 0,0-1 0,0 1 16,1-5-16,0 2 0,0-3 0,1-1 0,1 0 15,0 0-15,2 0 0,-2 0 0,0 0 0,-5 0 0,9-3 16,-3-2-16,1 2 0,2-4 0,-2 1 0,0 0 16,-1-4-16,0-1 0,0 1 0,-6 10 0,8-12 15,-1 0-15,-1-2 0,0 2 0,-1 0 0,1 0 16,-2 0-16,1 1 0,-1 1 0,-1 2 0,0 1 0,0 1 16,-3 6-16,1-3 0,0 0 0,0 0 0,0 2 15,-1-1-15,0 1 0,0-1 0,0 2 0,0 0 16,-1 2-16,1-1 0,0 1 0,-1 5 0,-1-1 15,1 1-15,1-7 0,-2 6 0,1 0 0,0 1 0,2 2 16,-1-1-16,0 1 0,1 0 0,-1-1 0,0 0 16,1 2-16,0 0 0,0-1 0,-1-9 15,1 9-15,1-1 0,-1 1 0,2-1 0,-1 0 0,-1 0 0,1-2 16,1-2-16,-1 1 0,0-4 0,0 1 0,0-1 0,1-4 16,0-1-16,0 1 0</inkml:trace>
  <inkml:trace contextRef="#ctx0" brushRef="#br0" timeOffset="48059.835">23777 1257 0,'0'0'0,"0"0"16,0 0-16,0 0 0,12 41 0,2 2 15,-3-1 1,0-4-16,-5 9 16,-6-47-16,0 0 0,0 0 15,1 17-15,-1-1 0,0 0 16,2 0-16,-1-1 0,1 0 0,-1-2 0,0 0 0,0-1 0,-1-12 16,1 9-16,1 1 0,-1-1 0,1-2 0,-1 0 15,0 0-15,1-1 0,0 0 0,0 0 0,1-3 0,-2 0 0,1 1 16,-2-4-16,2 2 0,-1 1 0,0-1 15,1-2-15,-1 0 0,-1 0 0,1-6 0,0 1 16,0-1-16,-1 6 0,3-9 0,0 0 0,0 0 16,2-3-16,-1 0 0,-1 0 0,1 5 0,-2-1 0,1-1 0,-3 9 15,2-6-15,-1 0 0,-1 0 0,-1 2 16,0-1-16,0 1 0,-5 2 0,1-1 0,1 2 0,-5 2 0,1-1 16,1 0-16,7 0 0,-12 5 0,0-1 0,0 1 15,2 2-15,-1-1 0,2 2 0,-3-1 0,2-2 16,0 1-16,-1 0 0,2 1 0,-1 0 0,10-7 0,-7 8 15,-1-2-15,0 3 0,1-3 16,2 2-16,0-2 0,-1 0 0,3-1 0,0 0 0,3-5 0,0 6 0,-1 1 16,0-1-1,3 0-15,-1-1 0,0 2 0,4-1 0,0-1 16,-2-2-16,-3-3 0,9 2 0,0 1 0,0-2 0,2-2 0,-1-2 16,0 1-16,4-4 0,-1 1 0,1 1 0,-2-5 0,0-1 0,1 2 15,-2-4-15,1-1 0,0 2 0</inkml:trace>
  <inkml:trace contextRef="#ctx0" brushRef="#br0" timeOffset="48249.712">24034 1535 0,'0'0'0,"0"0"0,0 0 16,0 0-16,0 0 15,14 49-15,-10-7 16,-2-7-16,-2-35 15,0 0-15,0 0 0,0 0 0,-1 9 0,0 1 16,0-1-16,-3-4 0,2 0 0,0 0 0,-3-7 0,0 2 0,1-1 16,2-4-16,1-1 0,-1 1 0</inkml:trace>
  <inkml:trace contextRef="#ctx0" brushRef="#br0" timeOffset="48379.945">24044 1407 0,'0'0'0,"0"0"0,0 0 0,0 0 0,0 0 16,0 0-16,0 0 16,0 0-16,0 0 15,0 0-15</inkml:trace>
  <inkml:trace contextRef="#ctx0" brushRef="#br0" timeOffset="48751.43">24155 1603 0,'0'0'0,"0"0"0,0 0 0,0 0 16,0 0-1,0 0-15,45-5 0,-12-4 16,-33 9-16,0 0 0,0 0 0,8-6 16,0 1-16,0 0 0,-2-2 15,0-2-15,-1 2 0,-5 7 0,3-8 0,0 0 0,0 1 0,-2-3 0,-1 1 16,1-1-16,-2 3 0,1 1 15,0 0-15,-3 0 0,0 1 0,0 1 0,3 4 16,-6-2-16,0 1 0,0 0 0,-2 3 0,0 1 16,0 0-16,0 3 0,1-1 0,0 2 0,-1 0 15,2-2-15,0 2 0,-4 0 0,0-1 0,1 0 16,9-6-16,-8 9 0,-1-3 16,1 2-16,2-1 0,1 2 0,1 0 15,1 0-15,1-1 0,1 0 0,-1 0 16,1 0-16,1 1 15,0-9-15,0 7 0,0 0 0,0 0 16,5 0-16,-1 1 0,1-1 0,4-2 0,-2 1 0,-1 0 0,6-5 0,-1 2 16,0-2-16,-11-1 0,14-1 0,-2-2 0,1 3 15,2-7-15,0 0 0,-1 1 0,2-6 0,-1 2 0,-1-2 0</inkml:trace>
  <inkml:trace contextRef="#ctx0" brushRef="#br0" timeOffset="49029.936">24525 1449 0,'0'0'0,"0"0"0,0 0 0,0 0 16,-46 19-16,15 1 16,20-2-1,2 0-15,9 2 16,0-20-16,0 0 0,0 0 16,3 5-16,0 0 0,-1 0 0,3 2 15,0-2-15,-1 0 0,4 2 0,-3-1 0,0-1 0,-5-5 0,9 7 0,-2-1 16,0 0-16,-1-1 0,-1 0 0,-1 1 0,0-3 15,-2 2-15,1-1 0,-3-1 0,0 0 0,0 0 0,0-3 16,-3 3-16,0 2 0,1-1 0,-4 0 0,0-1 16,1 0-16,-3 1 0,-1-1 0,0 0 0,3-3 15,-2 1-15,1-1 0,7 0 0,-6-3 0,0 3 0,0-1 16,3-4-16,2 2 0,-1 0 0,2-6 0,0 0 16,0 0-16</inkml:trace>
  <inkml:trace contextRef="#ctx0" brushRef="#br0" timeOffset="49700.076">24847 1398 0,'0'0'0,"0"0"0,0 0 0,0 0 15,45-24 1,-9 0-16,-10-1 0,-9-7 15,-17 32 1,0 0-16,0 0 0,5-12 0,0 1 0,1 0 0,-1-1 0,-2 0 0,1-1 16,0 0-16,-1 0 15,1-1-15,-4 14 0,0-12 0,0 0 0,0 0 16,-4 1-16,2 1 0,-1 1 0,0 0 0,0 1 0,0 1 16,-1 2-16,1-1 0,-1 1 15,0 3-15,1 0 0,0 0 0,3 2 0,-3 0 0,1 0 16,1 0-16,-2 3 15,2-2-15,-1 1 0,-1 3 0,0 0 0,0 0 0,-2 3 0,2 0 0,0-1 16,-1 5-16,2 1 0,0-3 0,2-10 0,-5 15 0,2 0 0,0 0 0,0 1 16,2 1-16,-1-2 0,0 0 0,2 3 0,0-3 0,4 1 15,-2 1-15,0-2 0,1 2 0,0 0 16,-1-1-16,-2-16 0,2 14 0,0-2 0,1 0 0,1 2 16,-2-2-16,1 0 0,1 3 0,-1-3 0,0 0 0,0-1 15,-1-1-15,0 1 0,-2-11 0,2 9 0,0-1 16,-1 0-16,1-2 0,0 0 0,-1-2 0,2 0 0,-1-2 15,-1 0-15,-1-2 16,2 1-16,-1-1 0,-1 2 0,2-4 0,-1 2 0,0 0 16,2-5-16,-1 0 0,-1-1 15,4-3-15,-1 0 0,1 0 16,-5 9-16,6-12 0,-1 2 0,-1-1 0,2-1 0,1 1 16,-1-1-16,0 2 15,0-1-15,1 1 0,0 1 0,-2 0 0,0 0 16,-5 9-16,6-5 0,-1 0 0,1-1 0,-3 1 15,1 2-15,1-1 0,-3 3 0,-1 0 0,1-1 0,0 1 0,0 1 0,1 0 0,1 4 16,0 0-16,-1 0 0,-3-4 0,6 6 0,-1 0 0,0-1 0,1 5 0,-2-1 16,0 0-16,0 4 0,1-1 0,0 0 0,-1-1 0,-1-2 15,0 0-15,-3-9 0,3 14 0,-1-1 0,0-1 16,-1 0-16,0 0 0,0-1 0,3-1 0,-1-1 0,0 1 16,-3-10-16,2 8 0,-1-2 0,1 0 15,-2-4-15,0-1 0,0 2 0,6-6 0,0 3 16,-2-1-16</inkml:trace>
  <inkml:trace contextRef="#ctx0" brushRef="#br0" timeOffset="50094.829">25496 1406 0,'0'0'0,"0"0"15,0 0-15,-43 16 0,17-7 16,-16 21-1,20-14 1,-2 19-16,24-35 0,0 0 16,0 0-16,-5 7 0,2-1 0,0 0 15,3-6-15,-6 11 16,1-2-16,1 1 0,1-5 0,0 1 0,0 0 0,3-6 0,-1 2 16,0 0-16,0 0 0,1-2 0,7 5 0,-2-1 0,-1 1 15,-1-4-15,0 2 0,0-1 0,-3-2 0,10-5 0,-3 0 0,1 1 0,-8 4 16,5-3-16,0 1 0,-1-1 0,10-13 0,-3 2 0,1-1 0,-12 15 0,7-8 15,0-1-15,1-1 0,1-3 0,-1 2 16,1-2-16,-9 13 0,5-7 0,-1 1 0,0-1 0,-1 3 0,-2 2 16,1 0-1,0 1-15,-2 0 0,0 1 0,0 0 0,1-1 0,-1 1 0,0 0 0,-1 11 16,0-1-16,0 0 0,1-10 0,-2 6 0,2 0 0,0 0 16,5 4-16,-2 3 0,1-3 15,-4-10-15,2 9 0,1-4 0,-1 1 0,2 6 0,2-2 16,-2 2-16,-4-12 0,3 6 0,-1 0 0,1 0 15,-3-6-15,1 3 0,0-1 0,0 0 0,0-1 16,-1-1-16,0 1 0</inkml:trace>
  <inkml:trace contextRef="#ctx0" brushRef="#br0" timeOffset="50446.188">25686 1425 0,'0'0'0,"0"0"0,0 0 15,0 0-15,0 0 16,0 0-16,27 35 16,-8 1-1,-19-36-15,0 0 0,0 0 0,4 12 0,0-1 0,0 0 16,-1-2-16,-2 1 0,-1 0 0,0-10 16,3 10-16,-3 0 0,1 1 0,-2-3 0,1 1 15,0 0-15,-3-2 0,2-2 0,-1 2 16,-3-5-16,1 0 0,-1 1 15,1-2-15,-1 0 0,1-1 0,2-1 16,0 0-16,0 0 0,0-2 0,2 2 0,0-1 0,0 2 0,2-6 0,-2 1 0,0 1 0,0-5 16,1 1-16,0-1 0,3-2 0,-1 0 0,0-1 0,3 1 15,-3 0-15,1 0 0,-4 11 0,7-12 0,0 1 0,-1 1 16,-1 1-16,0 0 0,1 1 0,-3 1 0,0 1 16,0 0-16,2-1 0,-2-1 0,0 2 0,-3 6 0,4-8 15,-2 2-15,1 1 0,-1-4 0,0 0 0,0 1 16,3-2-16,-1 1 0,0 0 0</inkml:trace>
  <inkml:trace contextRef="#ctx0" brushRef="#br0" timeOffset="51161.553">26171 1066 0,'0'0'0,"0"0"0,0 0 0,7 44 15,-2 2 1,-4-8-16,1-5 0,4 6 16,-6-39-16,0 0 0,0 0 0,3 15 15,-1 0-15,-1 0 0,2 0 0,-2 0 16,1-1-16,2 0 0,0 0 0,0 1 0,0-2 0,-1-1 15,0 1-15,0-2 16,-1 0-16,0 1 0,0 0 0,0 0 16,-1-1-16,-1-11 0,1 9 15,0 0-15,-1 1 0,2-2 0,-1-1 0,-1 1 0,1-3 16,-1 0-16,0 0 0,2-1 0,-1 0 0,0 0 0,0-2 0,0 1 0,0-1 0,-1-2 0,1 1 0,-1 0 0,0 0 0,1 0 16,-1-1-16,0 0 0,2-1 15,-2-1-15,0 1 0,0-4 0,0 2 0,0-1 0,-2-1 16,2 1-16,0 1 0,0 3 15,-1-7-15,1 0 0,0 2 0,-2-2 0,1 1 0,1 0 0,-2-2 16,1 2-16,1-2 16,-1 0-16,0 1 0,0 0 0,-3 2 0,1 0 0,0 0 0,3 5 15,-6-4-15,1 1 0,1 1 0,-2-2 0,1 1 16,0-1-16,-2 0 0,-1 2 0,0-2 0,-1 3 0,1 0 16,0 1-16,-2 1 0,0 0 0,0-1 0,10 0 15,-10 4-15,0-2 0,0 2 0,-2-1 16,2 0-16,0 0 0,2 1 0,-1-2 0,2-1 15,0 3-15,0 0 0,0-1 0,0 3 0,1 0 0,-1-1 16,1 2-16,2-2 0,-1 0 0,-1 3 0,1-2 0,1 1 16,1-1-16,0 0 0,0 0 0,3-6 15,-1 8-15,0-3 0,0 2 0,5-3 0,-2 2 0,1-1 0,-1-1 16,0-1-16,0 1 0,5 0 0,-1 1 0,0-1 0,2-1 0,0-1 16,-1 1-16,-7-3 15,10 4-15,0-1 0,-1 1 0,1-2 0,-2 0 16,0-1-16,3-1 0,-1 2 0,1-1 0,1-4 15,0 2-15,-1-1 0,2-1 0,-1 1 0,0 1 0,-12 1 16,15-6-16,-3 0 0,0 0 0,0 5 0,-2 1 16,0-2-16,0-2 0,-1 0 0,-1 1 0,-8 3 15,7-6-15,-1 2 0,-1-1 0,1 1 16,-2 0-16,2-1 0,-6 5 0,3-4 0,1-1 0,0 1 16,0 2-16,-2-2 0,0 2 0</inkml:trace>
  <inkml:trace contextRef="#ctx0" brushRef="#br0" timeOffset="90619.808">20129 2295 0,'0'0'0,"0"0"0,0 0 0,0 0 16,0 0-16,0 0 15,0 0-15,0 0 16,0 0-16,0 0 0,0 0 0,0 0 15,0 0-15,0 0 0,0 0 0,0 0 16,0 0-16,0 0 0,0 0 0,0 0 0,1 17 0,-1 0 0,0-1 16,1-6-16,-1 0 0,0-1 15,0-9-15,0 20 0,0-1 0,0 0 0,0-9 0,0 0 0,0 1 16,0-11-16,-1 24 0,1 1 0,0-1 0,0-24 0,0 14 16,0 0-16,0 0 0,0-14 0,-1 25 15,1 0-15,0-1 0,0-24 0,0 12 16,0 1-16,0 1 0,0-14 0,0 20 0,1 0 0,0 0 15,0-8-15,-1 0 0,0-3 0,0-9 0,-6 21 16,0-2-16,1 0 0,5-19 0,-4 12 0,1-2 16,0 1-16,1-7 0,1-1 0,-1 2 0</inkml:trace>
  <inkml:trace contextRef="#ctx0" brushRef="#br0" timeOffset="91000.048">20144 2400 0,'0'0'0,"0"0"0,0 0 0,0 0 0,0 0 0,30-38 16,0 9-1,-6 12-15,-6 5 16,-18 12-16,0 0 0,0 0 16,7 0-16,0 0 0,0 0 0,2 3 0,-3 1 0,1-1 0,0 1 0,-2 0 15,0-1-15,-5-3 0,6 7 0,1 0 16,-1 0-16,0 1 0,0 0 0,1 0 0,-1 1 16,-2 0-16,1 1 0,-5-10 0,1 8 15,0 1-15,0 0 0,-2-1 0,1-1 0,0 2 16,-3-1-16,0-1 0,0 2 0,3-9 0,-7 10 0,0 0 15,0-1-15,1-2 0,2 0 0,-2 0 0,-3 3 0,0-1 16,0 0-16,-5 0 0,1-2 0,-1 1 0,14-8 16,-14 5-16,0 0 0,2 0 0,-3-4 0,3-1 0,-2 0 15</inkml:trace>
  <inkml:trace contextRef="#ctx0" brushRef="#br0" timeOffset="91489.94">20720 2465 0,'0'0'0,"0"0"0,0 0 0,0 0 15,0 0 1,0 0-16,0 0 0,0 0 15,0 0 1,0 0-16,0 0 0,0 0 0,0 0 0,0 0 0,0 0 0,0 0 16,0 0-16</inkml:trace>
  <inkml:trace contextRef="#ctx0" brushRef="#br0" timeOffset="91709.675">20743 2789 0,'0'0'0,"0"0"0,0 0 0,0 0 0,0 0 15,0 0 1,0 0-16</inkml:trace>
  <inkml:trace contextRef="#ctx0" brushRef="#br0" timeOffset="94142.531">21257 2368 0,'0'0'0,"0"0"0,0 0 0,0 0 16,0 0-16,0 0 15,0 0-15,45-2 16,-45 2-16,0 0 15,0 0-15,0 0 0,11 0 0,-2 0 0,0 0 0,9-2 0,-1 0 16,0-1-16,-17 3 0,9-1 0,0 0 16,1-1-16,-5 1 0,-2 1 0,0-1 0,-2 1 15,0 0-15,0 0 0,1 0 0,-2 0 16,0 0-16</inkml:trace>
  <inkml:trace contextRef="#ctx0" brushRef="#br0" timeOffset="94461.672">21394 2297 0,'0'0'0,"0"0"0,0 0 0,0 0 15,0 0-15,19 47 16,0 0-16,-9-10 0,-10-37 16,0 0-1,0 0-15,4 13 0,0-2 0,0 2 16,-4-13-16,4 11 0,0 3 0,0-2 0,0 3 15,0-1-15,0 0 0,0 1 0,-1 2 0,1-2 0,-4-15 0,1 15 0,0 0 16,-1-1-16,0-1 0,0 1 0,0-1 0,-2-2 16,1 0-16,1 0 0,0-11 0,-2 8 0,1-1 0,-1 2 15,-1-4-15,0 0 0,0 0 0,0-2 16,1 0-16,0 0 0,2-3 0,-4 2 0,2-2 0,-1 1 16,-3 1-16,0-2 0,1 1 0,5-1 0,-10 2 0,-1-1 15,1 1-15,-3 0 0,0-1 0,0 0 0,13-1 16,-12 3-16,0-2 0,0 1 0,-1-4 0,0 2 15,1 0-15,12 0 0,-10-5 0,1 1 0,0 0 16</inkml:trace>
  <inkml:trace contextRef="#ctx0" brushRef="#br0" timeOffset="94860.028">21599 2588 0,'0'0'0,"0"0"0,0 0 0,0 0 16,8 45-16,6-2 15,-6-10 1,0-16-16,-8-17 0,0 0 0,0 0 0,5 7 15,-1-4-15,0 1 16,-4-4-16,5 3 0,-1 0 0,0-1 0,1-2 0,-2 0 0,0 0 0,2-2 0,1-1 16,-1 0-16,2-2 15,-1 0-15,1-1 0,-7 6 0,6-9 0,-2 1 0,1 1 0,-4-1 16,1-2-16,0 1 0,-1-2 0,-1 1 0,0 0 0,0 10 0,-2-9 16,1 1-16,-2-1 0,-1 0 15,-1 0-15,1 1 0,-2 2 0,-1 0 0,1-1 0,6 7 0,-8-3 16,0-1-16,0-1 0,1 4 15,1-1-15,0 2 0,-2-1 0,1 1 0,0-1 16,7 1-16,-7 1 0,0-1 0,0 1 0,2-2 0,2 0 16,-1 0-16</inkml:trace>
  <inkml:trace contextRef="#ctx0" brushRef="#br0" timeOffset="95369.837">21797 2280 0,'0'0'0,"0"0"0,0 0 16,0 0-16,8 66 15,-7-6-15,2-9 16,-1 0-1,-2-51-15,0 0 0,0 0 0,1 14 16,-1 0-16,1 0 0,1 0 0,-2-1 0,1-1 16,1-2-16,-2 0 0,2 1 0,-2-11 0,2 8 0,0 2 15,-1-1-15,3-1 16,-2-1-16,0-1 16,0-1-16,-1-2 0,1 2 0,-2-5 0,1 1 0,-1 2 0,1-1 0,-1-2 0,0 0 15,0 0-15,0 0 0,2-2 0,-2-1 0,0 2 0,0-6 0,0 1 0,0 1 16,3-3-16,-3-3 0,1 1 0,1 4 15,-2-1-15,1 0 0,-1 7 0,2-11 0,1 0 0,-1 2 16,2-3-16,1 0 0,0 3 0,-2 0 0,0 0 0,0 0 16,-3 9-16,4-8 0,0 1 0,0 0 15,2 1-15,-1 0 0,1-1 0,0 4 0,-3 0 16,1 2-16,-4 1 0,6 0 0,-1 0 0,0 0 16,-1 0-16,-1 1 0,1-1 0,-4 0 0,5 6 0,-1-1 15,1 0-15,1 2 0,-3 2 0,1-3 0,-1 5 16,-1-2-16,0 1 0,-2-10 0,3 10 0,-1 1 0,0-2 15,1 4-15,-2-1 0,1 1 0,-2-13 16,-2 11-16,2 0 0,0-1 16,-5 1-16,0 1 0,-1 0 0,0-4 0,0-1 0,0 0 0,1-2 0,1-2 15,1 2-15</inkml:trace>
  <inkml:trace contextRef="#ctx0" brushRef="#br0" timeOffset="95809.475">22075 2476 0,'0'0'0,"0"0"0,0 0 0,6 51 15,-4-5-15,-8-16 16,-1-11-1,0-3-15,7-16 0,0 0 0,0 0 0,-2 3 16,1-1-16,-1 1 0,2-3 16,-1 3-16,0-3 0,0 3 0,1-3 0,0 0 0,0 1 0,0-3 0,0 0 15,0-1-15,0 3 0,2-6 16,-2 0-16,0 0 0,2-5 0,-1 1 0,0-2 0,-1 12 16,3-12-16,0-1 0,-1 0 0,3 0 0,-2-2 0,0 3 0,2-2 15,1 3-15,-1-1 0,-5 12 16,7-10-16,-1 1 0,0-1 0,2 6 0,-3-1 0,0 1 15,3 3-15,0 0 0,0-2 0,-8 3 16,9 4-16,-1-4 0,-1 2 0,5 2 0,-3 1 0,2 1 16,-4 0-16,1 0 0,0-1 0,-8-5 15,8 10-15,-2 0 0,1-2 0,-3 5 0,-2-3 16,0 0-16,-2-10 0,-1 14 0,0-2 0,0-1 0,-2 3 0,1 0 0,1 1 16,-2-2-16,0-1 0,0 0 0,3-12 15,-8 11-15,1-1 0,1 1 0,0-5 0,2-1 0,-1 1 0</inkml:trace>
  <inkml:trace contextRef="#ctx0" brushRef="#br0" timeOffset="97347.672">22787 2391 0,'0'0'0,"0"0"0,9 46 0,-5-17 0,6 37 16,0 6-1,-5-34-15,-5-38 0,0 0 16,0 0-16,0 0 0,-3 28 16,1-2-16,1 2 0,1-28 0,-5 30 0,-1-1 0,2 1 0,1-15 0,1-1 15,-1 1-15,3-15 0,-12 23 0,1 1 0,0-3 0,11-21 16,-6 14-16,0-2 15,0 1-15,2-8 0,2-1 0,0 0 0,-6 5 0,2 0 0,-1-1 16</inkml:trace>
  <inkml:trace contextRef="#ctx0" brushRef="#br0" timeOffset="97669.704">22732 2553 0,'0'0'0,"10"-45"0,-2-1 16,-6 21-16,18-6 16,-2 4-16,6 12 15,3 4-15,-27 11 16,0 0-16,0 0 0,9-4 0,-1 2 0,1-1 0,-2 5 16,2 0-16,-2-1 0,-7-1 0,9 6 0,0 0 0,-1-1 15,3 3-15,-1 0 0,-1 1 0,1 1 0,0 1 16,0-1-16,-10-10 0,5 13 0,-1-2 15,-1 0-15,-4 2 0,0-3 0,0 0 0,-5 0 0,2 1 16,-1 0-16,5-11 0,-9 10 0,2-1 0,-1 1 16,-2 1-16,0-2 0,1 0 0,-5-2 0,2-1 0,-1 2 15,13-8-15,-12 3 16,-1 2-16,1-1 0,0 0 16,0-1-16,0 0 0,12-3 0,-10 0 0,0 0 0,1 0 0,2-5 0,0 1 15,0-1-15,5-1 0,0 0 0,1-1 0</inkml:trace>
  <inkml:trace contextRef="#ctx0" brushRef="#br0" timeOffset="98125.774">23244 2400 0,'0'0'0,"0"0"0,0 0 0,0 0 16,0 0-1,0 0-15,0 0 0,0 0 16,0 0 0,0 0-16,0 0 0,-22 11 0,-1 2 0,1-1 0,22-12 15,-20 12-15,3 0 0,-1 0 16,18-12-16,-12 10 0,2 1 0,0-1 0,2 0 0,2-1 16,0 1-16,6-10 0,-3 6 0,-1 1 0,1-1 0,3-1 15,-1-1-15,0 1 0,5-2 0,0-1 0,0-1 16,-4-1-16,8 3 0,-2-3 0,0 0 0,2-3 0,-1 1 0,-1 0 15,-6 2-15,10-5 0,-2-1 16,0 1-16,3-5 0,-1 3 0,0-1 0,2-3 0,-1 0 0,-1 1 16,-10 10-16,10-10 0,-1 1 15,1 0-15,-5 2 0,0 0 0,1 1 0,-6 6 0,2-4 16,0 0-16,1 1 0,-1 1 0,-2 1 0,1-1 0,-1 4 0,0-2 0,0 0 0,0 0 16,-1 3-16,1-1 15,0 1-15,-3 2 0,1 1 0,1-1 0,-1 2 16,1 0-16,-1-1 0,2-6 15,1 11-15,-1-2 0,0 3 0,3-3 0,-2 0 0,2 1 0,0 0 0,0-2 0,0 1 16,0-2-16,0 1 0,-1-2 0,-2-6 16,4 6-16,0-1 0,-1 1 0,2-5 0,-2 0 0,0 0 0,0-4 15,2-1-15,-1 0 0</inkml:trace>
  <inkml:trace contextRef="#ctx0" brushRef="#br0" timeOffset="98444.521">23577 2393 0,'0'0'0,"0"0"0,0 0 0,0 0 16,-52 23-16,16-2 16,20-6-1,14 4-15,2-19 0,0 0 0,0 0 16,2 8-16,-1 0 0,1-1 15,-2-7-15,3 7 0,-2 0 0,2-1 0,0 1 0,0-2 16,0 1-16,2 1 0,-1 1 0,2-1 0,-6-7 0,4 8 16,-1-2-16,0 2 0,0-4 0,0 2 0,0 0 15,-3-1-15,0-1 0,0 1 0,0-5 0,-3 3 16,2 0-16,-1 1 0,-1-3 0,1 1 0,0 0 0,-4-1 16,0 2-16,2-3 0,4 0 0,-6-2 0,1 1 0,-1 0 15,2-4-15,1 1 0,0 1 0,1-2 16,1 3-16,0-1 0</inkml:trace>
  <inkml:trace contextRef="#ctx0" brushRef="#br0" timeOffset="98715.6">23795 2348 0,'0'0'0,"0"0"0,0 0 0,0 0 15,0 0-15,0 0 16,0 0-16,-60 34 15,60-34-15,0 0 0,0 0 0,-13 11 16,0-1-16,1 0 0,12-10 0,-7 8 16,1 1-16,1-1 0,4 1 0,1 0 15,0-2-15,3 3 0,-3-2 16,1 2-16,-1-10 0,6 8 0,-1 1 0,0-2 16,-1 0-16,-1-2 0,0 0 0,-2 1 0,-1 0 0,0 0 0,-2-2 0,1 0 15,0 0-15,1-4 0,-4 3 0,0 1 0,0 1 0,0-2 0,1-1 16,0 2-16,-2-3 0,2 1 0,0-1 0,0-4 0,2 1 15,-1-2-15,0 2 0,1-1 0,1-1 0</inkml:trace>
  <inkml:trace contextRef="#ctx0" brushRef="#br0" timeOffset="99079.703">23879 2476 0,'0'0'0,"0"0"0,0 0 0,0 0 16,45-19-16,-9-1 16,-13-7-1,-4 1-15,-19 26 0,0 0 16,0 0-16,4-8 0,0 0 0,0-1 16,-1 2-16,-3 0 0,1 1 0,-3 0 0,0 1 0,0-1 0,2 6 0,-4-2 15,0 1-15,0 0 0,-3 2 0,1 0 16,0 0-16,-3 3 0,-1 2 0,1-2 0,9-4 0,-11 9 15,1 0-15,0-1 0,1 1 0,1 2 0,-1-1 16,0-1-16,1 2 0,-1-1 0,9-10 0,-6 11 0,0-3 16,-1 1-16,3-1 0,2 1 15,0-2-15,-1 0 0,1 0 0,1-1 0,1 2 0,0 0 0,0 0 16,0-8-16,6 9 0,0-3 0,0 1 16,3-3-16,0-2 15,0 0-15,3-4 0,0 1 0,0-2 0,4-1 0,0-1 16,-1 2-16,-15 3 0,18-7 0,-1-1 0,0 2 15,1-9-15,-1 2 0,0-1 0</inkml:trace>
  <inkml:trace contextRef="#ctx0" brushRef="#br0" timeOffset="99339.449">24267 2307 0,'0'0'16,"0"0"-16,0 0 0,0 0 0,-44 23 0,13 0 15,15-4 1,9 1-16,7-20 0,0 0 0,0 0 15,3 8-15,1-1 0,-1 0 0,0-1 16,0 1-16,0-1 0,-3-6 0,6 10 16,0-2-16,0 2 0,-1-1 0,-1-1 0,-1 3 0,1-4 0,-2 2 15,1 0-15,-3-3 0,1 0 0,0 0 0,-3-2 0,2 1 16,0-1-16,0-4 0,-3 5 0,0 0 16,0-1-16,-1 2 0,1-3 0,0 0 15,-2 0-15,-1-3 0,2 2 16,-1-7-16,0 3 0,1 0 0,4 2 0,-3-8 15,3-1-15,-2 0 0,1-1 0,1-2 0,0 1 0</inkml:trace>
  <inkml:trace contextRef="#ctx0" brushRef="#br0" timeOffset="99560.287">24657 2101 0,'0'0'0,"0"0"0,41 41 16,-9 4-16,-7 3 16,-7 9-1,-13-8-15,-11-8 16,6-41-16,0 0 0,0 0 0,-2 15 0,1-2 16,-1 1-16,-1-1 0,0-2 0,1 2 0,-5-1 0,0 2 15,0-2-15,7-12 0,-7 11 0,-1-2 0,1 0 0,4-5 16,-1-1-16,-1 0 0</inkml:trace>
  <inkml:trace contextRef="#ctx0" brushRef="#br0" timeOffset="99715.271">24659 2429 0,'0'0'0,"0"0"0,0 0 16,29-31-16,-1-9 15,0 0 1</inkml:trace>
  <inkml:trace contextRef="#ctx0" brushRef="#br0" timeOffset="100049.978">24876 2132 0,'0'0'16,"0"0"-16,0 50 0,-4 6 15,1-5-15,7-3 16,-5-8 0,-7-5-16,8-35 0,0 0 0,0 0 0,0 0 0,-4 9 15,2 0-15,0 0 0,-1-4 16,1 0-16,1 2 0,-1-6 0,2 3 0,-1-2 0,0 0 0,1-2 16,0 1-16,2-5 0,-2 2 0,1-1 0,-1 3 0,6-6 15,0 0 1,0 0-16,4-4 0,-3-1 0,2 2 0,1-3 0,-1 2 0,1-1 0,0 2 15,-1 0-15,-1 0 0,2 3 0,-1 2 0,0-2 0,-9 6 16,7-2-16,-1 0 0,0-1 0,1 7 0,-1-1 0,-1 1 16,0 3-16,0 1 0,-1 0 0,1 2 15,-1-1-15,-1 0 0,-1 3 0,-1 0 0,-1 0 0,0-12 16,-1 9-16,1 0 0,0 0 0,-2 1 0,1-2 0,0-1 0,-2-2 16,2-2-16,-1 0 15,1-5-15,-2 1 0,2 1 0</inkml:trace>
  <inkml:trace contextRef="#ctx0" brushRef="#br0" timeOffset="100379.939">25131 2406 0,'0'0'0,"0"0"0,0 0 0,0 0 0,43 11 15,-13-9-15,-5-15 47,-6-2-47,-19 15 0,0 0 0,0 0 0,0 0 0,0 0 0,5-7 0,0 2 0,0-1 0,-5 6 16,3-6-16,0 1 0,0 0 15,-2 1-15,-1 0 0,0 0 0,-2 0 0,1 2 0,-1-2 0,-2 3 0,-1 1 0,2 0 0,-3 3 16,1 0-16,1-1 0,4-2 0,-9 3 0,1 1 0,1 0 0,0 0 0,1-1 0,0 1 0,0 2 16,0 0-16,1-1 0,0 1 0,1 0 15,0 1-15,2-2 0,-1 0 0,1 1 16,0-1-16,0 1 0,1 0 0,1-6 0,0 5 15,0 0-15,0 0 0,6-2 0,-2 2 16,2 0-16,2-3 0,0-2 0,1 3 0,5-1 16,-2 0-16,0-1 0,3-2 0,-1 1 0,-1-1 0,2-2 0,0 0 0,0 0 0,-15 3 15,17-9-15,-1 2 0,-1 0 0</inkml:trace>
  <inkml:trace contextRef="#ctx0" brushRef="#br0" timeOffset="100762.502">25634 2316 0,'0'0'0,"0"0"16,0 0-16,0 0 15,0 0-15,0 0 0,0 0 16,45-9 0,-45 9-16,0 0 0,0 0 0,13-4 0,-1-1 15,-1 1-15,0-1 0,-3 1 0,-8 4 0,8-4 0,2-3 16,-2 1-16,-1 0 0,-7 6 0,5-9 0,-2 3 0,0-1 15,-3-1-15,1 3 0,0-1 0,-3 1 0,2 1 16,0-2-16,-3 5 0,0 0 0,-1-1 0,-3 3 16,1-1-16,0 0 0,-4 2 0,3 1 0,-1-3 0,8 0 15,-9 6-15,0-3 0,-1 2 0,1 2 16,0 0-16,-1 1 0,1-1 0,1 1 0,0-2 0,2 3 16,-2 0-16,1-3 0,2 3 0,0 0 15,-1-2-15,2 1 0,0 0 0,1 0 0,1-2 16,1-1-16,-1 3 0,4 1 0,-2-2 15,1 2-15,0 0 0,0 0 0,-1 0 0,5 0 0,-2-1 0,0 1 16,4-4-16,0-1 0,0 0 16,8-4-1,-1 0-15,0 0 0,1-4 0,0 2 0,0-1 0,2-4 0,-1-1 0,0 1 0</inkml:trace>
  <inkml:trace contextRef="#ctx0" brushRef="#br0" timeOffset="100986.204">26122 2172 0,'0'0'0,"0"0"0,0 0 0,0 0 16,-5 57-16,-8-2 16,-6-7-16,-4-4 0,23-44 15,0 0-15,0 0 0,-8 13 16,1-1-16,-1 1 0,8-13 15,-6 10-15,0 1 0,0-2 0,-1-1 16,0 1-16,0-1 0,1-5 0,3 1 0,-1-1 0,-1-4 0,2-1 0,0 1 0,0-1 0,1 0 0,1 1 0</inkml:trace>
  <inkml:trace contextRef="#ctx0" brushRef="#br0" timeOffset="101193.261">25961 2235 0,'0'0'0,"0"0"0,0 0 0,0 0 16,29 38-16,-29-38 16,37 49-1,-11-10-15,1-14 16,-27-25-16,0 0 0,0 0 0,6 8 0,1-1 16,-1 1-16,-1 1 0,0-3 0,0 2 0,1-1 0,-2 0 15,0 1-15,-4-8 0,8 3 0,1 1 0,-1 0 0,3-6 16,-3 2-16,0-1 0</inkml:trace>
  <inkml:trace contextRef="#ctx0" brushRef="#br0" timeOffset="101639.885">26494 2186 0,'0'0'0,"0"0"0,0 0 15,0 0-15,0 0 16,-45 13-16,5 11 16,9 4-16,31-28 15,0 0-15,0 0 0,-6 8 0,0-1 0,0 0 16,0 3-16,1-1 0,0 0 0,1 2 0,1 0 0,0 0 0,1 1 16,0-3-16,-1 2 0,3-11 0,-1 8 0,1 0 15,0 1-15,5-4 0,-1 2 0,0-1 0,2-3 16,-1 0-16,-1 0 0,3-4 0,-2 0 0,1 1 0,3-3 15,-1-1-15,1 1 0,0-3 16,-1-2-16,1 2 0,-9 6 0,11-10 0,0 1 0,-1 0 0,2-2 0,-2 1 16,1-1-16,-2 1 15,0 1-15,0-1 0,-5 3 0,-1 0 0,0 0 0,-2 2 0,0 1 16,-1 1-16,1 1 0,-1 0 0,0 1 0,0 1 0,0-2 16,0 2-16,-1 2 0,1-2 0,0 0 15,-2 3-15,1-1 0,1-1 0,1 4 0,-1 1 16,0-1-16,-1 3 0,1-2 15,0 0-15,-1 3 0,1-3 0,0 3 0,0-9 0,0 8 0,0 0 0,0 0 0,2 2 16,-1-1-16,0-1 0,0-2 16,0 0-16,0 1 0,1-4 0,-1 0 0,-1 2 0,1-5 0,0 0 15,0 0-15,2-6 0,1 3 0,0 0 16</inkml:trace>
  <inkml:trace contextRef="#ctx0" brushRef="#br0" timeOffset="102169.474">26696 2238 0,'0'0'0,"4"45"0,-5-3 0,-2-10 0,-2-11 16,3-6-1,0-8 1,2-1-16,0-6 0,0 0 0,0 0 15,1-3-15,0 3 0,0-2 0,0-2 0,1 0 0,0 0 0,1-3 0,0 1 16,0-2-16,-3 8 0,4-9 0,-2 1 16,0 0-16,4-5 0,-1 2 0,1-1 0,2 0 0,-1 0 15,0 1-15,1 1 0,0 1 0,-1 1 16,-1 0-16,0 3 0,-1-2 0,-1 6 0,-1 0 0,0 1 16,2 3-16,-1 0 0,0 0 0,-4-3 0,4 6 0,-1 1 15,0-1-15,0 2 0,-2-2 16,1 2-16,0 2 0,-1-4 0,0 2 0,0 1 0,1-1 0,-1 0 0,1-1 15,-2-1-15,1 0 16,-2 0-16,1-1 0,0 0 0,0-3 0,0 1 16,0-1-16,0-2 0,0 0 15,0 0-15,0 2 0,0-1 0,0 0 0,-1-1 0,1 0 0,0 0 0,1-6 0,0-1 0,0 1 16,1-3-16,-1 0 0,0 0 0,2-1 0,-1 1 0,0-1 0,4 0 16,-1-2-1,-1 3-15,4-3 0,1 0 0,-2 3 0,3-3 16,-2 3-16,0-2 0,1 5 0,-1 0 0,-1-1 0,1 5 15,-3 1-15,0 1 0,0-2 0,-1 1 0,2 0 16,-3 5-16,0-4 0,0 3 0,-3-3 0,3 4 0,1 1 16,1 0-16,-1 2 0,-1 2 0,0 0 0,1 1 15,-1 0-15,1 0 0,-1-3 0,-2 1 0,1-2 16,-1-3-16,0 0 0,0 1 0,-1-3 0,0 0 0,0 0 16,0-1-16,0 0 0,0 0 0,1 2 0,-1-2 15,0 0-15</inkml:trace>
  <inkml:trace contextRef="#ctx0" brushRef="#br0" timeOffset="111773.431">20264 3298 0,'0'0'0,"0"0"16,0 0-16,0 0 15,0 0-15,0 0 0,0 0 16,0 0-16,0 0 0,0 0 0,0 0 0,0 0 16,0 0-16,0 0 0,-19 2 15,0 1-15,0-3 0,19 0 0,-13 2 0,2-2 0,0 1 0,11-1 16,-19 9-16,2-1 15,-1 1-15,18-9 0,-11 5 0,2 0 0,0 0 16,9-5-16,-16 15 0,2-2 16,0 2-16,14-15 0,-9 9 0,2-2 0,-1 2 0,8-9 0,-9 20 0,0 0 0,-1-1 15,10-19-15,-5 11 0,1 0 0,-1 0 16,1 8-16,-1 0 0,2 1 0,3-20 0,-3 11 0,2-1 16,-1 1-16,2-11 0,0 0 0,8 19 0,-1 1 0,-1-2 15,-6-18-15,3 12 0,1-3 0,0 2 0,-4-11 16,16 13-16,-1-4 0,0 3 0,-15-12 0,9 5 0,0 2 15,0-3-15,-9-4 0,19 0 16,1 0-16,-1 0 0,-19 0 0,11-1 0,0 0 0,0 1 0,6-5 16,1-1-16,-1 0 15,-17 6-15,9-3 0,1 0 0,-1 0 0,-9 3 0,4-2 0,-1 1 16,0 1-16,-3 0 0,5-9 0,-2 0 0,0 3 0,-3 6 0,3-5 16,-2 1-16,1-1 15,-2 5-15,-3-7 0,1-2 0,1 2 16,1 7-16,-2-5 0,1 2 0,-1-2 0,2 5 0,-1-1 0,1-1 0,0 1 15,0 1-15,-2-10 0,2 1 0,0-1 0,0 10 16,-1-4-16,1-2 0,0 2 0,0 4 0,8-9 16,-1 2-16,-1 0 0,-6 7 0,6-5 0,-2 2 0,1-1 15,-3 1-15,-1 2 0,1 0 0,-1 1 16,-1-1-16,1 1 0,-1 0 0,10 2 0,-2-1 0,1 2 16,-9-3-16,5 1 0,1 1 0,-1-1 0,5 6 15,-2 0-15,0-1 0,-8-6 0,5 4 0,0 0 16,-1 0-16,-4-4 0,6 13 0,0 1 0,0 0 0,-6-14 15,3 8-15,0 0 0,0-1 0,0 7 16,0-1-16,0 0 0,-3-13 0,2 8 0,-1 0 0,-1-2 16,0-6-16,1 14 0,-1 1 15,0-1-15,0-14 0,1 8 0,-1 0 0,0 0 0,0-5 0,0 0 0,0 1 16,0-4-16,4 4 0,-1-1 0,0 1 0</inkml:trace>
  <inkml:trace contextRef="#ctx0" brushRef="#br0" timeOffset="111969.565">20754 3402 0,'0'0'0,"0"0"0,0 0 15,0 0-15,0 0 16,0 0-16,0 0 15</inkml:trace>
  <inkml:trace contextRef="#ctx0" brushRef="#br0" timeOffset="112159.859">20766 3752 0,'0'0'0,"0"0"0,0 0 16,0 0-16,0 0 0,0 0 15,0 0 1,0 0-16,0 0 0,0 0 16</inkml:trace>
  <inkml:trace contextRef="#ctx0" brushRef="#br0" timeOffset="113679.644">21243 3155 0,'0'0'0,"0"0"0,0 0 0,0 0 16,0 0 0,0 0-16,0 0 15,0 0-15,0 0 16,0 0-16,0 0 0,0 0 0,0 0 0,0 0 15,0 0-15,16 4 0,0 2 0,-1-1 0,-5-1 0,-1-2 16,1 2-16,-10-4 0,16-5 16,-1 1-16,0 0 0,-15 4 0,9-2 0,-1-1 0,-1 0 15,-7 3-15,18-6 0,-3 0 16,0 1-16,-15 5 0,9-4 0,0 1 0,0-1 16,-6 2-16,0 2 0,1-2 0,-4 2 0,2 0 0,-2 0 0,1 0 15</inkml:trace>
  <inkml:trace contextRef="#ctx0" brushRef="#br0" timeOffset="114029.951">21364 3122 0,'0'0'0,"0"0"16,0 0-16,0 0 16,0 0-1,9 44-15,2-3 0,-11-41 16,0 0-16,0 0 0,2 12 0,-1 0 0,1 0 0,0 0 16,0-3-16,0 2 15,-2-11-15,1 13 0,0-1 0,0 1 0,2 4 16,0-2-16,0-1 0,-3-14 0,2 16 0,-1 1 0,1-3 15,-3 1-15,0-2 0,1 1 16,-3 0-16,3-1 0,-1 1 16,1-14-16,0 15 0,0 1 0,0 1 0,1-3 0,-1 0 0,0 0 0,0-14 15,1 14-15,0-1 0,0-1 0,-2 0 0,0-4 0,0 1 0,1 0 16,0-2-16,0 1 0,0-8 0,1 6 0,0-1 16,0 0-16,-2 0 0,1-2 0,0-1 0,0-2 0,-4-1 15,1 1-15,1-1 0,-4-2 0,1 2 16,1-3-16,4 4 0,-8 0 0,1-1 0,0-1 15,-2-1-15,1 3 0,0 0 16,8 0-16,-12-6 0,3 2 0,-2 0 0,0 0 0,0 2 16,2-2-16,9 4 0,-11-3 0,1 0 0,1 1 0,-1-2 15,1 1-15,-1-1 0,10 4 0,-9-5 0,2 0 0,-2 1 16,4-5-16,0 2 0,0-1 0</inkml:trace>
  <inkml:trace contextRef="#ctx0" brushRef="#br0" timeOffset="114389.593">21513 3486 0,'0'0'0,"0"0"0,0 0 0,0 0 0,11 51 15,-1-9 1,-11-12-16,4-2 15,-3-28-15,0 0 0,0 0 16,2 7-16,-1-2 0,1 2 0,3-4 0,-2 0 16,0 0-16,-3-3 0,5-2 0,-2 2 0,1 0 15,1-4-15,0 2 0,-1-1 0,1-3 0,-1 2 0,2-2 0,-6 6 16,6-8-16,0 2 0,-1-1 0,2-2 0,-3 1 16,1-1-16,-2 2 0,0-1 0,0 2 15,0-1-15,-3 2 0,1 0 0,-1 5 0,-4-5 16,1-1-16,1 1 0,-2 2 0,1-1 0,-1 0 0,4 4 15,-7 0-15,0 0 0,1-1 0,-2 2 0,0 1 16,0-1-16,0 2 0,0 2 16,0-2-16,8-3 0,-7 6 0,-1-1 15,0 0-15,2-5 0,0 2 0,1-2 16,5 0-16,-3-5 0,1 2 0,1-1 0,0 2 0,1-2 0,0 1 0</inkml:trace>
  <inkml:trace contextRef="#ctx0" brushRef="#br0" timeOffset="114839.465">21649 3224 0,'0'0'0,"0"0"0,0 0 0,0 0 0,0 0 16,14 61-16,-3 1 16,-2-10-1,-9-52-15,0 0 0,0 0 0,0 0 0,3 15 0,-1 2 0,-1 0 16,2-3-16,-2-1 0,1 1 15,-2-14-15,4 13 0,0 0 0,0 0 16,0-2-16,-1 0 0,0 0 0,-2-2 0,0 0 16,-1 0-16,0-9 0,3 5 0,-1 0 0,-1 0 0,2-2 0,-2 0 15,1-1-15,-2-2 0,0 1 0,1-1 16,0 2-16,0-5 0,0 1 0,0 0 0,-1 2 0,4-9 16,-2 3-16,0-2 0,1 0 0,1 1 15,-1-1-15,-3 8 0,6-9 16,-1 0-16,0 0 0,2 1 0,-1 1 0,0-1 0,-6 8 0,8-7 0,-3 0 0,0 0 0,1 3 15,-1-1-15,1 0 0,-6 5 16,6-3-16,-1 0 0,-1 0 0,2 5 0,-2-1 0,1-1 0,1 5 16,-2 0-16,1-2 15,-5-3-15,6 6 0,-1-1 0,0-1 0,0 3 0,-2 1 0,0 0 0,-3-8 0,4 10 16,-2-1-16,1-1 0,-1 2 0,-1-1 0,1-1 0,-2-8 16,-1 9-16,0-1 15,1 0-15,-3 1 0,2-2 0,-1 1 0,-1-1 0,0 0 16,1 0-16,2-7 0,-1 2 0,1-1 15,0 1-15,0-5 0,0 0 0,0 0 0</inkml:trace>
  <inkml:trace contextRef="#ctx0" brushRef="#br0" timeOffset="115229.521">22081 3462 0,'0'0'0,"0"0"0,0 0 16,0 0-16,5 43 15,-4-2-15,0-9 16,-3-10-16,2-22 16,0 0-16,0 0 0,-1 6 15,0-1-15,0 0 0,0 0 0,1-4 0,-1 2 0,0-1 16,1-1-16,0 1 0,0-2 16,0 0-16,0 0 0,0 0 0,2-2 0,-2 0 0,0 0 15,1-6-15,1 1 0,-1 1 0,-1 6 0,4-12 0,0 0 16,0 0-16,3-2 0,-1-2 0,0 1 0,3 0 0,-2 0 0,1 0 15,-8 15-15,7-12 0,-1 0 0,0 1 0,1 1 0,-2 3 16,-1 1-16,1 1 16,-1-1-16,1 3 0,0 3 0,-1 0 0,1 0 0,-5 0 0,7 3 0,-1 2 15,0-1-15,1 1 0,0 0 0,-1 0 0,-6-5 0,6 8 16,-1-2-16,1 1 0,-1 2 0,-1 0 0,1 0 0,-1 1 0,0 0 16,-1-1-16,-3-9 0,4 13 0,1-1 0,-1 0 15,-1 0-15,-2-1 0,1-1 0,-5 2 0,3-3 16,-1 2-16,1-11 0,-5 10 0,2-1 0,-1 2 0,-1-4 15,2-1-15,0 2 0,1-4 0,1-2 16,-1 1-16,1-1 0,1-2 0,0 0 0,0 0 0</inkml:trace>
  <inkml:trace contextRef="#ctx0" brushRef="#br0" timeOffset="115991.563">22922 3363 0,'0'0'0,"0"0"0,12-39 16,-11 12-16,-16 16 16,-9 13-16,-6 16 15,-6 10 1,36-28-16,0 0 0,0 0 0,0 0 0,-13 10 0,0-1 0,0 0 16,1 2-16,2-1 15,-2 0-15,3 2 0,0-2 0,0 1 0,9-11 16,-6 11-16,1-2 0,1 1 15,1-1-15,3-2 0,-1 1 0,2-2 0,0 0 0,0 0 0,-1-6 0,3 6 0,1-3 0,-1 3 0,3-2 16,0-1-16,0 0 0,3-2 16,0 0-16,0-1 0,-9 0 0,9-4 0,1 0 0,1 0 0,1-2 15,-1-1-15,-1 1 0,2-3 0,0 0 16,0 0-16,-12 9 0,12-8 0,-1-1 0,-1 1 16,1-3-16,-1 1 0,0 0 15,-10 10-15,8-6 0,-2-3 0,0 3 0,0 0 16,0 3-16,0-2 0,0 4 0,-3-1 0,0 1 0,-3 1 0,2-1 0,-1 1 0,1-1 15,-4 1-15,0 0 0,1 0 0,0 2 0,0-2 16,0 0-16,1 4 0,0 1 0,0-2 0,0-3 0,-1 7 16,0-2-16,0 1 0,1 5 15,0 0-15,0 0 0,0-11 0,0 12 0,-1 0 0,-1 0 0,5 6 16,0 0-16,-1-1 0,-2-17 0,1 19 0,0-1 0,0 1 0,-3-1 16,0 0-16,1-1 15,-1 2-15,1 0 0,1-1 0,0-18 0,-5 17 0,3 1 0,0-1 0,-3-2 16,2-2-16,0 1 15,-1-2-15,0 2 0,1-2 0,3-12 0,-5 7 0,1 1 0,-1-1 0,-1-1 16,0-2-16,1 2 0,5-6 16,-5 3-16,-1 0 0,1 1 0,-2-5 0,2 0 15,-1 1-15,0-4 0,0 0 0,1 0 0,5 4 16,-4-5-16,1-2 0,1 1 0,-3-3 0,1-1 0,0 1 16,4 9-16,-3-12 0,1-2 0,-1 1 15,6-1-15,-1 2 16,1 0-16,1-1 0,1-1 0,-1 1 15,-4 13-15,9-11 0,-2-2 0,0 1 0,-1 0 0,-1 1 0,-1-1 16,-4 12-16,15-12 0,-3 0 0,2-1 0,-14 13 0,15-12 0,0 1 0,0 0 0,-2-2 16,0-1-16,0 1 0,-13 13 0,9-12 0,-1 0 15,0 1-15</inkml:trace>
  <inkml:trace contextRef="#ctx0" brushRef="#br0" timeOffset="116359.767">23171 3405 0,'0'0'0,"0"0"0,0 0 0,0 0 0,0 0 16,0 0 0,0 0-16,0 0 15,0 0-15,0 0 0,0 0 0,19-4 16,0 2-16,-1-1 0,-18 3 0,12-2 0,-2 1 0,2 0 16,-12 1-16,8-8 0,0 0 0,0 0 0,-8 8 0,3-5 15,0 1-15,0-1 0,0 3 0,-2 1 0,0-2 16,-1 3-16,-3-6 0,1 0 0,1 0 0,1 6 0,-2-2 15,1-2-15,0 0 0,-9 7 0,-1 0 16,1-1-16,10-2 0,-6 2 0,0 1 0,0-2 0,-7 7 16,1 1-16,-1-3 0,13-6 15,-7 6-15,1-3 0,0 1 0,6-4 0,-11 13 0,1-2 0,0 1 16,10-12-16,-5 7 0,-1-1 0,1 0 0,3 5 0,0-2 16,1 1-1,1-10-15,-1 6 0,1-2 0,0 1 0,0-5 0,6 11 0,-1-1 0,1 0 0,-3-4 0,0 0 16,0-1-16,-3-5 0,15 2 15,1 0-15,-1-1 0,-15-1 0,11 1 16,-3 0-16,1-1 0,13-7 0,-2-1 0,1 0 16,-8 3-16,-1 2 0,0-2 0</inkml:trace>
  <inkml:trace contextRef="#ctx0" brushRef="#br0" timeOffset="116669.558">23598 3069 0,'0'0'0,"0"0"0,0 0 0,0 0 0,0 0 16,6 53-1,1-5-15,-3-20 16,-4-28-16,0 0 15,0 0-15,2 13 0,-2-1 0,0-1 0,0-11 0,1 13 0,0 0 0,0-1 0,3 2 16,0-1-16,0 0 0,-1 0 16,0-1-16,0 0 0,-3-12 0,1 10 0,2 0 0,-2-1 0,1 2 15,1-1-15,-1-1 0,1 1 0,-1-2 16,0 1-16,-2-9 0,1 7 0,0-1 0,0-1 0,-5-2 16,0-2-16,0 1 0,-2-6 0,-2 0 0,1 1 0</inkml:trace>
  <inkml:trace contextRef="#ctx0" brushRef="#br0" timeOffset="117092.856">23407 3367 0,'0'0'16,"0"0"-16,0 0 0,38-22 0,4 5 15,-4 1 1,1 1-16,7-7 15,-46 22-15,0 0 0,0 0 0,18-8 0,0 2 0,-1 0 16,-17 6-16,19-7 0,-1 1 16,0 0-16,-3-2 0,0 2 0,0 0 15,-1 0-15,0 0 0,-1 0 0,-13 6 0,13-6 0,-2 1 16,0 0-16,-4 1 0,-1 1 0,0 0 0,-3 2 0,-2 0 0,1 1 0,-7 1 0,2-1 16,0 0-16,3 0 0,-7 3 0,3-2 0,-1 1 15,-1 2-15,0 1 0,0-2 16,1 1-16,1-1 0,-2 0 0,6-3 0,-3 5 0,0-2 0,0 0 0,2 4 15,1-1-15,0 2 0,1 0 0,1-2 0,-1 1 16,2 2-16,0 0 0,1 0 0,-4-9 0,5 9 0,1-2 16,-1 1-16,5 1 0,-1-2 15,-1 1-15,0-1 0,-1-1 0,0 1 0,-7-7 0,7 7 16,-1-2-16,0 2 0,-1-2 0,1 2 0,0-2 0,-3 2 16,0-2-16,-1 1 0,-2-6 15,0 5-15,0 0 0,0 1 0,-1-1 0,0-1 0,1 2 0,-4 0 0,1 0 16,0 1-16,-2-2 0,0 1 15,1-1-15,4-5 0,-6 2 0,0-1 0,0-1 0</inkml:trace>
  <inkml:trace contextRef="#ctx0" brushRef="#br0" timeOffset="118609.737">24702 3201 0,'0'0'0,"0"0"0,0 0 0,0 0 16,0 0-16,-47 6 15,-6 15 1,14 25-1,39-46-15,0 0 0,0 0 0,-6 8 0,0-1 16,0 1-16,6-8 0,-12 15 0,1 0 0,0 0 0,4-6 0,0-3 16,1 3-16,6-9 0,-3 9 0,1 3 15,0-2-15,2-10 0,-1 6 0,0-1 0,1 1 0,6-2 16,-1 0-16,1-1 0,-6-3 16,3 2-16,0 0 0,0 0 0,-3-2 0,9-7 0,1 0 0,-1 1 0,-3 0 15,0 2-15,-1-1 0,-5 5 0,13-14 16,0 0-16,1 0 0,-14 14 0,7-9 0,1 2 0,0-1 0,1-7 15,-2 3-15,2-3 0,-9 15 16,5-6-16,-1-2 0,-1 1 0,-3 7 0,2-3 0,-1 0 16,1 0-16,-1 1 15,-1 1-15,0 1 0,0 0 0,6-2 0,-2 2 0,1 0 0,-3 0 0,0 0 16,0 0-16,-2 0 0,6 10 0,-3-3 0,0 1 0,-3-8 0,3 4 0,-2 2 16,1-1-16,3 8 0,-1 0 15,0 1-15,-4-14 0,3 7 0,-1 1 0,1-2 0,3 6 0,1-5 16,-1 3-16,-6-10 0,5 6 15,-2-2-15,0 2 0,1 1 0,-1 2 0,0-1 16,-3-8-16,2 6 0,-1-3 0,1 2 0,-5-7 16,2-1-16,-1 3 0</inkml:trace>
  <inkml:trace contextRef="#ctx0" brushRef="#br0" timeOffset="119004.616">25115 3164 0,'0'0'0,"0"0"0,0 0 15,0 0-15,0 0 0,0 0 16,0 0-16,0 0 16,0 0-16,0 0 0,0 0 0,-18-3 15,3-1-15,-2 0 0,17 4 0,-13 2 0,1-2 0,0 0 16,2 1-16,0 0 0,0 0 15,6 3-15,2-1 0,-1 0 0,3 3 0,0 0 0,0-1 0,2-1 16,-1 1-16,1-1 0,2 2 16,-2-1-16,0 1 0,-2-6 0,8 5 0,0 1 0,-1 0 0,2 1 15,-3-1-15,0 0 0,4 2 0,-2 0 16,1-1-16,-1 1 0,-1-2 0,-1 1 0,-6-7 16,7 5-16,-2 1 0,1 1 0,-2 0 0,-1 0 0,1 0 0,-3 1 15,-1-1-15,0 1 0,-4 1 16,1-3-16,0 2 0,3-8 0,-5 6 0,2-2 0,0 1 0,-2 0 15,1 0-15,1-2 0,-1-3 16,1 0-16,0 0 0,-1-3 0,1 0 0,1 0 0,2 3 0,-2-6 16,2 2-16,0-1 0,3-3 15,-3 2-15,1-1 0</inkml:trace>
  <inkml:trace contextRef="#ctx0" brushRef="#br0" timeOffset="119229.741">25280 3239 0,'0'0'0,"0"0"0,0 0 16,0 0-16,0 0 0,0 0 16,0 0-16,-23 49 15,23-49-15,0 0 0,0 0 16,-6 15-16,2-2 0,-1 1 0,4-4 0,-1 1 16,0-3-16,7-3 0,-2-1 0,0 0 0,-3-4 15,5 3-15,-1 2 0,1-2 0,4-2 0,0 1 0,1 0 16,2-4-16,1 0 0,-1 0 0,2-5 0,-1 2 15,-1-1-15,-12 6 0,9-10 0,0 1 16,-1 0-16,-3 3 0,0-3 16,-1 3-16</inkml:trace>
  <inkml:trace contextRef="#ctx0" brushRef="#br0" timeOffset="119929.427">25448 2982 0,'0'0'0,"0"0"0,0 0 0,-2 45 15,3 6 1,-6 3-16,2-6 16,2-6-16,1-42 0,0 0 15,0 0-15,0 0 0,2 14 0,0-1 16,-1 1-16,1-5 0,-1-1 0,0 3 16,-1-4-16,0 1 0,0 1 0,2-4 0,0 1 0,1-2 0,0 0 0,-2-1 15,1 0-15,-2-3 0,1 0 0,0 2 0,0-2 16,0-3-16,1 0 0,-1 0 0,4-5 0,-2 0 0,0 0 0,0-1 15,1 0-15,0 0 0,-4 9 0,7-12 16,0 0-16,0-1 0,1 2 0,-1-1 0,0 1 0,0 1 16,-1 0-16,0 1 0,-6 9 15,5-7-15,-1 2 0,1-1 0,-2 5 0,-2 0 0,1 0 0,0 4 16,-1 0-16,1-1 0,1 7 0,-2-1 0,1 0 0,1 2 0,-2-1 16,1 0-16,-2-9 15,2 12-15,0-2 0,1 1 0,-2-2 0,-1 1 0,0-2 0,-1 4 16,0-3-16,0 1 15,-2-2-15,0 1 0,-1 0 0,2-3 0,0 0 0,0-3 0,-1 2 16,3-4-16,-1 2 0,0-3 0,1 0 16,0 0-16,2-2 0,0 0 15,-1-1-15,4-2 16,-1-1-16,-1 1 0,2-5 0,0 1 0,0 0 0,-5 9 0,0 0 0,0 0 0,6-7 0,-3 0 0,1 1 16,-2 2-16,0 1 0,-1 0 0,12-10 0,-2-1 0,0 0 15,-1 4-15,2-1 0,-2 1 0,-4 4 0,1 1 16,-1 1-16,-2 5 0,-1-1 0,0 1 0,0 2 15,-3 1-15,1-1 0,-2 6 0,-1-2 16,1 1-16,1-8 0,-1 12 0,0-2 0,0 1 0,3 1 0,-2 0 16,0 0-16,2-3 15,-1 0-15,0-1 0,-1-8 0,3 6 0,-1-2 0,0 0 0,0 0 16,-1-3-16,1 1 0,2-4 0,0-1 0,0 1 0,2-3 0,0 0 0,0-1 16,-6 6-16,7-7 15,-2 1-15,-1-1 0,1-1 0,0 0 0,0 2 16,1-4-16,-1 2 0,1-1 0,-6 9 0,3-9 15,-1 2-15,-1-1 0,-4 0 16,3 2-16,-1-1 0,1 7 0,-5-6 0,2 3 16,0-1-16,-3 2 0,0 1 0,0 1 0,6 0 0,-9 1 0,0 1 0,0-1 0,9-1 0,-9 4 15,0-1-15,0 1 0,0 0 0,2 1 16,-1-1-16,4-3 0,-1 0 0,0 0 0,5-1 16,-2-4-16,1 0 0,0 0 0,1 1 0,0 0 0,0-2 0</inkml:trace>
  <inkml:trace contextRef="#ctx0" brushRef="#br0" timeOffset="120179.852">25845 2949 0,'0'0'0,"0"0"0,0 0 0,12 47 16,-4-18-16,13 24 15,-8-24 1,1 27-16,-14-56 0,0 0 0,0 0 16,0 0-16,3 11 0,-1-2 0,-1 2 0,-1-11 0,1 19 15,-1-3-15,0 1 0,-1-7 0,1-1 0,0 0 16,0-9-16,3 14 0,-2-2 0,1 2 0,-1-7 0,0 0 16,0-1-16,-1-6 0,1 2 0,-1 1 0,0 0 15,0-3-15,0 0 0,0 0 0</inkml:trace>
  <inkml:trace contextRef="#ctx0" brushRef="#br0" timeOffset="120596.315">26165 3161 0,'0'0'0,"0"0"0,0 0 0,0 0 0,0 0 16,0 0-16,-46 43 15,13-7 1,33-36-16,0 0 0,0 0 0,-7 10 0,1 1 16,-1-1-16,5-2 0,1 1 0,-1-2 0,2-7 0,-1 4 15,1 0-15,0 1 0,3-1 0,-1 0 16,-1 0-16,4-1 0,-1-1 0,-1 0 0,3-2 0,-2 0 16,1 0-16,0-2 0,-1 0 0,1 0 0,-5 2 15,5-5-15,0 0 0,0 0 0,2-3 0,-2 2 0,1-2 16,-1 0-16,0 1 0,1-2 15,1 0-15,-2 0 0,1-1 16,-6 10-16,5-8 0,0 1 0,1 0 0,-2 1 0,-1 3 0,0-1 0,-1 1 0,0 0 16,1 1-16,0 1 0,-3 0 0,1 0 0,-2 2 15,1 1-15,0-2 0,0 0 0,1 5 0,0-1 0,0 0 0,-2 4 16,1-1-16,0-1 0,1 3 0,-1 0 0,1 0 0,-1 2 16,0-2-16,0 0 0,1-2 15,-1 1-15,0-2 0,0-6 0,1 6 0,1 0 0,-1-2 0,1-1 16,-1-1-16,-1 0 0,0-2 15,0 0-15,0 0 0,2 1 0,-2-1 0,0 0 0,0 0 0,0 0 16,0 0-16</inkml:trace>
  <inkml:trace contextRef="#ctx0" brushRef="#br0" timeOffset="121229.504">26280 3148 0,'0'0'15,"0"0"-15,0 0 0,0 0 16,0 0-16,44 32 15,-9-2-15,-11 1 16,-24-31-16,0 0 0,0 0 0,0 0 0,5 10 0,-1 0 16,0 0-16,-1-1 15,-1 0-15,-1 0 0,0-2 0,-1 0 0,0-2 0,-2 1 0,0-1 16,-1 0-16,1-1 0,0-1 0,0 2 0,-1-3 0,-1 2 0,0-2 0,0-1 16,1-1-16,0 0 0,3 0 15,-2-1-15,1-1 0,-1 2 0,0-4 0,0 1 0,-1-1 16,0-1-16,0 0 0,0-1 15,3-2-15,0 0 0,0 0 0,3-4 0,-2 0 0,1 0 16,1-2-16,0 1 0,0 0 0,3-1 0,0 1 0,-1-1 16,-5 14-16,7-13 0,2 0 0,-2 1 0,-1 3 15,0-1-15,1 1 0,-1 4 16,-2 0-16,1 0 0,3-1 0,-1 2 0,0 0 0,2-1 0,-2 2 16,1-1-16,0 3 0,-2 0 0,0 1 0,2-1 0,0 1 15,-1-1-15,0 1 0,-3 0 0,1-1 0,-2 0 16,-1 1-16,0 0 0,-2 0 0,0 0 0,0 0 0,14 0 0,-1-1 15,0 1 1,1-2-16,-2-1 0,0 1 0,-3-1 0,-3-1 0,2 1 0,-4 1 0,-1-1 16,0 1-16,-1 1 0,-1-1 0,-1 2 15,0 0-15,0 0 0,0 0 0,0 0 0,-3 0 0,1 2 0,0-1 16,-3 3-16,-1 0 16,0 0-16,-3-1 0,0 1 0,1 0 0,-1 1 15,1 0-15,0 1 0,3-3 0,1 0 16,-2 1-16,2 3 15,1-1-15,0 0 0,4 3 0,-1-2 0,1 2 0,-1-9 0,1 7 0,0 1 0,-1 0 16,5-2-16,-1 1 0,0-1 0,2 3 0,-1-2 0,-1 1 0,4-1 16,-3-1-16,0 1 0,0 0 0,1 1 0,0-1 0,-6-7 15,3 7-15,0 1 0,0-2 0,-1 2 0,-1-1 16,-1 2-16,-3-3 0,2 0 0,-1 0 0,-4 0 0,2 0 16,-1 0-16,5-6 0,-6 6 0,1-2 0,1 1 15,-4-2-15,3-1 0,0-1 0,0-1 0,1 0 16,0 0-16,4 0 0,-2-1 0,0-2 0,1-1 15,2-4-15,-1-1 0,0 1 0,0 8 16,2-12-16,-1 1 0,1-1 0,4-4 0,-3 2 0,1-2 16</inkml:trace>
  <inkml:trace contextRef="#ctx0" brushRef="#br0" timeOffset="121689.571">26747 3043 0,'0'0'0,"0"0"0,0 0 0,24-45 0,-9 20 16,4-9-1,-8 15-15,-3-15 16,-8 34-16,0 0 0,0 0 0,1-6 16,0 0-16,0-1 0,-1 7 0,-4-9 0,2 1 0,0 0 15,-1 4-15,2 0 0,-1-1 0,2 3 0,-1 1 16,0-1-16,1 2 0,-1 0 0,1-1 0,0 1 0,-6 7 16,2 0-16,-1-1 0,2-1 0,0 0 0,1-1 0,-1-2 15,2-2-15,1 2 0,-6 20 0,2-1 16,-1-2-16,5-19 0,-5 24 0,1-1 0,0 0 15,1-13-15,1 1 0,1 0 0,1-11 0,1 24 16,-1 0-16,0-1 0,2-9 0,-2-1 0,0 1 0,0-14 16,4 16-16,-1-1 0,0 0 0,0-5 15,-2-2-15,1 0 0,-2-8 0,6 8 0,0-1 16,1 0-16,-2-2 0,-2-2 0,0 1 16,-3-4-16,2 1 0,-1 0 0,-1 0 15,11-4-15,-1 0 0,0 0 0,-10 3 0,6-3 0,-1 0 0,1 1 0,6-7 16,0 2-16,0-2 0,-12 9 15,6-6-15,0 2 0,1-1 0,2-1 0,0 3 0,1-2 0,-10 5 0,4-3 16,1 1-16,-1 1 0,2 6 0,-1-1 0,-1 0 16,-4-4-16,3 4 0,0-2 0,-1 0 0,2 9 0,-3 1 15,1-2-15,-1-3 0,0-1 0,0 0 16,-1-6-16,2 9 0,0-1 0,0 0 0,1-3 0,-3-1 16,1 2-16,1-6 0,-2 2 0,0 0 0,0-2 0,0 2 0,0-2 15,0 0-15,3-9 0,-2 1 0,0 1 16</inkml:trace>
  <inkml:trace contextRef="#ctx0" brushRef="#br0" timeOffset="121850.169">27135 3153 0,'0'0'0,"0"0"0,0 0 0,0 0 0,12 45 16,1 0-1,-9-10-15,-5-14 0,-3-11 16,4-10-16,0 0 15,0 0-15,-3-1 0,-1 0 0,1 0 0,0-2 0,1 0 16,0 1-16</inkml:trace>
  <inkml:trace contextRef="#ctx0" brushRef="#br0" timeOffset="121989.93">27112 2964 0,'0'0'0,"0"0"0,0 0 0,0 0 0</inkml:trace>
  <inkml:trace contextRef="#ctx0" brushRef="#br0" timeOffset="122179.872">27207 2976 0,'0'0'0,"0"0"0,0 0 0,32 44 0,-32-44 16,34 73-1,-17-10-15,-8-3 16,-8-7-16,-1-53 0,0 0 16,0 0-16,2 19 0,-2-2 0,1 2 15,0-1-15,-1 0 0,0 0 0,0-18 0,-2 17 0,0 0 16,1 0-16,-2-2 0,1 0 0,0 0 0,-2-3 0,2 0 0,0-1 16,1-3-16,0-3 0,0 2 0,4-7 0,-3 0 15,1 0-15,-1 0 0,0 0 0,0 0 0</inkml:trace>
  <inkml:trace contextRef="#ctx0" brushRef="#br0" timeOffset="122489.865">27260 3054 0,'0'0'0,"0"0"0,0 0 16,20-39-16,-1 12 15,4 15-15,-1 11 16,0 6-16,-4 10 16,-18-15-16,0 0 0,0 0 0,6 8 0,-1-2 0,1 0 15,-3 2-15,0-1 0,0-1 0,0 3 16,-1-1-16,0-1 0,0 0 0,-1 0 0,0 0 16,-3 1-16,2-1 0,0 0 0,0-7 0,-3 7 0,0-2 15,0 2-15,-3 0 0,0 1 0,1-1 0,-5 0 16,1-1-16,1 1 0,-2-1 0,0 0 0,-1 0 0,2-1 15,0 1-15,0-1 0,-1-4 0,1 1 16,1-2-16,2-1 0,0-1 0,1 1 0,5 1 0,2-6 0,-2 1 16,0 1-16</inkml:trace>
  <inkml:trace contextRef="#ctx0" brushRef="#br0" timeOffset="128921.614">20094 4160 0,'0'0'0,"0"0"0,0 0 0,0 0 15,0 0-15,0 0 16,0 0-16,0 0 15,0 0 1,0 0-16,0 0 0,0 0 0,0 0 0,0 0 0,0 0 0,0 0 16,0 0-16,0 0 0,1 25 0,-1-1 15,0 0-15,0-8 0,0-2 0,0 1 0,0-15 16,2 24-16,-1-2 0,0 1 0,-1-23 0,0 14 16,1-3-16,0 2 0,-1-13 0,-2 23 0,1 0 15,0 1-15,1-24 0,-1 12 0,1 0 0,-1 1 16,1-13-16,-4 29 0,2-1 15,-1 1-15,3-29 0,-2 16 0,1 0 0,0-1 0,1-15 0,-4 25 0,-1 1 0,1-1 16,4-25-16,-3 15 0,0-3 0,0 2 16,3-14-16,-1 21 0,-1-2 0,1-1 0,-1-7 0,2-1 15,0 0-15,0-10 0,-2 11 0,0 0 16,0 0-16,2-11 0,-2 6 0,1-1 0,1 1 0,-2-5 0,2 1 16,0 1-16,0-3 0,-1 0 0,1 0 0,0 2 0</inkml:trace>
  <inkml:trace contextRef="#ctx0" brushRef="#br0" timeOffset="129304.894">20290 4233 0,'0'0'0,"0"0"0,8 46 16,-3 0 0,-2 0-16,-3-2 15,-3-1-15,4 3 16,-1-46-16,0 0 0,0 0 0,0 0 0,-3 17 15,2-1-15,-1 1 0,3-1 0,0 0 16,-1-1-16,3 1 0,-2-1 16,1 0-16,-1 0 0,-1-2 0,0 1 15,0-14-15,1 13 0,-1 0 0,0 0 0,-2-2 0,2 1 0,0 0 0,0-12 0,0 9 0,0 1 16,0-2-16,0 1 0,0 0 0,0 0 0,0-9 16,-2 8-16,1-2 0,-1 2 0,-1-2 0,1-1 15,-1-1-15,3-4 0,-4 2 0,0-2 0,1 0 0</inkml:trace>
  <inkml:trace contextRef="#ctx0" brushRef="#br0" timeOffset="129531.271">20099 4656 0,'0'0'0,"0"0"0,0 0 0,0 0 0,0 0 16,63-11-1,-6-1-15,-14 2 16,-43 10-16,0 0 0,0 0 0,14-3 0,-2-2 0,1 2 16</inkml:trace>
  <inkml:trace contextRef="#ctx0" brushRef="#br0" timeOffset="129809.866">20812 4354 0,'0'0'0,"0"0"0,0 0 0,0 0 16,0 0-1</inkml:trace>
  <inkml:trace contextRef="#ctx0" brushRef="#br0" timeOffset="130021.479">20822 4742 0,'0'0'0,"0"0"0,0 0 16,0 0-16,0 0 15,0 0-15,0 0 16</inkml:trace>
  <inkml:trace contextRef="#ctx0" brushRef="#br0" timeOffset="131690.12">21376 4244 0,'0'0'0,"0"0"0,0 0 16,0 0-16,46 7 15,-16-1-15,18-9 16,-21 0 0,-27 3-16,0 0 0,0 0 15,19-5-15,1-1 0,-2 2 0,-18 4 0,12-3 0,-2 0 0,1 0 0,-11 3 16,12-7-16,0-1 0,0 1 0</inkml:trace>
  <inkml:trace contextRef="#ctx0" brushRef="#br0" timeOffset="132129.883">21517 4236 0,'0'0'0,"0"0"0,0 0 16,11 39-16,5 6 16,-8-6-16,-7 0 15,0 5 1,-1-44-16,0 0 0,0 0 0,1 14 0,-1 1 0,0-2 0,0-13 16,2 14-1,-1 0-15,1-1 0,-5 1 0,3-2 16,-1 1-16,1-13 0,1 14 0,-1 0 0,1 2 15,1-4-15,0 0 0,-1 0 0,0-3 16,-1 0-16,0 0 0,0-9 0,-2 9 0,1-3 0,0 0 0,1-6 0,-1 6 0,1-2 0,0 2 16,-2-1-16,2-3 0,-1 1 0,-1-2 0,1 0 15,-1 0-15,2-1 0,-3 0 0,1 0 0,0 0 0,-3-1 0,2 1 16,-1 0-16,-2-1 0,1 0 0,0 0 0,5 1 0,-7-4 16,1 1-16,0 0 15,-3-3-15,3 2 0,-1-1 0,7 5 0,-8-4 16,2-1-16,-1 2 0,7 3 0,-9-7 0,2 2 0,0 1 0,0-3 15,1 0-15,0 1 0,2 1 0,0 1 0,0 1 0,-2-3 0,1 3 16,-1-1-16,6 4 0,-7-5 16,0 1-16,0-1 0,1 2 0,3-1 0,-1 0 15,5 0-15,-1-2 0,0 3 0</inkml:trace>
  <inkml:trace contextRef="#ctx0" brushRef="#br0" timeOffset="132513.965">21781 4521 0,'0'0'0,"0"0"16,0 0-16,0 0 16,-2 48-16,-2-9 15,-3-5-15,5-8 16,2-26-16,0 0 0,0 0 0,1 7 15,-1-1-15,1 0 0,-1-6 16,3 4-16,-1-1 0,0 0 16,1-2-16,-2 1 0,1 0 0,-2-2 0,7-1 15,-2 0-15,1 1 0,-1-2 16,0-1-16,1 1 0,-3 0 0,0 0 0,0-1 0,0-3 0,0-3 0,0 3 16,-3 6-16,3-11 0,0 1 0,-1 1 0,-2 9 15,3-10-15,-2 1 0,-1 1 0,-3-1 0,1 1 0,1 1 0,-4 0 16,2 0-16,0 0 0,3 7 0,-5-5 0,0 0 0,2 0 0,-3 2 0,3 0 15,-1 1-15,4 2 0,-5-1 0,-1 0 0,0-1 16,-1 1-16,0-1 0,1 0 0,6 2 0,-7-1 0,1-1 16,0 1-16,3 0 0,0 0 0,0-1 15,3 2-15,1-5 0,1 1 0,-1-1 0</inkml:trace>
  <inkml:trace contextRef="#ctx0" brushRef="#br0" timeOffset="132989.708">21956 4233 0,'0'0'0,"0"0"0,0 0 0,27 44 16,-4 0-16,-1 3 15,-10 4-15,-11 2 16,4-4-16,-5-49 0,0 0 15,0 0-15,0 15 0,1-2 16,0 1-16,2 0 0,-2 0 0,-1 0 16,0-14-16,1 14 0,0-1 0,0-1 15,0-3-15,-1 0 0,0 2 0,0-11 0,0 5 0,0 0 0,0 1 0,0-4 0,0 0 0,0 0 16,0-2-16,1 2 0,-1-1 0,0-1 0,1-1 0,-1-1 0,0 0 16,0 2-16,2-7 0,0 1 15,0 1-15,1-5 0,0 1 0,-1-2 0,-2 11 0,5-12 16,-1 0-16,0-1 0,0 3 15,1-1-15,0 1 0,-1 3 0,-1 0 0,0 1 0,-3 6 16,5-7-16,1 2 0,-1 0 0,2 0 0,-1 1 16,1-1-16,-7 5 0,6-1 0,-1-1 0,0 0 0,2 6 15,-2-3-15,0 1 0,-5-2 0,6 5 16,0 0-16,-2 1 0,2-1 0,-1 2 0,1 0 0,-6-7 16,6 9-16,-2 0 0,1 0 0,-1 0 0,-1 0 0,1 1 15,-4-10-15,4 8 16,-2 0-16,0 0 0,0 3 0,-1-2 0,1 1 15,-2-10 1,1 8-16,-1-1 0,0 0 0,1-3 0,-1-1 0,0 0 0,3-3 0,-2-2 0,2 2 0,-3 0 0,3-4 0,-1-1 0,0 1 16</inkml:trace>
  <inkml:trace contextRef="#ctx0" brushRef="#br0" timeOffset="133419.76">22396 4497 0,'0'0'0,"0"0"0,0 0 0,0 0 15,0 0-15,19 48 16,-12-2 0,6-4-1,-13-42-15,0 0 0,0 0 0,3 11 0,-1-1 16,1 1-16,-3-11 0,-1 7 0,1 1 0,0-2 16,-7-6-16,1 0 0,0 1 15,6-1-15,-7-1 0,1 1 0,0-1 0,3-1 0,0-1 0,-1 3 0,4 0 0,-2-5 16,1 1-16,1 0 0,0-4 0,0-1 0,0 1 15,0 8-15,2-13 0,-1 3 0,1-1 0,2-3 16,-1 1-16,0 0 0,-3 13 0,4-14 0,-1 2 0,0-2 16,-1 3-16,1 0 0,0-1 0,0 3 0,0-1 15,-1 2-15,-2 8 0,4-4 16,0 1-16,1-1 0,1 3 0,-2-1 0,1 0 0,-5 2 0,9 4 16,0-3-16,0 3 0,0 0 0,-1 1 15,-1-2-15,-7-3 0,9 7 0,0-2 0,0-1 0,-4 4 16,-1-1-16,1-1 0,-5-6 0,4 9 0,0-2 15,0 1-15,0-1 0,-2 0 0,0 0 0,-2-7 0,4 9 16,-1-1-16,1-1 0,-3-1 0,1 1 0,-1 0 16,1 3-16,-2 0 0,1-1 15,-1-9-15,0 10 0,0-3 16,0 2-16,-1-1 0,-1-2 0,1 2 0,1-8 0,-3 5 0,2 0 0,-1-1 16,0-3-16,2 1 0,0-1 0,0-2 0,0 1 0,0 0 0</inkml:trace>
  <inkml:trace contextRef="#ctx0" brushRef="#br0" timeOffset="133754.776">23072 4347 0,'0'0'0,"0"0"15,0 0-15,21 39 16,-3-1-16,-10-2 16,6 2-16,-5-9 15,-9-29-15,0 0 0,0 0 0,0 0 0,0 9 16,0 0-16,0-1 0,-1 2 0,1-2 0,0 0 15,-1 0-15,1 1 0,0-3 0,0-6 0,-4 8 0,1-2 16,1 1-16,-3-5 0,1 0 0,-1 0 0,2-2 0,0 0 0,0 0 16,0 0-1,3 0-15,-1 0 0,1 0 0</inkml:trace>
  <inkml:trace contextRef="#ctx0" brushRef="#br0" timeOffset="133899.777">23012 4192 0,'0'0'0,"0"0"0,0 0 16,0 0-16</inkml:trace>
  <inkml:trace contextRef="#ctx0" brushRef="#br0" timeOffset="134281.94">23392 4332 0,'0'0'16,"0"0"-16,0 0 0,0 0 0,0 0 15,0 0-15,0 0 0,0 0 16,0 0-1,0 0-15,0 0 0,-10 15 0,1-1 0,-1 0 0,10-14 16,-6 11-16,0 1 0,0-2 0,2-2 16,1-2-16,0 1 0,4-2 0,0 0 0,0-1 15,2 1-15,1-1 0,-1 0 0,-3-4 16,6 5-16,1 0 0,1 0 0,-2-2 16,1-1-16,0 1 0,1 2 0,-2 1 0,0 0 0,-6-6 15,7 7-15,-2-1 0,0 0 0,0 2 0,-1-1 0,2-1 0,-3 0 0,-1-2 16,0 0-16,0 0 0,-1 0 0,0-2 15,-1-2-15,-3 5 0,1-1 16,1 0-16,-4 0 0,1-3 0,-1 2 16,-1-1-16,1-1 0,0 1 0,5-2 15,-8 1-15,2 1 0,0-1 0,-3-1 0,0 0 16,1 1-16,-2-2 0,2 1 0,-1-1 0,9 1 0,-8-6 16,0 1-16,0 0 0,4 1 0,-1 0 0,1 0 0</inkml:trace>
  <inkml:trace contextRef="#ctx0" brushRef="#br0" timeOffset="134974.319">23776 4261 0,'0'0'0,"35"-25"0,2 1 16,-37 24-16,46-41 15,-10 3 1,-13 7-16,-4 0 0,-19 31 15,0 0-15,0 0 0,6-13 0,0 2 16,-1-2-16,-2 3 0,-1-1 0,0 0 0,-2 11 16,1-11-16,0 1 0,0-1 0,-4 4 0,1-2 0,0 2 15,-3 0-15,2 3 0,0-2 0,3 6 0,-4-2 0,0 0 16,0 1-16,-2 2 0,0 1 0,1 0 16,-2 3-16,0-1 0,1 2 0,6-6 15,-7 6-15,0 2 0,1-1 0,-2 2 0,1 0 0,0 2 0,0 0 0,1 2 0,-1-3 16,7-10-16,-6 13 15,1-2-15,0 1 0,2 3 0,2-1 0,0 1 0,1-15 16,6 19-16,-3 2 0,0-1 0,0-1 16,0 0-16,0 1 0,0-1 0,-2 0 15,1 0-15,-2-19 0,2 21 0,-2-3 0,0 1 0,2-2 0,0 1 16,-1 0-16,-2-3 0,-1 2 0,1-2 0,1-15 0,0 13 16,0-1-16,0 0 0,0-3 0,1 0 0,0 0 0,-1-9 0,2 6 15,0 0-15,-1 1 0,1-5 0,-1 1 16,1 0-16,-1 0 0,-1-3 0,0 2 0,0-2 0,1-1 15,-1 0-15,0 1 0,1-5 0,-1 2 16,1 0-16,-1 3 0,2-8 0,0 2 0,-1-2 0,2-1 16,-3 1-16,1 0 0,2-3 15,0 0-15,0 1 0,-3 10 0,5-12 0,0 1 0,-1 1 0,1 1 16,-1-1-16,1 1 0,2-2 0,-1 1 0,0-1 16,-6 11-16,9-8 0,-2 1 15,0-2-15,2 4 0,-2 1 0,-1-2 0,-6 6 16,9-3-16,-2 0 15,0-2-15,3 8 0,0-1 0,0 1 0,-3-1 0,-1 0 0,0 0 0,-6-2 0,3 3 0,-2-1 0,1 1 0,2 6 16,-1-1-16,0 0 0,0 1 16,0-1-16,0 2 0,-3-10 0,3 9 0,0 0 0,-1 0 15,1 3-15,-3-2 0,1 1 0,-2 0 16,1-1-16,0 1 0,0-11 0,4 10 0,-2-1 0,1-1 0,-2-1 16,0 1-16,0-2 0,-1-6 0,0 8 15,1-2-15,0 2 0,0-3 0,2-3 16,-2 1-16,-1-3 0,7-2 0,0 1 0,0 0 0,4-4 0,-1 1 0,1 1 15,-11 3-15,18-6 0,-2 2 16,1-1-16</inkml:trace>
  <inkml:trace contextRef="#ctx0" brushRef="#br0" timeOffset="135589.857">24439 4394 0,'0'0'16,"0"0"-16,0 0 16,0 0-16,-7-44 15,3 17-15,1 15 16,3 12-16,0 0 15,0 0-15,-14 2 0,0-1 0,0 0 16,14-1-16,-9 2 0,0-2 0,0 1 0,9-1 0,-15 11 0,-2-1 16,1-1-16,16-9 0,-10 8 0,1-2 0,1 0 0,-4 6 0,0-3 15,0 0-15,12-9 0,-7 6 0,1 0 0,0-1 16,6-5-16,-5 11 0,0 0 0,1 1 0,4-12 0,-3 6 16,1 0-16,1 0 0,1-6 15,-1 2-15,0 1 0,0-1 0,1-2 0,11 1 0,-1 2 0,0-1 16,-3 0-16,0-2 0,-1 1 0,-6-1 0,12-7 0,0 1 15,-1 0-15,-11 6 16,8-6-16,-2 3 0,0-2 0,-6 5 16,14-13-16,-3-1 0,1 1 0,-12 13 0,7-8 15,-1 1-15,0-1 0,-2 4 0,-2 1 0,1 1 0,-3 2 0,0-1 0,1 0 0,0 0 0,-1 1 16,1-1-16,-1 1 0,0 0 0,0 0 0,0 0 0,0 0 16,3 3-16,0 0 0,0 0 15,-3-3-15,2 2 0,-1-1 0,1 0 0,-2-1 0,2 8 0,0-1 16,1 1-16,-1-3 0,-1-1 15,-1 0-15,0-4 0,2 2 0,-2-1 0,0 1 0,0-2 16,1 0-16,-1 1 0,0 1 0,7 3 16,-1 0-16,0 0 0,-6-5 15,4 3-15,0 0 0,0 1 0,-4-4 0,8-10 16,0 1-16,0 3 0,-8 6 0,5-8 0,-1 4 0,0-2 0,3-9 0,-2 0 0,0-1 16,-5 16-16,3-8 0,-1-1 0,1 1 0,2-5 0,-1 2 15,1-2-15,-5 13 16,2-5-16,0-2 0,1 1 0,-3 6 0,1-3 0,0 1 0,0 0 0,0 1 0,-1 0 15,0 1-15,0 0 0,0-1 0,0 1 16,0 0-16,2 13 0,-2-3 0,1 1 0,-1-11 0,1 9 16,0-3-16,-1 2 0,6 14 15,-3-1-15,1 1 0,-4-22 0,3 14 0,1-2 16,-1 0-16,-3-12 0,3 27 0,-1-1 0,0 0 0,-2-26 0,2 26 0,-1-1 16,-1 0-16,0-25 0,1 13 0,-1-1 15,0 0-15,-4 7 0,-1 0 0,1 0 0,4-19 0,-4 11 16,2-1-16,-1 1 0,3-11 0,-1 4 15,0 0-15,0 0 0,1-3 0,0 0 0,0 1 0</inkml:trace>
  <inkml:trace contextRef="#ctx0" brushRef="#br0" timeOffset="135860.01">24494 4321 0,'0'0'0,"0"0"0,30-31 15,-12 10 1,36 4-16,3 30 16,-27-4-16,-30-9 15,0 0-15,0 0 0,0 0 0,11 10 0,-1-1 0,0 0 16,-5-3-16,1-1 0,0 1 0,-6-6 0,3 14 16,0-1-16,0 0 0,-3-13 0,3 7 0,-3 0 15,1 0-15,-1-7 0,-7 15 0,1 0 0,0-2 16,2-5-16,0 0 0,0-1 0,4-7 0,-14 10 15,2 3-15,-1-3 0,13-10 0,-8 5 0,1 1 0,0-1 16,3-3-16,2 0 0,0 0 0</inkml:trace>
  <inkml:trace contextRef="#ctx0" brushRef="#br0" timeOffset="136079.695">24881 4294 0,'0'0'0,"13"45"0,1 6 0,-1 4 16,9 6-16,-22-3 15,-2-7-15,-4-5 16,6-46-16,0 0 0,0 0 16,-3 14-16,2 0 0,-1 1 0,-1-3 0,0 0 0,1 0 15,-2-2-15,0-2 0,0 1 0,4-9 16,-2 2-16,0 0 0,-1 1 15,5-8-15,-2 0 0,0-1 0</inkml:trace>
  <inkml:trace contextRef="#ctx0" brushRef="#br0" timeOffset="136354.786">24923 4242 0,'0'0'0,"0"0"0,0 0 0,42-12 15,-6 18 1,-6 4-16,-7 11 16,-7 7-1,-16-28-15,0 0 0,0 0 0,3 10 0,0-2 0,0 1 0,-3-9 0,0 10 16,0-2-16,0 0 0,-4 2 0,0-1 0,0 1 0,-2-1 16,2 0-16,-1 0 15,5-9-15,-8 9 0,1 1 0,-2-1 0,0-4 0,2 2 0,-1-1 16,-1-3-16,2 0 0,-1 1 15,8-4-15,-6 1 0,0-1 0,0 0 0,3-6 16,2 1-16,0-1 0,3 1 0,-2 0 0,0 0 0</inkml:trace>
  <inkml:trace contextRef="#ctx0" brushRef="#br0" timeOffset="136939.523">25186 4248 0,'0'0'0,"0"0"0,0 0 0,0 0 15,15 44 1,-6-15-16,-2-11 16,2-7-1,-9-11-15,0 0 0,0 0 16,4 2-16,-1-1 0,0 0 0,-3-1 0,5-1 16,0-2-16,-1 1 0,4 0 0,-1-1 0,0 1 0,3-4 0,0 2 0,0 0 15,-10 4-15,11-9 0,-2 1 0,2 0 16,-2-2-16,-2 0 0,2 0 15,-9 10-15,7-12 0,1 0 0,0 0 0,-1 1 0,-1 0 0,1 0 0,-2 4 0,-2 1 16,0-1-16,-3 7 0,1-4 0,0 1 0,0 0 16,0 2-16,-1 0 0,0-1 0,0 2 0,0 0 0,0 0 15,-1 4-15,1-2 0,0 2 0,0-4 16,1 7-16,-1-1 0,0 0 0,0 1 0,0 0 16,0-1-16,-1 3 0,0 0 0,0 1 0,1-10 15,-3 13-15,1 1 0,0 0 0,-1 2 0,2 0 0,-1-1 0,5 4 16,0-1-16,-1-1 0,0 1 15,0-2-15,1 1 0,-3-17 16,3 19-16,0 0 0,0 1 0,0 1 0,0-1 16,0 0-16,0-1 0,-1 0 0,0-1 0,2-1 0,-1-1 15,-1-1-15,-2-15 0,2 16 0,-1-1 0,0 0 0,0-3 0,0 2 0,0-2 16,-3-2-16,0 1 0,1-2 0,1-9 0,-3 9 0,0 0 16,0 0-16,0-4 0,1-1 0,0 1 0,-4-1 15,1-1-15,0 0 0,5-3 0,-7 1 0,-1 1 16,0-2-16,-3-3 0,2 3 0,0-2 0,-3-2 15,0 1-15,2 0 0,10 3 0,-10-6 0,2 0 0,-1 0 16,1 0-16,2 0 0,-1 0 0,1-3 16,1 0-16,1-1 0,4 10 15,1-14-15,-1 1 0,0-1 16,6-1-16,-1 0 0,1-1 0,5-3 0,0 2 0,0 0 0,-11 17 16,16-19-16,-1 1 0,0 1 0,4 0 0,-2 0 0,0 0 0,1 3 0,-1-1 0,0 2 15,-17 13-15,16-16 0,0 2 0,0-2 16</inkml:trace>
  <inkml:trace contextRef="#ctx0" brushRef="#br0" timeOffset="145794.857">19822 5158 0,'0'0'0,"0"0"0,0 0 0,0 0 0,0 0 16,0 0 0,0 0-1,0 0-15,0 0 0,0 0 0,0 0 0,0 0 0,0 0 0,0 0 0,0 0 16,21 2-16,0 0 0,0-1 15,-21-1-15,13 2 0,-1-1 0,0 0 0,7 0 0,-2 0 16,1 1-16,-18-2 0,9 1 16,0 0-16,0-1 0,-9 0 0,21 1 0,1 0 15,0-1-15,-22 0 0,24-1 0,-1 1 0,0 0 16,-23 0-16,24-1 0,-3 0 0,1 0 0,-22 1 0,24-2 0,-1 0 16,-1 0-16,-22 2 0,29-2 15,-1 2-15,0-1 0,-28 1 0,31-3 16,-2 1-16,0-1 0,-29 3 0,40 0 0,0-4 0,-1 2 0,-39 2 0,40-1 15,0-1-15,-1 1 0,-39 1 0,43-2 0,0 1 16,0-1-16,-43 2 0,43-2 0,-1 1 16,1-2-16,5 3 15,0-3-15,0 3 0,-48 0 0,44-3 16,-1 1-16,0 0 0,1 0 16,-1 2-16,0-2 0,-43 2 0,47-2 0,0 0 0,0 1 15,8-2-15,-1 1 0,0 0 0,-54 2 0,51-3 0,-1 2 0,0 0 0,-4-3 0,-2 3 16,0-1-16,-44 2 0,47-3 0,1 1 0,-1 0 0,-47 2 15,46-3-15,-2 2 0,0 0 0,4 0 0,-1-2 0,-1 3 0,1-1 16,-1 0-16,0 0 0,-46 1 0,46-2 0,-1 1 0,0 0 16,0-1-16,0 2 0,0-1 0,-45 1 0,42 0 15,-2 0-15,1 0 0,-6-1 0,1 0 0,-1 1 16,-1 0-16,-1-2 0,1 2 0,-34 0 0,30-1 0,0 0 16,0-1-16,-3 0 0,-1 1 0,-1-2 0,4 3 15,-1-3-15,0 1 0,4 1 16,-2-2-16,2 3 0,-32 0 0,36-3 0,-1 1 15,0 1-15,2-2 0,0 3 0,0-3 0,9 1 0,-1 0 16,0 0-16,-45 2 0,56-3 0,0 2 0,-1 0 0,-55 1 0,51-1 16,1-2-16,-1 2 0,-5-1 0,-1-1 0,0 3 15,-4-4-15,-2 2 0,1 0 0,-3 0 0,-3-1 0,1 2 0,-2-1 16,-1 0-16,0 1 0,-32 1 0,30 0 16,-1-2-16,1 2 0,-1-3 0,-1 3 0,-1-2 0,2 1 15,-1 1-15,-1-1 0,2-1 0,0 0 0,1 2 16,-30 0-16,34-1 0,-1-1 0,-1 1 0,14-1 15,-1 0-15,0 0 0,10-1 0,1 1 0,-1 0 0,11-3 0,0 2 16,-1 0-16,1-2 16,0 1-16,0 1 0,-9-1 0,-2 1 15,-1-1-15,-9 1 0,-1 0 0,-1 0 0,-43 3 0,36-3 0,-2 0 16,1 0-16,-5 1 0,1-2 16,1 1-16,-2 0 0,0 1 0,0 0 0,-3 0 0,-1 0 0,-1 0 0,0-1 0,-2 3 15,1-1-15,-1-1 0,-1 2 0,1-2 0,-13 2 16,2 0-16,-2-1 0,16-1 0,0 0 15,-1 0-15,1-1 0,-1 1 0,1-1 0,-13 2 16,-1-1-16,1 1 0,13-3 0,1-1 0,-1 2 0,2-1 0,0 1 16,1-2-16,-1 2 0,0 1 0,0-1 15,2 0-15,0 0 0,-1-1 0,-13 4 0,-3-2 0,1 1 16,14-1-16,-1 1 0,1-2 0,0 2 0,-2-1 0,0 0 0,-1 1 16,-2-1-16,0 1 0,1 0 0,-3-2 15,1 1-15,-11 2 0,-1-1 0,0 1 0,13-2 0,0 0 16,-1 0-16,-8 1 15,-1 0-15,-1 1 0,8-2 0,0 1 16,-1 0-16,-7 0 16,-2 1-16,0 0 0,9 1 0,-1-1 0,-1 1 0,-6 0 0,-2 1 0,1-2 0,6 0 0,2 1 0,-1 0 0,-7 0 15,-1-1-15,-1 0 0,8 2 16,-1-2-16,1 0 0,-8 1 0,1-1 0,0 0 16,5 0-16,-1 1 0,0 0 0,-5 0 0,-1-1 0,0 0 0,6 1 0,0 1 15,1 0-15,-7-2 0,0 1 0,0 0 16,8 0-16,0 0 0,0 0 0,-6-1 0,-2 1 0,1-1 0,4 0 15,0 0-15,-1 0 0,-4 0 16,-1 0-16,-1 0 0,6-1 0,0 0 0,0 1 0,-4-1 0,-1 1 16,-1 0-16,5-1 0,1 0 15,-1 1-15,-4-1 0,-1 1 0,0 0 16,-2 0-16,-1 0 0,-1 0 0,0 0 0,0 0 0,-1 0 0,11-2 16,-3 1-16,1 0 0,-4 1 0,1-1 15,-1 1-15</inkml:trace>
  <inkml:trace contextRef="#ctx0" brushRef="#br0" timeOffset="156649.944">20143 5337 0,'0'0'0,"0"0"0,0 0 0,-7 44 16,3-18-1,1 30-15,1-24 31,2-32-31,0 0 0,0 0 0,0 0 0,-2 18 0,0-1 0,1 1 0,1-18 0,-1 10 16,0-1-16,1 1 16,0-10-16,-6 19 0,3 0 0,-2 0 0,3-7 0,0-2 15,-1 1-15,3-11 0,-1 4 0,0 0 0,0 0 16,1-3-16,0 1 0,0-1 0,0-1 0</inkml:trace>
  <inkml:trace contextRef="#ctx0" brushRef="#br0" timeOffset="156945.561">20099 5460 0,'0'0'0,"0"0"0,0 0 16,0 0-1,7-49-15,7 2 16,1 20 0,-15 27-16,0 0 0,0 0 15,0 0-15,7-6 0,-2 0 0,1 1 0,0 1 0,0 1 16,-1-1-16,-5 4 0,7 1 0,0-1 0,-1 0 0,2 3 15,-2-1-15,0 0 0,-6-2 0,8 5 0,0 0 0,0 0 16,-8-5-16,6 9 0,1 0 0,1-1 0,-3 0 16,-1 0-16,1 0 0,-5-8 0,2 8 0,0-1 15,-2 0-15,0-2 0,0-2 16,0 2-16,0-1 0,0-2 0,0 0 0,0-1 0,0 0 0,0-1 0,0 0 0,-12 9 16,3 1-16,-2-2 0,-3 1 0,0 0 0,-1-1 15,15-8-15,-12 7 0,0-2 0,0 1 0,-1-4 16,2-2-16,0 2 0</inkml:trace>
  <inkml:trace contextRef="#ctx0" brushRef="#br0" timeOffset="157329.698">20313 5514 0,'0'0'0,"0"0"0,0 0 16,0 0-16,0 0 16,35-27-16,-1 17 15,-34 10 1,0 0-16,0 0 0,0 0 0,10-1 0,-1 0 0,1 1 16,-10 0-16,0 0 0,8 5 0,-1-1 0,2-1 15,-3 7-15,0-2 0,0 1 0,-1-2 0,-2 0 0,0 0 16,-3-7-16,1 10 0,-1 1 0,0 0 0,-1-1 0,1 1 0,0-1 15,0-10-15,-2 8 0,2-1 0,-1 0 16,1-7-16,-3 5 0,1-3 0,0 0 0,-1 1 16,1-2-16,0 0 0,2-1 0,-3 0 15,0 0-15,1 0 0,2 0 0,-3-3 0,1 1 0,-1 0 16,1-3-16,1 1 0,-1-1 0,2 5 0,-1-9 16,1 3-16,0-1 0,0 7 0,2-11 15,0-2-15,1 2 0,-3 11 0,3-12 0,0-1 0,-1 1 0,2-1 0,1 2 16,-1 0-16,-4 11 0,9-10 0,0 2 15,-1-2-15,2 4 0,-1 0 0,1 1 0</inkml:trace>
  <inkml:trace contextRef="#ctx0" brushRef="#br0" timeOffset="157659.849">20624 5550 0,'0'0'0,"0"0"0,0 0 15,0 0 1,0 0-16,45-33 16,-16 3-1,-29 30-15,0 0 0,0 0 0,0 0 0,5-8 16,0 1-16,1 1 0,-3 0 0,-3 0 0,1 2 0,-1 4 0,-1-3 0,1 0 16,0 0-16,-3 4 15,3-1-15,-1 1 0,1-1 0,-5 4 0,2-1 0,0-1 16,-2 4-16,1-1 0,-1 1 0,5-6 0,-5 11 0,1-2 15,0 2-15,4-11 0,-2 9 0,1 1 0,-1-1 16,1 0-16,-1-1 0,1 0 0,1-8 0,1 9 16,1 0-16,-1-2 0,3 1 0,-2-1 0,0-1 0,-2-6 15,6 5-15,0 1 0,-1 0 16,5-5-16,0 1 0,-1-1 0,-9-1 0,9-2 0,1-1 16,-1 0-16</inkml:trace>
  <inkml:trace contextRef="#ctx0" brushRef="#br0" timeOffset="158159.493">20894 5454 0,'0'0'0,"0"0"0,0 0 15,0 0 1,4 52-16,-4-5 16,-2-11-16,2-36 0,0 0 15,0 0-15,-2 8 0,1-1 0,0 1 0,1-8 16,-1 5-16,0-2 0,0 0 0,2-3 0,-1-1 0,0 1 0,0 0 15,2-4-15,-1 0 0,0 0 0,1-3 0,-1-1 16,1 1-16,-2 7 0,2-10 0,0 1 0,1-1 0,1-1 16,1 1-16,0-2 0,-5 12 0,5-9 15,0-2-15,1 1 0,-2 1 16,1 3-16,0-2 0,-5 8 0,4-4 0,-1 2 0,0-2 0,-3 4 0,4 3 16,1-1-16,0-1 0,0 5 0,0-1 15,0-1-15,-5-4 0,5 7 0,-1 0 0,0 0 0,-1 2 16,1 1-16,1-1 0,-5-9 15,3 11-15,0-1 0,-1 0 0,-1-3 16,1-1-16,-1 0 0,-1-6 0,1 4 0,0-2 16,0 2-16,-1-4 0,0 2 0,0-2 15,0 1-15,2-3 0,-1 0 0,2 1 0,-3 1 0,3-5 0,-1 0 0,0 1 0,2-2 16,0-1-16,-1-1 0,-3 8 0,6-11 0,-2 1 0,0 0 0,2-1 0,-2 0 16,2 1-16,-6 10 0,6-9 0,-2 1 15,1 0-15,-5 8 0,4-5 0,1-2 0,-2 1 16,1 4-16,-2-1 0,1 1 0,-3 2 0,3 2 15,-1 1-15,1-1 0,-3-2 0,6 7 0,0 1 16,0-1-16,-3 5 0,1-3 0,-1 3 16,-1-3-16,-1 1 0,1-1 15,-2-9-15,1 11 0,-1-1 0,0 0 16,0-2-16,0 0 0,0-1 0,0-3 0,0-1 0,0 0 0,0-3 0,0 2 0,0 0 0,0-2 0,0 2 16,0-1-16,0-1 0</inkml:trace>
  <inkml:trace contextRef="#ctx0" brushRef="#br0" timeOffset="158339.938">21251 5440 0,'0'0'0,"0"0"0,0 0 0,7 47 16,3 4-16,1-9 0,-8-9 16,-7-9-1,4-24-15,0 0 0,0 0 16,0 0-16,-3 4 0,1-2 15,0 2-15</inkml:trace>
  <inkml:trace contextRef="#ctx0" brushRef="#br0" timeOffset="158469.822">21285 5371 0,'0'0'0,"0"0"0,0 0 16,0 0-16,0 0 15,0 0-15</inkml:trace>
  <inkml:trace contextRef="#ctx0" brushRef="#br0" timeOffset="158729.914">21506 5406 0,'0'0'16,"0"0"-16,0 0 15,0 0-15,0 0 0,0 0 16,-32 35-1,32-35-15,0 0 0,0 0 0,-9 8 0,2 0 16,1 1-16,2-3 0,1-1 16,0 0-16,3-5 0,-1 5 0,1-1 0,0 0 0,0-4 0,4 5 15,-2 1-15,1-1 0,2 3 0,-1-2 16,1 1-16,-5-7 0,7 7 0,0 1 0,-1-2 16,0 0-16,1-1 0,-1 2 0,-6-7 0,2 3 15,0 0-15,0 1 0,-2-4 0,1 3 0,-1-1 0,0-1 16,-1 1-16,-1 1 0,1-1 0,1-2 15,-5 3-15,2-1 0,-1 0 0,1 1 0,0-3 16,1 2-16,2-2 0,-4-5 0,1 0 0,0 0 0</inkml:trace>
  <inkml:trace contextRef="#ctx0" brushRef="#br0" timeOffset="159077.14">21685 5481 0,'0'0'0,"0"0"0,0 0 0,0 0 15,39-9-15,-3-6 0,-14 1 32,-22 14-32,0 0 0,0 0 0,0 0 0,6-7 0,-1 1 0,1 1 0,-6 5 15,4-8-15,-1 2 0,1-1 16,-1-1-16,-1 0 0,-1-1 0,-1 9 0,1-6 0,-1-1 0,0 1 0,-2-1 16,-1 1-16,1 1 0,2 5 0,-5-3 0,1 1 15,0 1-15,-3 2 0,0-1 0,0 2 0,7-2 16,-6 7-16,0-2 0,1 0 0,-7 1 15,2 0 1,-2-1-16,12-5 0,-12 9 0,-2 1 0,1-2 0,2 3 0,1-2 0,0 1 16,10-10-16,-6 10 0,1 1 0,1 1 0,0-1 0,1-1 0,1 2 15,2-12-15,1 10 0,1 0 0,0-1 0,4 1 0,-1-2 0,-1 1 16,-4-9-16,8 6 0,-2 0 0,0-1 0,6-2 0,-3 1 16,0-2-16,-9-2 0,15 2 0,0-2 15,0 0-15,2-3 0,-1-1 0,-1 2 0,-15 2 0,18-10 0,-2 1 16,1 0-16</inkml:trace>
  <inkml:trace contextRef="#ctx0" brushRef="#br0" timeOffset="159339.762">22170 5308 0,'0'0'0,"0"0"0,0 0 0,0 0 15,0 0 1,-37 20-16,7 5 0,15-4 31,15-21-31,0 0 0,0 0 0,0 0 0,2 9 0,-1 0 16,-1-1-16,3-1 0,-1 1 0,1-2 15,-3-6-15,4 7 0,1-2 0,-1 1 0,2 1 0,-1-1 0,-1 1 0,-4-7 16,5 7-16,-1-2 0,1 1 16,0 1-16,-2-2 0,0 2 0,-3-7 0,4 9 0,-2-2 0,0 1 15,-2-2-15,0 3 0,0-3 16,0-6-16,-5 6 0,1-3 0,1 2 0,-9 1 0,3-2 15,0 2-15,1-4 0,1 2 0,-2-1 0</inkml:trace>
  <inkml:trace contextRef="#ctx0" brushRef="#br0" timeOffset="159875.425">20124 5712 0,'0'0'0,"0"0"0,0 0 0,0 0 0,50 12 16,9 3-16,-5-1 15,1-4 1,-55-10-16,0 0 0,0 0 0,24 3 0,0 1 0,-1-1 0,2-2 15,-1 0-15,0-1 0,-24 0 16,30-1-16,0 0 0,1 0 0,7-2 0,0 0 0,0 0 0,6 0 16,0-1-16,0 1 0,6 0 15,-3-1-15,0 0 0,2-1 0,-2 1 0,0 1 16,-47 3-16,60-3 16,-2 0-16,0 0 0,5 0 0,-2 0 0,0 0 0,-61 3 0,65-6 0,-2 3 0,0-2 15,-6 2-15,0-1 0,-1 1 0,-56 3 0,55-3 0,0 1 0,0 0 0,3 0 16,-1-2-16,0 2 15,-57 2-15,53-2 0,-1 0 0,2 0 0,-9 1 0,0-1 0,1-1 16,-46 3-16,40 0 0,-1-3 16,0 1-16,-39 2 0,26-1 0,0-2 0,-1 1 15,-25 2-15,0 0 0,0 0 0</inkml:trace>
  <inkml:trace contextRef="#ctx0" brushRef="#br1" timeOffset="169049.917">19963 6080 0,'0'0'0,"0"0"0,0 0 15,0 0 1,0 0-16,0 0 15,15 49-15,-7-21 16,-8-28-16,0 0 16,0 0-16,0 0 0,6 18 0,0 0 0,-1-1 15,-2-7-15,0 0 0,0-1 0,-3-9 0,2 4 16,-1-1-16,-1 0 0,0-3 0,4 18 0,-2 0 0,-1 0 16,-1-18-16,2 11 0,-1-1 15,0 0-15</inkml:trace>
  <inkml:trace contextRef="#ctx0" brushRef="#br1" timeOffset="169221.849">19967 5988 0,'0'0'0,"0"0"0</inkml:trace>
  <inkml:trace contextRef="#ctx0" brushRef="#br1" timeOffset="169510.291">20185 6012 0,'0'0'0,"35"27"0,6 3 15,4 17-15,-21 5 16,-17 9-16,-14 10 15,-31 19 1,38-90-16,0 0 0,0 0 0,-24 35 16,1-1-16,0 2 0,-8 3 0,2-1 15,-1 1-15,30-39 0,-33 38 0,3 0 0,-2 0 0</inkml:trace>
  <inkml:trace contextRef="#ctx0" brushRef="#br2" timeOffset="176349.579">21036 6318 0,'0'0'15,"0"0"-15,0 0 0,0 0 16,0 0-1,0 0-15,-10-42 16,10 42-16,0 0 0,0 0 0,0 0 0,-2-9 16,1 2-16,-1-2 0,2 9 0,-9-5 0,0 0 15,1 1-15,8 4 0,-5-3 0,-1 1 0,2 1 16,4 1-16,-18 3 0,2-2 0,0 1 16,6 1-16,0-2 0,1 1 0,9-2 0,-18 6 15,2 1-15,0-1 0,16-6 0,-10 5 16,1-2-16,-1 1 0,10-4 0,-12 11 0,0-1 0,0 0 0,12-10 15,-7 7-15,1-1 0,0-1 0,6-5 0,-4 10 0,0-2 16,0-1-16,4-7 0,-2 5 0,1-1 16,-1-1-16,2-3 15,9 7-15,-1 0 0,-1-2 0,-7-5 0,6 4 0,-1 0 0,-1-1 0,-4-3 16,20 10-16,-2 1 0,-1-1 0,-17-10 0,20 11 0,0-1 0,-1 1 16,-19-11-16,10 6 0,0-2 0,-1 1 0,-9-5 0,21 17 15,-2-1-15,1-1 0,-20-15 0,11 10 0,0-1 16,0 0-16,-11-9 0,4 14 0,-1-3 0,2 1 0,-5-12 15,1 7-15,0-1 0,0 0 16,-1-6-16,-8 9 0,2 1 0,-1-1 0,7-9 0,0 0 0,-5 5 16,0 1-16,1-3 0,-20 2 15,3-1-15,-1-1 0,22-3 0,-23 2 0,-1 2 0,1-3 0,23-1 16,-11 2-16,0-2 0,0 2 0,11-2 0,-23-4 16,1 3-16,0-2 0,22 3 0,-13-2 15,2 1-15,-1-2 0,12 3 0,-15-4 0,0-1 0,2 0 0,13 5 16,-8-2-16,1 0 15,0-1-15,7 3 0,-4-2 0,1 2 0,1-1 0,2 1 0,0 0 16,-1 0-16,0-1 0,0 1 0</inkml:trace>
  <inkml:trace contextRef="#ctx0" brushRef="#br2" timeOffset="176719.933">21298 6411 0,'0'0'16,"0"0"-16,0 0 15,0 0-15,0 0 16,0 0-16,0 0 15,0 0-15,0 0 16,0 0-16,0 0 0,0 0 0,16 6 16,-3-1-16,1 2 0,3-3 0,-3-1 0,1 1 0,-15-4 15,16 3-15,0-1 16,-1 0-16,4-1 0,-1-1 0,1 0 0,-19 0 0,19-2 0,0 0 0,0 1 16,-3 2-16,2-1 0,-1 1 0,-17-1 0,19 0 15,-3 1-15,1-1 0,-17 0 0,17 3 16,-2-1-16,-1 0 0,0-2 0,-3 1 0,1 0 0,-1-1 0,0 0 0,0 0 15</inkml:trace>
  <inkml:trace contextRef="#ctx0" brushRef="#br2" timeOffset="177169.9">21601 6295 0,'0'0'0,"0"0"16,0 0-16,0 0 15,0 0 1,0 0-16,0 0 16,0 0-16,0 0 0,0 0 0,0 0 0,20 2 15,0 0-15,-1-1 0,-1 1 0,1 0 0,0 1 0,-19-3 16,14 2-16,-1 1 0,0-1 15,1 2-15,-2 0 0,0 0 0,-12-4 0,12 1 0,-2 2 0,1 0 16,-1-1-16,0 0 0,-1 0 0,1 1 0,-1 0 16,-1 0-16,-8-3 0,7 3 0,-1 1 0,0-1 0,0 2 15,0-2-15,-2 1 0,-4-4 0,5 3 0,-1 0 16,0 0-16,-4-3 0,4 4 0,-1-1 0,0 0 16,-1 1-16,-1 0 0,1 0 0,-2-4 0,-1 4 15,0 2-15,1-3 0,-5 3 0,2-2 0,-1 1 16,4-5-16,-6 6 0,0 0 0,1 1 15,5-7-15,-10 7 0,2 0 0,0-1 0,-3 1 0,3 1 0,-1-2 16,0 2-16,2 0 0,-2 0 0,9-8 0,-6 6 16,-1 0-16,-1-1 0,8-5 0,-6 8 0,0 0 15,1-2 1,-1 1-16,2 0 0,1-1 0,3-6 0,-4 6 0,1-1 16,0 1-16,0-3 0,2 0 0,0-1 0</inkml:trace>
  <inkml:trace contextRef="#ctx0" brushRef="#br2" timeOffset="177560.523">22243 6175 0,'0'0'0,"0"0"16,0 0-16,18 49 0,-11-4 15,-4-2 1,3-1-16,-3-4 31,-3-38-31,0 0 0,0 0 0,3 14 0,-3 1 0,1-1 0,-1-14 16,2 14-16,-1 0 0,0-1 15,2 0-15,-1-1 0,0 2 0,-2-14 0,3 12 0,-3-1 16,1 1-16,1-1 0,-2-2 0,1 1 16,-1-10-16,-1 9 0,1 0 0,0 0 0,0-9 0,-3 4 0,1 0 15,0 0-15,-1-5 0,0 1 0,0 0 0</inkml:trace>
  <inkml:trace contextRef="#ctx0" brushRef="#br2" timeOffset="177930.078">22226 6239 0,'0'0'0,"0"0"0,0 0 16,6-42-16,6 4 15,9 12-15,4 9 16,6 4 0,-31 13-16,0 0 0,0 0 0,14 0 0,0 0 15,0 0-15,0 0 0,-2 0 0,1 0 0,-13 0 16,14 3-16,0-1 0,1 1 0,1 4 0,0-1 16,0 0-16,-4 2 0,2 0 0,-1 0 0,-13-8 0,9 8 15,0 1-15,1-2 0,-1 2 0,0 1 16,1-2-16,-10-8 0,7 8 0,-2 1 0,1 0 0,-5-3 15,0 3-15,0-3 0,-1-6 0,-5 9 0,2 0 16,0-1-16,-7 0 0,1-1 0,1 0 0,8-7 16,-15 7-16,1 0 0,0 0 0,-4-1 0,1 0 15,0-2-15,17-4 0,-20 5 0,0-1 16,-1 0-16,0 1 0,1 0 0,-1-2 0,21-3 0,-21 6 0,0-2 0,0 0 16,2-1-16,1-1 0,0 0 0,18-2 0,-16 0 15,1 0-15,1 0 0</inkml:trace>
  <inkml:trace contextRef="#ctx0" brushRef="#br2" timeOffset="180243.373">19960 7092 0,'0'0'0,"0"0"0,0 0 0,0 0 15,6 48 1,-2-18-16,1 18 16,-5-48-16,0 0 0,0 0 15,1 7-15,-1 1 0,1 1 0,-1-9 16,0 0-16,-7 13 0,2-2 0,0 1 0,5-12 0,-4 6 0,1 0 15,0 0-15,3-6 0,-1 3 0,-2 0 0,2-2 16,0 1-16,1-2 0,0 0 0,0 0 0,-1 2 16,1-2-16,0 0 0,0 0 0</inkml:trace>
  <inkml:trace contextRef="#ctx0" brushRef="#br2" timeOffset="180469.706">20103 7044 0,'0'0'0,"0"0"0,0 0 16,0 0-16,0 0 16,0 0-16,-5 40 15,5-40-15,0 0 0,0 0 16,0 0-16,-2 15 0,2-1 0,-1 1 0,-2-2 0,1-2 16,1 1-16,1-12 0,-4 11 0,2-1 0,0 2 15,2-12-15,-3 12 0,1 0 0,0 0 0,2-12 16,-4 12-16,0 0 0,0-1 0,0-3 0,1-1 0,0 0 0,1-4 15,0 1 1,1 0-16</inkml:trace>
  <inkml:trace contextRef="#ctx0" brushRef="#br2" timeOffset="180619.865">20007 7035 0,'0'0'0,"0"0"0,0 0 0,0 0 16,0 0 0</inkml:trace>
  <inkml:trace contextRef="#ctx0" brushRef="#br2" timeOffset="180929.661">19865 6930 0,'0'0'0,"0"0"16,0 0-16,0 0 16,0 0-16,0 0 15</inkml:trace>
  <inkml:trace contextRef="#ctx0" brushRef="#br2" timeOffset="181229.422">20102 6847 0,'0'0'0,"0"0"0,36 19 0,-8 3 15,-8 5 1,-16 6-16,4 9 0,-6 1 16,-2-43-16,0 0 0,0 0 0,0 0 15,-2 19-15,1-2 0,0 1 0,-4 2 0,1 0 16,0 0-16,4-20 0,-8 24 0,1-1 0,1 1 0,-6 0 15,3 2-15,-2-2 0,-5 7 16,0 0-16,0 1 0,-6-2 0,0 1 0,0 0 0</inkml:trace>
  <inkml:trace contextRef="#ctx0" brushRef="#br2" timeOffset="185896.697">20809 6912 0,'0'0'0,"0"0"0,0 0 16,0 0-1,0 0-15,1 69 16,0-27 0,-1-42-16,0 0 0,0 0 0,0 0 0,-3 24 15,2-1-15,-1 1 0,2-24 0,-1 13 0,-1-1 16,1 0-16,1-12 0,-3 22 0,-1-1 15,0 1-15,4-22 0,-3 11 0,2 2 0,-1-2 16,2-11-16,-1 23 0,1-2 0,-1 1 16,1-22-16,-1 12 0,1 0 0,0 0 15,0-12-15,-4 14 0,0 1 0,0-2 0,1-5 0,1-2 0,0 2 0,2-8 16,0 0-16,-1 2 0,0 1 0,0 0 0</inkml:trace>
  <inkml:trace contextRef="#ctx0" brushRef="#br2" timeOffset="186249.849">20750 6907 0,'0'0'15,"0"0"-15,39-25 0,-6 12 0,1 11 16,-8 8-1,1 11-15,-27-17 0,0 0 16,0 0-16,9 7 0,-2 0 0,0 1 0,-7-8 16,7 10-16,-1-2 0,0 1 0,0-2 0,-3 1 15,1-1-15,-4-7 0,5 9 0,-3 1 0,0 0 16,-2-10-16,2 9 0,-1 0 0,0 0 0,-2 0 0,0 0 16,1 1-16,0-10 0,-5 8 0,1-1 0,-2 1 15,-2 0-15,0-1 0,-1-1 0,9-6 0,-10 3 16,0 0-16,1 1 0,9-4 0,-12 5 0,1-2 0,-1 0 15,1 1-15,0 0 0,0-1 0,11-3 16,-13 4-16,3-1 0,-1 0 0,1-1 0,2-1 0,-1-1 0,3 0 16,0 0-16,1 0 0,5 0 15</inkml:trace>
  <inkml:trace contextRef="#ctx0" brushRef="#br2" timeOffset="186579.807">21258 7122 0,'0'0'0,"0"0"0,0 0 0,0 0 15,0 0 1,56 25-16,-8-10 16,-48-15-1,0 0-15,0 0 0,15 4 0,0-3 0,0 2 0,-15-3 16,15 2-16,0-2 0,-1 1 0,-14-1 0,17 2 0,1-1 0,0 0 16,2 1-16,-2-1 0,0 1 0,-18-2 0,20 3 15,-1-2-15,1 1 0,-20-2 0,14 0 0,1 0 0,0 0 0,-4 0 16,1 0-16,-2-2 15,-10 2-15,7-1 0,0-3 0,-1 2 0</inkml:trace>
  <inkml:trace contextRef="#ctx0" brushRef="#br2" timeOffset="186961.639">21593 7080 0,'0'0'0,"0"0"0,0 0 15,0 0-15,0 0 16,0 0-16,0 0 16,67-3-1,-67 3-15,0 0 0,0 0 0,0 0 16,20 0-16,-1-1 0,1 0 0,-5 3 0,-3-1 16,2 1-16,-14-2 0,12 3 0,0-1 0,-1 0 0,0 2 15,-2 0-15,2-1 0,-11-3 0,7 6 0,1-2 16,0 1-16,-8-5 0,6 4 0,0 0 0,1 0 15,-2 1-15,0 1 0,-1 0 0,-4-6 0,2 5 16,-2 1-16,0 1 0,0-7 0,-4 7 0,1 2 0,0 0 16,-4-1-16,0 1 0,1-2 15,6-7-15,-9 11 16,1-2-16,1 1 0,-6 0 0,2-1 16,0 2-16,11-11 0,-10 9 0,1 0 0,0 0 0,0 0 0,0 0 0,2 0 0,7-9 0,-9 10 0,0 1 0,1-2 15,2 0-15,0-1 0,0 0 0,6-8 0,-5 8 16,1-2-16,-1 2 0,1-3 0,0 0 0,0-2 15,4-3-15,-1 0 0,-1 0 0,1 0 0,1 0 16</inkml:trace>
  <inkml:trace contextRef="#ctx0" brushRef="#br2" timeOffset="187717.887">22285 6874 0,'0'0'0,"0"0"15,0 0-15,0 0 16,0 0-16,0 0 0,-49 8 15,3 11 1,46-19-16,0 0 0,0 0 0,0 0 16,-12 8-16,1-2 0,-1 1 0,4 1 15,-1 1-15,1-1 0,8-8 0,-9 11 0,1 0 0,1 0 0,1 2 16,0 0-16,0-2 0,6-11 16,-6 14-16,2-2 0,-1-1 0,5-11 0,-4 14 15,0-2-15,0 2 0,5-1 0,0-1 16,0 1-16,-1-13 0,3 11 0,0-1 0,-1 1 0,-2-11 0,7 10 0,-2 1 15,0-2-15,6-1 0,0-1 0,0-1 0,-11-6 0,13 7 16,0-2-16,0 0 0,4-3 0,-2 0 16,0 1-16,-15-3 0,16-2 0,-2 2 0,0-1 15,-4 0-15,-2 0 0,0 0 0,3 0 0,-2-1 16,1 0-16,-10 2 0,7-2 0,0 0 0,0 2 0,-3-2 0,-1 1 16,0 0-16,-3 1 0,1-4 0,1 1 0,-1-1 15,-1 4-15,-1-4 0,1 0 0,0-1 0,-3 0 0,1-1 16,-1 1-16,3 5 0,-4-5 0,-1 0 0,0-1 0,0 0 15,1 0-15,0 0 0,4 6 0,-5-5 16,2 1-16,0-1 0,3 5 16,-4-6-16,1 2 0,-1-1 0,2 1 0,1-2 15,-1 3-15,2 3 0,0-6 0,0 3 0,0-3 16,5 2-16,-2-1 0,0 1 16,1-1-16,1 1 0,0 0 0,-5 4 0,10-5 0,-2 1 15,1 0-15,-9 4 0,10-5 0,0 1 0,-1 1 0,0 1 0,0 1 16,0 1-16,-9 0 0,7 0 0,1 0 15,-2 0-15,2 3 0,-1-2 0,0 1 0,-7-2 0,6 4 16,0-1-16,-1 0 0,-5-3 0,4 5 0,-2-1 0,1 1 0,0 2 16,-2-1-16,1 0 0,-1 4 0,0-2 0,0 1 15,-1-9-15,0 11 0,0-3 0,0 2 0,-1 0 16,1 0-16,0-1 0,0-9 0,-1 11 0,0-1 0,1 0 16,0-10-16,1 9 0,1 2 0,0-2 0,-1 1 0,0 1 0,0-1 0,-1-10 15,0 10-15,0-1 0,0 1 16,0-10-16,-2 7 0,2 0 0,0 1 0,0-8 0,0 3 0,0 0 15,0 0-15</inkml:trace>
  <inkml:trace contextRef="#ctx0" brushRef="#br2" timeOffset="189259.596">19943 7785 0,'0'0'0,"0"0"0,0 0 16,0 0-16,0 0 15,-9 43 1,4-15-16,5-28 0,0 0 16,0 0-16,-3 16 0,0 0 15,1 1-15,2-17 0,-2 9 0,1 0 16,-1 0-16,2-9 0,-2 17 0,1-2 0,-1 1 0,2-16 15,-2 8-15,1 0 0,0 1 0,1-9 16,2 12-16,-2 1 0,0 0 0,0-13 0,1 7 0,-1 0 0,0 0 16,0-7-16,0 3 0,0 0 15,0-2-15,1 0 0,-1 0 0,0-1 0,0 0 0,0 0 0,0 0 0</inkml:trace>
  <inkml:trace contextRef="#ctx0" brushRef="#br2" timeOffset="189532.33">20100 7821 0,'0'0'0,"0"0"16,0 0-16,0 0 15,-19 42-15,2-2 16,9-2-1,8-38-15,0 0 0,0 0 0,0 0 0,-2 12 16,2-1-16,-1 0 0,-1 0 0,1-2 0,0 1 0,1-10 16,-1 8-16,1 1 0,-1 0 0,1-9 0,-3 12 0,1-2 15,0 1-15,1-2 0,1 0 0,-1 0 16,1-9-16,-1 6 0,0 0 0,1 0 0,0-6 0,1 0 16,1 2-16,-1-1 0</inkml:trace>
  <inkml:trace contextRef="#ctx0" brushRef="#br2" timeOffset="189789.948">20240 7813 0,'0'0'0,"0"0"0,0 0 16,0 0-16,2 51 15,-2 1 1,-2-24-16,-5 8 0,7-36 16,0 0-16,0 0 15,-5 12-15,1-3 0,0 1 0,4-10 0,-5 11 0,1 0 0,0-1 16,4-10-16,-4 6 0,0 0 0,1 1 0,-1-5 0,2-2 16,0 0-16</inkml:trace>
  <inkml:trace contextRef="#ctx0" brushRef="#br2" timeOffset="190003.693">20168 7675 0,'0'0'0,"0"0"0,0 0 16,0 0-16,0 0 16</inkml:trace>
  <inkml:trace contextRef="#ctx0" brushRef="#br2" timeOffset="190261.887">19937 7710 0,'0'0'0,"0"0"0,0 0 16,0 0-16,0 0 15</inkml:trace>
  <inkml:trace contextRef="#ctx0" brushRef="#br2" timeOffset="190739.811">20338 7700 0,'0'0'0,"0"0"0,0 0 16,24 41-16,-5 15 15,-11 10 1,-14 12-16,6-78 0,0 0 0,0 0 15,-7 30-15,0 0 16,0 1-16,-8 6 0,0-2 0,0 2 0,-6 4 0,1 2 0,-1-2 16,-4 3-16,-1-2 0,0 2 0</inkml:trace>
  <inkml:trace contextRef="#ctx0" brushRef="#br2" timeOffset="196629.62">21001 7649 0,'0'0'16,"0"0"-16,0 0 0,0 0 15,0 0 1,0 0-16,-49 13 16,49-13-16,0 0 0,0 0 0,0 0 0,-10 3 0,0 0 0,0-1 15,10-2-15,-17 12 0,1 0 16,1 0-16,15-12 0,-10 7 0,3 0 15,-1 1-15,8-8 16,0 0-16,-13 18 0,0 0 0,1-1 0,12-17 16,-7 10-16,0 0 0,1 0 0,6-10 0,-10 21 0,1-2 0,1 0 15,8-19-15,-5 11 0,-1 1 0,2-1 0,4-11 0,-5 22 0,1-3 16,-1 1-16,5-20 0,-3 12 0,1-2 0,0 1 0,2-11 0,8 15 16,-1-2-16,0 0 0,-7-13 0,4 8 15,1-2-15,0 0 0,-5-6 0,18 8 0,-2-2 16,0 1-16,-16-7 0,11 3 0,-2 2 0,0-2 15,-9-3-15,15-3 0,0-2 0,0 2 0,-15 3 0,9-3 16,-3 2-16,1-3 0,-7 4 0,8-6 16,-1-1-16,0 1 0,-7 6 0,4-4 0,-1 1 0,0 0 0,-3 3 15,5-9-15,-2-1 0,0 1 0,-3 9 16,1-5-16,1 0 0,-1-1 0,-1 6 0,2-10 0,-2 0 16,0 1-16,0 9 0,0-7 0,0 3 0,0-2 15,0 6-15,1-12 0,-1 0 0,1 0 0,-1 12 16,2-7-16,-2 0 0,0 1 0,0 6 0,5-10 0,-2 1 0,0-1 15,-3 10-15,2-5 0,0 0 0,1 0 16,-3 5-16,0-2 0,1 0 0,0 0 0,-1 2 0,8 1 16,-2 0-16,0 1 0,-6-2 0,5 0 15,0 0-15,-1 1 0,-4-1 0,6 8 0,0-1 0,1 0 16,-7-7-16,4 4 0,-1 0 0,0 0 0,-3-4 0,7 14 0,-1 0 16,0-1-16,-6-13 0,5 8 0,-2 1 15,0-2-15,-3-7 0,-2 17 0,2-3 0,0 1 0,0-15 16,-1 9-16,1 0 0,0 0 15,0-9-15,0 14 0,0 2 0,0 0 0,0-16 0,1 9 16,-1 0-16,0-2 0,0-7 0,0 14 16,0-3-16,0 1 0,0-12 0,0 7 0,0-2 0,0 2 0,0-7 15,0 2-15,0 1 0,0 1 0</inkml:trace>
  <inkml:trace contextRef="#ctx0" brushRef="#br2" timeOffset="196919.785">21236 7986 0,'0'0'0,"0"0"0,0 0 16,0 0-16,0 0 16,0 0-1,0 0-15,0 0 0,0 0 16,0 0-16,0 0 0,19 0 15,1 0-15,-1 0 0,-7 0 0,0 0 16,-1 0-16,-11 0 0,24-1 0,0-1 0,0 1 0,-24 1 16,27-2-16,-3 0 0,1 0 0,-25 2 0,12-1 15,1 0-15,-1 1 0,-12 0 0,23-1 16,0 0-16,1 1 0,-24 0 0,13-1 0,-1 1 0,1 0 0,-13 0 16,16-1-16,-1-1 0,1 2 0,-16 0 15,9-2-15,-1 1 0,0 0 0</inkml:trace>
  <inkml:trace contextRef="#ctx0" brushRef="#br2" timeOffset="197254.51">21503 7901 0,'0'0'0,"0"0"0,0 0 16,0 0-16,0 0 15,0 0 1,0 0-16,0 0 0,0 0 15,0 0-15,30 0 0,0 0 0,0 0 0,-30 0 16,25 2-16,-1 0 0,0-1 16,-4 1-16,-1 1 0,-1 0 0,-18-3 0,14 3 15,1 0-15,-2 0 0,-1 2 0,-1-1 0,1 0 16,-12-4-16,9 8 0,-1-2 0,0 0 0,-8-6 0,4 8 0,-1 0 0,0 0 0,-4 1 16,0 0-16,1 1 0,0-10 0,-3 9 0,0 1 15,0 0-15,-3 0 0,2 1 0,-1 0 0,5-11 16,-6 12-16,0 0 0,0-1 0,6-11 0,-8 13 0,1-2 15,0 0-15,-1 1 0,2-3 16,-2 2-16,8-11 0,-4 9 0,0 0 0,0 0 0,4-9 0,-3 4 0,2 1 16,-1-1-16,3-7 15,0 1-15,-1-1 0</inkml:trace>
  <inkml:trace contextRef="#ctx0" brushRef="#br2" timeOffset="197548.049">22146 7726 0,'0'0'0,"0"0"16,0 0-16,4 55 15,-2-3 1,-3-6-16,-3 3 0,4-49 15,0 0 1,0 0-16,1 16 0,-1-2 0,0 1 0,0-15 0,0 13 0,1 0 16,0 1-16,0-1 0,0 1 0,0-1 15,0-3-15,0-2 0,0 0 0,-1-8 0,1 12 0,1-1 0,-1 0 0,2-3 0,-3-1 16,1 1-16,-1-8 0,3 3 0,-1-1 0,1-2 0,0-5 16,-1 0-1,0 0-15</inkml:trace>
  <inkml:trace contextRef="#ctx0" brushRef="#br2" timeOffset="197829.817">22397 7665 0,'0'0'0,"0"0"0,0 0 0,9 59 15,-3-3 1,-9-4-16,3-7 16,0-45-1,0 0-15,0 0 0,3 16 16,-3-1-16,1-1 0,-1-14 0,0 16 0,0-2 0,0 2 16,0-16-16,-1 15 0,1 0 0,0 1 0,0-3 0,0 0 0,0-1 0,2 0 15,-1-2-15,-1 1 0,0-11 0,1 9 16,-1-1-16,0-1 0,0-7 0,-3 4 0,2 0 0,-1-1 15,-1-6-15,0-1 0,0 2 0</inkml:trace>
  <inkml:trace contextRef="#ctx0" brushRef="#br2" timeOffset="198009.94">22154 7949 0,'0'0'0,"0"0"15,0 0-15,67-8 16,4 0-16,-2 5 16,-11-1-1,-58 4-15,0 0 16</inkml:trace>
  <inkml:trace contextRef="#ctx0" brushRef="#br2" timeOffset="199369.516">19736 8793 0,'0'0'0,"0"0"0,0 0 0,0 0 16,0 0-16,0 0 15,0 0 1,0 0-16,0 0 0,0 0 0,0 0 0,0 0 0,0 0 0,0 0 15,0 0-15,0 0 0,0 0 16,0 0-16,0 0 0,0 0 0,8 1 0,-2 0 16,0 0-16,-6-1 0,4 0 0,0 0 0,-1 1 0,-3-1 15,5 8-15,-2-1 0,0 0 0,-1-2 0,-1-1 0,1 0 16,-2-4-16,0 12 0,0-2 16,0 1-16,0-11 0,0 7 0,0-1 0,0 0 0,0-6 15,0 12-15,0-2 0,0 1 0,0-11 0,-1 7 0,1-2 0,0 1 16,0-6-16,1 11 0,-1 0 15,0 1-15,0-12 0,1 7 0,-1-2 0,0 0 0,0-5 0,0 2 16,0 1-16,0-1 0,0-1 16,0 1-16,0-1 15</inkml:trace>
  <inkml:trace contextRef="#ctx0" brushRef="#br2" timeOffset="199539.99">19779 8526 0,'0'0'0,"0"0"0,0 0 0,0 0 0</inkml:trace>
  <inkml:trace contextRef="#ctx0" brushRef="#br2" timeOffset="199930.013">19886 8753 0,'0'0'0,"0"0"0,13 37 0,-1 5 0,-3-5 16,-1 2-16,-4-7 16,-4-32-1,0 0-15,0 0 0,1 8 0,0 1 0,-1-1 16,2 0-16,-1-1 0,1-1 16,-2-6-16,2 6 0,-1-1 0,0 0 0,-1-5 15,1 3-15,0-1 0,0 1 0,2-3 0,0 0 0,-1 0 0,-2 0 0,3-4 0,-2 3 0,1-1 0,0-4 16,0 1-16,-1-1 0,-1 6 15,4-8-15,-1-1 0,-1 1 0,-2 8 0,2-9 16,1 0-16,-1-2 0,1 1 0,-1-1 0,0 2 16,-2 9-16,3-10 0,-1 0 0,0-1 0,0 2 0,-2 0 15,1 0-15,-1 9 16,2-9-16,-2 1 0,1 0 0,1 0 0,-1 0 0,0 1 0,-1 7 0,4-6 0,-1-3 16,0 3-16,2-2 0,-1 1 0,-1 0 0,0 2 15,0-1-15,0 2 0</inkml:trace>
  <inkml:trace contextRef="#ctx0" brushRef="#br2" timeOffset="200199.665">20216 8574 0,'0'0'0,"0"0"15,0 0-15,41 42 16,-5 3 0,-12 0-16,-6 5 15,-18-50-15,0 0 0,0 0 0,0 0 16,4 20-16,2-1 0,-2 0 0,-1 2 0,0 0 16,0 0-16,-4 4 0,1 1 0,0 0 0,0-26 15,-6 32-15,2 2 0,-1-2 0,-7 6 0,2 1 16,-1-2-16,-13 8 0,3 1 0,-1-1 0,-7 5 0,-1-2 0,0 1 15</inkml:trace>
  <inkml:trace contextRef="#ctx0" brushRef="#br2" timeOffset="202669.838">21101 8667 0,'0'0'0,"0"0"15,0 0-15,0 0 16,0 0-16,0 0 16,-25-35-16,25 35 15,0 0-15,0 0 0,-6-7 0,1 0 0,-1 0 16,6 7-16,-14-1 0,1 1 0,0-2 16,13 2-16,-8 2 0,0-2 15,1 0-15,7 0 0,-17 7 0,1 1 0,0-2 16,16-6-16,-11 5 0,3-1 0,0 2 15,8-6-15,-14 8 0,1 2 0,1-2 16,12-8-16,-7 5 0,0 0 0,1-1 0,6-4 0,-5 11 0,0-2 0,-1 0 16,6-9-16,0 0 0,-3 6 0,1-1 0,-1 1 0,3-6 0,3 10 15,-1 0-15,0-1 0,-2-9 0,2 6 16,0-1-16,0 1 0,0-4 0,-2-1 0,0 2 0,0-3 16,14 11-16,1 1 0,0-2 0,-15-10 0,9 6 15,-2 1-15,2-1 0,-9-6 0,15 11 0,2-1 0,-1 1 0,-16-11 16,9 6-16,-1 0 0,1 0 0,-9-6 0,13 10 0,0 0 0,1 0 15,-14-10-15,7 8 0,-1-3 16,0 1-16,-6-6 0,10 11 0,-2 1 16,1-1-16,-9-11 0,5 7 0,-1-1 0,0 0 0,-4-6 0,4 12 0,0 0 15,1 0-15,-5-12 0,3 6 0,-2 1 0,1 0 0,-2-7 0,-3 10 16,1 0-16,1 1 0,1-11 0,-2 5 0,1 1 16,-2-2-16,3-4 0,-9 9 0,0-1 0,-1-1 15,10-7-15,0 0 0,-6 3 0,1 3 16,-1-3-16,-9 2 0,1-1 0,1-1 0,13-3 15,-9 3-15,0-1 0,1 1 0,8-3 0,-16-2 0,-1 2 0,1 0 16,16 0-16,-9-2 0,1 1 16,-1 1-16,9 0 0,-15-1 0,0-1 0,0-1 0,15 3 15,-8 0-15,0-2 0,0 1 0,8 1 16,-11-4-16,-1 1 0,1 0 0,11 3 0,-6-3 16,-1 1-16,1 1 0,6 1 0,-14-5 0,2 1 0,-1-1 0</inkml:trace>
  <inkml:trace contextRef="#ctx0" brushRef="#br0" timeOffset="-98366.253">26030 4371 0,'0'0'0,"0"0"0,0 0 15,0 0-15,0 0 0,0 0 16,0 0-1,54-13-15,-54 13 16,0 0-16,0 0 0,12-4 0,-2 2 0,1-2 0,-11 4 16,18-14-16,0 1 0,0 0 0,-7 4 15,-1 1-15,-1 0 0</inkml:trace>
  <inkml:trace contextRef="#ctx0" brushRef="#br3" timeOffset="101686.022">25955 4338 0,'0'0'0,"0"0"0,0 0 0,0 0 15,0 0-15,0 0 16,0 0-16,0 0 15,0 0-15,0 0 0,0 0 16,0 0-16,0 0 0,0 0 0,0 0 0,0 0 0,0 0 16,0 0-16,0 0 0,0 0 0,3 6 0,-1 0 15,0-2-15,0 1 0,-1-2 0,0 0 0,-1-3 0,1 2 16,-1-2-16,1 2 0,-1-2 0,0 2 0,0-2 16,0 0-16,5 9 0,-2 0 0,0 0 0,0-3 15,-1 0-15,0-1 0,-2-5 0,9 1 16,0 0-16,-1-1 0,-2 0 0,0 0 0,-1 0 15,-5 0-15,11-13 0,0-1 0,0 1 16,-11 13-16,7-9 0,-1 2 0,0-1 0,9-11 16,0 0-16,0 0 0,-15 19 0,17-17 0,-2-1 0,1 1 0,1 0 0,-1 2 15,0 0-15,-7 8 0,-1-1 0,-1 1 16,-4 5-16,0-1 0,1 1 0,-3 1 0,0 0 0,0 0 16,0 1-16,-1 0 0,0 0 0,0 0 0,0 0 15,0 0-15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5T08:38:10.974"/>
    </inkml:context>
    <inkml:brush xml:id="br0">
      <inkml:brushProperty name="width" value="0.05292" units="cm"/>
      <inkml:brushProperty name="height" value="0.05292" units="cm"/>
      <inkml:brushProperty name="color" value="#00B0F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3861 1512 0,'0'0'0,"0"0"0,0 0 0,0 0 0,0 0 16,0 0-16,-32-24 16,11 9-1,21 15-15,0 0 0,0 0 0,0 0 16,-3-2-16,1 0 0,0 0 0,-15 15 15,3-2-15,-1 1 0,15-12 0,-17 14 0,-1 0 0,1 0 0,-1 1 0,2 0 16,-1 0-16,17-15 0,-16 16 0,1 0 16,1-1-16,-1 3 0,2 0 0,0 0 15,13-18-15,-7 9 0,0-1 16,2 1-16,-4 11 0,2-1 0,1 1 0,6-20 0,-3 11 0,-3 1 0,3-3 0,6 10 0,3-1 16,-3-1-16,-3-17 0,10 18 0,1 0 0,-2 0 0,-3-9 15,-1 0-15,0 0 0,-1-6 0,-3 0 16,1 1-16,-2-4 15,1 2-15,-1-2 0,24 11 0,-1 0 0,-1-1 16,-9-3-16,0-1 0,1 0 0,12 1 0,-2-2 0,0 1 0,-24-6 0,24 0 16,0 0-16,0 0 0,-12-2 0,0 2 0,-2-1 15</inkml:trace>
  <inkml:trace contextRef="#ctx0" brushRef="#br0" timeOffset="400.065">4020 1850 0,'0'0'0,"0"0"0,0 0 0,0 0 0,-1 47 16,1-4-16,1-7 16,5-9-16,-6-27 0,0 0 15,0 0-15,0 0 0,5 9 0,-1-1 0,-1-1 16,3-1-16,2 0 0,-3 0 0,3-2 0,1-1 0,-2 2 15,4-5-15,-2 0 0,0 0 0,5-1 16,-4-1-16,1-1 0,1-3 0,1 2 0,-1 0 0,-1-5 16,0 1-16,0 1 0,-2-5 0,-2 2 0,1-2 15,-1-1-15,0 0 0,1 0 0,-4 2 0,-1 0 0,0 0 16,-1 1-16,0 1 0,-2-1 0,-3 2 0,0 0 16,2-1-16,1 9 0,-7-6 15,2 0-15,1 0 0,-4 3 0,1 0 0,0 1 0,-5 1 0,0 0 0,2 0 16,-4 2-16,2 0 0,-2 0 0,1 4 15,1-1-15,-3 1 0,8 0 0,-1 0 0,0 0 16,3-1-16,0 0 0,-1-2 0,5 4 0,-3-2 16,2 0-16,3-3 0,-1 0 0,1 0 15,6-6-15,-1 2 0,0 1 0</inkml:trace>
  <inkml:trace contextRef="#ctx0" brushRef="#br0" timeOffset="761.781">4347 1829 0,'0'0'0,"0"0"0,34 37 15,-6 4-15,-9-13 0,-6-1 16,-7-4 0,-4-8-16,-2-15 0,0 0 0,0 0 15,0 0-15,0 3 0,0 0 0,0-3 0,0 0 0,0 1 0,0 1 0,-1-5 0,1 3 16,0 0-16,-1-6 15,0 1-15,1 0 0,-1-3 0,-1 2 0,2 0 16,0-4-16,2 1 0,-2-1 0,2-2 0,0-1 16,1 1-16,3 0 0,0-1 0,0 1 0,3-1 0,-2 0 0,1 1 0,-8 12 15,12-12-15,0 0 0,-2 0 16,-1 4-16,-1 1 0,-1 0 0,4 4 0,-1 1 0,-2-2 16,4 8-16,-1-3 0,-1 2 0,-1 2 0,-2 1 15,0-2-15,-7-4 0,7 8 0,-3-2 0,2 1 16,1 2-16,-3-1 0,0 1 0,0 2 0,0-1 15,-3 1-15,2-1 0,-1 2 0,1-1 0,-2-1 16,0-1-16,0 0 0,-4 0 0,2 0 0,-1-1 16,2-8-16,2 2 0,-2 0 0,0 1 15,0-4-15,1-1 0,-1 2 0</inkml:trace>
  <inkml:trace contextRef="#ctx0" brushRef="#br0" timeOffset="1064.062">4845 1816 0,'0'0'0,"0"0"0,0 0 0,11 44 15,-7 3-15,-2-14 16,-6-8-16,1-11 0,3-14 16,0 0-16,0 0 0,0 0 0,-1 3 0,1-1 15,0 0-15,0-1 0,0-1 0,0 1 0,-1 1 16,1-2-16,0 0 0,3-4 0,-1 0 0,2 3 0,-4 1 15,4-8-15,0 2 0,-1 0 0,1-6 16,0 3-16,1-1 0,0-4 0,0 1 0,0 0 16,2-2-16,-1 2 0,0-1 0,1 1 0,1 0 0,-1 1 15,-7 12-15,3-10 0,1 3 0,0-1 16,-1 4-16,-1-1 0,-1 1 16,0 2-16,0 0 0,0 0 0,-2 2 15,1-1-15,0 0 0,-3-2 0,0-1 0,0 3 0</inkml:trace>
  <inkml:trace contextRef="#ctx0" brushRef="#br0" timeOffset="1381.931">5011 1925 0,'0'0'16,"0"0"-16,0 0 0,43-9 0,-5-6 15,-10 0 1,-2-7-16,-2-6 15,-24 28-15,0 0 0,0 0 16,5-7-16,1-1 0,0 1 0,-6 1 0,1 0 0,1 0 16,-4 3-16,1 0 0,1 0 15,-3 1-15,2 1 0,-1 0 0,2 1 0,-9 2 0,3 0 0,-2 0 0,-2 4 16,1 1-16,-2-1 0,2 1 16,0 1-16,1 0 0,0 1 0,0-1 0,1 2 0,2-3 0,1-1 15,-2 1-15,6-7 0,-5 9 0,2-1 0,1 0 0,2 1 0,0 0 16,0 0-16,2 0 0,1-1 15,0 0-15,1 0 0,1-1 0,-2 0 0,6-2 0,-1 0 16,0-1-16,-8-4 16,13 0-16,-3-1 0,1-1 0,-2 1 15,-3-1-15,0 1 0</inkml:trace>
  <inkml:trace contextRef="#ctx0" brushRef="#br0" timeOffset="1680.139">5311 1817 0,'0'0'0,"0"0"0,40 33 16,-3 3-1,-9-4-15,-11-4 0,-8-2 16,-14-3-16,5-23 0,0 0 0,0 0 16,0 0-16,-4 6 0,1-1 15,0 1-15,-3 0 0,1 0 0,-2 0 0,0-5 0,-1 1 0,0 0 16,1-2-16,-1-2 0,0 2 15,2-3-15,1 2 0,-1-1 0,6 2 0,-4-5 0,2 1 0,-1-1 16,3-2-16,-2 1 0,2-3 16,2-1-16,-2-1 0,0 1 0,6-3 0,2 0 0,-3 1 0,3-3 15,0 1-15,-1 1 0,-7 13 0,7-13 0,1 1 16,-2-2 0,3 2-16,-3-2 0,0 1 0,0-2 0,0 0 15,0 0-15,2-2 0,-1 1 0,1-2 0</inkml:trace>
  <inkml:trace contextRef="#ctx0" brushRef="#br0" timeOffset="1876.769">5679 1506 0,'0'0'0,"0"0"0,28 37 0,-5 9 16,-7-3 0,-10 4-16,-4 2 15,-5 4-15,3-53 0,0 0 16,0 0-16,-4 19 0,1 1 0,-2-1 0,-1 0 15,1-3-15,-1 2 0,2-3 16,-2 0-16,2 1 0,0-5 0,0 1 16,0-1-16,2-7 0,2-1 0,-1 0 0</inkml:trace>
  <inkml:trace contextRef="#ctx0" brushRef="#br0" timeOffset="2040.12">5662 1879 0,'0'0'0,"0"0"0,0 0 0,0 0 16,0 0-16,42-20 16,4-7-1,-2-5-15,-44 32 0,0 0 0,0 0 16,0 0-16,13-9 0,-2 1 0,1 0 0</inkml:trace>
  <inkml:trace contextRef="#ctx0" brushRef="#br0" timeOffset="2280.203">6398 1503 0,'0'0'0,"0"0"0,0 0 16,0 0-16,24 69 15,-8 2-15,-18-8 16,-2-12-16,4-51 0,0 0 15,0 0-15,0 0 0,0 18 0,0-3 16,0 1-16,-1 0 0,0 1 0,0-1 0,1 1 0,0 0 16,0 0-16,-1-1 0,1 1 0,0-1 15,-2-5-15,2 0 0,0 0 0,0-11 0,0 6 0,0 0 0,0-3 16,4-8-16,-2 0 0,1 0 0</inkml:trace>
  <inkml:trace contextRef="#ctx0" brushRef="#br0" timeOffset="2451.914">6344 1916 0,'0'0'0,"0"0"0,0 0 0,0 0 16,39-15-16,8-5 16,-3-5-16,-1-4 15,-43 29-15,0 0 0,0 0 0,17-10 0,-2 1 16,0-3-16</inkml:trace>
  <inkml:trace contextRef="#ctx0" brushRef="#br0" timeOffset="2720.203">6687 1841 0,'0'0'16,"0"0"-16,0 0 0,0 0 0,0 44 16,3-6-16,3-12 15,8-7-15,-14-19 0,0 0 0,0 0 16,5 3-16,0-1 0,0 1 0,-1-5 15,1 2-15,-1-1 0,3-2 0,-2-1 0,1 1 16,3-3-16,-3 1 0,3-1 0,-9 6 16,7-10-16,0 2 0,0-2 0,-1-1 0,0 2 0,-3-1 0,0 0 15,-3 2-15,2 0 0,-7 0 0,2 2 0,-1-1 16,-1 4-16,-1-1 0,2 1 0,-1-1 0,-1 2 0,1-1 16,5 3-16,-9 1 0,1-1 0,-1 1 15,0 2-15,1 2 0,0-2 0,1 0 0,1 0 0,0 1 0,0-2 16,0 1-16,1-2 0,3-1 0,1 0 0,0-1 0,4-2 15,0 1-15,-3 1 0</inkml:trace>
  <inkml:trace contextRef="#ctx0" brushRef="#br0" timeOffset="3070.227">7332 1789 0,'0'0'0,"0"0"16,0 0-16,0 0 0,0 0 0,0 0 15,0 0 1,0 0-16,0 0 0,0 0 16,0 0-16,0 0 0,0 0 0,0 0 0,0 0 0,0 0 0,0 0 15,0 0-15,-27 8 0,3 1 0,-1 0 16,25-9-16,-17 11 0,-1-1 0,0 0 0,6 0 0,3 0 15,-1 0-15,5 0 0,2-1 0,-1-1 16,5 0-16,0 1 0,0-1 0,4 0 0,0 0 0,-2 0 16,-3-8-16,12 6 0,-1-1 15,-2 0-15,6-1 0,-2-2 0,0 1 0,4-4 0,-1 1 0,1 0 16,3-3-16,-1 1 0,-1-1 0,0-3 0,0 1 0,0-1 0,-18 6 16,16-8-16,-2-1 0,1 0 15,-6 3-15,0 0 0,0 0 0</inkml:trace>
  <inkml:trace contextRef="#ctx0" brushRef="#br0" timeOffset="3320.161">7603 1494 0,'0'0'0,"0"0"0,-1 47 0,3 2 31,-2-4-31,-4-1 16,0 1-16,7-3 15,-3-42-15,0 0 0,0 0 0,1 14 0,-1-1 16,0 0-16,0-13 0,2 12 0,-1 1 0,1-1 16,0 1-16,1 1 0,-1-1 0,2-3 0,-2 1 15,0 1-15,-2-12 0,4 6 0,-2 1 0,1 0 0,1-5 16,0-1-16,0 0 0</inkml:trace>
  <inkml:trace contextRef="#ctx0" brushRef="#br0" timeOffset="3762.307">7896 1765 0,'0'0'0,"0"0"0,0 0 16,0 0-16,0 0 0,-54 6 15,8 7 1,10 9-16,10 3 16,26-25-16,0 0 0,0 0 0,-7 9 15,0-1-15,0 2 0,7-10 0,-5 9 16,1 0-16,-2 0 0,4 1 0,-1-1 0,1 1 16,2 1-16,0-3 0,0 2 0,4-1 15,-1-1-15,2 0 0,2-2 0,-1 1 16,0-2-16,1-3 15,0 0-15,0-1 0,-7-1 0,10-2 0,-2 0 0,1-1 0,3-2 16,0-1-16,-2 0 0,0-3 0,0 0 0,-1 0 0,0-3 0,0 0 0,-1 0 0,2-3 0,-3 1 0,1 1 0,-8 13 16,6-12-16,1-1 0,-2 2 0,-1 3 0,1 1 15,-2-1-15,0 5 0,-1 0 0,0 0 0,-1 2 16,0 0-16,-1 0 0,0 1 0,-1 2 0,1 0 0,0-1 0,-3 5 16,1 0-16,1-1 0,-1 1 0,2 0 0,-1 0 15,-1 3-15,1-2 0,-1 2 0,1 1 16,0-1-16,0 1 0,1-10 0,3 10 15,-1-1-15,-1 0 0,4 1 0,-1 1 16,-1-2-16,3 1 0,-1 0 0,-1-1 16,2-2-16,-2-1 0,1 0 15,1-5-15,-2-1 0,1 0 0</inkml:trace>
  <inkml:trace contextRef="#ctx0" brushRef="#br0" timeOffset="4119.99">8058 1804 0,'0'0'0,"0"0"0,0 0 16,0 0-16,-2 64 0,-2-10 15,4-23 1,1-13-16,3-7 16,-4-11-16,0 0 0,0 0 0,4 2 15,-2-2-15,0 0 0,2-3 0,0 1 0,0 0 0,1-2 16,-2-1-16,1 0 15,2-3-15,-1 2 0,-1 0 0,-4 6 16,5-10-16,0 2 0,0-1 0,-2 2 0,0 0 0,0 2 0,-1 0 0,-1 3 0,1-1 16,-1 1-16,-1 1 0,0 0 0,1 1 0,-1 0 0,0 0 15,3-8-15,1 3 0,-1-1 0,3-3 0,0 0 0,1 0 16,-1 4-16,-1 4 0,-1-3 0,-2 9 0,1-2 0,0 1 16,-3 5-16,0-1 0,0 1 0,3 2 0,-2-1 15,1-1-15,0 2 0,-1-1 0,-1 2 16,3-3-16,-1-1 0,0 1 0,-2-9 0,2 8 0,1 0 15,0-1-15,1-7 0,0 2 0,0-2 16,2-6-16,0 1 0,1 1 0,-4 0 0,1-1 16,0 1-16</inkml:trace>
  <inkml:trace contextRef="#ctx0" brushRef="#br0" timeOffset="4384.288">8458 1752 0,'0'0'0,"0"0"0,-36 28 15,-3-5-15,8-5 16,5-5-16,13-1 16,11 6-16,2-18 15,0 0-15,0 0 0,0 0 0,1 3 0,0 2 16,0-1-16,1 3 0,1 1 0,0-2 16,4 1-16,-2 1 0,-1 0 0,2 0 0,-1-2 0,0 3 15,-5-9-15,0 0 0,0 0 0,3 6 0,0-2 0,0 1 0,-1 3 16,0 0-16,1 0 0,-1 1 0,-2 0 0,0-3 15,-1-2-15,0 1 0,0-1 0,-4-2 16,2 1-16,0-1 0,-2-4 0,0 2 0,-1 0 0,6 0 16,-5-4-16,2 0 0,-1 1 0,2-4 0,-1 1 0,0-3 0</inkml:trace>
  <inkml:trace contextRef="#ctx0" brushRef="#br0" timeOffset="4720.547">8445 1918 0,'0'0'0,"0"0"0,0 0 0,0 0 0,0 0 15,0 0 1,0 0-16,45-2 16,-45 2-16,0 0 0,0 0 15,0 0-15,12-4 0,0 1 0,0-2 0,-1 0 0,-1-1 0,0 1 16,-3-3-16,0 2 16,0-2-16,-3 0 0,-1 0 0,0-1 0,-3 9 15,1-9-15,0 1 0,0 0 0,-3 0 0,-1 0 0,1 1 0,-2 3 0,-1 0 0,1 0 0,-2 4 16,0 0-16,0 0 0,6 0 15,-9 4-15,1 0 0,0-2 0,0 3 0,-1 1 0,0 0 16,0 2-16,0 0 0,0 0 0,1 1 0,1 1 16,0-2-16,7-8 0,-3 10 0,0-1 0,0 0 15,2-1-15,1 1 0,-1 1 0,4 1 0,0-3 16,-1 2-16,5 0 0,-1-1 0,0 1 0,-6-10 0,9 9 16,0-3-16,-1 2 0,6-3 0,-2 0 0,1-1 15,7-1-15,0-1 0,-1 0 0,1-7 0,0 1 16,-1 0-16,-19 4 0,19-8 0,-2 0 0,1 2 0,-1-7 15,-1 3-15,0-1 0</inkml:trace>
  <inkml:trace contextRef="#ctx0" brushRef="#br0" timeOffset="5090.204">9282 1618 0,'0'0'0,"42"-23"0,-42 23 15,57-36-15,-16 3 16,-14-1-16,-10 2 16,-9-4-16,-8 36 0,0 0 15,0 0-15,-2-10 0,1 0 0,1 1 16,-4 0-16,0 1 0,0-1 0,-5 3 0,3 1 0,-1-1 0,-4 2 16,3 1-16,0-1 0,8 4 0,-12 1 0,1-1 15,0 0-15,1 3 0,-2-1 0,2 0 0,1 5 16,1-2-16,-1 1 0,1 1 0,1 1 15,1-1-15,0 2 0,0 1 0,1 0 0,2 3 0,1-1 16,0 1-16,2-13 0,1 14 0,-1 1 0,0 1 0,2 3 0,-1 0 16,1 0-16,0-3 0,0 2 15,0 0-15,0 0 0,-1-2 0,1 1 0,-2-17 0,1 18 0,-1 0 16,0 0-16,1 2 0,0-1 16,0 0-16,2-2 0,-3 1 0,1-2 0,-2-1 0,1-1 0,-1-1 15,1-13-15,-3 14 0,2-1 0,0 1 0,0-4 0,-1 1 16,1-1-16,-3-8 0,2 1 15,0-1-15,-1-4 0,0-1 0,-1 1 0</inkml:trace>
  <inkml:trace contextRef="#ctx0" brushRef="#br0" timeOffset="5535.213">9154 1820 0,'0'0'0,"0"0"0,0 0 16,0 0-16,0 0 0,35-25 15,5 6 1,5 0-16,-45 19 0,0 0 0,0 0 16,16-6-16,-1-3 0,0 2 0,-15 7 15,13-11-15,0 4 0,-1-2 0,0 1 0,-1 0 0,1 1 0,-3 3 16,0 2-16,-1-1 0,-8 3 0,7 2 16,1-1-16,-1 2 0,-2 0 0,-1 0 0,-1 0 15,-1 2-15,-2-1 0,0-1 16,0-3-16,2 9 0,-1-3 0,0 2 0,-3 3 0,2-2 15,0 1-15,2 0 0,-1 0 0,0 1 0,-1-11 16,-2 12-16,2-1 0,0 0 0,1-3 0,-1 2 0,0-2 16,2 0-16,-1-1 0,0-1 0,-1-6 0,3 5 15,-1 0-15,0 0 0,2-3 0,-2 1 16,1 0-16,-3-3 0,5-3 0,-1 2 0,1 0 0,2-6 0,-1 2 0,0-1 16,-1-3-16,-1 1 0,2 1 15,-6 7-15,3-12 0,0 2 0,0 1 0,0-4 0,-2 2 0,1 0 16,-5-1-16,0 2 0,1 0 0,-2 2 0,1 2 15,-2-2-15,5 8 0,-4-5 0,-1 1 16,1 1-16,-3-1 0,0 2 0,1-1 0,-2 1 0,0 1 0,0 1 0,0 1 16,0 1-16,0-2 15,0 3-15,-1-3 0,1 0 0,2-3 0,2 0 16,0 1-16</inkml:trace>
  <inkml:trace contextRef="#ctx0" brushRef="#br0" timeOffset="6253.56">9680 1687 0,'0'0'0,"0"0"0,45 13 0,-5 8 15,-14 4 1,-4 1-16,-12 1 0,-11-2 16,1-25-16,0 0 0,0 0 15,-4 10-15,0-1 0,0-1 0,-2 3 0,0-1 0,0-1 0,-2-3 16,1-1-16,0 0 0,7-5 0,-8 4 0,0-2 15,1 1-15,0-3 0,0 1 0,0-1 0,-1-3 16,2 2-16,-1-1 0,7 2 0,-4-4 0,-1 0 16,1 1-16,0-4 0,0 1 15,1 0-15,3-1 0,-1-1 0,0 0 16,2-3-16,0 0 0,-1 1 0,0 10 0,4-14 0,1 1 0,-2-1 16,5-2-16,-1-1 0,2 1 0,3 0 0,0 2 0,-1 0 0,3 2 15,-2 2-15,1-1 0,-13 11 0,14-7 0,-2 0 0,1 0 0,-6 4 16,1-1-16,0 1 0,3 5 15,0-1-15,-1 0 0,2 5 0,0-3 0,0 3 0,-5-1 0,1 1 16,0 0-16,-1 1 0,-1-1 16,0 0-16,-2 5 0,-2-1 0,1-1 0,-3-9 0,2 12 0,-1-1 15,1 0-15,1 0 0,-2 1 0,1-1 16,0 2-16,-1-2 0,0 0 0,1-1 0,-1 0 0,-1-1 16,0-9-16,0 6 0,0 3 0,0-3 0,1-3 0,-1 2 15,0-1-15,1-3 0,-1 0 0,0-1 16,0 0-16,2-3 0,-1 1 0,0 1 0,2-7 0,0 2 0,0 1 15,4-5-15,-2 1 0,1 0 16,1-2-16,0 0 0,-1 1 0,-6 10 16,8-10-16,0-2 0,0 1 15,1 2-15,-1 2 0,0-1 0,-8 8 0,8-2 0,-1 0 16,0 2-16,-1 3 0,1 2 0,-1-1 0,-1 3 0,0 1 0,1 0 0,-2 3 0,-1 0 0,0-1 16,-3-10-16,1 12 0,0-1 15,-1 0-15,0-2 0,0 0 0,0-1 0,0 0 0,0-3 0,0 1 0,0-6 16,0 4-16,0-1 15,0-1-15,1-1 0,-1 0 0,0-1 0,4-4 0,-2-1 0,0 0 16,-2 5-16,6-7 0,-1 3 16,-1-2-16,5-3 0,-2 3 0,0-2 0,-7 8 0,9-10 0,0 1 15,-1 0-15,4-3 0,-1 1 0,1 0 16,-12 11-16,12-9 0,1 1 0,-1 0 0,-12 8 0,14-3 16,-3-1-16,1 1 0,-2 5 0,0-1 0,0 1 0,-10-2 0,10 7 15,-1 0-15,-1 0 0,2 6 16,-3-1-16,1 0 0,-8-12 0,6 15 0,-1-3 0,0 0 0,-5-12 15,2 16-15,1-2 0,-1 0 16,-4 1-16,2-2 0,-1 1 0,1-14 16,-2 13-16,0-1 0,1-1 0,-3-6 0,2-1 0,-1 0 15</inkml:trace>
  <inkml:trace contextRef="#ctx0" brushRef="#br0" timeOffset="7462.017">3475 2105 0,'0'0'0,"0"0"16,0 0-16,47 7 0,-18-4 0,17 0 15,11 1 1,44 1-16,-101-5 0,0 0 15,0 0-15,32 2 0,1 1 16,-1-1-16,-32-2 0,30 2 0,-4 0 0,2 1 16,0 0-16,-2-1 0,1-1 0,-27-1 15,38 4-15,-2-1 0,-1-1 0,2 0 0,0-1 16,0 2-16,-2-2 0,1 0 0,-2 0 0,1-1 0,0 0 0,-1 0 0,-1 0 16,2 0-16,-1 0 0,-34 0 15,36 1-15,0 0 0,0-1 0,3 1 16,-1 1-16,-1-1 0,10 2 0,-2-1 0,0 0 0,11 0 0,-1 1 0,0 0 0,2 0 15,1 0-15,0 0 0,-58-3 0,58 3 16,0 0-16,1 0 0,5 0 0,-1 1 0,1-1 0,7 1 16,0-1-16,1 1 0,4-1 0,1 0 0,-2 0 0,-2 1 15,2-2-15,-1 1 0,-74-3 0,70 3 16,0 0-16,0-1 0,-4 2 0,0-1 0,0 1 0,-3-2 16,1 1-16,0 0 0,0 0 0,-1 0 0,0 2 0,0-4 15,-1 3-15,1-2 0,-63-2 0,63 3 0,-1-1 16,0 0-16,1 1 0,0-1 0,-2 1 0,4 0 15,-1-2-15,1 2 0,1 1 0,0-2 0,0 0 16,0 0-16,0 0 0,-1 0 0,-65-2 0,64 2 0,-1 0 16,0 1-16,2-1 0,-1 0 15,-1 0-15,1 0 0,0 0 0,0-1 0,2 2 0,-3-1 16,2 0-16,1 0 0,-2 1 0,1-1 0,-65-2 0,63 1 16,1 2-16,-1 0 0,-3 0 0,0 0 15,0-1-15,-6 2 0,0-1 0,1 0 0,-9 3 0,-3-1 0,2 1 16,-45-6-16,38 5 0,-1 0 0,0 1 15,1 0-15,1 0 0,-2-1 0,4 1 0,-2 0 0,-1 1 0,2-2 16,0 0-16,-1 0 0,3 0 16,0-1-16,0 1 0,-42-5 0,44 4 0,-2 0 15,0-1-15,3 0 0,-1 0 0,-1-1 0,-2 1 16,-1-2-16,0 3 0,-4-3 0,0 1 0,-1 0 0,-4 0 0,1 1 16,-2-2-16,-30-1 0,16 2 0,-2-1 0,1-1 0,5 3 15,-1-1 1,1-2-16,-10 1 0,-1-1 0,2 2 0</inkml:trace>
  <inkml:trace contextRef="#ctx0" brushRef="#br0" timeOffset="10262.318">2760 3123 0,'0'0'0,"0"0"0,0 0 16,0 0-16,6 53 15,0-23 1,0 15-16,0-23 15,-6-22-15,0 0 16,0 0-16,-2 17 0,2-2 0,0 0 0,0-6 0,0 0 0,0-2 16,0-3-16,0 0 0,0-1 0,0-3 0,0 0 15,0 1-15,0 1 0</inkml:trace>
  <inkml:trace contextRef="#ctx0" brushRef="#br0" timeOffset="10435.384">2765 2881 0,'0'0'0,"0"0"0,0 0 0,0 0 0</inkml:trace>
  <inkml:trace contextRef="#ctx0" brushRef="#br0" timeOffset="10660.261">2964 2867 0,'0'0'0,"0"0"0,0 0 15,50 53-15,-4 2 16,-13-1-16,-13 3 16,-17 5-16,-3-62 15,0 0-15,0 0 0,-6 24 0,2-2 16,-1 1-16,-6-1 0,3-1 0,-2 0 0,-3 1 0,2-2 0,-1 1 0</inkml:trace>
  <inkml:trace contextRef="#ctx0" brushRef="#br0" timeOffset="11295.341">2698 4045 0,'0'0'0,"0"0"0,0 0 15,0 0-15,0 0 16,0 0-16,15 49 0,-7-3 15,-8-11 1,0-35-16,0 0 16,0 0-16,-1 9 0,-1 1 0,1 1 15,-4-5-15,1 2 0,1-1 0,-1-2 0,0 0 0,1-1 16,3-4-16,-3 2 0,2-2 0,0 2 0,2-4 0,-1-2 0,0 3 0,1-2 16,-1 1-16,2-1 0</inkml:trace>
  <inkml:trace contextRef="#ctx0" brushRef="#br0" timeOffset="11480.585">2878 4021 0,'0'0'0,"0"0"0,0 0 16,0 0-16,0 0 0,23 48 16,-10-5-16,-8-19 15,-5-24-15,0 0 16,0 0-16,2 4 0,-2-1 0,0 0 0,0-1 15,0-1-15,0 0 0,0 0 0,0 0 16,0-1-16</inkml:trace>
  <inkml:trace contextRef="#ctx0" brushRef="#br0" timeOffset="11630.254">2800 3934 0,'0'0'0,"0"0"0,0 0 0,0 0 16,-8-42-16</inkml:trace>
  <inkml:trace contextRef="#ctx0" brushRef="#br0" timeOffset="11849.912">2493 3952 0,'0'0'0,"0"0"0,0 0 0,0 52 0,3 0 16,0-3 0,4-9-1,3-8-15,-10-32 0,0 0 0,3 5 0,-2 0 16,2 1-16,-2-3 15,1 0-15,-2 0 0,2-3 0,-2 1 0,0 1 0</inkml:trace>
  <inkml:trace contextRef="#ctx0" brushRef="#br0" timeOffset="12080.219">3000 3788 0,'0'0'0,"0"0"0,0 0 16,56 48-16,-7 6 15,-14 3-15,-9 14 16,-29 5-16,3-76 16,0 0-16,-9 25 0,0 1 15,1 0-15,-6-1 0,2 2 0,-2-2 16,-3-1-16,2-1 0,-2 0 0,-6-4 0,3 2 0,-1 0 0</inkml:trace>
  <inkml:trace contextRef="#ctx0" brushRef="#br0" timeOffset="12841.248">2708 5030 0,'0'0'0,"0"0"0,0 0 16,0 0-16,9 57 16,-5-24-16,2 11 15,-3-22-15,-3-22 16,0 0-16,0 0 0,0 12 16,2-2-16,-2 1 0,1-5 0,-1 0 15,0 0-15,0-6 0,-5 9 0,2 0 0,-1 0 0,0-3 0,2-1 16,0-1-16,1-2 0,-2 0 0,3 0 0,-1-1 0,1 1 15,0-2-15</inkml:trace>
  <inkml:trace contextRef="#ctx0" brushRef="#br0" timeOffset="13111.592">2859 5021 0,'0'0'0,"0"0"0,0 0 0,0 0 15,0 0-15,0 0 16,9 49-16,-9 0 16,0-49-16,0 0 15,0 0-15,-4 14 0,1 0 0,1-2 0,2-12 16,-3 12-16,0-2 0,0 1 0,0-2 0,0 2 16,-1-2-16,1-3 0,0-1 15,1 0-15,0 0 0,2-2 0,-1-1 0,-1-2 0,2 0 0,0 0 0,5-2 0,-4-1 16,1 1-16,1-2 0,-1-1 0,0 0 0,1 1 0,-3 1 15,2 0-15,-2 0 0,0 2 0,0-1 16,0 2-16,0 0 0,0 0 0</inkml:trace>
  <inkml:trace contextRef="#ctx0" brushRef="#br0" timeOffset="13303.989">2928 5047 0,'0'0'0,"0"0"0,0 0 0,0 0 16,0 0-16,0 0 15,0 0 1,13 45-16,-13-45 0,0 0 0,0 0 15,4 13-15,-3 1 0,0 0 0,-2-3 16,1-1-16,0 1 0,-1-1 0,1-2 16,-2 0-16,0-1 0,0-1 15,0 0-15,2-6 0,-1 3 0,-2 1 0,1 0 16,0-3-16,2-1 0,-1 0 0,1-1 0,0 1 0,0 0 16,0 0-16,0 0 0,0 0 0,0-1 0,0 1 15,0-1-15</inkml:trace>
  <inkml:trace contextRef="#ctx0" brushRef="#br0" timeOffset="13520.411">2885 4920 0,'0'0'0,"0"0"0,0 0 0,0 0 16,0 0-16,0 0 15,0 0 1,0 0-16,0 0 16,0 0-16,0 0 0,0 0 0,0 0 15,0 0-15,0 0 0,0 0 0,0 0 0,0 0 0</inkml:trace>
  <inkml:trace contextRef="#ctx0" brushRef="#br0" timeOffset="13660.364">2792 4914 0,'0'0'0,"0"0"0,0 0 0,0 0 0,0 0 16,0 0-16</inkml:trace>
  <inkml:trace contextRef="#ctx0" brushRef="#br0" timeOffset="13835.088">2601 4987 0,'0'0'0,"0"0"0,0 0 0,0 0 0,0 0 16,0 0-16</inkml:trace>
  <inkml:trace contextRef="#ctx0" brushRef="#br0" timeOffset="14117.157">3073 4873 0,'0'0'0,"37"28"0,-3 13 0,-9 2 16,-12 14-16,-12 4 0,-16 7 16,-8-2-1,23-66-15,0 0 0,0 0 0,-11 24 16,0-3-16,2 2 0,9-23 15,-15 21-15,3-1 0,-2 1 0,-1-1 0,-2 1 16,1 0-16,0-3 0,1 0 0,-1 0 16</inkml:trace>
  <inkml:trace contextRef="#ctx0" brushRef="#br0" timeOffset="14512.849">2784 6118 0,'0'0'0,"0"0"0,0 0 0,10 40 16,-5 1-16,-4 1 16,1 1-16,-2-43 15,0 0-15,0 0 0,0 0 0,0 0 0,0 17 0,0 1 16,0-1-16,-1-1 0,0 0 0,0-1 15,-2 0-15,0 0 0,2-1 16,-1-2-16,1 0 0,-1-1 0,-1-2 16,1-1-16,1-2 0,-2-1 0,2-2 0,0 1 0,0-2 0,1-1 15,-2 0-15</inkml:trace>
  <inkml:trace contextRef="#ctx0" brushRef="#br0" timeOffset="14735.974">2766 5866 0,'0'0'0,"0"0"0,0 0 0,0 0 15,0 0-15,0 0 16</inkml:trace>
  <inkml:trace contextRef="#ctx0" brushRef="#br0" timeOffset="15060.333">2922 6317 0,'0'0'0,"0"0"0,0 0 0,16 42 15,-1-7 1,-7-11-16,-8-8 16,0-5-16,0-11 0,0 0 0,0 0 15,-1 2-15,1-2 0,0 1 0,-2-2 0,2 1 16,0-1-16,2-2 0,-1 0 0,-1 0 0,5-2 15,-4 0-15,1-2 0,-1 0 0,2-2 0,0 1 16,-2 0-16,0 0 0,0 0 0,2 0 0,0-1 0,-1 1 0,-2 8 16,4-9-1,-2 1-15,-1-1 0,2-1 0,-2 1 16,1 0-16,-1-3 0,-1 2 0,1-1 16,0-2-16,-1 2 0,0-2 0,0-1 0,0 2 0,0-2 15</inkml:trace>
  <inkml:trace contextRef="#ctx0" brushRef="#br0" timeOffset="15255.164">3145 6004 0,'0'0'0,"0"0"0,33 34 0,-1 4 0,-4 6 15,-11 11 1,-10 12-16,-14 13 0,7-80 15,0 0-15,0 0 16,-9 32-16,-3-2 0,3 1 0,-9 3 0,0 2 0,0-3 0,-6 0 0,0-3 0,0 2 16</inkml:trace>
  <inkml:trace contextRef="#ctx0" brushRef="#br0" timeOffset="17646.154">4008 2809 0,'0'0'0,"0"0"16,0 0-16,0 0 0,0 0 0,0 0 15,0 0-15,0 0 16,-61 16-1,61-16-15,0 0 0,0 0 0,0 0 0,-14 3 0,4 0 0,-3 0 16,-3 8-16,2-1 16,-2 0-16,16-10 0,-6 7 0,-3-2 0,2 0 0,-3 8 0,1-2 15,-1 1-15,10-12 0,-5 6 16,1 2-16,1-2 0,2 7 0,1-1 16,0 0-16,0-12 0,1 7 0,-1 0 0,0-2 0,11 8 0,-1-2 15,0 0-15,-10-11 0,14 9 0,-2 1 0,0 1 0,-12-11 0,13 8 16,-1 1-16,0 1 0,1 0 0,-2 1 15,1-2-15,0 3 0,-1-2 0,1 1 0,-2 0 0,-1-1 16,1 2-16,-10-12 0,6 9 0,0-2 0,1 2 0,-4 1 16,-1-2-16,0 0 0,-2 4 0,0-1 15,0 0-15,-5 0 0,1 2 0,1-2 0,3-11 16,-8 9-16,0 0 0,0 0 0,-2-4 0,1 2 16,-1-2-16,-1 0 0,1-1 0,-1 0 0,11-4 0,-11 4 15,2-1-15,-1 1 0,-1-3 0,1 3 0,1-2 16,1-4-16,-1 2 0,1 0 0,-1-1 0,-1-2 0,1 2 15,2-2-15,1 1 0,-1-1 0,2-3 0,1 1 16,0-1-16,4 6 16,-3-6-16,2 1 0,-1-1 15,5-3-15,-2-1 0,0 1 0</inkml:trace>
  <inkml:trace contextRef="#ctx0" brushRef="#br0" timeOffset="17970.334">4222 3125 0,'0'0'0,"0"0"0,0 0 0,0 0 0,0 0 16,54 6-16,-54-6 15,53 8-15,-53-8 0,52-2 16,-52 2-16,0 0 16,0 0-16,0 0 0,0 0 0,0 0 15,15 0-15,1 0 0,0 0 0,-16 0 0,0 0 0,0 0 0,17-1 16,-4 1-16,2 0 0,-15 0 0,0 0 0,0 0 0,12-2 0,1 2 16,-1 0-16,-4-2 0,-1 1 0,0-1 0,-3-2 0,1 1 15,-2 0-15,1-2 0,-2 2 0,0 1 16,0-2-16,0 3 0,-1-1 0,-1 1 0,1 0 0,1 0 0</inkml:trace>
  <inkml:trace contextRef="#ctx0" brushRef="#br0" timeOffset="18300.103">4428 3062 0,'0'0'16,"0"0"-16,0 0 0,0 0 0,0 0 15,0 0-15,0 0 16,24 0-16,3 2 15,0-7-15,-27 5 0,39 0 16,-39 0-16,48 5 16,-48-5-16,45 12 0,-45-12 15,36 10 1,-36-10-16,27 15 0,-27-15 0,12 18 16,-12-18-16,-1 25 15,1-25 1,-16 28-16,16-28 0,-27 36 0,27-36 15,-25 31 1,25-31-16,-29 32 0,29-32 16,-22 25-16,22-25 15,-12 12-15,12-12 16,-4-2-16,4 2 16,7-19-16</inkml:trace>
  <inkml:trace contextRef="#ctx0" brushRef="#br0" timeOffset="18590.552">4953 2875 0,'0'0'16,"0"0"-16,0 0 0,12 49 0,-12-49 0,10 69 15,-10-69 1,-2 81-16,2-81 0,2 81 16,-2-81-16,0 0 15,0 0-15,0 0 0,0 0 0,1 22 0,0 1 16,-1-1-16,0-22 0,0 0 0,0 0 0,-2 21 0,0-1 16,0 1-16,2-21 0,0 0 0,0 0 0,-3 11 0,1 2 0,1 0 15,1-13-15,0 0 0,0 0 0,-3 3 0,2-1 0,-1 0 16,5-6-16,-2 1 0,1 1 0,1-3 15,-2 2-15,1 0 0</inkml:trace>
  <inkml:trace contextRef="#ctx0" brushRef="#br0" timeOffset="18870.155">4973 2855 0,'0'0'0,"0"0"0,0 0 0,0 0 0,46-30 15,-46 30-15,52-8 16,-52 8-16,47 19 16,-47-19-16,0 0 0,0 0 15,0 0-15,12 9 0,0 2 0,-1 0 16,-11-11-16,0 0 0,0 0 0,8 11 0,0-1 16,-1 1-16,-7-11 0,0 0 0,0 0 0,-2 13 0,0-1 15,0 1-15,-1-2 0,-1-2 0,-1 1 0,-3-1 16,0 1-16,0-3 0,-3 2 0,0 0 15,2 0-15,-6 0 0,0-2 0,0 2 0,-3-1 0,0-2 0,0 2 16,1-4-16,1 1 0,1 0 0</inkml:trace>
  <inkml:trace contextRef="#ctx0" brushRef="#br0" timeOffset="19110.095">25110 13488 0,'0'0'0,"0"0"0</inkml:trace>
  <inkml:trace contextRef="#ctx0" brushRef="#br0" timeOffset="19160.364">25164 13601 0</inkml:trace>
  <inkml:trace contextRef="#ctx0" brushRef="#br0" timeOffset="19230.152">25180 13750 0</inkml:trace>
  <inkml:trace contextRef="#ctx0" brushRef="#br0" timeOffset="19360.148">25444 13973 0,'0'0'0</inkml:trace>
  <inkml:trace contextRef="#ctx0" brushRef="#br0" timeOffset="21139.905">3711 3863 0,'0'0'0,"0"0"0,12 40 16,-4-17-16,-8-23 15,3 45-15,-2 20 16,0-32 0,1 16-16,-2-49 0,0 0 0,0 0 0,1 9 15,-1 0-15,0-1 0,-3 6 0,3 0 0,-1 0 0,-1-7 16,2 1-16,0-1 0,-2 4 0,-1-1 15,-2-1-15,4-4 0,-1 0 0,0 0 0,1-3 0,1-1 0,-1 0 16,0 1-16,1-2 0,0 2 0,0-2 16,0 0-16,0 0 0,-5-8 15,2 2-15,-2 0 0,5 6 0,0 0 0,0 0 16</inkml:trace>
  <inkml:trace contextRef="#ctx0" brushRef="#br0" timeOffset="21457.348">3700 3981 0,'0'0'0,"0"0"0,0 0 15,0 0-15,0 0 16,0 0-16,36-91 16,-36 91-16,36-67 0,-36 67 15,0 0-15,0 0 0,12-12 16,-4-1-16,3 1 0,-2 6 0,1 1 16,-1 1-16,-9 4 0,0 0 0,0 0 0,9 1 0,0 0 0,0-1 0,0 4 0,-3 1 15,1-2-15,0 3 0,0 0 0,-1 0 16,-6-6-16,0 0 0,0 0 15,4 9-15,0 3 0,1-3 0,-3 0 0,-2-1 0,0 1 0,-2-1 16,2-1-16,0 1 0,-2-1 0,1 0 0,0-2 0,-4 2 0,1-1 16,1 0-16,-3 0 0,-2-1 0,2 0 0,0 1 15,-1 2-15,2-2 0,-3 2 0,-1-1 0,1-1 16,-2 0-16,2 0 0,0 1 0,0-3 0,-1 0 0,2 2 16,-1-3-16,2 0 0,-1-1 0,0-3 0,1 1 15,0-1-15,2-2 0,2-1 0,0 1 0,2-3 0,0 1 16,0-1-16,2 3 0,-2-2 0,0 4 0</inkml:trace>
  <inkml:trace contextRef="#ctx0" brushRef="#br0" timeOffset="21760.456">4229 3965 0,'0'0'0,"0"0"0,0 0 0,0 0 16,0 0 0,0 0-16,0 0 15,39 9-15,-39-9 0,0 0 16,0 0-16,14 2 0,-2 2 0,2-4 0,-14 0 0,12 0 16,1 0-16,-2 0 0,4 1 0,-2-1 0,0 2 0,0-4 0,-1 2 15,0 0-15,2-1 0,-1-1 16,0 0-16,-13 2 0,12-1 0,-1 0 0,0 1 0,-1-3 0,-1 3 15,0-2 1,-3-2-16,0 1 0,0-1 0,0 2 0,-4-1 0,1 0 0,-3 3 0,1-2 16,1 0-16,-1 1 0</inkml:trace>
  <inkml:trace contextRef="#ctx0" brushRef="#br0" timeOffset="22070.164">4371 3928 0,'0'0'0,"0"0"0,0 0 16,0 0-16,0 0 16,66-10-16,-8 9 0,-14 3 15,-11 4 1,-33-6-16,0 0 0,0 0 0,8 3 0,1-2 16,-1 2-16,1-1 0,-2 1 0,1-2 0,0 3 0,0 0 0,-1-2 15,-7-2-15,6 5 0,-1-1 0,-1 0 16,-1 3-16,-2 0 0,1 1 0,1 0 15,-3-1-15,1 1 0,-4 3 16,2-3-16,1 1 0,-7 3 0,-1-3 0,2 1 0,-1 0 0,0 0 0,0 0 0,1-2 0,3-3 16,-1 2-16,-6 2 15,2 0-15,0 0 0,-1-2 0,1 1 0,1-1 16,1 0-16,1-3 0,-1 2 0,2-1 0,1-1 0,0 0 16,0-1-16,1 0 0,1-1 0,-1-3 0,2-1 0,0 0 15,1-2-15,0 1 0,-1-1 0,1 1 0,0 1 16,0-1-16</inkml:trace>
  <inkml:trace contextRef="#ctx0" brushRef="#br0" timeOffset="22620.882">4960 3779 0,'0'0'15,"0"0"-15,0 0 0,0 0 0,0 0 16,-35 61-16,0-11 16,8-9-1,27-41-15,0 0 0,-6 12 0,0-2 0,0 2 16,4-1-16,1 0 0,1 0 0,-2 1 0,1-1 0,1 0 0,0-11 16,0 11-16,0-1 0,0 1 0,4-3 15,-1 0-15,0 0 0,5 1 0,0-3 0,-1 0 0,2 0 0,0-3 16,-2 0-16,2 1 0,-1-2 15,-1 1-15,4-3 0,-2 1 0,-1 1 0,-1-4 0,0 2 16,0 0-16,-1-1 0,0-2 0,-2 1 0,2 0 16,-1-2-16,0 1 0,-1-1 0,-2 3 15,0-3-15,1 2 16,-3 0-16,1 1 0,-1-3 0,0 1 0,0 0 0,-1-1 0,1 0 0,-2-1 0,4-1 0,-2 0 16,0 0-16,0 1 0,0 0 0,0 0 0,1 3 0,-1 0 15,0 0-15,2-7 0,-2 2 0,2 0 0,-1 1 16,2-1-16,-2 1 0,3-1 0,-1 2 0,-2-1 0,3 3 15,-1 0-15,0-2 0,5 2 0,-3-1 16,0 3-16,0-1 0,1 0 0,-3 1 0,-3 1 0,3-1 0,-1-1 16,0 2-16,0 0 0,-1 3 15,1-3-15,1 5 0,-3-1 0,3 0 0,0 1 0,-2-1 16,0-1-16,0 1 0,0-2 0,0 0 0,0 0 0,-1-1 0,0 1 16,0-2-16,0 0 0,0 0 15,2 16-15,-1-1 0,1 1 0,2 1 0,-1 0 16,-1 0-16,-1-2 0,-1-1 0,1 1 15,-1-2-15,0 0 0,0-2 0,-4 0 0,2-2 0,0 0 0,0-1 0,0-2 16,1 0-16,0-3 0,-1-1 16,2 0-16</inkml:trace>
  <inkml:trace contextRef="#ctx0" brushRef="#br0" timeOffset="23450.334">3928 4739 0,'0'0'0,"0"0"0,0 0 0,0 0 16,0 0-16,-44 9 16,2 18-1,-6 12-15,48-39 0,0 0 16,0 0-16,-15 15 0,-1 0 0,0 0 0,16-15 16,-15 17-16,0-1 0,1 0 15,3 1-15,0 0 0,0 2 0,3-4 0,0 2 0,0-1 0,8-16 16,-3 17-16,-1-1 0,-1 0 0,7 1 0,-2-2 15,1 1-15,-1-16 0,5 15 0,-4-1 0,1-1 0,4-2 16,0 1-16,0-2 0,-6-10 0,8 9 0,0-1 16,1 0-16,2-2 0,0-1 0,-1-1 0,4-3 0,-2 0 15,1-1-15,-13 0 0,15-3 0,0 1 16,1 0-16,-16 2 0,18-6 0,-2 0 0,1 0 0,-3-1 0,0 1 16,1-1-16,-15 7 0,10-7 0,2-2 0,-2 1 15,-10 8-15,8-8 0,-2 0 0,0 1 16,-3 0-16,0 1 0,1-1 0,-4 7 0,-2-8 0,2 1 0,0-2 15,0 9-15,-4-6 16,3 0-16,-1 0 0,-2-2 0,1 1 0,0 1 0,3 6 0,-3-7 0,0 1 0,0-2 16,3 8-16,-2-6 0,1 2 15,-1-1-15,2-1 0,0 1 0,0-1 0,0 6 0,3-4 0,-2-2 16,0 2-16,5 2 0,-2-2 0,1 2 0,-5 2 0,7-4 0,1 1 16,-3 1-16,-5 2 0,7-2 15,0 1-15,0-2 0,0 6 0,0-1 0,1 0 16,-8-2-16,6 4 0,0 0 0,2-1 0,-8-3 15,7 7-15,-2 0 0,0-2 0,0 4 0,-1-1 16,0 0-16,-4-8 0,6 10 16,-2 0-16,2 0 0,-6-10 0,2 10 0,-1 1 0,0 0 0,1 0 0,-2-1 15,0 0-15,0-10 0,-2 10 0,2 0 16,0 1-16,0-11 0,0 9 0,0 0 0,0 0 16,-1 0-16,1-1 0,0 0 0,0-8 0,0 8 0,0-3 15,0 2-15,1-4 0,1-1 0,-1 0 0,1 0 16,0-1-16,-1 0 0,1 0 0,-2-1 0,1 0 0</inkml:trace>
  <inkml:trace contextRef="#ctx0" brushRef="#br0" timeOffset="23833.808">4330 5059 0,'0'0'0,"0"0"0,0 0 0,0 0 16,0 0-16,0 0 0,0 0 16,0 0-1,0 0-15,0 0 0,0 0 0,0 0 0,0 0 16,0 0-16,0 0 0,15 4 0,2-2 0,-1 2 0,-6-3 15,0 1-15,-1 0 0,-9-2 0,15 1 16,0 1-16,0-1 0,-7 0 0,1 0 0,-2-1 0,-7 0 16,14 1-16,-1 0 0,1 0 0,-14-1 15,7 1-15,-1-1 0,1 2 0,5-2 0,1 1 0,-1-1 16,-12 0-16,7 0 0,-1 0 0,0 0 0,3-1 0,0-1 0,0 2 16,-9 0-16,4-2 0,2 2 15,-2-1-15,-4 1 16,4-5-16,-2-1 0,0 0 0</inkml:trace>
  <inkml:trace contextRef="#ctx0" brushRef="#br0" timeOffset="24160.289">4569 4931 0,'0'0'0,"0"0"0,0 0 0,0 0 15,0 0 1,46 11-16,-5-2 16,-8 2-16,-33-11 15,0 0-15,0 0 0,10 3 0,-2 0 0,1-1 0,-9-2 16,9 4-16,-1 1 0,-1-3 0,0 1 0,-1-2 0,0 2 0,-1 1 16,-2 0-16,1 1 0,0 0 0,-2 0 15,0-2-15,-2-3 0,2 7 0,-1 0 0,1 0 16,-4 2-16,2 0 15,0 1-15,-3-1 0,0 1 0,1 1 0,2-11 0,-5 9 0,0-1 0,-1 1 0,-2 1 0,-1-1 16,2 0-16,7-9 0,-9 9 16,0-1-16,0-1 0,1 0 0,2 1 0,-1 0 0,4-4 0,-1 2 15,0-3-15,2 0 0,0-1 16,2-1-16,-2 1 0,2-1 0,0-1 0</inkml:trace>
  <inkml:trace contextRef="#ctx0" brushRef="#br0" timeOffset="24480.108">5112 4806 0,'0'0'0,"0"0"0,0 0 15,0 0-15,0 0 16,-3 45-16,0 1 16,2-9-16,1-37 15,0 0-15,0 0 0,0 0 0,-2 14 0,2 0 0,-1-1 16,-2 3-16,1-3 0,1 1 0,-1-1 0,0 2 0,1-1 16,1-14-16,-3 14 0,3-1 0,0 1 0,0-1 15,0 0-15,0 0 0,-2-1 0,1 1 16,0-1-1,1-12-15,1 9 0,-1-2 0,0 1 0,1-3 16,-1-1-16,2-1 0,-4-1 0,2-1 0,0-1 0,-1 0 0,0 0 0,0 0 0</inkml:trace>
  <inkml:trace contextRef="#ctx0" brushRef="#br0" timeOffset="24771.939">5316 4838 0,'0'0'0,"0"0"0,0 0 0,0 0 15,3 48 1,0 2-16,-3-7 16,1-6-16,-4 1 15,3-38-15,0 0 16,0 0-16,2 14 0,-1-1 0,0 1 15,-1-1-15,0-1 0,0 0 0,0-12 0,-2 12 16,2-2-16,0 1 0,-2 0 0,2-1 0,0-1 0,-1 0 0,0-1 0,1-1 0,0-7 0,-5 6 16,3 0-16,-2 0 0,0-3 0,-1-1 15,1-1-15,0 2 0,1-3 0,0 1 0</inkml:trace>
  <inkml:trace contextRef="#ctx0" brushRef="#br0" timeOffset="24949.85">5130 5119 0,'0'0'0,"0"0"0,0 0 0,0 0 0,50-13 15,1-1 1,-5 1-16,-5 7 16,-41 6-16,0 0 0,0 0 0,12-2 15,0 1-15,1 0 0,-2 2 0,-2-1 0,1 0 0,-4 1 16,-2 0-16,1 0 0</inkml:trace>
  <inkml:trace contextRef="#ctx0" brushRef="#br0" timeOffset="25740.142">4068 6152 0,'0'0'16,"0"0"-16,0 0 0,0 0 0,2-47 16,-2 17-16,-7 10 15,-8 9 1,15 11-16,0 0 0,0 0 0,-7 1 16,2-1-16,0 1 0,5-1 0,-11 3 0,2 0 15,-3-1-15,0 3 0,-2 1 0,2 0 0,12-6 0,-16 7 0,3 1 16,0 0-16,-2 1 0,3-1 0,-2 1 15,3 2-15,-1-2 0,1 2 0,11-11 0,-9 9 16,1 1-16,-1-1 0,9-9 0,-7 10 0,1 0 0,1 0 0,2-1 16,0 0-16,1 0 0,2-9 0,2 10 0,-1 0 15,-1 0-15,0-10 0,6 10 0,-3-2 16,1 1-16,6 0 0,-3-1 0,2-1 0,-9-7 0,10 9 0,1 1 16,1-1-16,-1 0 0,2 1 0,-3-1 0,-10-9 0,14 10 15,-5 1-15,3-1 0,-12-10 0,11 12 16,1-1-16,0 1 0,-4-1 0,1 0 0,-1 0 15,-8-11-15,6 13 0,1-1 0,-2 0 0,1 0 0,-3-1 0,2-1 16,-5-10-16,1 12 0,0-3 16,0 2-16,-1-11 0,-2 7 0,1 1 0,1 0 0,-6-2 15,3 0-15,0-1 0,3-5 16,-5 3-16,-3 1 0,2-1 0,-3-1 0,0 1 0,-1-2 0,10-1 0,-13 2 16,1-1-16,-1-1 0,13 0 0,-13 0 0,1-1 15,0 1-15,-2-2 16,1 1-16,-1-2 0,14 3 0,-13 0 0,1-1 0,0 0 0,0-1 15,0 0-15,0-1 0,0 0 0,0 0 0,0 0 16,12 3-16,-8-6 0,0 0 0,-2 0 0,2-4 0,0 2 0,0-1 0</inkml:trace>
  <inkml:trace contextRef="#ctx0" brushRef="#br1" timeOffset="36239.943">6816 2897 0,'0'0'0,"0"0"0,0 0 0,0 0 15,0 0 1,0 0-16,0 0 15,0 0-15,0 0 16,0 0-16,0 0 0,0 0 0,0 0 0,0 0 0,0 0 16,0 0-16,0 0 0,0 0 0,0 0 0,0 0 15,0 0-15,3-1 0,-1 1 0,-1-1 0,-1 1 0,2-1 0,-1 1 16,-1 0-16,2 0 0,-2 0 0,0 0 0,0 0 16,11 3-16,0-3 0,-2 2 0,-2-1 0,0 0 15,-1 1-15,-6-2 0,14 0 0,-2 0 16,2 0-16,-14 0 0,6 0 0,0 0 0,0 0 15,-6 0-15,12-4 0,-3 2 0,2 0 0,-5 0 0,-2 1 16,1 0-16,-5 1 0,10-4 16,-1 2-16,0 1 0,-9 1 0,6-2 0,-1 1 0,-1 1 0,-1-2 15,-3 2-15,3-1 0,-3 1 0,1 0 16,-1 0-16,0 0 0,0 0 0,1 0 0,-1 0 0,0 0 0,10-5 16,-1 0-16,0 0 0,-9 5 0,4-3 0,1 1 0,1-1 0,-3 1 15,-1 2-15,0-2 0,0 2 16,-2-1-16,0 1 0,0 0 0,0 0 0,0 0 15,0 0-15,1 0 0,-1 0 0,0 0 0,0 0 16,0 0-16,0 0 0,0 0 0,0 0 0,0 0 0,0 0 0,0 0 16,0 0-16,0 0 0,0 0 15,-1 3-15,1-1 0,0 1 0,0-3 0,0 2 0,0-1 0,0 0 16,0-1-16,0 1 0,0-1 0,0 6 16,0 1-16,0-1 0,0-6 0,-2 3 15,2 1-15,0 0 0,-3 8 0,2-2 16,0 1-16,1-11 15,-3 7-15,2-2 0,0 0 0,1-5 0,-1 11 0,0-2 16,0 1-16,1-10 0,-1 5 0,1 1 0,0 0 16,3 9-16,-2 1 0,1-1 0,-2-15 0,3 9 0,-3 0 0,1 1 15,-1-10-15,1 14 0,0 1 0,0 1 0,-1-16 0,0 9 0,0-2 0,0 2 16,3 3-16,-1 2 0,0-1 0,-2-13 0,2 8 0,0-1 16,-2 0-16,0-7 0,-3 11 0,1 0 0,1 2 0,1-13 0,-2 6 15,2 0-15,-3 0 16,2-3-16,1-2 0,0 1 0,0-2 0,0 2 0,0-1 0,0-1 0,-1 0 15,1 0-15,0 0 0,0 0 16,0 0-16,0 0 0,0 0 0</inkml:trace>
  <inkml:trace contextRef="#ctx0" brushRef="#br1" timeOffset="38400.107">7448 2756 0,'0'0'0,"0"0"0,0 0 0,0 0 16,0 0-16,0 0 15,0 0-15,0 0 16,0 0-16,0 0 0,0 0 0,0 0 0,0 0 0,0 0 15,0 0-15,0 0 0,0 0 0,0 0 0,-20 1 0,2 1 16,-1-2-16,19 0 0,-12 0 0,1 0 0,0 0 16,11 0-16,-16 9 0,2-2 0,-1 1 15,6-3-15,2-1 16,-1 1-16,8-5 0,-10 10 0,3 2 0,-1-2 0,8-10 0,-6 5 0,3 1 16,-1 0-16,4-6 0,1 9 0,-1 0 0,0 0 0,0-9 15,2 5-15,-2-1 0,0 0 0,12 3 0,-2-2 0,2 1 16,-12-6-16,6 4 0,0-1 0,0 0 0,-6-3 0,15 10 15,-3-1-15,0 0 0,-12-9 0,8 6 16,-1-1-16,-1 1 0,8 6 0,-2 1 0,1 0 0,-13-13 16,7 8-16,-1-1 0,1 1 15,-7-8-15,4 9 0,1 2 0,-1-2 0,-4-9 0,3 6 0,-1-2 16,-1 2-16,-5 3 0,-1 0 0,2-2 0,3-7 0,-4 5 16,2-1-16,-1 1 0,3-5 0,-9 7 15,1 0-15,-1-1 0,9-6 0,-4 4 0,-1-1 0,1 0 0,-9 2 16,2-3-16,0 0 0,11-2 15,-7 2-15,2-1 0,0 1 0,5-2 16,-14-2-16,1 2 0,1-1 0,4-1 16,2 2-16,0 0 0,6 0 0,-4-1 0,2 1 0,-1 0 0,3 0 0,-6-6 0,0 0 15,2-1-15,4 7 0,-5-3 16,3-1-16,1 0 0</inkml:trace>
  <inkml:trace contextRef="#ctx0" brushRef="#br1" timeOffset="38942.062">7811 2865 0,'0'0'0,"0"0"15,0 0-15,0 0 16,18 41-16,-4-2 16,-5-4-16,-9-35 0,0 0 0,0 0 15,1 10-15,0-1 0,-1 3 16,3-3-16,-3 0 0,1 0 0,2-1 0,-1-1 0,0-1 0,-2-6 0,1 5 15,1-2-15,-1 0 0,1 3 16,0-2-16,-1 1 0,0-1 0,0-1 0,0 0 16,-1-3-16,2 5 0,0-2 0,1-1 15,0 2-15,-1-3 0,-1 1 0,2-2 0,-2 0 16,1 0-16,-2 0 0,3-3 0,-1 1 0,0-1 0,1-1 0,-1 0 16,0 0-16,2-2 0,-1 0 0,1 0 0,-4 6 15,5-10-15,-1 1 0,1-1 0,0-1 0,0 1 16,-1 0-16,3-3 0,-1 1 0,1-2 0,-7 14 15,6-12-15,1 0 0,-1 0 0,-1 0 0,0 1 0,0 0 0,-1-1 16,0 1-16,0-1 0,-4 12 0,4-10 16,-1 0-16,2 1 0,-1 0 0,-1 2 0,0-1 0,1 0 15,-2 0-15,0-1 0,0 3 0,-1 0 16,0 0-16,0 2 0,-1 1 0,0-1 0,0 2 0,0 2 0,0-2 16,0 0-16,0 1 0,0 1 0,0 0 15,0 0-15,0 0 0,-1 0 0,1-1 0,0-1 16</inkml:trace>
  <inkml:trace contextRef="#ctx0" brushRef="#br1" timeOffset="39370.126">8369 2720 0,'0'0'0,"0"0"0,0 0 0,16 41 15,-6-1 1,-7-2-16,2 0 16,-6 0-1,1-38-15,0 0 0,0 0 0,1 9 16,-1 0-16,1 1 0,2 1 0,0-1 0,0 1 0,-3-11 16,4 11-16,-2-3 0,0 3 0,1-2 15,-3 0-15,1 0 0,0 1 0,0-1 16,-1 1-16,-2-2 0,1 1 0,1-1 0,-3-1 15,3-1-15,-1 0 0,1-6 0,-1 4 0,1 0 0,-1-1 0,0-1 16,-1-1-16,2 0 0,-3-3 0,1 0 16,1-1-16,1 3 0,-5-6 0,2 0 0,0 2 0</inkml:trace>
  <inkml:trace contextRef="#ctx0" brushRef="#br1" timeOffset="39909.962">8362 2723 0,'0'0'0,"0"0"15,0 0-15,0 0 0,0 0 31,18-40-31,-2 13 16,1 14-16,-17 13 16,0 0-16,0 0 0,8-3 0,-2 1 15,0 0-15,2 0 0,-2 1 16,0 1-16,2 0 0,0-1 0,-2 0 16,-6 1-16,8 2 0,0-1 0,0 0 0,0 2 0,-1-1 0,0 0 0,1 1 15,-2 1-15,0 0 0,2 0 0,-1 0 0,-1 1 0,0 0 0,0-1 16,0 0-16,-1 0 0,-1 0 0,-1 0 0,-3-4 0,4 5 0,0 0 15,0-1-15,0 3 0,-2-2 0,1 1 16,0-2-16,-2 1 0,1 0 0,-2 0 0,0 0 0,0-1 16,0-4-16,-3 8 0,3-2 0,-1-1 15,-1 2-15,1-1 0,-1 0 16,-1-2-16,0 1 0,0 1 0,-3-3 0,3 1 16,-1 0-16,-2 2 0,1-1 0,0 0 0,5-5 0,-7 5 0,2-2 15,-1 1-15,-2-1 0,1 0 0,0-1 0,7-2 0,-10 4 16,2 0-16,-1 0 0,0-3 0,1 0 0,0 1 15,0 0-15,0-1 0,0 1 0,1 1 0,1-2 0,-1 1 0,7-2 0,-6 1 16,0-1-16,0 2 0,-3-4 16,3 2-16,0 0 0,-2-4 15,2 1-15,0-2 0,6 5 0,-4-5 16,-1-2-16,1 1 0</inkml:trace>
  <inkml:trace contextRef="#ctx0" brushRef="#br1" timeOffset="55780.242">6939 3785 0,'0'0'0,"0"0"0,0 0 0,0 0 15,0 0 1,0 0-16,0 0 16,0 0-16,0 0 0,0 0 0,0 0 15,0 0-15,13 6 0,1-2 0,-2 1 0,-12-5 16,10 3-16,-2 0 0,-1 0 0,8-5 0,-1 1 15,-2 0-15,-12 1 0,0 0 0,9-2 0,-2 2 16,1-2-16,-5 2 0,0 0 0,0 0 0,-3 0 0,11-3 0,-1 1 0,2 0 16,-4 1-16,-2 0 0,0 0 15,-6 1-15,10-3 0,1 1 0,-3 1 16,-8 1-16,7-2 0,-3 2 0,1-1 0,-5 1 0,3 0 0,-2 0 0,2-2 0,-3 2 16,0 0-16,1 0 15,0 0-15,-1 0 0,0 0 0,0 0 16,0 0-16,0 0 0,0 0 15,0 0-15,0 0 0,0 0 0,0 0 16,0 0-16,0 0 0,0 0 0,0 0 16,0 0-16,0 0 0,-2 8 0,2 0 0,-3 0 15,3-8-15,-1 5 0,0 0 0,0 0 0,0 9 0,-1 0 0,1 0 16,1-14-16,-1 9 0,0-1 0,1 0 0,0-8 0,-4 16 0,0 0 0,1 0 0,3-16 0,-3 9 0,2 0 16,-1 0-16,0 7 0,0 1 0,-1 0 15,3-17-15,-3 8 0,3 1 0,-1 0 0,1-9 0,-2 15 0,1-2 16,-1 1-16,2-14 0,-1 9 0,0-3 0,0 2 15,1-8-15,0 13 0,0-1 0,0 1 16,-2-7-16,2 1 0,0-1 0,0-6 0,-5 11 16,1 0-16,0 0 0,4-11 15,-3 7-15,0-1 0,1 0 0,1-5 0,1 1 0,-2 1 0,1-2 16,1 0-16,0 0 0</inkml:trace>
  <inkml:trace contextRef="#ctx0" brushRef="#br1" timeOffset="56090.119">7426 3713 0,'0'0'0,"0"0"15,0 0 1,0 0-16,11 55 15,-5-5-15,0-9 16,0-4-16,-6-37 16,0 0-16,0 0 15,-1 13-15,1-1 0,0 1 0,1 1 0,-1 2 0,1 0 0,-1-16 0,3 14 0,1 0 16,-2 0-16,-3 1 0,1 0 0,-1 0 0,2 0 0,-1-2 0,0 1 16,0-14-16,-1 12 0,-2 0 15,1 0-15,-4-4 0,-1-1 0,1 1 0,0-4 0,1 1 0,1-2 16,1-2-16,1 1 15,-1-1-15,2-1 0,1 2 0,-2-2 0</inkml:trace>
  <inkml:trace contextRef="#ctx0" brushRef="#br1" timeOffset="56472.032">7383 3725 0,'0'0'0,"0"0"0,0 0 0,33-33 15,8 2-15,-5 15 16,-3 9-16,3 10 16,-36-3-1,0 0-15,0 0 0,10 2 0,-1 1 0,2-1 0,-11-2 0,9 2 0,1 1 0,0 0 16,1 2-16,-2-2 0,1 0 15,-10-3-15,11 7 0,-3-1 0,1-1 0,-4 4 0,-1-1 0,0 0 16,0-1-16,-2 1 16,2-1-16,-4-7 0,1 7 0,0 0 0,-1 0 15,-3 1-15,-2 0 0,1-1 0,4-7 0,-6 8 0,0-1 16,-1-1-16,-1 2 0,-1-1 0,1 1 0,8-8 0,-11 6 0,0-1 16,2 2-16,-3-1 0,3-1 0,-1 0 0,-1-2 15,2 0-15,0 0 0,9-3 0,-10 4 0,0-2 16,1 1-16,1-3 0,-1 1 0,1-1 0,1-1 0,-1-2 15,2 2-15</inkml:trace>
  <inkml:trace contextRef="#ctx0" brushRef="#br1" timeOffset="57260.3">8107 3788 0,'0'0'0,"0"0"15,0 0-15,0 0 16,19 48-16,-3-3 15,-4-11 1,-7-1-16,-5-33 0,0 0 0,0 0 0,0 0 0,4 13 16,-2-3-1,0 2-15,1-1 0,-1-1 0,0-1 0,-2-9 16,4 10-16,-1-2 0,0 2 0,1-1 0,-2-3 16,1 3-16,3-1 15,-1-1-15,1 1 0,-6-8 0,5 5 0,0 0 0,-1 0 0,-1-2 0,-1-1 0,1 1 16,-1-2-16,-1-1 0,-1 0 15,0 0-15,2 3 0,-2-3 0,0 0 0,1 1 0,-1-1 0,0 0 0,3-2 0,-2 0 16,1-1-16,-2 3 0,1-4 0,1-1 0,-1 1 16,3-4-16,0 2 0,-1-2 0,-3 8 0,5-10 0,-1 1 15,-1 0-15,4-3 0,-2 0 0,-1 0 0,-4 12 16,5-12-16,-1-1 0,1 0 0,1-2 0,-3 1 16,1 0-16,-4 14 0,5-14 0,-1 0 0,1 0 0,1 2 15,-2 3-15,1-3 0,-1 3 16,0 0-16,0 1 0,-4 8 0,3-5 0,-1-2 15,0 2-15,0 0 0,-1 1 0,1-1 16,-2 5-16,-1-5 0,0 1 0,0 0 0,-2 0 0,2 1 0,-1 0 0,2 3 0,-3-1 16,0 1-16,1-1 0,-2-2 0,1 1 0,1 0 15,1 0-15,-1 0 0,1-1 0</inkml:trace>
  <inkml:trace contextRef="#ctx0" brushRef="#br1" timeOffset="58049.877">8705 3632 0,'0'0'0,"0"0"0,0 0 15,0 0-15,0 0 16,0 0-16,0 0 16,0 0-1,0 0-15,0 0 0,0 0 0,-17 6 0,3-1 0,-1 0 0,15-5 0,-13 7 16,1-1-16,0 0 0,3 1 0,0 0 0,-1 0 16,10-7-16,-9 9 0,1-2 0,0 2 15,-2 3-15,1 0 0,1 1 0,2 1 0,0-3 0,1 2 16,5-13-16,-2 12 0,-1-1 15,1-1-15,0 0 0,1 1 0,0-1 0,1 4 0,0-2 0,0 0 0,0-12 16,1 13-16,0-2 0,0 1 16,0 0-16,1 0 0,-1-1 0,-1-11 0,7 10 0,-1 0 0,-1 0 15,5-1-15,0 0 0,-1-1 0,-9-8 0,12 6 0,0 1 0,1-1 16,0-1-16,-1-1 0,-1 0 16,1-2-16,-1 0 0,1 0 0,-12-2 0,14 0 15,-1 0-15,-1 0 0,0-3 0,-2 2 0,1 0 16,-3 0-16,0-1 0,0 1 0,-8 1 0,7-1 0,1-1 0,-2 0 15,0-2-15,-1 1 0,0 0 16,-5 3-16,2-5 0,1 0 0,-1 1 0,-2-2 0,0 1 16,0-1-16,0 6 0,-1-3 15,0-2-15,1 1 0,-3-1 0,0 2 0,0-3 0,3 6 16,-2-4-16,0 1 0,0-2 0,-1 2 0,1 0 0,1-1 0,1 4 16,-3-4-16,2 0 0,-1 1 0,0 0 0,1-1 15,1 1-15,0 3 0,3-3 0,-2-1 0,1 1 16,1 0-16,-2 0 0,1 1 0,-2 2 15,4-5-15,-1 2 0,0-2 0,2 1 16,-1-1-16,0 1 0,-4 4 16,4-3-16,1 0 0,0 1 0,1 1 0,0-2 0,0 1 0,-6 2 0,8 1 0,-3-1 0,0 1 15,3 1-15,-2-2 0,0 1 0,-6-1 16,6 1-16,1 1 0,-1-1 0,-1 3 0,-1-1 16,1 0-16,-5-3 0,5 7 0,-2-1 0,0-1 0,0 0 15,-1 2-15,0-1 0,-2-6 0,3 6 0,-1-2 16,1 1-16,-3-5 0,4 10 0,-2 1 0,0-1 15,0 1-15,0-2 0,-1 1 0,0 2 0,0-1 16,0-1-16,-1-10 0,-1 13 0,0 0 0,0-1 0,0-3 16,0-1-16,0 0 0,1-8 0,2 7 0,-1 1 15,1 0-15,-2-8 0,4 8 0,0 1 0,-1-1 16,-3-8-16,4 6 0,-2-1 0,0 0 0,-2-5 16</inkml:trace>
  <inkml:trace contextRef="#ctx0" brushRef="#br1" timeOffset="60110.009">6876 4871 0,'0'0'0,"0"0"0,0 0 0,0 0 0,0 0 16,0 0-16,0 0 15,42 6 1,-42-6-16,0 0 0,0 0 0,8 3 0,-1-2 15,2 1-15,-9-2 0,12 0 0,1 0 16,1 0-16,-14 0 0,7 0 0,-1 0 0,0 0 0,-6 0 16,14-3-16,-2 1 0,2 1 15,-14 1-15,7-1 0,1 0 0,-1 0 0,5-5 0,2 3 0,-1-1 0,-13 4 16,9-3-16,-3 1 0,1-1 0,-7 3 0,4-1 0,-2 0 16,1 0-16,-3 1 0,2-1 15,-2 1-15,1 0 0,0-1 0,-1 1 0,0 0 0,0 0 0,0 0 16,0 0-16,0 0 0,0 0 15,0 0-15,0 0 0,0 0 0,0 0 0,0 0 0,0 0 0,0 0 16,0 0-16,0 0 0,6-1 16,-3 1-16,1 0 0,-4 0 0,3-1 0,0 0 0,0 1 15,-3 0-15,0-1 0,1 1 0,0 0 16,-3 6-16,-2 0 0,1 0 0,3-6 16,-2 3-16,0 0 0,0 2 0,2-5 0,-5 10 0,1-1 15,-1-1-15,2-2 0,0-2 16,1 2-16,2-6 0,-1 15 0,0-3 0,0 1 15,1-13-15,-1 8 0,1-1 16,0 1-16,0-8 0,-1 13 0,1 0 0,-2 0 0,2-13 0,0 7 0,-1-1 0,0 2 16,1-8-16,1 15 0,-1-1 0,0 0 0,0-14 0,1 9 15,-1-1-15,0-1 0,0-7 0,-3 15 0,1-1 0,1-1 0,1-13 0,-3 9 16,2-1-16,0-2 0,1-6 0,-1 5 0,1-3 0,0 1 16,0-3-16,3 8 0,0-1 15,-2 1-15,1-4 0,-1 1 0,1-1 0,-2-4 16,0 2-16,2 0 0,-2-1 0,0-1 0,0 1 15,0-1-15,0 0 0,1 2 0,-1-2 0,0 0 0,0 0 0,0 0 16,0 0-16</inkml:trace>
  <inkml:trace contextRef="#ctx0" brushRef="#br1" timeOffset="60920.975">7513 4663 0,'0'0'0,"0"0"0,0 0 15,0 0-15,-33 22 16,-7 5-16,1 5 16,39-32-16,0 0 0,0 0 15,-13 12-15,0 0 0,1-1 0,0 5 0,2-2 0,-2 1 16,12-15-16,-9 14 0,0 0 0,-1 0 0,2-2 15,2 0-15,0 1 0,0-1 0,2 0 0,-2 0 16,1 0-16,2-2 0,0 2 0,3-12 0,0 11 0,-1 0 0,0 0 16,1-2-16,0-1 15,0 0-15,4 1 0,-2-1 0,0-1 0,4 1 0,0-2 0,-1 1 16,-5-7-16,10 3 0,-2-1 0,0 1 0,-8-3 16,11 3-16,-2-1 15,1 0-15,1-1 0,1 0 0,0 1 0,0-5 0,0 0 16,1 1-16,-1-3 0,0 2 15,-1-1-15,-11 4 0,10-6 16,-2 0-16,1 1 0,-3 1 0,0 0 0,0 1 16,-6 3-16,4-3 0,-2 1 0,1-1 0,-1 0 0,-2 0 0,0 0 0,0-1 15,0 0-15,0 0 0,0 4 0,-2-3 16,-1-1-16,2 0 0,-1 0 0,1 1 0,-1-1 0,2 4 0,-2-4 16,1-1-16,1-1 0,-1 1 0,1 0 0,0 0 0,0 5 15,1-5-15,-1 0 0,0 0 0,5 0 0,-2-2 16,1 1-16,2 0 0,1-1 0,0 1 0,-7 6 0,10-7 0,-2 0 0,1 1 15,0 1-15,0 1 16,0 0-16,-2 3 0,2 1 0,0-2 0,-2 1 0,-2 1 0,2 0 16,-3 1-16,0 1 0,0-2 0,-4 0 0,2 4 0,0 0 15,0 0-15,0 2 0,0 0 0,-1 0 0,0 1 16,0-1-16,0 2 0,1 0 0,-2-1 0,0 2 16,0-9-1,-2 9-15,2 1 0,0 0 0,-2-1 0,2 0 0,0 0 16,1 0-16,0 1 0,-1-1 0,-1 1 15,1-1-15,0 1 0,-1-2 0,1 0 0,0 0 0,0-8 0,2 8 0,0-2 0,-1 1 16,2-1-16,-1 0 0,0-1 0,-2-5 0,1 5 0,0 0 16,-1 0-16,0-5 0,3 3 0,-1-1 0,-1 1 0,3-1 15,0 0-15,0 0 0,-1-2 16,0 0-16,0 0 16,-3 0-16</inkml:trace>
  <inkml:trace contextRef="#ctx0" brushRef="#br1" timeOffset="61549.81">7994 4790 0,'0'0'0,"0"0"16,0 0-16,0 0 16,0 0-16,25 34 15,-10-13 1,-6 11-16,-9-32 0,0 0 16,0 0-16,0 0 0,0 6 0,1-1 15,0 1-15,-1-6 0,3 10 16,-2 2-16,1-1 0,-1-5 0,-1 0 0,1-1 0,-1-5 0,4 16 0,-2-2 0,0 0 15,-2-14-15,2 10 0,0-2 0,-1 0 0,-1-8 16,4 12-16,0-1 0,0 2 0,-4-13 0,3 6 0,-2 1 16,1-1-1,-1-4-15,-1 0 0,1 1 0,-1-3 0,1 1 0,-1-1 0,0 1 16,4 7-16,-1-1 0,-1 0 0,-2-7 0,2 5 0,0-1 0,-1 0 16,1-2-16,-2 0 0,1-1 0,0 0 15,-1-1-15,0 0 0,0 1 0,0-1 0,0 0 16,0 0-16,0 0 0,0 0 0,0 0 0,0 0 15,0 0-15,0 0 0,0 0 0,1-6 0,1 1 0,-1-1 0,-1 6 16,1-4-16,0 1 0,0-1 0,-1 4 0,6-11 16,-1 2-16,-1 0 0,-4 9 0,4-5 0,-2 0 0,1 0 15,5-12-15,-1 3 0,1-1 0,-8 15 16,6-9-16,-2 0 0,-1 0 0,-3 9 0,7-13 0,-2 0 16,1 1-16,-6 12 0,4-8 0,-2 1 0,1 0 0,-3 7 15,6-13-15,0 0 0,0 1 0,-2 6 16,-1-3-16,0 3 0,-3 6 0,2-2 0,-2-1 0,1 0 0,-1 3 15,4-9-15,-2 0 0,0 0 16,-2 9-16,2-6 0,0 2 0,-1-1 0,-1 5 0,1-3 16,-1 1-16,0 1 0,0 1 0,1-1 15,-1 0-15,0 0 0,0 1 0,2-5 0,1-1 0,-1 1 0,-1 1 16,2 0-16,-2 1 0,0 1 0,0 1 16,-1 0-16</inkml:trace>
  <inkml:trace contextRef="#ctx0" brushRef="#br1" timeOffset="62019.909">8558 4618 0,'0'0'0,"0"0"16,0 0-16,0 0 15,0 0-15,0 0 16,0 45-16,-6-2 15,6-43-15,0 0 0,0 0 0,-2 11 16,2 0-16,-1 0 16,-1 2-16,2 0 0,-1-1 15,-1-2-15,-1 3 0,1-2 0,0 2 16,0 1-16,1-3 0,0 2 0,0 2 0,0-2 0,1-13 0,-1 14 0,1-1 0,0 1 0,-1 2 0,1-1 0,0 0 0,0-15 16,-1 15-16,1-1 0,0 1 0,-2-3 0,2 1 15,-1 0-15,1-13 0,-1 11 0,0 0 16,1 0-16,-3-3 0,3 0 0,-1 1 0,-1-5 15,0 2-15,1-1 0,1-5 0,-3 3 0,3 0 16,-1 0-16,0-2 0,0 0 16,0 0-16,1-1 0,2-4 0,-1 2 0,0-1 0,1-3 15,-1-1-15,1 2 0,-1-1 0,0 3 0,0-2 0,0 2 0,-1 1 0,0 0 16</inkml:trace>
  <inkml:trace contextRef="#ctx0" brushRef="#br1" timeOffset="62420.049">8791 4613 0,'0'0'0,"0"0"0,0 0 0,0 0 15,0 0 1,0 0-16,0 39 15,-1-1-15,1-38 16,0 0-16,0 0 0,0 0 0,-2 12 0,1 0 0,-2-1 16,0 2-16,1-2 0,0 0 15,-1 2-15,1 0 0,1-2 0,-1 1 0,2 0 16,0 0-16,-1 0 0,-1 1 0,1 0 0,2 0 16,-1-1-16,0 0 0,0-12 0,0 12 0,0-1 0,0 0 0,-1 2 0,0-3 15,0 1-15,0 1 0,1-2 0,0 1 0,-1-3 0,1 0 0,0 0 16,0-8-16,-1 9 15,1-1-15,0 1 0,0-1 0,0-1 0,0 0 0,-1-1 0,1-1 0,0-1 16,0-4-16,0 4 0,0 1 16,0-2-16,0 0 0,0 0 0,0 0 0,-1-1 0,1-1 15,0 0-15,-1-1 0,0 0 16,0 0-16,-1-2 0,0 0 0,1-1 0,1 3 16,-3-5-16,1-1 0,-1 1 0,1 0 0,0 2 0,0-1 0</inkml:trace>
  <inkml:trace contextRef="#ctx0" brushRef="#br1" timeOffset="62627.64">8589 4956 0,'0'0'0,"0"0"0,0 0 0,0 0 0,40-16 16,5 3-1,-6 2-15,-4-1 16,-35 12-1,0 0-15,0 0 0,9-4 0,0 0 0,-1 0 16,-3 1-16,-1 1 0,0 0 16</inkml:trace>
  <inkml:trace contextRef="#ctx0" brushRef="#br1" timeOffset="64151.404">7337 5992 0,'0'0'0,"0"0"0,0 0 15,0 0-15,0 0 16,-25-32-1,10 13-15,15 19 0,0 0 16,0 0-16,0 0 0,-17 2 0,0-1 0,1 0 16,16-1-16,-11 1 15,2 0-15,0 0 0,9-1 0,-21 10 0,2-2 0,-1 1 0,9-3 16,1-1-16,0 0 0,10-5 0,-21 12 0,1 1 16,-1 0-16,21-13 0,-10 7 0,-2 1 0,1-2 0,11-6 0,-9 12 15,0-1-15,0 0 0,9-11 0,-6 7 0,2-2 16,-1 2-16,5-7 0,1 10 0,-1 0 15,0 0-15,0-10 0,1 6 0,-1-2 0,0 2 0,0-6 16,10 13-16,0-1 0,0 2 16,-10-14-16,7 6 0,-2 2 0,0-1 0,-5-7 0,12 12 0,1-2 0,-1 1 0,-12-11 15,8 6-15,-2 1 0,0-2 16,-6-5-16,14 16 0,-3-1 0,2 0 0,-5-7 0,-2 1 16,0-1-16,-6-8 0,10 16 0,-1-1 0,0 0 0,-9-15 15,4 9-15,1-1 0,0-1 16,-5-7-16,3 16 0,-1-1 0,0 1 0,-2-16 15,3 8-15,-3 0 0,0 0 0,0-8 0,-4 14 0,1 0 16,-2-1-16,5-13 0,-3 8 0,0-2 16,0 1-16,3-7 0,-12 10 0,-1 0 0,1-1 0,12-9 0,-8 5 15,2-1-15,-1 1 0,7-5 0,-21 6 0,1 0 0,-1-1 0,21-5 16,-24 6-16,0 0 0,1-1 0,23-5 0,-12 3 0,1 0 16,-1 0-16,12-3 0,-24 2 15,1 0-15,1 0 0,22-2 0,-12 0 0,-2 2 0,2-1 16,12-1-16,-15-4 0,-3 1 15,3 1-15,15 2 0,-10-3 0,2 3 0,1-3 0,7 3 0,-4 0 16,2-1-16,-2 0 0,-3-3 16,0-1-16,-1 1 0,8 4 0,-4-2 0,0-1 0,0 2 0,4 1 0,-3-9 15,-1 2-15,1-1 0,3 8 16,-2-6-16,1 3 0,0-2 0</inkml:trace>
  <inkml:trace contextRef="#ctx0" brushRef="#br1" timeOffset="71676.411">9879 2762 0,'0'0'0,"0"0"0,0 0 0,0 0 16,0 0-1,0 0-15,0 0 16,0 0 0,0 0-16,0 0 0,0 0 0,17 3 0,-3 0 0,1-1 15,-15-2-15,9 2 0,1 0 16,-1-2-16,16-8 0,-1-2 0,0 2 0,-24 8 0,31-11 16,-1 0-16,0-1 0,-1-3 0,0-1 0,-1 1 0</inkml:trace>
  <inkml:trace contextRef="#ctx0" brushRef="#br1" timeOffset="72450.041">10047 3695 0,'0'0'0,"0"0"0,0 0 15,0 0-15,0 0 16,0 0-16,0 0 16,0 0-16,0 0 0,0 0 15,0 0-15,0 0 0,0 0 0,0 0 0,0 0 0,0 0 0,0 0 0,0 0 16,8 12-16,-1 0 0,0 0 15,-2-6-15,-2 2 0,2-1 0,-4-4 0,1 0 0,-1 0 16,-1-3-16,12 0 0,0 0 16,-2 0-16,-10 0 0,17-6 0,1 0 15,-1-1-15,9-8 0,0 1 16,-1 0-16,-25 14 0,33-19 0,1-2 0,-1 3 0,-33 18 16,37-22-16,0 2 0,1 0 0,-7-2 0,1 3 0,0-2 0,-32 21 0,0 0 15,24-20-15,-1 0 0,0 1 0</inkml:trace>
  <inkml:trace contextRef="#ctx0" brushRef="#br1" timeOffset="74704.988">9816 4652 0,'0'0'0,"0"0"0,0 0 16,0 0-16,0 0 15,0 0-15,0 0 16,0 0-1,0 0-15,0 0 0,0 0 0,0 0 0,0 0 0,0 0 16,0 0-16,0 0 0,0 0 0,0 0 0,0 0 16,6 10-16,-2-1 0,0 1 0,-1-4 0,-1-1 15,0 0-15,-2-5 0,2 3 0,-1-1 16,-1 0-16,0-2 0,1 2 0,-1-2 0,0 1 0,0-1 0,5 8 16,0-1-16,-1 1 0,-4-8 0,3 5 15,-1-1-15,0 1 0,-2-5 0,10 1 0,-1-1 0,0 1 16,-9-1-16,6-1 0,-2 1 0,1 0 0,-5 0 15,15-10-15,-2 0 0,2 0 16,-8 4-16,1 0 0,0 1 0,-8 5 0,16-14 0,0 0 0,1 2 0,-17 12 16,9-9-16,0 2 0,-1-1 0,-8 8 15,12-9-15,-1 1 0,1-1 0,-12 9 0,7-5 0,-2 1 16,0-1-16,-5 5 0,3-2 0,0 0 0,-2 1 0,-1 1 16,1 0-16,0-1 0,-1 1 0,1 0 0,-1 0 15,0 0-15,0 0 0,0-2 0,0 2 0,0 0 16,0 0-16,0 0 0,0 0 0,0 0 15,5-3-15,-2 1 0,0 1 0,-1-2 0,-1 2 0,1 0 16,-2 1-16,1 0 0,0-1 0,0 0 16,0 1-16,-1 0 0,0 0 0,0 0 0,0-2 0,0 2 15,0 0-15,0 0 0,0 0 0,0 0 0,0 0 16,0 0-16,0 0 0,0 0 0,0 0 0,0 0 0,0 0 16,0 0-16,0 0 0,0 0 0,0 0 0,0 0 15,0 0-15,0 0 0,0 0 0,0 0 16,0 0-16</inkml:trace>
  <inkml:trace contextRef="#ctx0" brushRef="#br1" timeOffset="76350.122">9636 5858 0,'0'0'0,"0"0"16,0 0-16,0 0 0,0 0 15,0 0 1,0 0-16,0 0 0,0 0 16,0 0-16,0 0 0,0 0 0,0 0 0,0 0 0,0 0 15,0 0-15,0 0 0,0 0 0,0 0 16,0 0-16,0 0 0,0 0 0,0 0 0,0 0 0,0 0 0,1-2 15,-1 2-15,0 0 0,0 0 0,0 0 16,0-1-16,0 1 0,0 0 0,0 0 0,0 0 0,1 0 0,-1 0 16,0 0-16,0 0 0,0 0 15,0 0-15,0 0 0,0 0 0,0 0 0,0 0 0,0 0 0,0 0 16,0 0-16,0 0 0,0 0 0,0 0 0,0 0 0,0 0 16,0 0-16,0 0 0,0 0 0,0 0 15,0 0-15,0 0 0,0 0 0,0 0 0,0 0 0,1-3 16,-1 0-16,0 0 0,0 3 15</inkml:trace>
  <inkml:trace contextRef="#ctx0" brushRef="#br1" timeOffset="84440.245">1989 2033 0,'0'0'0,"0"0"0,0 0 0,0 0 0,0 0 16,24 47-16,-10-17 16,2 23-1,-16-53-15,0 0 0,0 0 16,3 10-16,-2 0 0,1-1 0,-2-9 0,5 20 15,-1 0-15,-1 1 0,-1-10 0,0 1 0,0-1 0,-2-11 16,3 20-16,0 1 0,-1-1 0,-1-8 0,1-2 0,-1 1 16,-1 7-16,0 0 0,0 0 0,0-18 0,-1 9 0,1 0 15,0 2-15,-3 4 0,1-1 0,-1 2 16,3-16-16,0 8 0,-2 1 0,1-1 0,-1-5 0,2 1 16,-2-1-16,2-3 0,-5-5 0,-1 0 0,0 1 15</inkml:trace>
  <inkml:trace contextRef="#ctx0" brushRef="#br1" timeOffset="84909.935">2239 1973 0,'0'0'0,"0"0"0,0 0 0,0 0 16,0 0 0,0 0-16,0 0 15,-17 54-15,17-54 16,0 0-16,0 0 0,-10 18 0,2 0 0,-3-1 0,1-3 0,-1 0 16,2 0-16,-2-1 0,2-1 0,-1-1 0,-2-1 0,2 0 15,-1-1-15,2-1 16,1-2-16,0 0 0,3 1 0,0 0 0,1-2 15,1 0-15,0 0 16,0-1-16,6 1 0,-3-1 0,1 1 0,-1-5 0,3 4 0,-1-1 0,0 0 0,5-2 16,-4 1-16,2-1 0,2 0 0,0 0 0,0 0 0,1-1 15,0 0-15,-2 0 0,3-1 0,-2 1 0,-1-1 16,3 3-16,2 0 0,-3-2 0,2 3 0,-1 0 0,0 0 0,-1-3 0,0 4 16,-1-2-16,2 1 15,-1 1-15,-1-1 0,2 0 0,-2 2 0,-1-1 0,5 2 0,-4 0 0,1 0 16,1 3-16,-1-1 0,1 0 15,-2-1-15,0-1 0,-2 0 0,-5-6 16,7 6-16,-1 0 0,0 0 16,-3-1-16,3-1 0,-3 2 0,0-3 0,-1-2 15,-1 2-15,-1-3 0,1 1 0,1-1 0,-1-3 0,-1 0 16,2-1-16,-2 4 0,0 0 0,0 0 0</inkml:trace>
  <inkml:trace contextRef="#ctx0" brushRef="#br1" timeOffset="85210.124">2437 1982 0,'0'0'0,"0"0"0,0 0 0,0 0 16,0 0-16,0 0 15,28 36-15,-5 3 16,-23-39-16,0 0 0,0 0 15,7 15-15,2 0 0,-2-2 0,-1 2 16,0-1-16,-1 0 16,-1 1-16,-1 0 0,0 0 0,2-2 0,0 1 15,0-1-15,-1 3 0,-1 0 16,1-1-16,-1-2 0,-2 2 0,2-2 0,-3-2 16,0 0-16,0 0 0,-3-3 0,0 1 0,2 0 0,-4-5 15,2 1-15,-1 0 0,4-5 0,-5 1 0,1-1 16,1 0-16,1-6 0,1 2 0,0-1 0</inkml:trace>
  <inkml:trace contextRef="#ctx0" brushRef="#br1" timeOffset="85702.256">2505 2033 0,'0'0'0,"0"0"0,14-46 0,-1 8 0,7 11 16,2 4-1,-4 7-15,-2 3 16,-16 13-16,0 0 0,0 0 0,5-3 0,3 1 16,-3 1-16,1 2 0,-1-1 0,1 1 0,0 3 0,1-1 15,-2 0-15,3 3 0,-3 0 16,1-1-16,-1 3 0,-1-2 0,-2 3 0,1 0 0,-1 0 0,-1 1 16,-4 4-16,2-4 0,-1 3 0,-2-3 0,-1-1 15,2 1-15,-4 1 0,0 1 16,0-2-16,1-1 0,-1 0 0,-1 0 0,0-1 0,0-2 0,0 2 0,2-5 0,0 1 15,0 0 1,2-1-16,1-1 0,-1 0 0,3-2 0,-1 1 0,2-1 0,-1 1 0,1-1 0,0 0 0,-2 0 16,2 0-16,0 0 0,2-1 15,-2 0-15,1 1 0,3-5 0,0 2 0,2 0 0,0-3 16,1 2-16,0-3 0,4 4 0,-1 0 0,-1-1 0,1 2 0,0 2 0,1-2 16,0 0-16,-1 2 0,-1 0 15,3 0-15,-3 3 0,1-2 0,-2 4 0,0-4 16,1 2-16,-2 2 0,0 1 15,-1-1-15,-6-5 0,5 8 0,0-2 0,-1 1 0,-1 1 0,-2 0 0,0-2 0,0 3 16,-1-2-16,0 1 16,0-1-16,0 0 0,0 0 0,-3 2 0,1 0 15,-1 1-15,-2-3 0,0 0 0,-1 0 0,0 2 0,-3-1 16,2-2-16,-3 3 0,2-1 0,-1 1 0,-2-2 16,-1 3-16,0-2 0,-2 1 15,1-1-15,-1 0 0,0 0 0,1 0 0,0 1 0,-2-4 0,1 2 16,-2-2-16,7 0 0,-2-2 0,3 0 0</inkml:trace>
  <inkml:trace contextRef="#ctx0" brushRef="#br1" timeOffset="86279.983">1927 2860 0,'0'0'0,"0"0"0,0 0 15,0 0-15,0 0 16,49-17-16,5 0 16,-5-2-1,-49 19-15,0 0 0,0 0 0,17-8 0,-1 0 16,-1 0-16,-15 8 0,17-9 0,0 1 0,0-2 16,4 1-16,0-1 0,0 0 0,3 0 0,0 0 0,0-1 0,2 1 15,-2 0-15,2 0 0,-3 0 0,1 1 0,-2-1 16,4 1-16,-4 0 0,1-1 0,2 2 15,-1-2-15,0 1 0,-1 1 0,0-2 0,-1 1 16,2 0-16,-3 0 0,1 0 0,1 1 0,-2 1 0,-1 0 0,0 2 16,0-1-16,0 0 0,-3 3 0,0-1 0,-2 0 0,1 0 15,-4-1-15,2 2 0,-4-2 0,1 1 16,-2 0-16,2-1 0,-3 0 0,1 1 0,-9 4 0,9-4 0,-2 1 16,0 2-16,-2-2 0,-1 2 0,2 0 0,-5-1 0,1 1 15,0 1-15,-2 0 0,1 0 0,-1 0 16,0-1-16,0 1 0,0 0 0,2 0 0,-2 0 0,0 0 0,0 0 15,0 0-15,0 0 0,0 0 16,0 0-16,0 0 0,0 0 0,0 0 0,0 0 0,0 0 0,0 0 16,0 0-16,0 1 0,0-1 15,0 1-15,-2 1 0,1-2 0,-1 0 0,-1-2 16,0 1-16,-1 0 0</inkml:trace>
  <inkml:trace contextRef="#ctx0" brushRef="#br1" timeOffset="110750.204">2899 7322 0,'0'0'0,"0"0"0,0 0 0,0 0 0,0 0 31,0 0-31,0 0 0,0 0 0,0 0 16,0 0-16,0 0 0,0 0 16,0 0-16,0 0 0,0 0 0,0 0 0,0 0 0,8 12 0,-1 1 15,1 0-15,-8-13 0,6 7 16,-3 2-16,2-3 0,-1 7 0,-1-1 0,-1 0 0,-2-12 16,2 7-16,0 0 0,-2-1 0,0-6 0,4 12 0,0 0 0,0 2 15,-1-7-15,0-1 0,-1 2 0,-2-8 16,7 10-16,-4 1 0,2 0 0,-1-5 0,-1-1 15,-1 0-15,-2-5 0,7 9 16,-1 1-16,0-1 0,-6-9 0,5 6 0,-1-1 0,-1-1 16,3 5-16,-1 0 0,-1 0 0,-4-9 0,3 4 15,0 1-15,0-1 0,0 3 0,2 0 0,1-2 16,-6-5-16,3 4 0,-2-1 0,2 0 0,-2-2 0,1 1 16,-2-1-16,0-1 0,1 0 0,-1 0 0,0 0 15,0 1-15,0-1 0,0 0 0,0 0 0,0 0 16,0 0-16,0 0 0,0 0 0,0 0 0,0 0 15,2-8-15,1 2 0,-1-1 0,1 3 16,-2 0-16,-1-1 0,5-5 0,-4 1 16,2 0-16,-3 9 0,1-5 0,1 0 0,-1 0 0,3-6 0,-3 0 0,3 1 0,-4 10 0,1-5 15,0-1-15,1-1 0,-1 6 16,-1-2-16,0 1 0,3-11 0,-1-1 0,0 2 0,-2 12 0,2-7 16,-1-1-16,-1 1 0,0 7 0,4-9 0,0-1 0,-2 1 15,1 4-15,-2-1 0,1 2 0,-2 4 16,0-3-16,1 2 0,-1-1 0,0 2 0,1-1 0,-1 1 15,0-1-15,0 1 0,0 0 16,0 0-16,0 0 0,3-9 0,-1 0 0,0-1 16,-1 5-16,1 0 0,0-1 0</inkml:trace>
  <inkml:trace contextRef="#ctx0" brushRef="#br1" timeOffset="111341.649">3147 7138 0,'0'0'0,"0"0"0,0 0 15,0 0-15,0 0 0,0 0 16,0 0-16,0 0 16,0 0-16,0 0 15,0 0-15,0 0 0,0 0 0,0 0 0,0 0 0,0 0 16,0 0-16,15 14 0,0 1 15,0-1-15,-3 1 0,-2 0 0,2-1 0,-5-1 0,1 1 0,0-1 16,-8-13-16,8 12 0,-1 2 0,0-2 16,0 4-16,-2-3 0,2 2 0,-3 2 0,0-2 0,0 1 15,-1 1-15,-2-1 0,0 1 0,-1-17 16,3 16-16,-1 1 0,0-2 0,0 3 0,-1-1 16,0-1-16,-4 3 0,3-1 0,-1 0 0,-4-1 0,2 1 15,0-2-15,3-16 16,-4 16-16,0-1 0,0-1 0,-1 0 0,0 1 0,0 0 0,-1-3 0,-2 0 0,3 0 0,-2-1 15,0-1-15,1 0 0,0-2 0,1 1 0,1 0 16,-1-3-16,2 0 0,-1 0 0,4-6 0,-3 4 0,2 1 16,-1-1-16,0 1 0,1-1 15,-1 1-15,-2-2 0,4-1 0,-1 1 0,1-3 0,-1 2 16,1-1-16,0 0 0,0-1 0,0 2 0,0-2 0,-1 0 0,1 0 16,0 0-16,0-2 0,0 2 0,0-1 15,0 1-15,0-2 0,1-1 0,-1 2 0,-1-3 0,1 1 16,0 0-16,0 3 0,0 0 15,0 0-15</inkml:trace>
  <inkml:trace contextRef="#ctx0" brushRef="#br1" timeOffset="114280.159">6654 7238 0,'0'0'0,"0"0"0,0 0 16,0 0-16,0 0 0,0 0 15,0 0 1,0 0-1,0 0-15,0 0 0,0 0 0,0 0 0,0 0 0,0 0 16,0 0-16,0 0 0,0 0 0,0 0 0,0 0 0,16 5 0,-1-1 16,-1 0-16,-14-4 0,10 2 15,-2 0-15,1 0 0,-9-2 0,16 2 0,-1-2 0,-1 1 16,-14-1-16,9 2 0,0-2 0,-3 0 0,-6 0 0,18-2 0,-1 1 16,0 1-16,-17 0 0,9 0 15,0 0-15,1 0 0,9-3 0,-1 1 0,0 1 0,-18 1 0,12-2 16,-3 0-16,0 1 15,-9 1-15,17-3 0,-2 2 0,-1-2 0,-14 3 16,8 0-16,0-1 0,-1-1 0,-7 2 0,13-3 16,0 3-16,-3-4 0,-10 4 0,6-1 0,2 0 0,-3 1 15,-5 0-15,2 0 0,1-2 0,-1 2 0,-2 0 16,6-1-16,1-2 0,-1 2 0,-3 1 0,0-1 0,0 1 16,-3 0-16,2-1 0,0 0 0,0 1 0,-2 0 0,2 0 15,-2 0-15,0 0 0,0 0 0,0 0 0,0 0 16,0 0-16,0 0 0,0 0 0,0 0 0,0 0 15,0 0-15,0 0 0,0 0 0,0 0 0,0 0 16,0 0-16,0 0 0,0 0 0,0 0 0,0 0 0,0 0 16,0 0-16,0 0 0,0 4 0,-2 0 15,2 0-15,0-4 0,-2 4 0,2-3 0,0 3 0,0-4 16,-4 7-16,3 0 0,-1 1 0,2-8 0,-2 5 16,1-1-16,1-1 0,0-3 0,-3 12 0,0-2 15,0 1-15,3-11 0,-1 6 16,-1 0-16,-1-1 0,3-5 0,-3 15 0,0-1 15,1 0-15,2-14 0,-1 9 0,-1 0 0,1-1 16,1-8-16,-2 18 0,1-2 0,1 1 0,0-17 0,-1 9 16,0-1-16,0 2 0,1-10 0,0 19 0,-1 0 0,1 1 0,0-20 0,-3 11 15,3-1-15,0 2 0,0-12 0,0 17 0,0 0 16,0 0-16,0-17 0,0 11 0,0-1 0,0-1 16,0-9-16,-2 14 0,0 1 0,1-1 0,1-14 0,-1 8 15,-1 0-15,2-1 0,0-7 0,-1 12 0,1-1 16,0-1-16,0-10 0,0 6 0,0 1 0,0-2 15,0-5-15,0 3 0,0 0 0,0-2 0,0-1 16,0 2-16,0-2 0,0 1 0,0-1 0,0 0 16,0 0-16,0 0 0,0 0 15,0 0-15,0 0 0,0 0 0,0 0 0,0 0 0,0 0 0,0 0 16,0 0-16</inkml:trace>
  <inkml:trace contextRef="#ctx0" brushRef="#br1" timeOffset="114823.055">7396 7067 0,'0'0'0,"0"0"0,0 0 0,0 0 0,1 47 16,0-17 0,-3 19-1,2-49-15,0 0 0,0 0 0,0 0 0,-1 8 0,1 2 0,0-1 16,-3 7-16,2 1 0,-2 1 0,3-18 16,-2 8-16,1 2 0,-1-1 0,2-9 0,-2 18 0,1 0 0,1 1 15,0-19-15,-2 11 16,2-2-16,0 1 0,0-10 0,-3 20 0,0 0 0,1-1 0,2-19 0,-2 12 15,1-1-15,-1-1 16,2-10-16,-3 18 0,1 1 0,1 0 16,-2-9-16,3 0 0,-1 1 0,1-11 0,-3 15 15,2 0-15,-1 1 0,2-16 0,-2 8 0,2 1 0,-1-1 0,1-8 0,-1 12 0,0 0 16,1 0-16,0-12 0,-1 7 0,1-2 0,0 2 0,0-7 0,-2 3 16,2-1-16,0 0 0,0-2 15,0 1-15,0 0 0,0 0 0,2-5 16,-1 2-16,-1-1 0</inkml:trace>
  <inkml:trace contextRef="#ctx0" brushRef="#br1" timeOffset="115289.93">7696 7055 0,'0'0'0,"0"0"0,0 0 16,0 0-1,-3 51-15,-2 0 16,0-9 0,5-42-16,0 0 0,0 0 0,-2 13 0,2 1 15,0-2-15,0-12 0,-1 14 16,1-1-16,-1-1 0,1-12 0,-2 14 0,1-1 0,0-1 0,-1 3 0,1-1 16,1-1-16,0-13 0,0 14 0,0 2 0,0-3 0,-1 2 0,1-1 15,0 1-15,0-15 0,1 15 0,-1 0 0,0-1 16,0-14-16,1 14 0,-1-1 0,0 1 0,1-1 15,0-1-15,0 1 0,0-3 0,-1 1 16,0-1-16,0-10 0,-2 9 0,1 0 0,-1 0 0,2-9 0,-1 8 16,1 0-16,0-1 0,-1-1 15,0 1-15,0-2 0,1-5 0,-3 4 0,2-1 0,-1-1 16,-1-2-16,0 0 0,0 0 0</inkml:trace>
  <inkml:trace contextRef="#ctx0" brushRef="#br1" timeOffset="115580.087">7396 7409 0,'0'0'0,"0"0"0,0 0 15,0 0-15,0 0 16,40-13-16,0 3 31,-40 10-31,0 0 0,0 0 0,0 0 0,0 0 0,12-4 0,0 1 16,0 0-16,1-2 0,-1 1 0,1 1 0,-13 3 0,14-4 0,0 0 0,0 0 0,-14 4 16,14-3-16,0 0 15,-1 0-15,0-1 0,0 2 0,-1-2 0,0 0 0,-1 0 0,1 1 0</inkml:trace>
  <inkml:trace contextRef="#ctx0" brushRef="#br1" timeOffset="126160.14">12104 1628 0,'0'0'0,"0"0"0,0 0 0,0 0 15,0 0-15,0 0 16,4 39-1,0-15-15,-4-24 0,0 0 0,0 0 16,0 0-16,-1 15 0,0-1 0,0 1 16,0-7-16,1 0 0,0-2 0,0-6 15,2 18-15,1-4 0,-1 2 0,-2-16 0,3 20 0,-1 0 16,-1-1-16,1-9 0,-2 0 0,1 1 0,-1-11 16,-1 23-16,0 0 0,0 0 0,1-23 0,-1 28 15,1 0-15,0 0 0,0-28 0,0 15 0,0-2 0,0 1 16,0-14-16,-4 33 0,0-2 0,0 1 0,4-32 15,-5 31-15,1 1 0,-1 0 0,5-32 0,-3 29 16,0 0-16,1 2 0,2-31 0,-2 32 0,1 0 16,0 0-16,0-1 15,0 0-15,0-1 0,1-30 0,-3 36 0,2-1 0,-1 0 0,2-35 0,-4 39 16,-1-2-16,1-1 0,-2 3 0,1-1 0,0 1 0,5-39 16,-8 41-16,0-2 0,1 0 0,7-39 0,-9 39 0,0 0 0,0-2 15,6 4-15,-1-1 0,0 0 0,4-40 16,-3 43-16,1-1 0,0 3 0,2-45 0,-4 42 0,2 1 15,-1 0-15,3-43 0,-1 43 0,0 0 0,0 0 16,2 1-16,0 0 0,0-1 0,-1-43 16,-5 47-16,2-2 0,0 1 0,3-46 0,-1 63 0,-1-1 15,1 1-15,1-63 0,-3 68 0,2 0 16,-1 1-16,2-3 0,0-1 0,0 1 0,0-66 0,1 61 16,0-1-16,0 0 0,-1-60 0,5 51 0,-1-2 0,1 1 0,2-10 15,0-1-15,-1 0 0,-6-39 0,4 37 16,0 1-16,-1 0 0,-3-38 0,6 45 15,-2-2-15,0 1 0,-4-44 16,0 0-16,4 50 0,-1 3 0,0-3 16,3 16-16,-3 0 15,1-1-15,-4-65 0,-1 71 0,1-1 0,-1 0 0,1-70 0,0 0 16,-2 59-16,1 0 0,0 0 0,1-59 0,2 59 0,-1 2 0,0-1 16,-1-60-16,4 65 0,1 0 0,0-1 0,-5-64 0,8 68 0,-2-1 0,0 1 15,-6-68-15,7 67 0,0 0 0,0 1 0,-7-68 0,6 69 0,0 0 0,-1 1 16,-5-70-16,3 68 0,-1 1 15,0 0-15,-2-69 0,6 66 0,-2 3 0,1-2 0,-5-67 0,3 72 16,1 1-16,0-2 0,-4-71 0,5 79 16,-1-1-16,0-1 0,-4-77 0,6 91 0,0 0 0,-1-1 15,-5-90-15,0 0 0,7 96 0,-2-2 16,1 1-16,-2-5 0,0 1 0,0 0 0,-4-91 16,3 88-16,0 0 0,0 0 0,-3-88 0,-1 79 15,1 1-15,0-1 0,0-79 0,1 73 0,-1 1 0,0-2 16,4 6-16,-1-1 0,0 0 0,-3-77 0,3 78 0,0-1 0,-1 0 15,-2-77-15,-2 76 0,2-1 0,0 1 16,3-1-16,-2-1 0,1 1 0,1-2 0,-1 1 0,0-1 16,-2-73-16,0 74 0,0 1 0,0-1 15,0-74-15,1 74 0,-1 1 0,0 0 0,0-75 16,-5 71-16,0 1 0,1 0 0,-1-1 0,1-1 0,-1 1 0,1-4 16,1-1-16,0-1 0,3-65 15,-3 60-15,0 0 0,0-1 0,0 16 0,0-1 0,0 0 0,1 11 16,0-1-16,0-1 0,2-83 15,-4 82-15,0 1 0,0-1 0,-2-2 0,2 0 0,-1 0 0,-4-7 0,0 0 16,1 0-16,-2-16 16,3 2-16,-1-1 0,5-7 0,-2-2 15,1 1-15,1-3 0,0-1 0,0 2 0,-3 6 0,1-1 0,1-1 16,-2 1-16,3-2 0,-1 1 0,-5 35 0,1 0 0,-1 0 0</inkml:trace>
  <inkml:trace contextRef="#ctx0" brushRef="#br2" timeOffset="141310.233">14086 2090 0,'0'0'0,"0"0"0,0 0 0,0 0 16,0 0-16,0 0 15,0 0-15,0 0 16,0 0-16,0 0 0,0 0 0,0 0 0,0 0 16,0 0-16,0 0 0,0 0 0,0 0 0,0 0 0,-4-1 15,-1-1-15,0 0 0,3 1 0,-1 1 16,1-2-16,2 2 0,-1 0 0,0 0 0,0 0 0,0 0 0,1 0 16,0 0-16,0-1 0,0 1 0,0 0 0,0 0 0,0 0 15,0 0-15,0 0 0,0 0 0,0 0 16,0 0-16,0 0 0,0 0 0,0 0 0,2 4 0,-1 0 15,-1 0-15,1-2 0,0 1 0,0-1 16,-1-2-16,1 1 0,-1 0 0,0 0 0,14 0 0,-2 0 16,2 0-16,-14-1 0,7 2 15,2-2-15,-2 0 0,10-4 0,-2 2 0,1-1 0,-16 3 16,8-2-16,1 0 0,0 1 0,-9 1 16,16-7-16,-2 1 0,1 0 0,-15 6 0,9-4 15,0 1-15,-1 0 0,5-1 16,-1 2-16,0 0 0,-12 2 0,7-1 0,-1-1 0,1 2 15,-7 0-15,3-2 0,-1 2 0,0-1 0,7 1 0,-2 0 0,0 0 16,-7 0-16,5-1 0,-1 1 0,0 0 0,-4 0 0,3 0 16,-2 0-16,1 0 0,-1 0 0,-1 0 0,0 0 0,1 0 15,-1 0-15,0 0 0,0 0 0,0 0 16,0 0-16,0 0 0,6 1 0,-2-1 0,2 0 0,-6 0 16,3 1-16,0 1 0,-1-2 0,0 0 0,-1 0 15,0 0-15,1 11 0,-1 0 0,1 0 0,-2-11 16,2 7-16,-1-1 0,0 2 0,-1-8 0,-2 14 15,2-1-15,0 2 0,-1-8 0,1 1 16,0 0-16,0-8 0,-3 20 0,0-1 0,0 1 0,3-20 0,-3 11 16,1 0-16,1-1 0,-8 14 0,3-2 0,0 1 15,6-23-15,-3 12 0,-2 0 0,1 2 0,4-14 16,-8 22-16,1 2 0,0-2 0,7-22 16,-5 12-16,2 1 0,-1-1 0,3 4 0,1-1 0,0 3 0,0-18 0,2 7 15,-2 1-15,0 0 0</inkml:trace>
  <inkml:trace contextRef="#ctx0" brushRef="#br2" timeOffset="141972.119">14836 2007 0,'0'0'0,"0"0"0,0 0 0,0 0 16,0 0-1,0 0-15,0 0 16,0 0-16,0 0 0,0 0 0,0 0 0,0 0 15,0 0-15,0 0 0,0 0 16,-17 4-16,0 0 0,-1 0 0,7-2 0,1 1 0,0-1 16,10-2-16,-17 13 15,1-1-15,1 0 0,4-5 0,3 1 0,0-2 0,8-6 16,-13 14-16,2-2 0,-1 0 0,5-5 0,0 0 0,1 0 0,6-7 16,0 10-16,0 0 0,0 0 0,0-10 0,0 5 15,0 1-15,0-1 0,0-5 0,11 8 0,-2-2 16,0 0-16,-2-2 0,-2-1 0,0 0 0,-5-3 15,14 12-15,-2-1 0,2-1 0,-14-10 0,7 6 16,1 1-16,-1-1 0,1 5 0,0 1 0,0-1 0,-8-11 16,4 7-16,0-2 0,0 0 0,-4-5 0,6 11 15,-1 1-15,0-1 0,-1-5 0,-2 0 16,0-1-16,-2-5 0,-6 14 0,0 0 0,0 0 0,6-14 0,-6 8 16,2 0-16,0-2 0,4-6 0,-15 11 0,2-1 15,-2 0-15,7-6 0,1 1 0,-2 1 16,9-6-16,-15 4 0,0 0 0,0 0 0,15-4 0,-9 3 0,2-2 15,-1 1-15,4 1 0,1-3 0,0 2 16</inkml:trace>
  <inkml:trace contextRef="#ctx0" brushRef="#br2" timeOffset="142605.925">15073 2036 0,'0'0'0,"0"0"0,0 0 0,0 0 15,0 0 1,0 0-16,0 0 0,5 46 16,-5-46-16,0 0 15,0 0-15,3 15 0,-3-2 0,1 0 0,3-1 0,0-1 16,0 0-16,-4-11 0,4 11 0,-1-1 16,0 0-16,0 1 15,-1 1-15,0-1 0,1 2 0,-2-1 0,0 2 0,-1-14 0,2 10 0,0 1 0,-1 0 0,2-1 0,-1 1 16,-1-1-16,4 0 15,-1 1-15,1 0 0,-5-11 0,3 10 0,1-1 0,0 0 16,-1 0-16,0 1 0,1-1 0,-1-3 0,1 2 16,0 0-16,-4-8 0,7 7 0,0-1 0,-1 0 0,-1-3 0,0 1 15,0 0-15,0-3 0,-2-1 0,1 0 0,-4 0 0,4 0 16,0-1-16,0 0 0,0-1 16,-2 1-16,0 0 0,-2 1 0,5-4 0,-2 0 15,0 1-15,2-4 0,0 1 0,-1 0 16,1-1-16,-1 0 0,1 0 0,-5 7 0,5-9 0,-1 1 0,1 0 0,-1 0 15,1-1-15,-1 0 0,-4 9 0,3-9 16,1-1-16,0-1 0,-1-1 0,0 0 0,-1 1 0,0-2 0,0 1 16,-1 0-1,2-2-15,-2 1 0,1 1 0,-2 12 0,1-10 0,1-1 0,-1 3 0,2-1 16,-1 2-16,0 0 0,1 0 0,-1 0 0,0 2 0,-2 5 0,3-7 16,-1 3-16,-1-2 0,-1 0 15,-1 0-15,0 0 0,0-1 0,1 2 0,0-1 0,0 6 0,-1-5 16,1 0-16,0 1 0,0 1 0,0-2 15,0 1-15,1 1 0,-1 1 0,0-2 0</inkml:trace>
  <inkml:trace contextRef="#ctx0" brushRef="#br2" timeOffset="143180.262">15654 1941 0,'0'0'16,"0"0"-16,0 0 0,7 44 15,-3 0-15,-6-4 16,1 1-16,3 5 15,-2-46-15,0 0 0,0 0 16,-1 15-16,0 1 0,0-2 0,3 2 0,-2-1 0,0 2 16,-3-2-16,1 0 0,0 0 0,2-15 15,1 15-15,-1-2 16,0 2-16,3-5 0,-3 0 0,1-1 0,1 1 0,-2-2 0,0 1 0,0-9 0,-1 9 0,0-2 16,0 1-16,-2-7 0,2 1 0,-1 0 0,1-4 15,-1 0-15,1 1 0</inkml:trace>
  <inkml:trace contextRef="#ctx0" brushRef="#br2" timeOffset="143531.948">15630 1918 0,'0'0'0,"0"0"0,0 0 0,0 0 16,38-28-16,-3 7 16,0 11-1,-2 11-15,-33-1 0,0 0 16,0 0-16,9 5 0,0-1 0,0 0 0,0 2 0,0 0 16,0 0-16,-9-6 0,11 7 0,-2 1 0,1-2 0,-1 3 0,-1-1 15,1 1-15,-4-1 0,-1 1 0,0 0 16,-4-9-16,2 8 0,-1 1 0,-1-2 0,0 5 0,0-5 15,0 3-15,-5 0 16,0 1-16,0-1 0,-7-1 0,3 0 16,0 0-16,9-9 0,-12 9 0,0-1 0,1 0 0,-5 1 0,1-1 15,0 0-15,-4-4 0,2 1 0,0-2 0,17-3 16,-20 2-16,1 0 0,0-2 0</inkml:trace>
  <inkml:trace contextRef="#ctx0" brushRef="#br2" timeOffset="149359.696">15066 1934 0,'0'0'0,"0"0"0,0 0 0,0 0 16,0 0-16,0 0 0,0 0 15,0 0 1,0 0-16,0 0 0,0 0 0,0 0 0,0 0 15,0 0-15,0 0 16,0 0-16,0 0 0,0 0 0,-3 1 0,2-1 0,-1 0 0,1 1 0,0-1 16,0 0-16,1 0 0,0 0 15,0 0-15,-1 0 0,1 0 0,0 0 0,0 0 0,0 0 0,0 0 16,0 0-16,0 0 0,0 0 0,4 5 0,-1 1 0,0-1 0,-3-5 16,3 3-16,-1 0 0,-1 1 15,0-4-15,0 1 0,0 0 0,-1 0 0,0-1 0,0 1 0,0-1 16,0 0-16,0 0 15,0 0-15,6 7 0,-2 2 0,1-1 0,-1-4 0,-2 2 0,1-3 0,-3-3 16,-1 7-16,1 0 16,0 0-16,-2-4 0,2 0 0,0 0 0,0-3 15,0 3-15,0-2 0,0 0 0,3 8 0,-1-2 16,0 2-16,-2-9 0,2 6 0,-1-2 0,1 1 0,1 4 0,2-1 16,-1 1-16,-4-9 0,3 6 0,-1-1 0,0-1 15,-2-4-15,2 8 0,-2 0 0,1-2 0,1-1 0,-2-1 16,0-1-16,0-3 0,0 11 0,0-2 0,0 1 0,0-5 15,0 0-15,0 0 0,0-5 0,-1 3 16,1-2-16,0 1 0,1 8 0,0 1 16,0-2-16,-1-9 0,1 5 0,-1 1 15,0-1-15,-1 6 0,1-2 0,0 2 16,0-11-16,-2 5 0,2 0 0,0-1 0,2 4 0,-1 1 0,1 0 0,-2-9 0,1 5 0,0 0 0,0-1 16,-1-4-16,1 10 0,1-1 15,-1 0-15,0-2 0,0-2 0,0 0 16,-1-5-16,0 1 0,0 1 0,0-1 0,0-1 0,1 3 15,-1-3-15,0 0 0,2 12 0,-2 1 0,0-2 0,0-11 0,0 8 16,0-2-16,0 1 0,0-7 16,1 9-16,-1 0 0,0-1 0,1-2 0,-1-2 15,0 1-15,0-5 0,0 2 0,0-1 0,0 1 0,0-2 16,0 1-16,0-1 0,0 1 0,0-1 0,0 0 16,0 0-16,0 0 0,1 9 0,-1 0 15,1-1-15,-1-8 0,2 7 16,-2-4-16,0 3 0,0-3 0,0-1 0,0-1 15,0-1-15,0 1 0,0 0 0,0 0 0,0 0 16,0-1-16,0 0 0,0 0 0,0 0 0,0 0 0,0 0 0,0 0 0,0 0 0,0 0 0,0 0 16,0 0-16,0 0 0,0 0 0,0 0 15,0 0-15,0 0 0,0 0 0,0 0 0,0 0 0,3 1 16,-3 0-16,1 1 0,-1-2 0,2 1 0,-1 0 16,0 0-16,0 0 0,-1-1 0,0 1 0,0-1 15,0 0-15,0 0 0,0 0 0,0 0 0,0 0 0,0 0 16,0 0-16,0 0 0,0 0 0,0 0 0,0 0 15,0 0-15,0 0 0,4-4 0,0 0 16,0 0-16,-4 4 0,2-4 0,0 2 0,1 1 16,-1-2-16,-1 3 0,0 0 0,-1 0 0,1-1 0,-1 1 15,0 0-15,0 0 0,5-10 0,0 1 0,0-1 16,-5 10-16,5-5 0,-2-1 0,0 1 0,-3 5 16,2-3-16,-1 1 0,0-1 15,-1 3-15,4-9 0,1 0 0,0 0 16,-1 3-16,-2 1 0,0 1 0,-2 4 0,3-11 0,0 2 15,0-1-15,-3 10 0,2-6 0,0 1 0,-1 1 16,5-7-16,-3 2 0,1-1 0,-4 10 0,3-6 0,-1 1 0,1-1 16,-3 6-16,4-10 0,0-2 15,0 1-15,-1 5 0,-2 0 0,1 1 0,-2 5 0,3-9 0,0 0 0,0 0 0,0 5 16,-2-1-16,1 0 0,-2 2 0,1 3 0,0-3 16,-1 3-16,4-12 0,0 0 0,1 0 0,-5 12 0,2-7 15,0-1-15,0 1 0,-2 7 16,4-10-16,-2 0 0,1 1 0,-2 4 0,1 1 15,-1-1-15,-1 5 0,5-13 0,-2 3 0,0-2 0,0 5 0,-1 1 0,-1-1 16,-1 7-16,3-9 0,-1 1 0,-1 0 16,-1 8-16,2-5 0,-1 1 0,0-1 0,0 4 15,-1-1-15,0 0 16,0 2-16,1-9 0,1 0 0,-1 0 0,-1 9 0,2-5 0,-1 0 0,-1-1 0,1 3 16,-1 3-16,0-3 0,0 3 0,1-1 0,-1 1 0,0-1 0,0 1 15,0 0-15,0 0 0,0 0 0,0 0 16,0 0-16,1-9 0,-1-1 0,0 1 0,0 9 0,0-5 15,0 0-15,0 0 0,1 2 0,-1 1 16,0-1-16,0 2 0,0 1 0,0 0 0,0 0 0,0 0 16,0 0-16,0 0 0,0 0 15,0 0-15,0 0 0,0 0 0,0 0 0,0 0 0,0 0 16,0 0-16,0 0 0,0 0 0,0 0 0,0 0 16,0 0-16,0 0 0,0 0 0,0 0 15,0 0-15,0 0 0,0 0 0,0 0 0,0 0 0,-1-2 0,1 1 0,0 1 0,0 0 16,0-1-16,0 1 0,0 0 15,0 0-15,0 0 0,0 0 0,0 0 16,0 0-16</inkml:trace>
  <inkml:trace contextRef="#ctx0" brushRef="#br2" timeOffset="162469.658">7866 6287 0,'0'0'0,"0"0"15,0 0-15,0 0 16,0 0-16,0 0 15,0 0 1,0 0-16,0 0 0,0 0 0,0 0 0,0 0 16,0 0-16,0 0 0,0 0 0,0 0 0,0 0 15,0 0-15,13 0 0,0 2 0,-1-2 16,-12 0-16,17-7 0,0 0 0,1 1 0,-18 6 0,19-12 16,-19 12-16,19-11 0,0 0 0,5-4 0,-2 1 0,1 0 0,-23 14 15,22-15-15,1 2 0,-1 0 16,-22 13-16,21-14 0,0-1 0,0 1 0,-21 14 15,0 0-15,26-12 0,-1 0 0,0 0 0</inkml:trace>
  <inkml:trace contextRef="#ctx0" brushRef="#br2" timeOffset="166369.811">17922 1717 0,'0'0'0,"0"0"0,0 0 0,0 0 16,0 0-16,0 0 15,0 0-15,0 0 16,0 0-1,0 0-15,0 0 0,0 0 0,0 0 0,0 0 0,0 0 16,0 0-16,0 0 0,0 0 0,-8-8 16,1 0-16,1 1 0,6 7 0,-3-5 0,-1 1 0,0 0 15,3 1-15,-1 1 0,0 0 16,0 1-16,2 1 0,0 0 0,-9-3 0,0 0 16,-1-1-16,5 2 0,-1 0 0,6 2 0,-6-1 15,6 1-15,-9 5 0,1-1 0,-1 2 16,4-3-16,0 0 0,1 0 0,4-3 0,-11 5 0,3-1 15,-1 1-15,4-1 0,0-4 0,1 3 0,4-3 0,-9 8 0,1 0 0,-1 0 0,9-8 16,-5 5-16,1 0 0,0-1 0,-4 3 0,-1-1 16,0-1-16,9-5 0,-4 3 0,-1 0 15,0-1-15,5-2 0,-4 8 0,-1-2 0,1 2 0,1-5 16,1 0-16,0 1 0,2-4 0,-1 7 0,0 1 16,0 1-16,1-9 0,-1 4 0,1 1 15,0-1-15,0-1 0,0-1 0,0-2 0,0 0 0,2 9 16,-2-3-16,0 2 0,0-8 0,2 4 0,-2 0 0,0 0 15,1-2-15,-1 0 0,0 1 0,0-3 0,4 7 16,0 0-16,0 0 0,-4-7 0,3 6 0,-1-2 16,0 0-16,7 3 0,-1-2 15,0 0-15,-8-5 16,4 4-16,0-3 0,0 2 0,6 3 0,-1 0 0,0 0 0,-9-6 0,7 3 16,-2-1-16,1 0 0,-6-2 0,12 8 0,-3-3 0,1 1 0,-3-2 0,-2-2 0,0 1 0,-5-3 15,12 7-15,-3 0 0,1 0 0,-10-7 16,6 3-16,-1 1 0,1 0 0,2 1 0,-1 1 0,1-2 15,-8-4-15,4 3 0,1-1 16,-1 1-16,-4-3 0,9 6 0,-2 2 0,1-2 0,-3-2 16,-1 0-16,1-1 0,-5-3 15,7 9-15,-1-1 0,0 1 0,-6-9 0,3 5 16,1-1-16,-1 1 0,-3-5 0,2 2 0,-1 0 16,0 0-16,3 9 0,1 0 0,-1 1 15,-4-12-15,4 6 0,-2 0 0,1 0 0,-3-6 0,-2 11 0,2-1 0,0-2 16,-1-3-16,1 0 0,-1 1 15,1-6-15,-7 9 0,3 1 0,-1 0 0,5-10 0,-3 6 0,0-1 0,0 0 0,3-5 0,-2 3 16,1-2-16,0 1 0,-10 4 0,-1 0 16,1 1-16,11-7 0,-7 5 0,0-2 0,1 0 0,6-3 15,-9 4-15,-1 0 0,1-2 0,4 1 0,-1-2 0,2 0 16,4-1-16,-10 1 0,0 1 0,0-2 16,10 0-16,-6 1 0,0-1 0,1 1 15,-6-3-15,1 2 16,1-2-16,9 2 0,-5-1 0,-1 0 0,1 1 0,5 0 15,-10-4-15,0 0 16,1-1-16,4 4 0,0-2 0,0 1 0,5 2 0,-11-3 0,1 0 0,0-1 0,10 4 0,-6-3 0,0 2 0,1 0 0,-6-4 16,1 0-16,1 2 0,9 3 0,-6-3 15,0 0-15,1 0 0,5 3 0,-3 0 0,2-1 0,-1 0 16,-7-3-16,1 1 0,0-2 0,8 5 0,-7-3 0,2 1 0,1 0 16,2 1-16,0 0 0,1 0 15,1 1-15,-1 0 0,0 0 0,0 0 0,1 0 0,0 0 0,0 0 16,0 0-16,0 0 15,0 0-15,0 0 0,0 0 0,0 0 0,0 0 0,0 0 0,-8-9 0,1 1 16,1 1-16,1 1 0,1 2 16,0-1-16</inkml:trace>
  <inkml:trace contextRef="#ctx0" brushRef="#br2" timeOffset="170620.204">15124 2774 0,'0'0'16,"0"0"-16,0 0 0,0 0 15,0 0 1,0 0-16,0 0 15,0 0-15,0 0 0,0 0 0,0 0 16,0 0-16,0 0 0,0 0 0,0 0 16,0 0-16,0 0 0,0 0 0,8 15 0,1-2 0,-2 2 15,-7-15-15,5 9 0,-1 1 0,1-2 16,-5-8-16,12 19 16,-1-1-16,-1-1 0,-10-17 0,0 0 0,7 10 0,-1-1 0,-1 1 0,-5-10 0,0 0 0,12 21 15,0 0-15,0-1 0,-12-20 0,14 22 16,-2-1-16,1 0 0,-13-21 0,6 12 0,0-2 0,0 1 0,-6-11 15,18 23-15,-1-1 0,0 0 0,-17-22 0,19 26 16,0 1-16,-1-1 0,-1-4 0,-1 2 0,1-1 16,-17-23-16,16 24 0,-1-2 0,0 0 15,-15-22-15,0 0 0,15 21 0,0 1 0,0-1 16,0-2-16,0 1 0,0-1 0,-15-19 0,16 18 0,-1 1 0,0 0 0,-15-19 16,16 20-16,0-1 0,-1 0 0,-15-19 15,15 18-15,-1 0 0,-1 0 0,-13-18 0,8 9 0,-2 0 16,0 0-16,-6-9 0,0 0 15,13 23-15,-1-1 0,0 0 0,-5-9 0,0 0 0,0-1 0,-7-12 16,0 0-16,6 10 0,0-2 0,1 2 0</inkml:trace>
  <inkml:trace contextRef="#ctx0" brushRef="#br2" timeOffset="171779.656">17649 2495 0,'0'0'0,"0"0"0,0 0 0,0 0 0,0 0 15,0 0 1,0 0-16,0 0 16,0 0-16,0 0 0,0 0 0,0 0 0,0 0 0,0 0 15,0 0-15,-12 12 0,-2 1 0,1-2 16,4-3-16,2-2 0,-1 1 0,8-7 0,-12 13 0,0-1 15,1 1-15,4-6 0,1-1 16,1 1-16,5-7 0,0 0 0,-14 19 0,0-1 16,-1 1-16,15-19 0,-7 10 0,-1 1 0,0-2 15,8-9-15,-15 19 0,-1-2 0,1 1 0,15-18 0,-18 20 0,1-1 0,0 1 16,17-20-16,-9 11 0,1-1 0,0 0 0,-11 8 0,0-1 16,1 1-16,18-18 0,-22 20 0,2-1 15,0 0-15,20-19 0,-20 19 0,1 0 0,-1 0 0,20-19 0,-22 21 16,3-1-16,-1 1 0,20-21 15,-21 19-15,1-1 0,1-1 0,19-17 0,-20 17 0,1 0 16,1-2-16,18-15 0,-20 18 0,1-1 16,-1 0-16,-1 1 0,0 0 0,0-1 0,-1 0 0,2 1 15,-1-2-15,21-16 0,-20 17 0,1-1 16,0 0-16,19-16 0,-28 23 0,0-1 0,0 1 0,28-23 16,-33 27-16,1 0 0,-1-2 0,33-25 0,-34 27 0,1 0 15,1-1-15,32-26 0,-29 24 16,0-2-16,0 1 0,29-23 0,-25 19 0,2 0 0,0 0 0,3-4 0,0 0 15,1 0-15,19-15 0,-10 7 0,1 1 16,-1-2-16,10-6 0,-9 6 0,1 0 0,-1 1 0,9-7 16,-5 3-16,2-1 0,-1 2 0,4-4 15,-2 2-15,-1-1 0,2 1 0,1-2 0,-2 0 0,2 0 16,0 0-16,0 0 0,-8 6 0,1-2 0,-2 3 0,9-7 0,-4 3 16,-1 0-16,1-1 0,4-2 15,-12 8-15,2-2 0,0 0 0,10-6 0,-6 5 0,0-2 0,0 1 16,6-4-16,-3 0 15,0 3-15,1-3 0,2 0 0,-1 1 0,1-1 0,-1 1 16,1-1-16,-1 0 0,1 0 0,0 0 0,0 0 16,0 0-16,0 0 0,0 0 0,0 0 0,-8 6 0,0-2 15,2 0-15,6-4 0,-6 4 0,2-2 0,-1 1 0,5-3 0,-3 1 16,2 0-16,-1 0 16,2 0-16,-1-1 0,0 0 0,1 0 15,0 1-15,0-1 0,0 0 0,-1 0 0,1 0 0,0 0 0,0 0 16,0 0-16,0 0 0,0 0 0,0 0 0,0 0 0,0 0 15,0 0-15,0 0 0,0 0 0,0 0 0,0 0 16,0 0-16,0 0 0,0 0 0,0 0 0,0 0 0,0 0 0,0 0 16,0 0-16,0 0 0,0 0 15,-1 0-15,1 0 0,0 0 0,0 0 0,-1 0 0,1 0 0,0 0 16,0-1-16,0 1 0,0 0 0</inkml:trace>
  <inkml:trace contextRef="#ctx0" brushRef="#br2" timeOffset="174481.963">15772 4116 0,'0'0'16,"0"0"-16,0 0 0,0 0 0,0 0 16,0 0-1,0 0-15,0 0 16,0 0-16,0 0 0,0 0 0,0 0 0,0 0 0,0 0 0,0 0 16,2 19-16,-2-1 0,0 1 15,0-19-15,1 10 0,-1 1 0,0 1 16,0-12-16,4 20 0,-1 1 0,1 0 0,-4-21 0,2 10 15,0 2-15,0-2 0,-2-10 0,2 23 0,-2-1 0,0-1 16,0-21-16,0 13 0,0-1 0,0 0 16,0-12-16,4 22 0,-1 1 0,0-1 0,0-9 0,0-1 15,-1 0-15,-2-12 0,1 20 0,1 0 16,-1 0-16,-1-20 0,2 11 0,-2 0 0,0 0 0,0-11 16,3 16-16,0 0 0,0-1 0,-3-15 0,2 9 0,0 0 0,0-1 15,-2-8-15,-2 11 0,2 1 0,0-1 16,0-11-16,-1 6 0,1-1 0,0 2 0,0-7 0,-8 3 15,1 0-15,-1 2 0,3-4 16,1 0-16,-1 0 0,5-1 0</inkml:trace>
  <inkml:trace contextRef="#ctx0" brushRef="#br2" timeOffset="175046.08">15778 4244 0,'0'0'0,"0"0"0,0 0 16,0 0-16,0 0 15,7-39-15,-2 9 16,-3 12-1,-2 18-15,0 0 0,0 0 0,0 0 0,0-6 0,0 0 0,0 1 16,0 5-16,-1-4 0,1-1 0,0 1 0,0 4 16,4-3-16,-1 0 0,0-2 15,3 1-15,0 0 0,-1 1 0,-5 3 0,7-2 0,0-1 0,0 1 16,2 1-16,-1-1 0,0 1 0,-8 1 16,13 1-16,-2-1 0,1 1 0,-12-1 0,11 0 0,-1 0 0,2 0 15,-2 3-15,0 1 0,-1-2 0,-9-2 0,10 4 16,-1 1-16,-1-1 0,1-1 0,-2 2 0,1-1 15,-8-4-15,9 5 0,-2-1 0,1 1 0,-8-5 0,6 5 16,-2 0-16,1 1 0,-3 2 0,-1-1 16,0-1-16,-1-6 0,-2 8 0,1-1 0,-1-1 0,-2 3 0,1-2 15,0 0-15,3-7 0,-9 9 0,3 0 16,-1 0-16,7-9 0,-8 7 0,2 1 0,0-1 0,-6-1 16,2-3-16,-1 2 0,11-5 0,-12 2 15,2 2-15,0-1 0,10-3 0,-10 3 16,1-1-16,0 0 0,-1 1 0,1-1 0,0 2 0,9-4 0,-9 0 15,2 3-15,0-1 0,7-2 0,-5 1 16,1-1-16,-1 0 0,-2-2 16,1 2-16,1-1 0,5 1 0,-5-1 15,1 1-15,0 0 0,4 0 0,-3 0 0,0 0 0,0 0 0,0 1 0,1-1 0,0 0 0,2 0 0,-2 1 16,2-1-16,-1 0 0,-1 0 16,2 0-16,0 0 0</inkml:trace>
  <inkml:trace contextRef="#ctx0" brushRef="#br2" timeOffset="177820.18">3003 8344 0,'0'0'0,"0"0"0,0 0 0,0 0 16,0 0-1,26 37-15,-10-13 16,-10 19 0,-6-43-16,0 0 0,0 0 0,0 0 15,2 7-15,-2 1 0,1 0 16,3 4-16,-2 0 0,0 0 0,-2-12 0,1 7 0,1 0 0,-1-1 16,-1-6-16,7 8 0,-3 0 0,1 1 0,-1-4 0,-1-1 15,-2 1-15,-1-5 0,7 3 16,1-1-16,-2 0 0,-1 0 0,-1-1 0,-2 0 0,-2-1 0,8-6 0,-3 2 15,2-1-15,-4 2 0,1 1 0,0-1 16,-4 3-16,3-11 0,2-1 0,-2 2 0,-3 10 0,4-7 0,-3 1 0,0 0 16,6-11-16,-4 0 15,0 0-15,-3 17 0,3-10 0,0 1 0,0-1 16,-1-4-16,2 0 0,-1 0 0,-3 14 0,2-7 16,-1 0-16,1-1 0,-2 8 0,1-3 0,-1 1 15,0-1-15,2-8 0,-1 2 0,-1 1 0,0 8 16,2-6-16,-2 1 0,0 0 0</inkml:trace>
  <inkml:trace contextRef="#ctx0" brushRef="#br2" timeOffset="178066.01">3357 8276 0,'0'0'0,"0"0"0,0 0 0,0 0 0,0 0 15,-2 49 1,1-1-16,1-48 16,0 0-16,0 0 0,0 0 0,-1 19 15,-1-1-15,1 0 0,1-18 0,-3 14 0,2 0 0,0 1 0,-2-4 16,1-1-16,1 1 0,0-3 0,-1 0 0,2 1 0,-3-6 16,2 1-16,0 1 0,0-8 0,1 1 0,0 1 15,0-3-15,0 2 0,0 0 0</inkml:trace>
  <inkml:trace contextRef="#ctx0" brushRef="#br2" timeOffset="178209.77">3343 8178 0,'0'0'0,"0"0"0,0 0 0,0 0 15,0 0 1,0 0-16</inkml:trace>
  <inkml:trace contextRef="#ctx0" brushRef="#br2" timeOffset="178449.614">3503 8100 0,'0'0'0,"0"0"0,0 0 0,35 20 15,-2 4-15,-10 9 16,-8 7 0,-13 9-16,-2-49 0,0 0 0,0 0 0,-2 19 15,0-2-15,0 1 0,-4 3 0,2-2 16,-1-1-16,-4 5 0,1-1 0,1 1 0,7-23 0,-10 24 0,2-2 16,-1 2-16,-3 3 0,-1 1 0,2 0 0,-5-3 0,0 2 15,1-3-15,-3-2 0,0-2 0,1 3 16</inkml:trace>
  <inkml:trace contextRef="#ctx0" brushRef="#br2" timeOffset="179079.973">7221 8191 0,'0'0'0,"0"0"0,0 0 16,0 0-16,12 37 16,-1 7-1,-4 3-15,-4 0 16,-3-47-16,0 0 0,0 0 15,-2 15-15,1 2 0,1-1 0,0-16 0,-3 15 0,0 0 16,1 0-16,2-15 0,-2 16 0,0 1 0,-1-1 0,3-16 16,-2 19-16,2-1 0,0 1 0,0-19 0,2 18 15,1 0-15,-2 0 0,-1-18 0,2 16 0,-2 1 0,0-1 16,0-16-16,3 16 0,-1-1 0,-1-1 16,1-3-16,-1 0 0,-1 1 0,0-12 0,0 5 0,0-1 15,0 2-15,0-4 0,0 0 0,0-2 0,0 0 16,-1 2-16,1-1 0,0-1 0</inkml:trace>
  <inkml:trace contextRef="#ctx0" brushRef="#br2" timeOffset="179440.044">7202 8216 0,'0'0'0,"0"0"0,0 0 16,43-30-16,-6 12 15,-2 13 1,-5 10-16,-30-5 0,0 0 0,0 0 16,12 7-16,-3-2 0,1 1 0,-10-6 15,10 6-15,-2 0 0,1 1 0,1 3 0,-1-2 16,-2 0-16,-7-8 15,8 9-15,-2 0 0,1 0 0,-2-1 0,-2-2 0,0 1 0,-3-7 0,1 6 0,0 0 16,0 0-16,-3 0 0,1 0 0,-1 0 16,2-6-16,-4 7 0,0 0 0,0 0 0,-5-1 0,2 1 0,-1 0 15,8-7-15,-12 7 0,0-1 0,-1 0 16,-6 0-16,2 1 0,0-1 0,-5 1 0,0 0 0,0 1 16,22-8-16,-24 3 0,0-1 0,2 1 0,-1-4 0,1 1 15,0 0-15,22 0 0,0 0 0</inkml:trace>
  <inkml:trace contextRef="#ctx0" brushRef="#br2" timeOffset="188530.122">10412 3877 0,'0'0'0,"0"0"0,0 0 16,0 0-16,0 0 15,0 0-15,0 0 16,0 0-16,0 0 15,0 0-15,0 0 0,0 0 0,0 0 0,0 0 0,0 0 16,0 0-16,0 0 0,0 0 0,1 9 0,-1-1 16,0 1-16,0-9 0,0 5 0,0 0 0,0 0 15,0-5-15,0 2 0,0 0 0,0 0 0,0-2 16,6 5-16,-2-2 0,1 1 0,-5-4 0,3 2 0,0-1 16,0 1-16,-3-2 0,16-4 0,-2-1 0,0 1 15,-14 4-15,19-13 0,-1 1 0,0 0 16,6-7-16,0-2 0,0 1 15,-24 20-15,30-25 0,0 1 0,-1-2 0,2 6 16,-1-2-16,0 1 0,-30 21 0,26-19 0,0 1 0,1-1 0,-27 19 0,13-9 0,-1 1 0,-1-1 16,10-2-16,-1 1 0,1-1 15,-21 11-15,11-6 0,0 1 0,0 0 0,-11 5 0,4-3 0,1 0 0,-2 3 16</inkml:trace>
  <inkml:trace contextRef="#ctx0" brushRef="#br2" timeOffset="190810.067">15819 4904 0,'0'0'15,"0"0"-15,0 0 0,0 0 0,0 0 16,0 0-1,0 0-15,0 0 0,0 0 16,0 0-16,0 0 0,0 0 0,0 0 0,0 0 0,7 12 16,0-1-16,-1 1 0,-2-5 0,-1-1 15,1 2-15,-4-8 0,6 10 0,-1 1 0,1 0 0,-6-11 16,3 5-16,0 0 0,-1 0 0,-2-5 16,9 14-16,-2 0 0,-1-1 0,-6-13 15,6 7-15,-3 1 0,1-2 0,-4-6 0,11 18 0,1-2 16,0 1-16,-12-17 0,7 9 0,-1 0 15,0 0-15,-6-9 0,14 19 0,-2 1 0,2-2 0,-14-18 0,16 19 16,-1 0-16,0 0 0,-15-19 16,16 18-16,-1 0 0,1 0 0,-16-18 0,16 19 0,-1-2 0,1 2 15,-16-19-15,16 20 0,-2 0 16,1-1-16,-15-19 0,17 23 0,-3 0 0,1 0 0,-15-23 0,16 24 16,-2 0-16,1 0 0,-15-24 0,16 22 0,-1 0 0,1 0 0,-16-22 0,17 24 15,-3-1-15,1 0 0,-15-23 0,7 12 16,1-1-16,-1 1 0,8 11 0,0-1 0,1 0 0,-16-22 15,16 23-15,-2 0 0,1-1 16,-15-22-16,13 22 0,0 1 0,1 0 0,-14-23 0,7 10 0,-1 1 16,0-1-1,-6-10-15,12 18 0,-1-1 0,0 0 0,-11-17 0,6 9 0,0 0 16,1 1-16,3 5 0,0-1 0,-1 1 0,-9-15 0,0 0 0,5 7 0,1 1 16,0 0-16,-4-5 15,-1 0-15,1 0 0,-2-3 0</inkml:trace>
  <inkml:trace contextRef="#ctx0" brushRef="#br2" timeOffset="191871.707">17636 4659 0,'0'0'0,"0"0"0,0 0 16,0 0-16,0 0 15,0 0-15,0 0 16,0 0-16,0 0 16,0 0-16,0 0 0,0 0 0,0 0 0,0 0 15,0 0-15,0 0 0,0 0 0,0 0 0,-8 15 0,2 0 16,0 0-16,6-15 0,-3 8 0,-2 2 15,1-1-15,4-9 0,-9 19 0,0 1 16,0-1-16,4-8 0,0-1 0,-1 0 0,6-10 16,-9 20-16,0-1 0,-1-1 0,10-18 0,-5 12 0,0-3 0,1 1 15,4-10-15,-13 21 16,2 0-16,-1-1 0,12-20 0,-11 22 16,-1-2-16,2 1 0,4-10 0,1-1 0,-1 0 15,6-10-15,-13 25 0,2-1 0,-1 1 16,12-25-16,-13 23 0,1 2 0,1-2 0,11-23 0,-12 22 0,1 2 0,0-3 15,11-21-15,-12 23 16,0-1-16,1 1 0,-2-2 0,2 0 0,-1-1 0,12-20 0,-12 20 0,-1 1 16,1-1-16,12-20 0,-14 20 0,1 0 0,0 0 0,13-20 15,-14 19-15,0 2 0,0-2 0,14-19 0,-15 19 0,2 0 0,0 1 16,13-20-16,-17 24 0,1 0 0,-1 0 0,17-24 0,-18 27 16,0-2-16,-1 2 0,19-27 0,-19 24 15,2-1-15,0 1 0,17-24 0,-9 10 0,1 2 0,-1 0 0,9-12 16,-13 15-16,1 1 15,0 0-15,12-16 0,-9 9 0,3-1 0,0 1 16,6-9-16,-3 4 0,1-2 16,-1 1-16,3-3 0,-7 10 0,0 0 0,0-1 0,7-9 0,-4 6 0,0-1 0,0 0 0,4-5 15,-7 11-15,-1 1 0,1 0 0,4-6 0,-1 0 16,0-1-16,4-5 0,-5 10 0,0 0 0,1-1 0,4-9 16,-2 6-16,-1-1 0,1 0 0,2-5 15,-1 3-15,1-1 0,-1 0 16,1-2-16,-1 0 0,1 1 0,0-1 0,0 0 0,-1 1 0,1-1 0,0 0 0,0 0 15,0 0-15,0 0 0,0 0 0,0 0 16,-4 10-16,2-2 0,-1 1 0,2-5 0,-1 2 0,1-1 0,1-5 16,-1 2-16,0 1 0,1-1 0,-1-1 15,1-1-15,0 2 0,0-2 0,0 0 0,0 0 0,0 0 16,0 0-16,0 0 0,0 0 0,0 0 0,0 0 0,0 0 16,0 0-16,0 0 0,0 0 0,0 0 15,0 0-15,0 0 0,0 0 0,0 0 0,0 0 0,0 0 0,0 0 16,0 0-16,0 0 0,0 0 15,0 0-15,-3-4 0,1-1 0,1 2 16,1 3-16,0 0 0,0 0 16,0 0-16,-3-3 0,2 1 0,0 0 0</inkml:trace>
  <inkml:trace contextRef="#ctx0" brushRef="#br2" timeOffset="193140.204">17730 4205 0,'0'0'0,"0"0"0,0 0 16,0 0-16,50 0 15,-21 0 1,15-9-16,-44 9 15,0 0-15,0 0 0,0 0 0,8-3 0,0 2 16,0-1-16,7-2 0,-2-1 0,1 2 0,-14 3 0,8-3 16,0 0-16,0 1 0,-8 2 0,10-4 0,0 1 15,-1-1-15,-9 4 0,5-2 0,0-1 16,0 2-16,-3 0 0,0 0 0,1 0 0,-2 0 16,-1 1-16,0 0 0,1 0 0,-1 0 0,0 0 15,0 0-15,0 0 0,0 0 0,4-3 0,2 1 16,-2-2-16,0 3 0,-2-1 0,0 1 0,0 1 0,-1-1 0,-1 1 0,0 0 0,2-1 15,-2 1-15,0 0 0,0 0 0,0 0 16,0 0-16,0 0 0,1 6 0,-1 1 0,0-1 0,2-2 16,-2-1-16,0 0 0,0-3 15,3 12-15,-2-1 0,1-1 0,-2-10 0,1 7 0,0 0 0,0-2 16,-1-5-16,1 14 0,0 1 0,0-2 0,-1-13 0,1 9 16,-1-1-16,0-1 15,0-7-15,-1 14 0,-1 0 0,1-1 0,1-13 0,-1 8 0,0-1 0,1 0 0,0 12 16,0-2-16,0 1 0,0-18 15,0 11-15,0-2 0,0 1 0,0-10 0,-2 17 0,1 0 0,-1-1 16,2-16-16,-1 9 0,0 0 16,-1 0-16,1-6 0,1 0 0,0 1 0</inkml:trace>
  <inkml:trace contextRef="#ctx0" brushRef="#br2" timeOffset="193472.172">18239 4042 0,'0'0'0,"0"0"0,0 0 16,0 0-1,11 53-15,0-3 16,-5-9 0,0 0-16,-6-41 0,0 0 15,0 0-15,1 13 0,-1-2 0,0 0 16,-1 0-16,-1-1 0,1 1 0,1-11 0,1 10 0,-1-1 16,0 1-16,-2 1 0,1-1 0,0-1 0,1-9 0,-2 8 15,0 0-15,0-2 0,-4 2 0,2-1 0,-1 0 16,5-7-16,-5 3 0,1 1 0,1-1 15,-1-6-15,1 2 0,0-2 0</inkml:trace>
  <inkml:trace contextRef="#ctx0" brushRef="#br2" timeOffset="193819.968">18230 3989 0,'0'0'0,"0"0"0,0 0 0,0 0 16,33-36 0,-8 12-16,-3 16 15,-2 8-15,-20 0 0,0 0 16,0 0-16,8 3 0,-2 0 0,1-1 0,-1 1 0,0-1 16,-1 2-16,-5-4 0,7 5 0,-1 0 0,-1 0 15,2 3-15,0 0 0,0 0 0,-7-8 0,6 9 16,1-2-16,-1 0 0,-3 2 0,1-1 0,0-2 15,-4-6-15,0 9 0,0 0 16,0-1-16,-4-1 0,0 2 0,1-1 0,-9 1 0,3-3 0,0 3 0,9-9 16,-15 7-16,2 1 0,0-2 15,13-6-15,-15 7 0,2-2 0,0 1 0,2-2 16,0 1-16,1-2 0,10-3 0,-12 2 0,3-1 0,0 0 0,-2 1 0,1-2 16,1 0-16,9 0 0,-5 0 0,0 0 0,-1 0 15,4-5-15,1 1 0,0 1 0</inkml:trace>
  <inkml:trace contextRef="#ctx0" brushRef="#br2" timeOffset="194332.318">18681 3903 0,'0'0'0,"0"0"0,0 0 16,0 0-16,47 24 0,-13-4 31,-5 7-31,-13 3 0,-16-30 16,0 0-16,0 0 0,5 9 0,-1 2 0,-1 1 0,-3-12 0,5 10 0,-2 2 16,0-1-1,2 2-15,0-2 0,-1 0 0,-4-11 0,7 13 0,0-2 16,-1 1-16,-2 2 0,-1-1 0,0 1 0,0 1 0,-1-3 15,0 3-15,1-2 0,-2-2 0,1 1 0,-2-12 0,5 12 0,-1-2 16,0 3-16,1-6 0,-2 2 16,0 0-16,-2-3 0,1-1 0,-1 1 0,0-3 15,0-1-15,0 1 0,-1-3 0,1 2 0,0-2 16,0 2-16,1-1 0,-1 0 0,-1-1 0,0 0 16,3-1-16,-2 1 0,0-1 0,4-1 0,-1 0 0,0 0 15,2-4-15,-1 1 0,-1-1 0,-4 6 0,7-10 16,-1 2-16,1-2 0,0-1 0,0 1 0,1 0 0,-8 10 15,7-13-15,0 2 0,0-2 0,-7 13 0,7-13 16,-2-1-16,1 2 0,2-3 0,-2 3 0,0-2 0,-1 2 16,1 0-16,-1-1 0,-5 13 0,4-10 15,0-1-15,0-1 0,-1 2 0,0 0 0,0 1 0,-3 9 0,3-8 16,-3 0-16,1 1 0,1 2 0,-1 0 0,1-1 0,-1 2 16,-1 1-16,0-2 15,0 5-15,-1-2 0,1-1 0,-1 0 0,2 0 0,-1 1 16,0-1-16,3 0 0,-1 0 0,1 0 0</inkml:trace>
  <inkml:trace contextRef="#ctx0" brushRef="#br2" timeOffset="195173.256">19474 3880 0,'0'0'0,"0"0"0,0 0 0,-36 28 15,3 1 1,5 1-16,4 1 0,9 0 16,15-31-16,0 0 0,-4 11 0,0-1 15,0-2-15,4-8 16,-1 13-16,-1-2 0,1 1 0,1-12 0,1 12 0,-1-1 0,0 2 0,3-3 15,-1 1-15,0 0 0,3-1 16,-1-1-16,1 1 0,-5-10 0,8 9 0,-1-1 0,0-1 0,2 1 16,-1-2-16,0 0 15,-8-6-15,10 3 0,-1 1 0,0-2 0,3 0 0,0 0 16,-1 1-16,-11-3 0,13 0 0,-1 0 0,1 0 0,1-1 0,-2 1 16,2-1-16,-14 1 0,10-3 15,0 1-15,-1 0 0,-1-2 0,-1 1 0,0 0 0,-7 3 0,4-5 0,-1 1 16,1 0-16,-2-1 0,0 2 0,-1 0 15,-2 0-15,1-2 0,0 1 0,0 4 16,-3-6-16,1 2 0,-1-1 0,0-3 0,1 2 0,0-1 16,2 7-16,-4-6 0,1 1 0,0 0 0,0 1 0,1-1 0,0 0 15,2 5-15,-3-3 0,1-1 0,1 0 16,-1 0-16,1 1 0,1 2 0,0 1 0,-1-5 0,0 2 16,0-1-16,3 0 0,-1 1 0,-1-1 0,0 4 0,4-6 15,-1 2-15,0 0 0,2-1 0,-1 0 16,0 1-16,3-1 0,-1 1 0,1-1 0,-7 5 0,8-3 15,-2-1-15,0 1 0,3 1 16,-3 2-16,2 0 0,-8 0 0,7 0 0,-1 0 0,1 0 0,1 2 16,-1-1-16,0-1 15,-1 3-15,-1-1 0,0 1 0,-5-3 0,6 2 0,0 1 0,0 0 16,-1 2-16,-1 1 0,1-1 0,-5-5 0,4 5 0,-1 0 0,-1-1 0,1 3 0,-2 0 16,1-1-1,0 2-15,-1-3 0,0 2 0,-1-7 0,2 7 16,-1-1-16,-1 0 0,3 4 0,-3-1 0,1 0 15,-1-9-15,2 9 0,-2 1 0,1-2 0,1 3 0,-2-2 16,1-1-16,-1-8 0,2 9 0,-1-1 0,0 1 0,0-3 16,0-1-16,0 3 0,-1-8 0,1 6 0,-1 1 15,0-1-15,1 2 0,0-3 0,0 2 0,-1-7 16,0 4-16,0 0 0,0-1 0,-1-1 0,0 0 0,0-1 16</inkml:trace>
  <inkml:trace contextRef="#ctx0" brushRef="#br2" timeOffset="198569.587">16743 6429 0,'0'0'0,"0"0"16,0 0-16,0 0 16,0 0-16,0 0 15,0 0-15,0 0 16,0 0-16,0 0 0,0 0 0,0 0 0,0 0 0,0 0 15,0 0-15,0 0 0,0 0 0,0 0 0,-14-11 16,1 1-16,0-2 0,5 5 0,0 1 0,0 0 0,8 6 16,-4-3-16,1 1 15,0-2-15,-13 7 0,1-1 0,1-1 0,14-1 0,-9 2 0,1-1 0,0-1 16,8 0-16,-16 6 0,0-3 0,1 0 0,15-3 0,-10 3 16,3 0-16,-1-2 0,8-1 0,-14 8 15,1-2-15,0 0 0,13-6 0,-8 4 0,0 0 0,1-1 16,7-3-16,-12 12 0,0-1 15,-1 0-15,13-11 0,-8 6 0,2 1 0,0-1 0,6-6 0,-14 16 16,0 0-16,0-1 0,14-15 16,-8 9-16,1-1 0,-1 1 0,8-9 0,-10 18 0,1 0 0,0 0 15,9-18-15,-6 10 0,2-1 0,-1 1 0,5-10 16,-8 18-16,1 0 0,1-1 0,2-7 16,0 1-16,0-3 0,4-8 0,-3 19 0,2-1 0,-1 1 0,2-19 0,-1 11 0,1-1 15,0 0-15,0-10 0,1 16 16,1-1-16,-1 2 0,-1-17 0,3 8 0,-3 1 15,1-1-15,-1-8 0,9 17 0,-1-1 0,1 0 16,-9-16-16,6 9 0,-2 0 0,1 1 0,-5-10 0,13 12 16,0-1-16,0 0 0,-13-11 15,8 7-15,-1-2 0,0 1 0,-7-6 0,15 6 0,0 0 0,0-1 16,-15-5-16,8 3 0,0-1 0,0 0 0,-8-2 0,17-1 0,-2 0 16,2 1-1,-17 0-15,9-1 0,0 0 0,-1 1 0,-8 0 0,19-5 16,-2 0-16,0 1 0,-17 4 0,11-3 15,-2-1-15,1 2 0,-10 2 0,9-7 0,1 2 0,1-1 0,-11 6 0,5-3 16,-1 0-16,2-1 0,-6 4 16,4-9-16,0-1 0,0 1 0,-4 9 15,1-7-15,1 2 0,-1 0 16,-1 5-16,-2-9 0,1 1 0,0-1 0,1 9 0,-1-5 0,0 1 16,0-1-16,1 5 0,-4-7 0,0 0 0,0 0 0,4 7 0,-3-4 0,1 1 0,1 0 15,1 3-15,-1-2 0,0 0 0,0 1 0,1 1 16,0 0-16,0 0 0,0 0 0,-1-1 0,1 1 0,0 0 15,0 0-15,0 0 0,0 0 16,0 0-16,1-9 0,0 1 0,0 1 0,-1 7 0,1-6 0,-1 2 0,1-1 16,-1 5-16,9-6 0,-1 2 15,1-2-15,-3 4 0,-2-1 0,1 0 0,-5 3 0,12 0 0,-1-1 16,1-1-16,-12 2 0,7 0 0,-1 0 0,0 0 0,-6 0 16,11 1-16,-2 0 15,1 0-15,-10-1 0,5 2 0,0-2 0,0 1 0,-5-1 0,3 0 16,0 0-16,-2 0 0,-1 0 15,7 6-15,-1 0 0,0 0 0,-6-6 0,4 6 0,0-4 0,0 2 0,-4-4 16,3 7-16,-2 1 0,1-1 16,-2-7-16,0 0 0,1 4 0,-1 0 0,1-1 0,-1-3 15,0 12-15,0-2 0,0 1 0,0-11 0,0 7 16,0-1-16,0 0 0,0-6 0,-1 15 0,1 1 0,0-1 16,0-15-16,0 9 0,0-1 0,0 0 0,-2 7 0,1 0 15,1-3-15,0-12 0,-1 8 0,0-1 16,0 1-16,1-8 0,-1 13 15,-1-1-15,1 0 0,1-12 0,-1 6 16,0 1-16,1-1 0,0-6 0,-2 3 0,2-1 0,0 1 0,0-3 16,2 9-16,0 0 0,-1 0 0,-1-9 0,2 5 0,-1 0 15,-1 0-15,0-5 0,1 2 16,-1 0-16,0 0 0,0-2 0,1 1 0,-1 1 0,0-2 16,0 0-16,0 0 0,0 0 0,0 0 0,0 0 0,0 0 0,0 0 15,0 0-15,-2-2 0,0 0 0,1 0 0,1 2 16,-3-2-16,3 1 0,-1 1 0</inkml:trace>
  <inkml:trace contextRef="#ctx0" brushRef="#br2" timeOffset="203070.06">3070 9310 0,'0'0'0,"0"0"0,0 0 0,17 39 16,-6-17 0,4 26-16,-7-22 15,0 12 1,-8-38-16,0 0 0,0 0 0,2 7 0,-1-1 16,-1 0-16,0-6 0,2 4 0,-2-3 0,0 2 0,3 3 0,-3 2 15,1-2-15,-1-3 0,1 1 0,0 1 0,0-3 0,-1-1 16,0 0-16,1 1 0,-1-2 0,0 0 0,2-9 0,-1 1 15,-1 1-15,0 7 0,1-6 0,0 1 16,-1 0-16,4-11 0,-1 1 0,-1 0 0,-2 15 0,2-8 0,-1-1 16,1 0-16,1-6 15,-1-1-15,0 0 0,-2 16 0,1-9 0,-1 0 0,1 1 16,4-6-16,-2 1 0,1 0 0,-4 13 0,3-6 16,-2-1-16,0 1 0,4-7 0,1 2 0,-2 0 15,-4 11-15,2-6 0,0 0 0,1 1 0</inkml:trace>
  <inkml:trace contextRef="#ctx0" brushRef="#br2" timeOffset="203290.162">3330 9227 0,'0'0'0,"0"0"0,0 0 0,0 0 16,0 0-16,8 56 15,-6-1-15,-2-8 16,0-47-16,0 0 0,-1 13 15,0 1-15,-1-2 0,2-12 0,-1 11 0,-1 0 0,1 0 16,-1-2-16,1-1 0,-1 1 0,1-1 16,1-2-16,-2 2 0,4-4 0,-1-1 0,-1 0 15,0-3-15,3-3 0,-1 0 0,1 0 0,0-1 0,-2-1 0,0 2 16,0 0-16,0 2 0,0-1 16</inkml:trace>
  <inkml:trace contextRef="#ctx0" brushRef="#br2" timeOffset="203529.764">3483 9189 0,'0'0'0,"0"0"0,0 0 0,0 0 0,0 0 15,0 0 1,15 40-16,-9-2 16,-6-38-16,0 0 0,0 0 0,3 12 0,-2-1 15,1-1-15,-1 1 0,-1 1 16,2-3-16,-4 3 0,2-1 0,0-1 0,-2 2 0,1 0 0,0-2 15,0 1-15,-1 1 0,1 0 16,-3-3-16,3 1 0,-3-2 0,2-2 16,2-1-16,-1 0 0,0-5 0,1 0 15,0 1-15,0-6 0,1-1 0,0 1 0</inkml:trace>
  <inkml:trace contextRef="#ctx0" brushRef="#br2" timeOffset="203669.879">3499 9095 0,'0'0'0,"0"0"15,0 0-15,0 0 16,0 0-16,0 0 0</inkml:trace>
  <inkml:trace contextRef="#ctx0" brushRef="#br2" timeOffset="203839.777">3288 9177 0,'0'0'0,"0"0"0,0 0 0,0 0 0,0 0 16</inkml:trace>
  <inkml:trace contextRef="#ctx0" brushRef="#br2" timeOffset="204179.873">3702 8938 0,'0'0'0,"0"0"0,37 41 0,-2 12 0,-9 4 15,-5 2 1,-8 6-16,-10 6 16,-3-71-16,0 0 0,0 0 15,-3 26-15,1-1 0,-1 0 0,-4 1 0,1 1 0,1-2 0,-3 7 16,-1-2-16,1 1 0,-7 2 0,3 1 0,-1 0 0,-5-4 16,0 0-16,0 0 0,-3-2 0,1-2 0,0 0 0</inkml:trace>
  <inkml:trace contextRef="#ctx0" brushRef="#br2" timeOffset="205457.26">7428 9026 0,'0'0'0,"0"0"15,0 0-15,0 0 16,0 0-16,0 0 16,0 0-16,0 0 15,0 0-15,0 0 0,0 0 0,0 0 0,0 0 16,0 0-16,0 0 0,0 0 0,0 0 0,4-11 0,-2 2 0,1-1 16,-1 4-16,-1 0 0,0-1 0,-1 7 15,2-3-15,-2 1 0,0 1 0,0-1 0,0 1 0,0 0 0,0 0 16,0 1-16,0 0 0,0 0 0,1 0 15,-1 0-15,0 0 0,-7-5 0,2 2 0,0 0 0,5 3 16,-3-3-16,-2 1 0,2 0 16,3 2-16,-1-1 0,-1-1 0,2 1 0,-9 8 15,0 0-15,2 0 0,7-7 0,-5 4 0,1 0 0,-1 0 16,5-4-16,-12 9 0,0 1 0,0-1 0,12-9 0,-6 5 16,-1-1-16,1 2 0,6-6 0,-14 13 0,2 0 15,-2-2-15,14-11 0,-7 8 0,0-2 16,-1 0-16,-6 8 0,1 0 0,-2-1 0,15-13 15,-8 8-15,1-1 0,-2 0 0,9-7 16,-13 18-16,1-1 0,-1 0 0,13-17 0,-8 9 0,2 1 0,1 0 16,5-10-16,-14 18 0,4 0 15,-2 0-15,12-18 0,-6 11 0,0-1 0,1-1 0,-1 9 0,2-1 0,1-1 16,3-16-16,-3 10 0,1 1 0,1-3 0,1-8 0,2 16 0,1-4 16,0 2-16,-3-14 15,2 8-15,0 0 0,-1-1 0,-1-7 0,12 13 16,-1 0-16,1-1 0,-6-4 0,1-2 0,-1 1 0,-6-7 15,16 6-15,-1-1 0,0-1 0,-15-4 0,8 3 0,0-1 16,1 1-16,-9-3 0,19-3 0,-2 2 0,1 0 16,-18 1-16,12-2 0,-3 1 0,0 1 15,-9 0-15,15-6 0,0 1 0,-2 1 0,-13 4 0,9-3 16,-2-1-16,0 2 0,-7 2 0,7-6 0,0 0 0,0 0 16,-3 3-16,-1 0 0,0 0 0,-3 3 0,2-2 0,-1 1 15,0-1-15,-1 2 0,2-9 0,0 0 16,0 0-16,-2 9 0,1-5 0,-1 0 15,1 0-15,-1 5 0,2-9 0,-2 0 0,0 2 0,0 7 16,0-6-16,0 1 0,0 1 0,4-3 0,0-1 16,0 0-16,-4 8 0,2-4 0,-1 0 0,1 0 15,-2 4-15,6-7 0,1 1 0,-1-1 16,-6 7-16,3-3 0,0-1 0,0 1 0,-3 3 0,3-2 16,-3 0-16,1 2 0,1 0 0,-2 0 15,0-2-15,0 2 0,0 0 0,0 0 0,0 0 0,0 0 0,9 4 16,-3-2-16,1 0 0,-7-2 0,6 2 15,-2-1-15,0 0 0,-4-1 0,6 6 0,-1 2 16,-1-2-16,-4-6 0,3 5 0,0-2 0,-1 1 0,-1 6 0,-1 1 16,1-2-16,-1-9 0,1 8 0,-1-3 0,0 1 15,0-6-15,-2 16 0,0 0 0,1 1 0,1-17 16,-3 9-16,3-1 0,-1 1 0,1-9 0,-2 19 0,2 0 16,-1-1-16,1-18 0,-2 12 0,2-2 0,0 1 15,-6 3-15,3 0 0,-1 0 0,4-14 0,-3 8 0,1-1 16,-1-1-16</inkml:trace>
  <inkml:trace contextRef="#ctx0" brushRef="#br2" timeOffset="213389.737">9975 4942 0,'0'0'0,"0"0"0,0 0 16,0 0-16,0 0 16,0 0-1,54-29-15,-54 29 0,0 0 16,0 0-16,0 0 0,23-18 15,-2 1-15,0 1 0,-21 16 0,0 0 0,24-22 0,0 1 0,0 1 0,7-4 16,-1 0-16,-1 3 0,-29 21 0,30-26 0,0 3 16,-1-2-16,-29 25 0,29-22 0,0-2 0,-1 2 15</inkml:trace>
  <inkml:trace contextRef="#ctx0" brushRef="#br2" timeOffset="-213126.425">16469 7396 0,'0'0'0,"0"0"0,0 0 15,0 0 1,0 0-16,40 37 15,-16-15 1,-24-22-16,0 0 0,0 0 0,0 0 16,12 11-16,-2-2 0,0 0 0,-10-9 0,7 6 0,-2 0 15,0-1-15,-5-5 0,14 18 0,0-1 16,0 1-16,-14-18 0,16 20 0,-2 0 16,1-1-16,-15-19 0,14 21 0,1-1 0,0 0 15,2 3-15,-1-2 0,-1 2 16,-15-23-16,19 24 0,-2-1 0,1 0 0,4 4 0,-1 0 0,0 0 15,-21-27-15,21 26 16,0-1-16,0-1 0,-21-24 0,11 13 0,-1-2 0,0 1 0,7 7 0,-1 0 0,0 0 0,-16-19 16,19 21-16,0 1 15,0 1-15,-19-23 0,24 26 0,0 0 0,-1 0 0,-23-26 0,22 24 16,1 0-16,-1 0 0,-22-24 0,12 10 0,-3 3 16,2-3-16,-11-10 0,5 5 0,-1-1 15,0 1-15,-4-5 0,15 13 0,-2 1 0,0-1 0,-13-13 0,10 9 0,-3-2 0,1 1 0,-8-8 16,12 14-16,-2 1 0,1-2 15,-11-13-15,6 7 0,0 1 0,0-1 0,-6-7 0,3 3 0,-1 0 16,0 0-16</inkml:trace>
  <inkml:trace contextRef="#ctx0" brushRef="#br2" timeOffset="-212436.877">18128 7151 0,'0'0'0,"0"0"0,0 0 15,0 0-15,-22 46 16,9-17-16,-11 19 15,24-48 1,0 0-16,0 0 0,0 0 0,-5 9 16,1 0-16,1 0 0,3-9 0,-12 21 15,2 0-15,-1 0 0,11-21 0,-13 24 0,0-3 0,1 3 0,12-24 16,-13 22-16,1 1 0,0-1 0,-2 1 0,1-1 0,1 1 16,12-23-16,-21 37 0,0 1 0,0-1 0,21-37 15,-22 38-15,1-1 0,0 1 0,1-3 0,-1 0 0,1 0 0,20-35 0,-25 44 16,2-3-16,0 1 0,23-42 15,-21 38-15,1-2 0,0 0 16,20-36-16,-15 28 0,0 1 0,1-2 0,2-4 0,2-1 16,0 0-16,10-22 0,-6 11 0,1-2 0,1 3 0,4-12 0,-7 14 0,2-1 15,1 2-15,4-15 0,-3 6 0,1 2 16,-1-2-16,3-6 0,-3 11 0,0 0 0,0-1 0,3-10 16,-2 5-16,1 1 0,-1 0 0,2-6 0,1 6 0,0-2 15,-1 1-15,1-2 0,0-1 16,0 0-16,-1-2 0,1 2 0,-1-2 0,0 1 0,0-1 15,-1 9-15,1-1 0,-1-1 16,1-7-16,-2 5 0,2-1 0,0 1 0,0-5 16,0 2-16,0 0 0,0-1 0,0-1 0,-1 8 0,1-2 15,0 2-15,0-8 0,-1 4 0,1 0 0,0-1 0,0-3 0,0 4 0,0-3 16,0 1-16,0-2 0,0 1 0,0-1 0,0 0 0,0 0 0,0 0 16,0 0-16,0 0 15,0 0-15,0 0 0</inkml:trace>
  <inkml:trace contextRef="#ctx0" brushRef="#br2" timeOffset="-211456.882">18188 6335 0,'0'0'0,"0"0"16,0 0-16,0 0 0,0 0 16,0 0-1,0 0-15,0 0 0,0 0 16,0 0-16,0 0 0,0 0 15,0 0-15,0 0 0,0 0 0,0 0 0,0 0 16,9-3-16,-1 1 0,1 1 0,-3-2 16,-1 3-16,-1 0 0,-4 0 0,14-2 0,1-1 15,-2 1-15,-13 2 0,9-2 0,-2 2 0,0-1 0,-7 1 16,14-2-16,-1-1 0,2 0 0,-15 3 0,8-2 0,-1 2 0,0-1 16,-7 1-16,12-2 0,0 1 0,-1-1 0,-11 2 0,7-1 15,-1 1-15,0-1 0,-3 0 0,0 1 16,-1 0-16,-2 0 0,9-2 0,-2 0 0,1 0 0,-2 0 15,-3 0-15,1 2 0,-4 0 0,2 0 16,0-2-16,-1 1 0,-1 1 0,3 0 0,-3 0 0,0 0 0,0 0 16,0 0-16,0 0 0,0 0 15,0 0-15,0 0 0,0 0 0,0 0 0,0 0 0,0 0 16,0 0-16,0 0 0,0 0 0,0 0 16,-2 9-16,1-3 0,1 0 0,0-6 15,-2 4-15,2 1 0,0-2 0,0-3 0,-3 12 16,2-1-16,-1-1 0,2-10 15,-1 6-15,0 0 0,0 0 0,1-6 0,-2 17 0,0-1 16,1-1-16,1-15 0,-1 9 0,0 0 0,1 0 0,0-9 16,0 21-16,1 0 0,0-1 0,-1-20 0,1 13 0,-1-2 0,0 1 0,0-12 15,0 20-15,0 0 0,0 1 0,0-11 0,0 1 16,0 1-16,0-12 0,-1 21 0,1 0 0,0 0 0,0-21 16,-1 12-16,1-1 0,0 0 0,0-11 0,2 21 0,0-1 15,-1 1-15,-1-21 0,2 11 16,-1 0-16,-1 0 0,0-11 0,3 17 0,-2-1 0,1 0 15,-2-16-15,1 8 0,0 1 16,0 0-16,-1-9 0,1 11 0,-1-1 0,0 2 0,0-12 16,2 5-16,-2 0 0,0 0 0,0-5 0,0 3 15,0-1-15,0 0 0,0 0 0,0-2 16,0 0-16,0 0 16</inkml:trace>
  <inkml:trace contextRef="#ctx0" brushRef="#br2" timeOffset="-210607.14">18945 6209 0,'0'0'16,"0"0"-16,0 0 15,0 0-15,0 0 16,0 0-16,0 0 16,-43 6-16,43-6 0,0 0 0,0 0 15,0 0-15,-8 1 0,-1 0 16,0 0-16,9-1 0,-15 7 0,0-1 0,0 2 0,7-3 16,1-2-16,-2 1 0,9-4 0,-13 15 15,-1-2-15,2 1 0,12-14 0,-8 8 16,1-1-16,1 1 0,6-8 0,-12 16 15,0 1-15,0-2 0,12-15 16,-6 10-16,0-1 0,0-1 0,6-8 0,-6 17 0,2 0 16,-1 0-16,5-17 0,-2 9 0,0 0 0,-1-2 0,3-7 15,1 14-15,-1-1 0,0 0 0,2-5 16,-2-1-16,0-1 0,0-6 0,10 9 0,-1-1 16,0 1-16,-9-9 0,6 4 0,-1 1 0,1-2 0,-6-3 15,16 3-15,-1-3 0,1 1 0,-16-1 0,9 0 0,-1 1 16,1 0-16,-9-1 0,15-4 0,-1-1 0,0 2 15,-14 3-15,8-3 0,0 1 0,0-2 0,-8 4 16,11-3-16,0-3 0,-1 3 0,-10 3 16,6-3-16,0 0 0,0 2 0,-6 1 15,3-2-15,-1 1 0,0 0 0,-2 1 0,5-8 0,-2-2 0,0 2 0,-3 8 0,3-5 0,-2-1 0,1 1 0,-2 5 0,3-9 16,0 2-16,-1-1 0,-2 8 0,1-6 0,1 3 16,-1-1-16,-1 4 0,2-2 0,-2 1 0,0 0 0,0 1 0,6-8 15,-1 2-15,0-1 0,-5 7 0,4-4 16,-1 0-16,1 1 0,-4 3 0,2-3 0,-1 3 0,0-2 15,-1 2-15,6-1 16,0 0-16,0 1 0,-6 0 0,4-1 0,-1 1 0,0 0 0,-3 0 0,2 0 0,-1 0 16,0 0-1,-1 0-15,7 6 0,1 1 0,-1-1 0,-7-6 0,3 4 0,1 0 0,1 0 16,-5-4-16,6 9 0,-2-1 0,1 2 0,-5-10 16,3 4-16,0 2 0,-1 0 0,-2-6 0,4 12 15,-2-1-15,0 0 0,-2-11 0,2 7 16,-1-1-16,1 1 0,-2-7 0,-1 9 15,0 2-15,0-1 0,1-10 0,-1 6 0,1-1 0,0 0 0,0-5 16,-2 10-16,2 0 0,-1 1 0,1-11 0,-1 6 16,1-1-16,0 0 0,0-5 0,-1 3 0,1 0 0,0-2 15,0 1-15,0-2 0,0 1 0</inkml:trace>
  <inkml:trace contextRef="#ctx0" brushRef="#br2" timeOffset="-209836.832">19344 6192 0,'0'0'0,"0"0"0,0 0 16,0 0-16,0 0 15,0 0-15,0 0 16,0 0-16,0 0 15,0 0-15,0 0 0,0 0 0,0 0 0,0 0 16,0 0-16,2 17 0,0 1 0,0-1 0,1-6 0,-3 0 16,1-1-16,-1-10 0,4 17 15,-2-2-15,0 1 0,-2-16 0,3 8 16,-1 1-16,-1 0 0,-1-9 0,4 14 0,-2 1 16,1 1-16,-3-16 0,2 6 0,-1 3 0,1-1 0,-2-8 0,4 18 0,2-1 15,-2 2-15,-4-19 0,4 9 0,-2 1 16,0-1-16,4 5 0,-1-1 0,-1 1 15,-4-14-15,3 7 0,0 0 0,-1-1 0,-2-6 0,1 4 0,0-3 0,0 2 16,4 8-16,-2 2 0,0-4 0,-3-9 16,3 7-16,-1-2 0,-1 2 0,-1-7 0,1 3 15,0-1-15,-1 1 0,0-3 0,1 1 16,-1 0-16,0 0 0,1 0 0,-1-1 0,0 0 0,0 0 16,0 0-16,0 0 0,0 0 0,4 0 0,0 0 0,0 0 0,-4 0 15,2 0-15,0 0 0,1 0 0,-3 0 0,3-11 16,1 1-16,1 0 0,-2 4 15,-2-1 1,1 2-16,-2 5 0,6-18 0,0 3 0,1-2 0,-7 17 0,4-9 16,-1 0-16,0-1 0,-3 10 0,7-18 0,2-1 0,-2 1 0,-2 7 0,-2 1 15,2 0-15,-5 10 0,7-20 0,-1 0 16,1 0-16,-7 20 0,4-11 0,0 0 0,-1 1 0,-3 10 0,7-19 0,-1 1 0,-1-1 0,-5 19 16,3-9-16,0-2 15,0 2-15,-3 9 0,4-15 0,0 2 0,-1-2 0,-3 15 16,2-8-16,0 1 0,-1-1 0,-1 8 15,2-8-15,0 0 0,-1 0 0,-1 8 0,2-4 0,-1 1 0,-1-2 16,0 5-16,2-2 0,-2 0 0,0 1 16,0 1-16,0-1 0,0 0 0,0 1 0,0 0 15,0 0-15,0 0 0,0 0 16,0 0-16,0 0 0,0 0 0</inkml:trace>
  <inkml:trace contextRef="#ctx0" brushRef="#br2" timeOffset="-209366.688">19954 5989 0,'0'0'0,"0"0"0,0 0 15,0 0 1,8 46-16,-3-22 15,-9 25 1,4-49-16,0 0 0,0 0 0,-1 9 16,1 1-16,-1-3 0,1-7 0,-2 18 15,-1 0-15,1 0 0,2-18 0,-1 9 0,-1 0 0,1 2 16,1-11-16,0 20 0,0 1 0,0-1 16,0-20-16,0 12 0,0-1 0,0 0 0,0-11 0,3 21 0,-2-2 15,1 0-15,-2-19 0,1 12 0,0-3 16,0 2-16,-3 6 0,2 0 0,0 1 0,0-18 0,-1 11 15,1-3-15,0 1 0,0-9 16,-6 13-16,3 0 0,-1-1 0,4-12 16,-3 6-16,1 0 0,-1 0 0,3-3 0,-1 0 0,0-1 0,0-1 0,1 0 0,0-1 0</inkml:trace>
  <inkml:trace contextRef="#ctx0" brushRef="#br2" timeOffset="-208984.998">20193 5966 0,'0'0'0,"0"0"16,0 0-16,0 0 15,0 0-15,0 0 16,-4 50-1,-1-4-15,5-46 16,0 0-16,0 0 0,-2 14 16,2-1-16,0-1 0,0-12 0,-2 15 0,0 0 15,1 0-15,1-2 0,0 1 0,0 1 0,3 3 0,-2-2 0,1 1 16,-2-17-16,2 16 0,0-1 0,-1-1 0,1 2 0,0-2 0,-1 2 16,-1-16-16,0 15 0,0 2 0,0-1 0,0-16 0,0 14 15,0 2-15,0-2 0,0 0 0,0 0 16,0-1-16,0-13 0,-1 12 0,-1-1 0,1 2 0,-1-3 0,2-1 15,-1-1-15,1-8 0,-2 7 0,-1 1 16,1-1-16,-2-4 0,1-1 16,0 0-16,3-2 0,-4-3 0,1 2 0,0-1 15</inkml:trace>
  <inkml:trace contextRef="#ctx0" brushRef="#br2" timeOffset="-208806.689">19977 6287 0,'0'0'0,"0"0"0,0 0 15,0 0-15,53-10 16,2 2 0,-10-1-1,-12-9-15,-33 18 0</inkml:trace>
  <inkml:trace contextRef="#ctx0" brushRef="#br2" timeOffset="-201026.714">17321 8755 0,'0'0'0,"0"0"16,0 0-16,0 0 15,0 0 1,0 0-16,0 0 16,0 0-16,0 0 0,0 0 0,0 0 15,0 0-15,0 0 0,0 0 0,5 13 0,-1 1 0,0-2 16,-4-12-16,3 8 0,0 0 0,-1 0 0,-1 10 0,-1 1 16,0-1-16,0-18 0,0 10 0,0 0 15,0 0-15,0-10 0,1 22 0,0 1 0,0 0 0,-1-23 16,1 11-16,-1 2 0,0-1 15,0-12-15,2 26 0,-2 1 0,0-1 0,0-26 0,3 27 0,-2-2 16,1 1-16,0-2 0,-1 0 16,1 0-16,-2-24 0,4 24 0,-1 1 0,1 0 0,-4-25 0,3 13 0,-1-3 15,-1 3-15,-1-13 0,5 22 16,-2-1-16,0 3 0,-3-24 0,2 12 0,-1 0 0,1 0 0,-2-12 16,3 21-16,0-1 0,1 0 15,-4-20-15,2 11 0,-1-1 16,1 1-16,-1-7 0,-1 1 0,0-2 0,1-2 0,-1 1 0,0-1 0,0-1 0,0 1 0,0-1 0</inkml:trace>
  <inkml:trace contextRef="#ctx0" brushRef="#br2" timeOffset="-200516.93">17658 8818 0,'0'0'0,"0"0"0,0 0 0,0 0 16,0 0 0,0 0-16,-6 55 15,3-5 1,3-50-16,0 0 0,0 0 0,-2 15 0,1 0 16,-1-1-16,-2-1 0,2 0 0,0 0 15,2-13-15,-2 14 0,2-1 0,0 1 0,2-1 0,-2 0 16,0 0-16,0-13 0,3 17 0,-1-1 0,0 0 15,1-1-15,-1-1 0,0 2 16,-2-16-16,2 17 0,-2-1 0,1 0 16,3 0-16,-2-1 0,0 1 0,1-1 0,-2 2 15,1-2-15,-2-15 0,2 15 0,-1-2 0,1 1 0,-2-14 0,1 12 0,0 0 0,0 1 0,0-2 16,0 1-16,0-1 0,3 0 0,-2-1 0,0 1 16,-2-11-16,2 9 0,0 0 0,-1 1 0,-1-10 15,2 6-15,-1 1 0,1-1 0,-1 0 0,0-2 0,0 2 16,-1-6-16,-2 1 0,1-1 0,-1 0 0,-1-3 0,1 1 0,0-1 15,0 1-15,1 1 0,-1-2 16</inkml:trace>
  <inkml:trace contextRef="#ctx0" brushRef="#br2" timeOffset="-200166.992">17400 9224 0,'0'0'0,"0"0"0,0 0 0,0 0 16,0 0-1,0 0-15,0 0 16,0 0-16,0 0 0,0 0 0,0 0 0,0 0 16,0 0-16,0 0 0,0 0 15,0 0-15,0 0 0,0 0 0,0 0 0,0 0 0,18-2 0,-2 1 16,1-2-16,-1 0 0,0 1 0,0 0 0,-16 2 0,15-2 16,0-2-16,1 2 15,1 0-15,0 0 0,0 0 0,-2-1 16,-1 0-16,1 0 0</inkml:trace>
  <inkml:trace contextRef="#ctx0" brushRef="#br2" timeOffset="-196436.391">3072 10244 0,'0'0'0,"0"0"0,0 0 0,0 0 16,34 48-1,-15-19-15,1 22 16,-10-23 0,-10-28-16,0 0 0,0 0 0,6 15 0,-2 0 15,0 2-15,-4-17 0,5 8 0,-4 0 16,2 1-16,1 7 0,-1 0 0,0-1 0,-3-15 0,4 8 0,-3 0 16,0 1-16,0-6 0,-1 0 0,3 1 0,-3-4 0,3 8 15,0-2-15,2 1 0,-5-7 16,1 5-16,2-1 0,0 1 0,-2-4 0,-1 1 0,1-1 15,3-9-15,-3 2 0,1-2 16,-2 8-16,1-5 0,0 0 0,0 0 0,1-7 0,-2 0 0,1 0 0,1 6 16,-2 0-16,0-1 0,0 7 0,-2-11 15,2-2-15,0 0 0,-1 6 16,1 1-16,0 0 0,0 6 0,1-12 0,-1 0 0,0 1 0,0 4 0,0 1 0,0 0 0,0 6 16,5-15-16,0 0 0,0 0 15,-1 6-15,-2 2 0,0-1 0</inkml:trace>
  <inkml:trace contextRef="#ctx0" brushRef="#br2" timeOffset="-196156.932">3386 10292 0,'0'0'0,"0"0"15,0 0-15,0 0 0,0 0 16,13 36-16,-2 4 16,-6 2-1,-5-42-15,0 0 0,0 0 0,2 12 16,-1 0-16,-1 1 0,0-13 0,1 11 0,0 0 0,-1 0 16,2-1-16,-1 2 0,1-2 0,1 0 0,-2-2 0,1 1 0,1-1 0,-3-1 15,1 0-15,0-3 0,0 1 0,0-1 16,0-4-16,-1 0 0,2 0 0,-1-4 0,0 0 0,0 1 15,1 0-15,-1-1 0,-1 2 0</inkml:trace>
  <inkml:trace contextRef="#ctx0" brushRef="#br2" timeOffset="-195907.098">3572 10224 0,'0'0'0,"0"0"0,0 0 15,0 0-15,0 0 16,8 50-16,-3-3 16,-9-5-1,4-42-15,0 0 0,0 0 0,-3 14 0,1-1 0,1 0 0,-1 0 16,2 0-16,-1 0 0,1-13 0,-2 10 16,0 0-16,0 0 0,-1-1 0,2 0 0,1-3 15,-1-3-15,1 0 0,-2-1 0,2-2 0,0 0 0,0 0 0,0 0 16,0 0-16,0 0 0</inkml:trace>
  <inkml:trace contextRef="#ctx0" brushRef="#br2" timeOffset="-195666.991">3718 10193 0,'0'0'0,"0"0"0,0 0 15,0 0-15,11 39 16,-11 6-16,-7-3 16,-1-4-1,8-38-15,0 0 0,0 0 0,-2 12 0,0 0 0,0-1 16,2-11-16,-1 10 0,-1 0 0,0 1 0,0-1 0,2 0 0,0 0 16,0-3-16,0 1 15,0 0-15,2-3 0,-2-1 0,0 1 0,0-4 16,0 3-16,0-3 0</inkml:trace>
  <inkml:trace contextRef="#ctx0" brushRef="#br2" timeOffset="-195447.168">3636 10079 0,'0'0'16,"0"0"-16,0 0 0,0 0 0,0 0 16,0 0-16,0 0 15,0 0-15,0 0 16,0 0-16,0 0 0,0 0 0,0 0 0,0 0 0,0 0 16,0 0-16,0 0 0,0 0 0,0 0 0,0 0 15</inkml:trace>
  <inkml:trace contextRef="#ctx0" brushRef="#br2" timeOffset="-195296.899">3394 10094 0,'0'0'0,"0"0"0,0 0 15,0 0-15,0 0 16,0 0-16,-41 3 0,12-8 16,29 5-16,0 0 0,0 0 0,-5-3 15,1 0-15,-1 0 0,2 0 0,2 1 16,0 0-16</inkml:trace>
  <inkml:trace contextRef="#ctx0" brushRef="#br2" timeOffset="-195026.921">3788 9923 0,'0'0'0,"0"0"0,42 23 0,3 6 16,-4 10 0,-6 2-16,-10 8 15,-6 7-15,-8 4 16,-11-60-16,0 0 0,0 0 0,0 21 0,0 1 0,0-1 16,-2 1-16,1 0 0,0-1 0,-5 5 15,0-1-15,1-1 0,-6 5 16,1-1-16,-2-1 0,-6 4 0,1-1 0,-1 0 0,-4-1 0,1 1 0,-1 0 0,-4-3 15,2-3-15,0 0 0</inkml:trace>
  <inkml:trace contextRef="#ctx0" brushRef="#br2" timeOffset="-194016.634">7038 10033 0,'0'0'0,"0"0"15,0 0-15,0 0 16,0 0-16,0 0 16,0 0-1,0 0-15,0 0 0,0 0 0,0 0 0,0 0 16,0 0-16,0 0 0,0 0 0,0 0 0,0 0 0,0 0 16,5 13-16,-1-1 0,2 0 15,-3-3-15,0-2 0,0 1 16,-3-8-16,-3 16 0,3-1 0,-1 2 0,1-17 15,-1 9-15,0 0 0,1 0 0,-3 10 0,3 1 0,-2 0 16,2-20-16,-1 10 0,1 2 0,-1-2 16,1-10-16,-2 25 0,1-1 0,-1 1 0,2-11 0,-1-1 0,0 1 0,1-14 15,-1 22-15,0 2 0,0-2 0,-2 7 0,1 1 16,0-1-16,2-29 0,-3 16 0,3-1 0,-2 0 0,2-15 0,-1 6 16,1 0-16,0-1 0,-2 11 0,1 1 0,0-1 0,1-16 15,-2 12-15,2-3 0,-1 0 0,1-9 16,-1 4-16,1-1 0,0 0 0,-3-4 0,2 1 15,-1-1-15,2 1 16,-2-2-16,1 2 0,0-1 0,1 1 0,-2-1 0,2 1 0,0 0 0</inkml:trace>
  <inkml:trace contextRef="#ctx0" brushRef="#br2" timeOffset="-193642.614">7417 10016 0,'0'0'0,"0"0"0,0 0 16,0 0-16,0 0 16,8 43-1,-8 1-15,-4 2 16,4-46-16,0 0 0,0 0 15,-2 15-15,1 0 0,0 0 0,-1 2 0,0 1 0,0-1 16,2-17-16,-2 17 0,0 1 0,-1-1 0,1 2 0,-1 0 16,1 0-16,0 1 0,0-1 0,1 2 0,1-21 15,-3 20-15,1 0 0,0 0 0,0-2 0,2 1 0,-2 0 16,2-19-16,-1 19 0,0-1 0,0-1 0,-1 0 16,1 0-16,-1 1 0,-1-4 0,1 1 0,-1 0 15,3-15-15,-3 13 0,0-1 0,1 0 16,-3-2-16,1-1 0,0 0 0,-2-4 0,1-1 0,-1 0 15,6-4-15,-4 2 0,1 0 0,-1-1 0,2 1 16,0-2-16,1 0 0</inkml:trace>
  <inkml:trace contextRef="#ctx0" brushRef="#br2" timeOffset="-193436.658">7056 10441 0,'0'0'16,"0"0"-16,0 0 0,44 3 15,7 0-15,10-2 16,9-4-16,0-10 16,-70 13-16,0 0 0,0 0 15,22-3-15,-1-2 0,0 2 0</inkml:trace>
  <inkml:trace contextRef="#ctx0" brushRef="#br2" timeOffset="-187747.064">17589 9738 0,'0'0'0,"0"0"0,0 0 16,0 0-16,0 0 15,0 0 1,0 0-16,0 0 0,0 0 15,0 0-15,0 0 0,12 15 0,0 0 16,-1 0-16,-11-15 0,9 9 0,-2 1 0,-1-1 16,-6-9-16,11 16 15,-1-1-15,-1 0 0,-9-15 0,7 9 0,-2 0 0,1 0 16,-6-9-16,15 21 0,-3-3 0,2 3 0,-14-21 0,16 22 0,0 2 16,1 0-16,-1-1 0,0 0 0,0 0 15,-16-23-15,18 23 0,-2 0 0,0 0 0,7 10 0,0-1 0,1 0 0,3 6 0,0-1 16,0 0-16,-27-37 0,24 33 15,-1 1-15,0-2 0,-3-2 0,0-3 0,-1 0 0,-19-27 0,17 25 16,-1-1-16,1 0 0,-4-1 16,1-2-16,-1 0 0,-13-21 0,6 11 0,0-1 0,0 2 15,3 6-15,0 1 0,-1 0 0,-8-19 0,5 10 0,0 0 0,0 1 0,-5-11 16,7 18-16,-1-1 0,1-1 16,-2-7-16,-2 0 0,0 0 0,-3-9 15,13 25-15,0 1 0,0-1 0,-13-25 16,8 14-16,-1 1 0,0 0 0,-7-15 0,10 19 15,0 1-15,0-2 0,-10-18 16,5 11-16,1-1 0,-2-1 0,-1-6 0,-1 1 0,-1-1 0,-1-3 0,2-10 0,-2 1 0,0 0 16</inkml:trace>
  <inkml:trace contextRef="#ctx0" brushRef="#br2" timeOffset="-186996.739">19109 9460 0,'0'0'0,"0"0"0,0 0 0,0 0 15,0 0-15,0 0 16,-8 56 0,8-56-16,0 0 0,0 0 0,0 0 15,-1 11-15,-1 1 0,1-2 0,1-10 0,-8 20 0,2-1 16,0 1-16,6-20 0,-5 11 0,2 0 16,0 0-16,3-11 0,-10 25 0,1 0 0,0 0 0,0 0 15,0 1-15,0-1 0,9-25 0,-13 34 16,1-2-16,1 1 0,11-33 0,-15 32 0,3-2 0,0 1 0,12-31 0,-6 16 15,-1-3-15,1 2 0,-5 7 0,-1 1 16,0-2-16,-2 5 0,1-2 0,1 1 0,12-25 0,-12 22 16,0 1-16,-1 1 0,13-24 15,-20 37-15,2 1 0,-1-1 0,19-37 0,-20 39 0,0-1 0,1 1 0,19-39 16,-17 33-16,0 0 0,0 0 0,2-7 0,3 0 0,0 0 16,12-26-16,-7 13 15,2-1-15,-1 1 0,6-13 0,-2 11 0,0-1 0,0 1 0,2-11 16,0 7-16,0-3 0,0 2 15,0-6-15,-5 18 0,1-2 0,-1 1 0,5-17 0,-3 10 0,1-1 0,-1 1 0,3-10 16,-9 27-16,1-2 16,0 0-16,8-25 0,-4 15 0,-1-1 15,1-1-15,-4 9 16,2 0-16,0-1 0,6-21 0,-4 12 0,1 0 16,0-1-16,3-11 0,-2 5 0,1-1 0,-1 0 15,2-4-15,-1 2 0,1-1 0,0 2 0,0-3 0,-3 6 0,1-1 16,1 2-16,1-7 0,-2 3 0,1 0 0,1 1 0,-2-2 0,2-1 0,0 1 15,0-2-15,0 0 0,0 0 16,0 0-16,-1 2 0,1-2 0,0 0 0,0 0 0,-1-14 0,1 1 0,0 0 16</inkml:trace>
  <inkml:trace contextRef="#ctx0" brushRef="#br2" timeOffset="-186156.893">18885 8909 0,'0'0'15,"0"0"-15,0 0 0,0 0 16,42 9-16,-18-3 15,13-7 1,-37 1-16,0 0 0,0 0 0,0 0 16,8-1-16,-2 1 0,0 0 0,9-3 15,-3 2-15,2-2 0,-14 3 0,8-2 0,0 1 0,-2-1 0,-6 2 16,13-2-16,1 0 0,-1 0 0,-13 2 16,7-1-16,0 0 0,-1 0 0,-6 1 0,9-2 15,0-1-15,0 1 0,-9 2 0,4-2 0,0 1 0,0 0 0,-4 1 0,1-1 16,1 1-16,-1-1 15,1 1-15,-2 0 0,0 0 0,0 0 0,0 0 0,0 0 16,0 0-16,0 0 0,0 0 0,0 0 16,0 0-16,0 0 0,0 0 0,0 0 0,0 0 0,0 0 15,0 0-15,0 0 0,0 0 0,0 0 0,0 0 0,-1 6 16,0 0-16,0 0 0,1-6 0,-1 4 0,1 1 16,0-2-16,0-3 0,-1 9 0,0 1 0,1 0 15,0-10-15,-2 6 16,2-1-16,0 0 0,0-5 0,-2 13 0,1-1 0,0 0 0,1-4 0,-1-2 15,0 0-15,1-6 16,-2 14-16,1 1 0,0-1 0,1-14 0,-2 8 0,2 0 0,0-1 0,0-7 0,-2 15 0,1-2 0,0 1 0,1-14 16,-1 8-16,1 0 0,0 0 15,0-8-15,3 12 0,-1 0 0,1 0 0,-3-12 0,2 6 0,-1 1 16,0-1-16,-1-6 0,0 11 0,0 1 0,0-2 0,-1-2 0,1-3 16,0 0-16,0-5 0,-2 9 15,0 1-15,-1-1 0,3-9 0,-3 5 0,2 0 16,-1-1-16,2-4 0,-1 4 15,1-3-15,0 1 0,0-2 0</inkml:trace>
  <inkml:trace contextRef="#ctx0" brushRef="#br2" timeOffset="-185716.691">19504 8690 0,'0'0'0,"0"0"0,0 0 15,4 43-15,-3 0 0,-1-4 16,-3 0 0,3-39-16,0 0 15,0 0-15,-2 13 0,0-1 0,0 0 16,2-12-16,-1 13 0,0 1 0,0-2 0,1 3 0,0-2 0,0 1 16,0-14-16,2 14 0,-2 0 0,0 0 0,1 0 15,0-1-15,0 1 0,-1-14 0,0 15 0,0-2 0,0 2 0,-1-4 16,0 2-16,1-1 0,0-12 0,-2 10 0,2 0 0,0 0 15,-1-2-15,-1-1 0,1 0 16,-1 1-16,1-2 0,1-1 0,0-5 0,-3 6 16,2-2-16,-1 2 0,2-6 15,-2 2-15,0 0 0,-1 0 0,1-5 0,0 0 0,1 0 0,2-5 16,0 0-16,0 2 0</inkml:trace>
  <inkml:trace contextRef="#ctx0" brushRef="#br2" timeOffset="-185290.803">19746 8649 0,'0'0'0,"0"0"16,0 0-16,0 0 0,0 0 15,0 0 1,0 0 0,0 44-16,0-44 0,0 0 15,0 0-15,0 16 0,0 0 0,0 0 16,0-16-16,-1 12 0,1-12 0,-1 13 0,0 0 16,0 0-16,-1 1 0,1-1 15,1-13-15,-1 15 0,0-1 0,1 0 16,-2 0-16,0 0 0,0 0 0,2-14 0,-2 14 15,1 1-15,1-1 0,-2-1 0,2 1 16,0-1-16,0 1 0,0-1 0,0 1 0,0-14 0,-1 13 0,1-1 0,0 0 0,0 0 0,0 0 0,0 1 16,0-4-16,0 2 0,0-2 0,0-9 0,0 10 0,0-1 0,0 0 15,1-1-15,-1-2 0,0 1 0,0-7 0,0 5 16,0 1-16,0-1 0,0 0 0,0-1 0,0 0 16,0-4-16,-1 3 0,1 0 0,0 0 0,-2 0 0,1-3 15,1 2-15,0-2 0,-3-2 0,2-1 0,-1 1 16</inkml:trace>
  <inkml:trace contextRef="#ctx0" brushRef="#br2" timeOffset="-185035.343">19536 8981 0,'0'0'0,"0"0"0,0 0 0,0 0 15,0 0 1,37-14-16,-8 5 16,-29 9-16,0 0 0,0 0 0,7-2 15,0 1-15,0-1 0,-7 2 16,6-2-16,-2 2 0,1-2 0,0 1 0,-2-1 0,0 0 0,-1 0 0,0 2 15,-1 0-15</inkml:trace>
  <inkml:trace contextRef="#ctx0" brushRef="#br2" timeOffset="-179494.927">18285 11260 0,'0'0'0,"0"0"0,0 0 0,0 0 16,0 0-16,0 0 0,0 0 16,0 0-1,0 0-15,0 0 0,0 0 0,0 0 0,0 0 16,0 0-16,0 0 0,2 19 0,0-1 15,0 1-15,-2-19 0,3 11 0,-3-1 16,1 1-16,-1-11 0,1 20 0,-1-1 0,0 0 16,1-8-16,-1-1 0,0 0 0,0-10 0,-1 22 0,1 0 15,0 0-15,0-22 0,0 13 0,0-2 0,0 1 16,0-12-16,1 22 0,-1 1 0,0 0 0,3 4 0,-3 1 16,1 0-16,-1-28 0,2 24 0,-2 0 0,0 1 15,0-25-15,0 11 0,0 1 0,0 0 16,0-6-16,0-3 0,0 1 0,0-4 0,3 13 0,-2-1 0,1 1 15,-2-13-15,1 7 0,0 0 0,0 0 16,-1-4-16,0 0 0,0 0 0,0-3 0,1 1 16,-1-1-16,0 0 0,0 2 0,0-2 15,0 0-15</inkml:trace>
  <inkml:trace contextRef="#ctx0" brushRef="#br2" timeOffset="-177876.974">18270 11212 0,'0'0'0,"0"0"16,0 0-16,0 0 15,0 0-15,0 0 16,0 0-16,0 0 16,0 0-16,0 0 0,0 0 15,0 0-15,0 0 0,0 0 0,17 1 0,0-1 0,0 0 0,1-1 16,-2 1-16,1 0 15,-17 0-15,16 0 0,0-1 0,0 0 0,1 0 0,-1 0 16,1 0-16,-17 1 0,19-3 0,-3 1 0,1-2 16,3 3-16,-1-2 0,-1 1 0,2-1 0,-1 3 0,1-3 0,1 0 15,0 0-15,0 1 0,-21 2 16,21-5-16,-2 0 0,0 0 0,1 1 0,-2 1 0,1-2 16,-19 5-16,20-4 0,-2 0 0,0 0 0,1 0 15,0 1-15,0 0 16,-4-1-16,2-1 0,-1 2 0,-16 3 0,15-4 0,0-1 0,-1 1 0,-2-1 0,1 2 0,-1 0 15,0 0-15,-1-1 0,1 1 0,-12 3 16,11-5-16,0 2 0,-2 0 0,0-3 0,0 3 0,-1 0 0,-1 0 16,0 1-16,0 1 0,-7 1 15,7-2-15,-1 0 0,0 0 0,0 2 0,-2 0 0,1-3 0,-5 3 16,5-1-16,-1 1 0,-1-1 0,0 1 0,-1 0 0,-1 0 16,0-1-16,1 1 0,-2 0 0,0 0 15,1 0-15,-1 0 0,0 0 0,1 0 0,-1 0 0,0 0 16,0 0-16,-1 1 0,1-1 0,0 0 15,2 2-15,-2 1 0,1-3 0,1 5 0,-2-2 16,0 0-16,0-3 0,0 4 16,0-1-16,0 2 0,0-1 0,0 2 0,0-2 0,0-4 0,-2 6 0,1-1 15,1 1-15,-2-1 0,1 1 0,-2-1 16,3-5-16,-1 9 0,-1-3 0,1 2 0,-1 2 16,2-1-16,0-1 0,0-8 0,0 11 0,-1-1 0,0-1 15,0 1-15,1 1 0,0-2 0,2 4 16,-2 0-16,0-2 0,0-11 0,1 14 0,-1-2 0,0 2 15,-1 0-15,0 0 0,0 1 0,1-15 0,2 14 0,-2 1 16,0 1-16,0-1 0,0 0 0,0-1 16,0-14-16,-1 16 0,1 2 0,0-3 15,-1 9-15,1-2 0,0 1 0,0-23 0,-1 23 16,1-2-16,0 1 0,0-22 0,-2 22 0,2-3 0,0 1 0,0-20 16,-1 14-16,0 1 0,0 1 0,0-8 0,0 1 0,0-2 15,1-7-15,-1 8 0,0-1 0,0 1 16,1-8-16,-2 9 0,1 0 15,1 0-15,-2 0 0,1 0 0,1 0 0,0-9 0,-2 7 0,1 1 16,1 0-16,0-8 0,-2 6 0,2 0 0,0-1 16,0-5-16,-1 5 0,1-1 0,0 1 0,-2-2 0,2-1 15,0 1-15,0-3 0,0 2 0,0-1 0,0 0 16,0-1-16,0 0 0,0 1 0,0-1 0,-1 0 0,1 0 0,0 0 16,0 0-16,0 0 0,0 0 0,0 2 0,0-2 15,0 0-15,0 0 0,0 0 0,0 0 16,0 0-16,0 0 0,0 0 0,0 0 0,0 0 0,0 0 0,0 0 15,0 0-15,0 0 0,0 0 0,0 0 16,0 0-16,0 0 0,0 0 0,0 0 0,0 0 0,0 0 16,0 0-16,0 0 0,0 0 0,0 0 15,0 0-15,0 0 0,0 0 0,0 0 0,0 0 0,0 0 16,0 0-16,0 0 0,0 0 0,0 0 16,0 0-16,0 0 0,0 0 15,0 0-15,0 0 0,0 0 0,0 0 0,0 0 16,0 0-16,0 0 0,-1 0 15,1 0-15,0 0 0,-3 0 0,1 0 0,-1 0 0,-3 0 0,1 0 0,1 0 0,4 0 16,-9-2-16,2 1 0,0 1 0,7 0 0,-7 0 16,1 0-16,0 0 0,-3 0 0,2 0 0,0 0 0,7 0 0,-9 0 0,1 0 15,0 0-15,8 0 0,-9 1 0,0-1 16,0 0-16,-3 2 0,2-2 0,-1 0 0,11 0 0,-10 0 16,-1 0-16,2 0 0,9 0 0,-10 0 0,-1 0 15,2 0-15,-3-2 0,0 2 0,0 0 0,12 0 16,-11-1-16,-1 1 0,1 0 0,11 0 0,-14-1 0,2 0 15,-1 1-15,-1-1 0,2 1 0,0-1 16,12 1-16,-13-1 0,1 0 0,1 1 16,11 0-16,-13 0 0,2 0 15,0 0-15,11 0 0,-12 0 0,1 0 0,0 0 0,0 0 16,1 0-16,0 0 0,10 0 0,-10 0 0,0 0 0,0 0 0,10 0 0,-11 1 0,1-1 0,0 0 16,10 0-16,-10 2 0,0-2 0,0 0 15,-1 2-15,2-2 0,-1 1 0,10-1 0,-10 0 0,1 0 16,1 1-16,8-1 15,-9 2-15,-1-2 0,1 0 0,0 2 0,0-2 0,0 1 16,9-1-16,-10 1 0,2 1 0,-1-2 0,0 1 16,1 1-16,0-2 0,8 0 0,-8 1 0,1 0 15,-1-1-15,8 0 0,-7 1 0,0-1 0,0 1 0,0 0 16,0-1-16,0 0 0,7 0 0,-7 1 16,1-1-16,0 0 0,6 0 0,-8 1 0,3-1 0,0 1 15,0 0-15,1-1 0,-1 0 0,1 0 0,1 0 16,0 0-16,1-1 0,0 1 0,1 0 0,0-1 15,0 1-15,0 0 0,1 0 16,0 0-16,0 0 0,0-1 0,0 1 0,0 0 16,0 0-16,0 0 0,0 0 0,0 0 0,0 0 15,0 0-15,0 0 0,0 0 0,0 0 0,0 0 0,0 0 0,0 0 0,0 0 0,0 0 0,0 0 16,0 0-16,0 0 0,0 0 0,0 0 0,0 0 16,0 0-16,0 0 0,0 0 0,0 0 0,0 0 15,0 0-15,0 0 0,-1 0 0,1 0 0,0 0 16,0 0-16,0 0 0,0 0 0,1 0 0,-1 0 15,1-1-15,1 1 0,-2 0 0,0 0 0,-3-2 0,1 1 16,-1 0-16,-2-3 0,0-2 0,1 3 16</inkml:trace>
  <inkml:trace contextRef="#ctx0" brushRef="#br2" timeOffset="-146741.594">14170 12344 0,'0'0'0,"0"0"0,0 0 0,0 0 0,0 0 15,0 0-15,0 0 16,0 0-16,0 0 0,0 0 0,0 0 16,0 0-16,0 0 0,0 0 15,0 0-15,0 0 0,0 0 0,0 0 0,0 0 0,0 0 0,2 15 16,-2 0-16,0 0 0,0-15 15,0 9-15,0 0 0,0 0 0,3 12 0,-2 0 16,1 0-16,-2-21 0,1 23 0,1-1 0,-1 0 16,1-11-16,-2 0 0,1-1 0,-1-10 0,1 28 15,-1-1-15,0 0 0,2 2 0,-1-1 0,0 1 0,-1-29 0,1 27 0,-1-1 16,0 2-16,-2 5 0,2 0 0,0 1 16,0-34-16,2 33 0,-2 0 0,0 1 15,2-7-15,-2-1 0,0 1 0,0-27 0,0 12 16,0 0-16,0 0 0,2 5 0,-1-2 0,-1 0 15,0-15-15,1 9 0,0-1 0,0 0 0,3-16 0,0 0 16,0 0-16,-4 8 0,2-6 0,1 1 0,-1-1 16,-2 6-16,0 0 0,0 0 0</inkml:trace>
  <inkml:trace contextRef="#ctx0" brushRef="#br2" timeOffset="-146285.774">14628 12447 0,'0'0'0,"0"0"0,0 0 0,0 0 16,-30 36-16,-4-2 15,-1-6-15,-4-4 16,0-3-16,39-21 15,0 0-15,0 0 0,-15 6 0,2 0 0,-1 2 16,-2-1-16,0 0 0,0-1 0,-1 1 0,1 0 16,1-1-16,0 1 0,1-1 0,0 0 15,0-1-15,3 0 0,-1-1 0,12-4 0,-10 4 0,1-1 0,0 0 16,3 0-16,1 1 0,-1-1 0,3-1 0,0 1 16,0-2-16,2 1 15,0 0-15,0-1 0,3 3 0,-2-1 0,0 0 0,0-3 0,4 5 16,1 0-16,0-1 0,2 4 0,0-2 0,0 1 0,4 1 15,-2 0-15,1-1 0,0 2 0,0 0 16,0 0-16,1 2 0,0 0 0,-1 0 0,1 1 0,-2-1 16,1 2-16,-10-13 0,10 12 0,-1 0 0,-1 1 0,2 0 0,-1-1 15,-1 1-15,2 1 0,-3-2 0,1 0 0,1-2 16,-2 2-16,-1-1 0,1-1 0,1 0 0,-2 1 16,0-2-16,1-2 0,-1 2 0,-6-9 0,8 6 0,-2-1 15,0 1-15,1-5 0,0-1 0,0 1 16,-1-2-16,-3 1 0,1 0 0</inkml:trace>
  <inkml:trace contextRef="#ctx0" brushRef="#br2" timeOffset="-145976.972">14904 12527 0,'0'0'16,"0"0"-16,0 0 0,0 0 16,2 51-16,-3 7 0,-1-1 15,-2 2 1,4-59-16,0 0 0,0 0 0,-2 21 0,0 0 16,1-1-16,-1 4 0,2-2 0,-1 2 0,-1-2 15,1 0 1,0 0-16,0-1 0,0 1 0,0-1 0,-1-1 0,2-2 15,0 3-15,-1-4 0,1 0 0,0 0 0,0-17 16,-1 16-16,1-2 0,0 1 0,0-3 0,0 0 16,0 0-16,0-6 0,0-2 15,0 1-15,1-5 0,0-3 0,0 1 0,2-7 0,-1 0 0,0 0 0</inkml:trace>
  <inkml:trace contextRef="#ctx0" brushRef="#br2" timeOffset="-145351.95">14867 12570 0,'0'0'0,"0"0"0,22-34 0,2 7 16,-1 12 0,4 8-16,7 7 15,3 7-15,-37-7 16,0 0-16,0 0 0,14 5 0,-2-1 15,1 0-15,-1 4 0,1-1 0,-1 1 0,-12-8 0,14 10 0,-1 0 0,0-1 16,-1 4-16,0-1 0,0 1 0,-3 1 0,-2 0 16,1-1-16,-2 2 0,-3 0 0,1-1 0,-2 0 15,-2 1-15,0 0 0,0-15 0,-5 12 0,1 1 16,1 0-16,-6-4 0,0 2 0,1-1 0,-5-1 16,2-3-16,-1 1 0,-2-2 15,2-2-15,-1 2 0,13-5 0,-14 3 0,0 1 0,0-1 16,1-2-16,0 0 0,1 0 0,1-2 0,2 1 0,0 0 0,0-1 15,2 1-15,-1-1 0,3 1 0,1 0 0,1 0 0,3 0 16,-3-1-16,2 1 0,-1-2 0,3 0 0,-1 0 16,0 0-16,5-1 0,0 2 0,0-1 0,5 0 0,-1 1 15,1 1-15,1 3 0,0-1 0,0-1 0,-11-1 16,13 5-16,-2-1 0,1 0 0,2 1 0,-1 1 16,1 0-16,-1 0 0,0 1 0,-1 1 0,1 0 15,-1-1-15,1 1 0,-3 2 16,0-1-16,-1-1 0,-1 3 0,0 0 0,0 0 0,-2 0 15,-1-1-15,0 1 0,-5-11 0,3 12 0,-1-2 0,0 2 0,0-1 16,-2 0-16,1 1 0,-2-2 0,1 1 0,-1-1 0,-4 0 0,0 0 16,1-1-16,-3 0 15,1-1-15,0 2 0,-3-4 0,1 3 0,1-2 16,7-7-16,-10 8 0,1-2 0,0 1 0,-2-2 0,0 0 0,0-1 16,-2 0-16,1-1 0,1 1 0,-2-2 15,0 0-15,1 1 0,-3-3 0,2 0 0,0 0 0,-2 0 0,3 0 16,-2 0-16,3-2 15,-1 2-15,1-1 0,-3-1 0,3 0 16,-1 0-16,1-2 0,-1 0 0,2 0 0,-1-1 0,1 1 0,-1 1 0,11 3 16,-8-6-16,1 0 0,0 1 0,2 1 0,-1 0 0,1 0 15,2-6-15,1 1 0,-1-1 0</inkml:trace>
  <inkml:trace contextRef="#ctx0" brushRef="#br2" timeOffset="-142786.66">15831 12464 0,'0'0'0,"0"0"16,0 0-16,0 0 15,0 0-15,0 0 16,0 46-16,0-17 16,0-29-16,0 0 0,0 0 15,0 0-15,-2 16 0,2 1 0,0-2 16,-1-6-16,1 0 0,0 0 0,0-9 15,-1 36-15,0 0 0,0-1 0,-1 6 0,1 0 0,1 1 0,0-42 16,-3 41-16,3-1 0,-1 1 0,3-7 16,0-1-16,-1 1 0,-1-34 0,2 16 0,-1-1 0,0 0 0,3 5 15,-1 0-15,-1 0 16,-2-20-16,1 10 0,1 0 0,-1 1 0,-2 4 0,1-2 16,0 1-16,0-14 0,-1 8 0,1-1 0,0-1 0,-2 0 0,1-1 0,0-1 15,1-4-15,0 3 0,-1-1 0,0 0 0,0-1 16,1 0-16,0-1 0,0 0 0,0 0 0,0 0 0</inkml:trace>
  <inkml:trace contextRef="#ctx0" brushRef="#br2" timeOffset="-142436.862">15888 12780 0,'0'0'0,"0"0"0,0 0 0,0 0 15,0 0 1,0 0-16,0 0 16,0 0-16,0 0 0,0 0 0,0 0 15,0 0-15,0 0 0,0 0 0,0 0 16,0 0-16,0 0 0,0 0 0,0 0 0,0 0 0,15 2 0,-1 1 15,0 0-15,0-2 16,1 1-16,-1 0 0,-1 0 0,0 0 0,0 0 16,-13-2-16,14 2 0,0 0 0,-2-1 15,2 1-15,-1-1 0,0 1 0,1 0 16,-2 0-16,1 0 0,-1 0 0,-1-1 0,0-1 0,-1 1 16,0-1-16,-1 0 0,0-1 15,-2 1-15,0 0 0</inkml:trace>
  <inkml:trace contextRef="#ctx0" brushRef="#br2" timeOffset="-142126.913">15866 13002 0,'0'0'0,"0"0"0,0 0 0,0 0 0,0 0 16,47 15 0,-47-15-16,66 7 15,-17-5-15,-49-2 0,0 0 0,0 0 0,15-1 16,-2 1-16,2 0 0,-3-1 0,2 0 0,-1 0 15,1-2-15,-1 2 0,-1-1 16,-12 2-16,0 0 0,0 0 0</inkml:trace>
  <inkml:trace contextRef="#ctx0" brushRef="#br2" timeOffset="-141426.63">16698 12530 0,'0'0'0,"0"0"0,0 0 0,0 0 15,3 42 1,-2-17-16,-2 15 16,1-18-16,0-22 0,0 0 0,0 0 15,0 0-15,-1 17 0,1-1 16,0 1-16,-1-7 0,1-1 0,0 0 0,0-9 0,1 23 0,0-1 15,-1-1-15,2-8 0,-2-2 0,0 2 16,0-13-16,3 25 0,1 0 0,-1 0 16,-1-11-16,-1-1 15,1 2-15,-2-15 0,3 24 0,-2 0 0,1 1 0,-1-12 0,0 0 16,0 1-16,-1-14 0,1 20 0,1 2 0,0-2 0,-1-7 0,0-3 0,-1 1 0,1-5 0,-1-3 16,0 1-16,0-4 15,1 3-15,-1-2 0,0 0 0,1-3 0,1-2 0,-1 2 0</inkml:trace>
  <inkml:trace contextRef="#ctx0" brushRef="#br2" timeOffset="-140992.561">17004 12442 0,'0'0'0,"0"0"0,0 0 16,0 0-16,0 42 0,0 3 31,2-3-31,-3 2 0,1-44 16,0 0-16,0 0 0,-1 15 0,1-1 15,-1-1-15,0 4 0,1-1 16,0 0-16,0-16 0,-1 19 0,1-1 16,0 0-16,-2 0 0,2 0 0,0 0 0,-1 0 0,1 0 15,0 0-15,0 2 0,0-2 0,0 1 0,-2-1 16,1-1-16,1-1 0,-1 3 0,1-2 16,0 1-16,0-18 0,-1 17 0,1 0 15,0-2-15,-1 0 0,0 0 0,0 1 0,-1-4 0,1 1 16,0-1-16,0 0 0,0 0 0,0-1 0,-1-2 0,0-1 0,0 0 0,-1-2 0,1-2 0,1 0 15,-2-3-15,1 0 0,0-1 0,2 0 16,-4-2-16,3-1 0,-1 0 0,0-2 16,0-1-16,-1 0 0</inkml:trace>
  <inkml:trace contextRef="#ctx0" brushRef="#br2" timeOffset="-140531.873">16722 12924 0,'0'0'0,"0"0"0,0 0 0,0 0 15,0 0 1,0 0-16,0 0 0,0 0 16,0 0-16,0 0 0,0 0 0,0 0 15,0 0-15,0 0 0,0 0 0,0 0 16,0 0-16,0 0 0,0 0 0,0 0 0,21-1 15,0-1-15,-1 1 0,-1 1 0,-3-3 0,1 2 16,-3 2-16,-1-1 0,0 0 0,-1 1 0,-1 1 0,0-1 16,-1 1-16,0-2 15,1 0-15,-2 0 0,-2 0 0,1 0 0,0 1 0,-2-1 0,0 0 0,-6 0 16,5 1-16,0-1 0,-1 0 0,1 1 0,-2-1 0,0 0 16,0 1-16,-1 0 0,0-1 15,-1 1-15,0-1 0,-1 0 0,1 0 0,-1 0 0,0 0 0,1 0 0,-1 0 16,0 0-16,0 0 0,0 0 15,0 0-15,0 0 0,0 0 0,0 0 16,0 0-16,0 0 0,0 0 0,0 0 0,0 0 0,0 0 0,0 0 16,0 0-16,0 0 0,0 0 0,0 0 0,0 0 0,0 0 0,0 0 15,0 0-15,0 0 16,0 0-16,0 0 0,0 0 0,0 0 16,0 0-16,0 0 0,0 0 0,0 0 0,1-1 0,-1-1 15,0 1-15,1-1 16,0 0-16,0 1 0,1-3 0,-1 1 0,1-1 0</inkml:trace>
  <inkml:trace contextRef="#ctx0" brushRef="#br2" timeOffset="-138626.926">17457 13315 0,'0'0'0,"0"0"0,0 0 0,0 0 16,0 0-16,0 0 0,0 0 16,0 0-16,0 0 15,0 0-15,0 0 0,0 0 0,0 0 0,0 0 0,0 0 16,0 0-16,0 0 0,0 0 0,-11 4 15,3-2-15,0 0 0,8-2 0,-6 3 0,0-1 0,1-2 16,-5 4-16,-2-2 0,2 1 0,2-2 16,3 1-16,0 0 0,5-2 0,-16 3 0,3 0 0,-2 0 15,7-2-15,0 2 0,0-2 0,8-1 16,-16 4-16,1-1 0,-1 1 0,6-1 0,3-2 16,-1 2-16,8-3 0,-19 5 0,1 0 0,0-1 15,7-2-15,2 2 0,-2-2 0,-11 4 16,-1-1-16,1 0 0,22-5 0,-13 3 0,1 0 0,1 0 0,-16 3 0,1 0 0,1-1 15,25-5-15,-28 5 16,2 0-16,-1 1 0,2-2 0,0 0 0,0-1 0,25-3 16,-25 4-16,1 0 15,0 1-15,-8-1 0,2 1 0,0-1 0,30-4 0,-36 5 0,2 1 0,0-2 0,-6 3 0,0 0 16,1-2-16,1 0 0,0 1 0,1 0 0,37-6 0,-34 4 0,0 0 16,0 1-16,4-1 15,1-2-15,1 1 0,28-3 0,-29 2 0,3 0 0,0 0 0,1-4 16,2 2-16,-1-1 0,-1 1 15,0 0-15,0-1 0,25 1 0,-33 0 0,1 0 16,1 0-16,-14 2 0,0-2 0,1 2 0,-8-1 16,1-1-16,1 1 0,2 1 0,0 0 0,0-1 0,5-1 15,1 0-15,0 2 0,1-1 16,0 0-16,0 0 0,0 0 0,2 1 0,-1-1 0,6 1 0,0-1 0,0 0 16,2 2-16,1-1 0,-2 1 0,3-1 0,-1-1 15,-1 2-15,1-2 0,-1 2 0,0-1 0,0 1 16,0-2-16,0 1 0,1 1 0,-1-3 0,1 2 15,31-2-15,-40 2 0,1-1 0,-1 0 0,-5 2 16,2-3-16,-1 2 0,0-1 0,0 0 0,1-1 0,5 1 16,-1 0-16,1 0 0,7 1 15,1-2-15,-1 1 0,5 1 0,0-2 0,1 2 0,0-1 16,0 0-16,0 1 0,0-1 0,0 1 0,0 0 0,12-1 0,2-1 16,-1 2-16,1-2 0,1 0 0,1 0 0,16-5 15,-2 3-15,1-2 0,0 3 0,-3-2 0,1 1 16,-10-9-16,1 0 0,-1 0 0,1 3 0,2 2 15,-1-1-15,-7-8 0,2 0 0,0-2 0,3 7 16,1 2-16,1-1 16</inkml:trace>
  <inkml:trace contextRef="#ctx0" brushRef="#br2" timeOffset="-137965.857">13621 11589 0,'0'0'0,"0"0"0,0 0 0,0 0 15,0 0 1,-13 43-16,5-18 16,-6 36-1,14-61-15,0 0 0,0 0 0,0 0 0,0 0 16,-2 11-16,-1 1 0,1-1 0,-5 14 0,1 1 0,1-1 0,5-25 0,-8 35 0,1-1 0,0-1 16,7-33-16,-9 36 0,3-1 15,-2 0-15,2-1 0,1-2 0,0 1 0,5-33 0,-5 26 0,2 2 16,0-1-16,0 2 0,2 1 15,-1-1-15,-1 5 0,2-1 0,-1 1 0,0 1 0,0-2 0,0 2 16,2-35-16,-2 35 0,1 0 16,0-2-16,-2 10 0,2-1 0,-1 0 0,2-42 0,-2 46 15,1-1-15,-1 0 0,1 1 0,-1 2 16,0-2-16,2-46 0,-1 45 0,0-1 0,1 1 0,2-9 16,1 1-16,-1 0 0,-2-37 0,2 30 0,-2 1 0,0-1 15,-2 4-15,1-1 0,1 0 0,0-33 16,-2 35-16,2 1 0,0-2 0,1-2 0,-1 1 15,0-1-15,0-32 0,1 16 0,-1 0 0,0-1 16,3 1-16,-2 1 0,1 0 0,0-9 0,-1 0 0,-1 1 16,0-9-16,2 3 0,-2 0 15,0 0-15,1-20 0,-1 0 0,0 1 16,0 16-16,1-11 0,-1 1 0,0-1 0</inkml:trace>
  <inkml:trace contextRef="#ctx0" brushRef="#br2" timeOffset="-136446.733">13574 11504 0,'0'0'0,"0"0"0,40 9 16,-16-3-16,24-1 0,-24-2 15,30 2 1,-54-5-16,0 0 0,0 0 0,0 0 0,10 2 16,0-2-16,-1 1 0,16 1 0,-1 1 15,0-2-15,-24-1 0,27 2 0,-2 1 0,1-2 0,-26-1 0,28 2 16,-1 1-16,0-1 0,-27-2 0,41 3 0,-2 0 0,1 0 16,4 0-16,0 1 15,0-2-15,-44-2 0,46 3 0,0-2 0,-1 2 0,-45-3 0,43 2 16,0 0-16,0 0 15,-6-2-15,1 1 0,-1 0 0,-2-3 0,0 2 16,-1 0-16,-34 0 0,33 0 0,0 0 0,-1-1 0,9 1 16,-1 0-16,0 0 0,2 0 0,0 0 0,0 0 0,-42 0 0,44 1 0,-1-1 15,-1 0-15,6 0 0,-1 1 16,-1 0-16,1-1 0,-1 0 0,1 0 0,-47 0 0,43 0 0,-1 0 16,0 0-16,0 0 0,0 0 0,0 0 0,4 0 0,1-1 15,-1 0-15,-46 1 0,47-1 0,-1 0 16,0 0-16,-2-1 0,-1 1 0,-1 0 0,0-1 0,-2 0 15,1 1-15,-41 1 0,46-2 0,-1 1 16,0-1-16,1 0 0,-2 0 0,0-1 0,-44 3 0,40-1 0,-2-2 16,-1 1-16,-4-1 15,-3 2-15,0-2 0,-3 1 0,0-1 0,-1 1 16,-26 2-16,23-2 0,0 1 0,1 0 0,-13-1 0,0 2 0,0 0 0,-11 0 0,22-1 16,1 1-16,-1 0 0,-8 0 0,-3 0 15,1 0-15,16 0 0,0 0 0,1 0 0,-29 0 0,27 1 16,0-1-16,-1 0 0,-12 0 15,-2 0-15,1 0 0,-13 0 0,17-2 0,0 2 0,-1-1 0,-7 1 16,1 0-16,-1 0 0,-9 0 0,4-1 16,-1 1-16,0 0 0,6-3 0,-1 2 0,1-1 0,-3 1 15,-2-1-15,1 1 0,-5 1 0,11 1 0,-1-1 0,0 2 16,-4-2-16,0 0 0,0 0 0,-6 0 16,4 0-16,-2 1 0,-1-1 0,0 0 0,0 0 0,-1 0 15,1 1-15,-1-1 0,0 0 0,5 4 16,-2-2-16,1 1 0,0-1 0,-2-1 0,0 1 15,0-1-15,-1-1 0,-1 0 0,2 8 0,-1-1 16,1 1-16,-2-8 0,1 4 0,-1 1 0,1-2 16,1 8-16,-1-1 0,0 2 15,0-6-15,-1 0 0,0 0 0,0-6 16,-1 15-16,1-2 0,0 1 0,-2-6 0,2 0 0,0 0 0,-1 13 0,-1-3 0,1 1 16,1-19-16,-1 11 0,0 1 0,1-3 15,-2 15-15,2 0 0,0-1 0,0-11 0,0 1 0,0 0 16,0-13-16,-1 26 0,1-1 0,0 1 0,1 1 15,0-1-15,0-1 0,1 2 0,-1-1 0,1-1 0,-1 1 16,0-3-16,0 0 0,0 4 0,-1-3 0,1 2 16,-1-26-16,2 32 0,0-1 0,-1 0 0,2 8 15,-3-3-15,1 2 0,2 2 0,-1-2 0,1 1 16,-3-1-16,1 0 0,0 0 0,-1-4 0,0-1 0,0 0 16,0-33-16,-1 28 0,1 0 0,0 0 0,0-13 15,0-3-15,0 1 0,-3 7 0,2 0 16,-1-1-16,1-9 0,0 0 0,0 0 0,0 8 15,0 0-15,0 1 0,0 2 16,1 0-16,-1 0 0,1-10 0,0-1 0,0 0 0,-3 9 0,2 1 0,0-1 16,1-9-16,-1 1 0,0-2 0,1-9 0,-1 17 15,-1-1-15,1 0 0,0-7 0,0-1 0,0 1 0,1-6 0,0 0 16,0 0-16,2 0 0,-1 0 0,-1 0 0,1-2 0,0 0 16,0 1-16,-1-1 0,0-1 0,0 0 0,1 1 15,-1-1-15,0 0 0,0 0 0,0 0 0,0 0 16,-1 5-16,1 0 0,0 0 15,0-5-15,0 0 0,0 0 0,-1 4 0,1 0 0,0-2 16,-1 0-16,1-1 0,0 0 0,0-1 16,0 0-16,0 0 0,0 0 0,0 1 0,0 0 0,0-1 15,0 0-15,0 1 0,0-1 0,0 0 0,0 0 0,0 0 0,0 0 16,0 0-16,0 0 0,0 0 16,0 0-16,0 0 0,0 0 0,0 0 0,0 0 0,0 0 0,0 0 0,0 0 15,0 0-15,0 0 0,0 0 0,0 0 16,0 0-16,0 0 0,0 0 0,0 0 0,0 0 0,0 0 0,0 0 15,0 0 1,0 0-16,0 0 0,0 0 0,0 0 16,0 0-16,-7 1 0,1-1 15,-1 0-15,2 0 0,2 1 0,-1 0 0,-10-6 16,2 1-16,-1 1 0,5-1 0,1 2 0,0 0 0</inkml:trace>
  <inkml:trace contextRef="#ctx0" brushRef="#br1" timeOffset="-71084.706">18255 11154 0,'0'0'0,"0"0"0,0 0 16,0 0-16,0 0 16,0 0-16,0 0 15,0 0-15,0 0 16,0 0-16,0 0 0,0 0 0,0 0 0,0 0 0,0 0 16,5 12-16,-1 1 0,-1 0 0,-3-13 0,3 8 0,0 0 15,-1 0-15,-2-8 0,1 15 0,-1-1 0,1 0 16,0-5-16,-1-1 0,0-1 0,0-7 15,3 17-15,-2-1 0,-1 1 16,0-17-16,2 10 0,-1 0 0,-1-1 0,0-9 0,3 19 0,-3 1 16,1-1-16,-1-19 0,2 10 15,-2 1-15,0-1 0,2 10 0,-1-2 0,-1 1 0,0-19 0,1 11 0,0 1 0,0-2 0,-1-10 16,3 20-16,0 1 0,-1-1 0,0-7 0,-1-2 16,0 0-16,-1-11 0,3 23 0,0-2 15,-1 0-15,-2-21 0,1 12 0,1 0 0,-1-1 0,-1-11 0,5 21 16,-3 0-16,0 0 0,0-9 0,-1-2 15,1 2-15,-2-12 0,2 21 0,0-1 0,1-1 16,-3-19-16,2 12 0,-1-2 0,-1 1 0,2 7 16,-2-3-16,0 3 0,0-18 0,0 8 0,0 1 0,0 0 15,1-6-15,-1 0 0,0 1 0,0-3 16,0 0-16,0 0 0</inkml:trace>
  <inkml:trace contextRef="#ctx0" brushRef="#br1" timeOffset="-69286.895">18255 11241 0,'0'0'0,"0"0"0,0 0 16,0 0-16,0 0 15,45-12-15,-4 2 16,-7 1-16,-34 9 16,0 0-16,0 0 0,0 0 0,11-2 15,-1 0-15,0 0 0,4 0 0,-3 0 0,1 0 0,-12 2 0,11-3 16,0 1-1,0 0-15,2 0 0,0-2 16,1 2-16,1-1 0,-1 1 0,0-1 0,0 1 0,0-1 0,-1 1 0,-13 2 0,16-3 0,-1 0 16,-1 0-16,3 0 0,-1-2 0,-1 1 0,-15 4 15,18-4-15,-1 0 0,0 0 0,0-1 0,0 2 16,0-1-16,2-1 0,-2 1 0,1 0 0,-18 4 0,19-4 16,-2 0-16,0 1 0,1-3 0,0 3 0,0-1 15,-18 4-15,17-5 0,-1 2 0,2-1 0,-3-1 16,-1 2-16,1-1 0,-1-1 0,0 1 15,0-1-15,-14 5 0,13-5 0,0 1 0,0 0 16,-1-1-16,-2 0 0,2 1 0,-12 4 0,11-5 0,0 2 16,0 0-16,-1 0 0,0 0 0,0 0 0,-1-1 0,0 1 15,1 0-15,-10 3 0,8-3 0,1-1 16,0 1-16,-2 1 0,1 0 0,-2 1 0,-6 1 16,6-3-16,0 0 0,0 1 15,-3-1-15,1 2 0,0-1 0,-1 0 16,-1 0-16,1 2 0,-3 0 0,2-3 0,-2 3 0,1-1 0,1 1 0,-2-1 0,0 1 0,0 0 15,0 0-15,0 0 0,0 0 0,0 0 0,0 0 0,0 0 16,0 1-16,0-1 0,0 1 0,0-1 0,0 1 16,0 1-16,0-1 0,-3 0 0,3 1 0,-1 0 0,-2 1 15,1 0-15,-1 0 0,3-3 16,-1 4-16,-1-2 0,1 1 0,-1 3 0,1-2 16,0 1-16,1-5 0,-3 6 0,2 0 0,-1 0 0,1 0 0,-2 2 0,2-2 15,0 2-15,0-1 0,1 0 0,0-7 16,-2 9-16,1-3 0,1 3 0,1 1 0,-1-1 15,0 1-15,0-10 0,-1 10 0,1 0 0,0 1 16,-2 0-16,1 0 0,1 0 0,0-11 0,0 12 0,0 0 0,0-2 16,2 4-1,-1-2-15,-1 0 0,0-12 0,2 13 0,-2-1 0,0 0 16,-2 2-16,0-1 0,1-2 0,1-11 0,-2 15 0,1 1 0,1-2 0,0-14 0,1 16 16,-1 0-16,0-1 0,-1 0 0,1 1 15,0-1-15,0-15 0,-3 14 0,3 0 0,-1 0 0,1-14 16,1 15-16,-1-3 0,0 3 15,0-15-15,0 13 0,0 1 0,0-2 0,1 1 0,-1 0 16,0 0-16,0-13 0,-1 11 0,1 2 0,0-2 16,0-11-16,0 11 0,0 0 0,0 1 0,0-12 0,0 9 15,0 1-15,0 1 0,0-3 0,0-1 0,0 2 16,0-9-16,0 6 0,0 1 0,0-1 0,0-6 16,1 7-16,-1-1 0,0-1 0,0-5 0,1 5 0,-1 0 15,0 0-15,1-1 0,-1 0 16,0-1-16,0-3 0,1 3 0,-1-1 0,0 0 0,2 0 0,-2-2 15,0 1-15,0-1 16,0 2-16,0-2 0,0 0 0,0 0 0,0 0 0,0 0 0,0 1 0,0-1 16,0 0-16,0 0 0,0 0 15,0 0-15,0 0 0,0 0 0,0 0 0,0 0 0,0 0 0,0 0 0,0 0 16,0 0-16,0 0 0,0 0 0,-1-1 0,1 1 0,0 0 16,-2 0-16,2 0 0,0 0 15,0 0-15,-1 0 0,1 0 0,0 0 16,-3 0-16,1 0 0,-1 1 0,-2-1 0,1 2 0,1-2 15,3 0-15,-6 0 0,0 2 0,0-2 0,6 0 16,-6 2-16,1-2 0,0 2 0,-3-2 0,1 0 16,0 2-16,7-2 0,-10 2 0,3-1 0,-1-1 0,8 0 15,-9 2-15,0 0 0,-1-1 0,-1 1 16,1-1-16,0 1 0,10-2 0,-10 2 0,0-1 0,0 2 16,10-3-16,-11 2 0,0-1 0,0 1 15,0 0-15,-1-1 0,1 1 0,11-2 0,-13 2 0,2 0 16,0-1-16,11-1 0,-11 2 0,0 0 0,0 0 0,11-2 0,-11 2 15,0-1-15,0-1 0,1 2 0,-2-1 16,2-1-16,10 0 0,-12 0 0,1 1 0,1 0 0,10-1 16,-12-1-16,2 0 15,0 1-15,10 0 0,-12 0 0,1 1 0,1 0 0,-3 0 0,2-1 0,0 0 0,11 0 16,-10 1-16,-2-1 0,2 0 16,-1 2-16,1-2 0,0 1 0,10-1 0,-11 1 15,1 0-15,0-1 0,0 2 0,1-2 0,1 1 0,-1 0 0,-1 1 0,1-2 16,9 0-16,-11 2 15,2-1-15,0-1 0,0 1 0,0 1 0,0-2 0,1 2 0,1-2 0,0 0 16,7 0-16,-8 2 0,0-1 16,0 0-16,2-1 0,0 1 0,0-1 0,-2 2 0,2-2 0,-1 1 15,7-1-15,-8 1 0,2 0 0,-1 0 0,-1 0 0,3-1 16,0 1-16,-1 0 0,0-1 0,1 1 16,1 0-16,0 0 0,0-1 0,2 2 0,0-2 0,-1 0 0,0 1 15,0 0-15,0-1 0,-1 1 16,2-1-16,0 1 0,-1-1 0,2 0 0,-1 1 0,-1-1 0,1 0 15,1 0-15,-1 0 0,1 0 16,-1 0-16,1 1 0,0-1 0,0 0 0,0 0 16,-1 0-16,1 0 0,-2 0 0,3 0 15,-2 0-15,1 0 0,1 0 0,0 0 0,-2-1 0,1 1 16,1 0-16,-2-1 0,1 1 0,1 0 0,-2 1 0,2-1 16,0 0-16,-2 1 0,0-1 0,1 0 15,-1 2-15,-1-2 0,1 1 0,0 0 16,0-1-16,1 1 0,-1-1 0,2 1 0,-1-1 15,-1 0-15,2 0 0,0 0 0,0 0 0,0 0 0,0 0 0,-2 0 16,2 0-16,0 0 0,-2-1 0,1 1 0,0 0 16,1 0-16,-1 0 0,0 0 0,0 0 0,1 0 0,0 0 0,0 0 15,0 0-15,0 0 0,0 0 0,0 0 0,0 0 16,-2 0-16,2 0 0,0 0 0,-1 1 0,1 0 16,-1 0-16,-2 0 0,2 0 0,0 0 0,0 0 0,0 0 15,0 0-15,1-3 0,0 1 0,0-1 0,2-2 16,-1-1-16,1 1 0,-1-1 0,-1 0 0,0 1 15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46:07.05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2652 8086 1024 0,'0'0'0'0,"0"0"0"0,0 0 0 0,0 0 0 0,0 0 256 0,0 0-256 0,0 0 0 0,0 0 256 16,0 0-256-16,0 0 0 0,0 0 32 15,0 0-32-15,0 0 0 0,0 0-256 0,0 0 256 0,0 0 0 0,0 0-194 16,0 0 194-16,0 0 0 0,0 0 147 0,0 0-147 0,0 0 0 0,0 0 256 16,0 0-256-16,0 0 0 0,6 7 256 15,3 1-256-15,2 5 0 0,-5-9 256 0,-3-3-256 0,0-2 0 0,3 1-89 16,0 1 89-16,1 0 0 0,1 0-256 0,3 0 256 16,1 1 0-16,-1-1-256 0,3 0 256 0,2-1 0 0,0 2-192 15,0-2 192-15,2-2 0 0,1 2 256 0,1 0-256 0,4 0 0 0,-2-1 256 16,1-2-256-16,1-1 0 0,-15 2-728 15,-10 2 728-15,-7 2 0 0</inkml:trace>
  <inkml:trace contextRef="#ctx0" brushRef="#br0" timeOffset="992.664">4146 8263 1024 0,'0'0'0'0,"0"0"0"0,0 0 0 0,0 0 0 0,0 0 256 0,0 0-256 0,0 0 0 0,0 0 256 0,0 0-256 16,0 0 0-1,0 0 186-15,0 0-186 0,0 0 0 0,0 0-169 0,0 0 169 0,0 0 0 0,6 6 0 16,2 4 0-16,4 2 0 0,-6-9 110 16,-3-1-110-16,0-4 0 0,1 2 121 15,1 2-121-15,1-1 0 0,1-1 67 0,0 0-67 0,1 0 0 0,0 0 21 16,2 2-21-16,1-1 0 0,-1 0-12 0,-1-1 12 0,-1 2 0 0,3-1-61 15,2 0 61-15,2 0 0 0,-1 0-49 16,-3-1 49-16,1 3 0 0,2-2 54 0,0 1-54 0,2 1 0 16,-1-1 77-16,2-1-77 0,2-1 0 0,-1 2 24 0,2-1-24 0,1-1 0 15,-1 2-61-15,1-2 61 0,0 1 0 0,1 0-108 16,2 2 108-16,3 0 0 0,-2-3-40 0,0 2 40 0,4-1 0 0,-2-1-18 16,-1 2 18-16,-1-1 0 0,2-1 4 15,1 0-4-15,2 0 0 0,-2 0 23 0,2 1-23 0,0 1 0 0,-2-1 38 16,1-1-38-16,1-1 0 0,-1 1 22 0,2 0-22 0,1 0 0 0,-3 0 88 15,1 0-88-15,-2 0 0 0,2 1-55 16,1 0 55-16,2 0 0 0,-3-1-56 0,2 0 56 0,1 0 0 16,-2 0-4-16,-1 0 4 0,-1 0 0 0,1 0 29 0,1 0-29 15,3 0 0-15,-4 0 76 0,0 0-76 0,-2 0 0 0,0 0 93 16,-1 0-93-16,-1 0 0 0,1 0 70 16,-1 0-70-16,0 0 0 0,-1 0 14 0,-1 1-14 0,-1 1 0 0,-1-2 8 15,0 0-8-15,0 0 0 0,-2 0 31 0,-1 0-31 0,-1 0 0 0,-1 0 70 16,0 0-70-16,-1 0 0 0,-1 0 68 0,-4 0-68 0,1 0 0 15,-1 0 83-15,-1 0-83 0,0 0 0 16,-1 0 92-16,-1 0-92 0,-1 0 0 0,1 0 77 0,-2 0-77 0,-1 0 0 0,-1 0 44 16,-1-1-44-16,-1-1 0 0,1 2 0 15,-2 1 0-15,1 1 0 0,1-2-61 0,-3 0 61 0,1 0 0 0,0 0-97 16,-2 0 97-16,1 0 0 0,0 0-135 0,-2 0 135 0,0 0 0 16,1 0-97-16,-1-1 97 0,-1-1 0 0,1 1-58 15,-1 1 58-15,-1-2 0 0,1 1 2 0,2-1-2 0,-1-1 0 16,1 1-1023-16,1 3 1023 0,1 0 0 0</inkml:trace>
  <inkml:trace contextRef="#ctx0" brushRef="#br0" timeOffset="2246.272">9145 8249 1024 0,'0'0'0'0,"0"0"0"0,0 0 0 0,0 0 0 0,0 0 180 16,0 0-180-16,0 0 0 0,0 0 142 0,0 0-142 0,0 0 0 0,0 0 157 15,0 0-157-15,0 0 0 0,0 0 72 0,0 0-72 0,0 0 0 16,0 0 11-16,0 0-11 0,0 0 0 0,7 4-88 16,5 2 88-16,1 3 0 0,-5-6-107 0,-2-2 107 0,-1-1 0 0,1 0-54 15,1 2 54-15,2 0 0 0,-1 1 70 16,0-2-70-16,1 0 0 0,2 0 168 0,-1-1-168 0,3 1 0 16,0 0 146-16,1 0-146 0,4 1 0 0,-3-2 70 15,1 1-70-15,2 2 0 0,-1-3-6 0,-1 0 6 0,4 0 0 0,-1-2-71 16,1 1 71-16,2 0 0 0,-1-1-55 0,0 1 55 0,2 0 0 0,0 0-15 15,1-1 15-15,2-2 0 0,-2 4 103 0,2-1-103 0,2 0 0 0,-2 1 158 16,-1-3-158-16,0 0 0 0,0 2 108 16,-1 0-108-16,1 0 0 0,-1 0 31 0,2 0-31 0,0 0 0 0,-1 1-58 15,-1-2 58-15,-1-1 0 0,0 3-106 16,1 0 106-16,1 0 0 0,-1 0-87 0,-1 0 87 0,-1-2 0 0,1 2 14 16,-1 1-14-16,0 0 0 0,-3 0 157 0,2-1-157 15,-3-1 0-15,1 1 205 16,0 0-205-16,-3 0 0 0,1 1 148 0,-2 1-148 0,1 0 0 0,-2-2 72 0,0 0-72 0,-2 0 0 0,1 0 11 15,0 0-11-15,-1 0 0 0,0 0-30 0,-3 0 30 16,-2 0 0-16,2-1-85 0,-1 0 85 0,0-2 0 0,0 3-41 16,1-1 41-16,-1 0 0 0,0 0-7 0,-2 1 7 15,2 1 0-15,-1-2-33 0,-1 1 33 16,0-3 0-16,0 3-132 0,0-1 132 0,-1 0 0 0,1 1-194 0,-2 0 194 0,1 0 0 16,-1-2-136-16,-1 1 136 0,-1-2 0 0,2 1-90 15,-3-1 90-15,1 1 0 0,-1-1-9 16,-1 1 9-16,-1-3 0 0,-1 3 50 0,-1-3-50 0,-2 0 0 0,3 4-669 0,2 1 669 15,2 1 0-15</inkml:trace>
  <inkml:trace contextRef="#ctx0" brushRef="#br0" timeOffset="8997.412">6980 11214 1024 0,'0'0'0'0,"0"0"0"0,0 0 0 0,0 0 0 0,0 0 251 0,0 0-251 0,0 0 0 16,0 0 23-16,0 0-23 0,0 0 0 0,0 0 48 15,0 0-48-15,0 0 0 0,0 0 28 0,0 0-28 0,0 0 0 0,0 0 74 16,0 0-74-16,0 0 0 0,0 0 72 0,0 0-72 0,0 0 0 0,0 0 12 15,0 0-12-15,0 0 0 0,-6 0-61 16,-4 0 61-16,-2 0 0 0,6 0-68 0,2-2 68 0,-1 1 0 0,1-1 14 16,-1 2-14-16,-1-2 0 0,0 2 119 15,-2 0-119-15,0 0 0 0,-1 0 144 0,0 0-144 0,-4-2 0 0,3 1 69 16,-2 1-69-16,0 1 0 0,1-2-4 0,-2 0 4 0,-1-1 0 0,-1 1-70 16,0-1 70-16,-2-1 0 0,1 1-36 0,-3 2 36 0,-3-1 0 15,4-1 34-15,-1 1-34 0,0-2 0 0,-2 0 107 16,-1 1-107-16,0-3 0 0,1 3 120 0,-2 0-120 0,0 0 0 0,2 0 58 15,-3-2-58-15,0 0 0 0,1 1 5 16,2 2-5-16,-1-1 0 0,0 1-18 0,-2-1 18 0,2-2 0 16,-1 4-31-16,1-1 31 0,0 0 0 0,1 0 2 15,1 0-2-15,2 0 0 0,-2-1 17 0,-1 2-17 0,3-1 0 0,-2 1 52 16,1-2-52-16,1 0 0 0,0 1 28 16,2-1-28-16,-1 2 0 0,2-1-27 0,0-2 27 0,1 1 0 0,-1 1-32 15,4-2 32-15,0 0 0 0,-1 2-1 0,2-3 1 0,1 0 0 0,-1 0 13 16,2-1-13-16,1-2 0 0,4 5-942 0,3 2 942 0,3 2 0 15</inkml:trace>
  <inkml:trace contextRef="#ctx0" brushRef="#br0" timeOffset="9932.939">4841 11053 1024 0,'0'0'0'0,"0"0"0"0,0 0 0 0,0 0 0 0,0 0 256 16,0 0-256-16,0 0 0 0,-5 6 207 0,0 3-207 0,-3 1 0 0,4-4-23 15,2-3 23-15,2-1 0 0,-3-1-100 0,1 3 100 0,0 0 0 0,0-1-77 16,0 0 77-16,0 0 0 0,0-1-55 0,-1 1 55 0,-1-1 0 16,1-2 72-16,-1 3-72 0,-2-1 0 0,2 0 135 15,2-1-135-15,-1-1 0 0,-1 0 117 0,-1 0-117 0,-1 0 0 0,0 1 69 16,0 1-69-16,-2-1 0 0,2-1-12 15,-1-1 12-15,-2-2 0 0,2 3-16 0,-1 0 16 0,-2 0 0 0,1 0 6 16,-2 0-6-16,-4 0 0 0,3 0 17 0,2-1-17 0,-3-1 0 0,2 2 16 16,-4 2-16-16,1-1 0 0,0 0 7 15,0-1-7-15,-2-1 0 0,1 1-37 0,-2-1 37 0,0-1 0 16,0 2 10-16,0 0-10 0,-4 1 0 0,2 0 74 0,2-2-74 16,0 1 0-16,0 0 101 0,-2 0-101 0,-1 0 0 0,1 1 85 15,-1-1-85-15,0 1 0 0,0 0-13 0,-1 1 13 0,-4-1 0 0,6 1-10 16,-3-2 10-16,-1 1 0 0,2 0-13 0,-2 0 13 0,-2 0 0 15,2-1-30-15,1 2 30 0,-2 0 0 0,1-1 6 16,-2 1-6-16,1 1 0 0,-1-2 24 0,0 2-24 0,-3-1 0 0,2 1 64 16,1-1-64-16,0 0 0 0,-1 0 26 15,1 0-26-15,1 0 0 0,0-1 4 0,-1 1-4 0,-1 2 0 0,1-3 96 16,0 1-96-16,1 1 0 0,2-2 122 0,0 0-122 0,0-1 0 0,1 2 67 16,-1-2-67-16,-3 2 0 0,2-1-62 0,2-1 62 15,0-1 0-15,-1 1-20 0,1 0 20 0,1 0 0 0,-1 0-1 16,0 0 1-16,0 0 0 0,1-1-28 0,1 0 28 0,2-1 0 0,-1 2-79 15,1 0 79-15,1 0 0 16,0 0 120-16,0 0-120 0,1-2 0 0,0 1-244 16,3 1 244-16,0 1 0 0,1-2-244 0,0 0 244 0,-1 0 0 0,2-1-256 0,2 1 256 0,2-2 0 15,-3 2-105-15,3-1 105 0,-2 1 0 0,3-1 2 16,0 0-2-16,0 0 0 0,1 0 4 0,1 0-4 16,1 2 0-16,-1-1 16 0,2 1-16 0,-1-2 0 0,0 1-21 0,2 1 21 15,-1-1 0-15,0 0 6 0,2 0-6 0,-1 0 0 16,0 0 32-16,0 1-32 0,0 1 0 0,0-2 184 0,-2 0-184 0,1-1 0 0,0 2 256 15,-1-2-256-15,-2 2 0 16,2-1 256-16,2 1-256 0,-1 1 0 0,0-3 256 16,-1 1-256-16,-1-1 0 0,1 1 256 0,0 0-256 0,0 0 0 0,0 0 198 0,0 1-198 0,0-2 0 15,1 2-1721-15,1 0 1721 0,1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47:25.352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3170 8478 1024 0,'0'0'0'0,"0"0"0"0,0 0 0 0,0 0 0 0,0 0 0 0,0 0 0 0,0 0 0 0,0 0 0 0,0 0 0 15,0 0 0-15,0 0 0 0,0 0 0 0,0 0 0 0,0 0 0 16,0 0 0-16,0 0 0 0,0 0 0 0,0 0 0 0,0 0 0 0,0 0 0 16,0 0 0-16,0 0 0 0,0 0 0 15,0 0 0-15,0 0 0 0,4 4 0 0,4 2 0 0,2 3 0 0,-5-7 0 16,-1-4 0-16,-1-2 0 0,3 4 0 0,1 1 0 16,2 2 0-16,-2-3 0 0,0 0 0 0,1 0 0 0,0 0 0 15,2 0 0-15,4 0 0 0,-3 0 0 16,-2 2 0-16,2 0 0 0,0 1 0 0,2-2 0 0,4 0 0 0,-3 0 2 15,2-1-2-15,2 2 0 0,-3-1 50 0,2 1-50 0,0 1 0 0,0-1 20 16,0-1-20-16,2-1 0 0,-1 1-13 0,3 0 13 16,1 1 0-16,-2-2 30 0,2 3-30 0,1 0 0 0,-2-2 9 15,1 0-9-15,1 0 0 0,0-1 38 16,0 1-38-16,2 0 0 0,-2 0 54 0,2-1-54 0,1-1 0 0,-2 1 30 16,0 0-30-16,2 0 0 0,-1 0-8 0,1 0 8 0,2 0 0 0,-2 0-64 15,-1 0 64-15,2 0 0 0,0 0-34 0,1 0 34 0,2 0 0 16,-2 0-16-16,0 0 16 0,-1 0 0 15,1 0 33-15,-1 0-33 0,-2 0 0 0,2-1 64 0,1 1-64 16,2-1 0-16,-2 0 101 0,2 1-101 0,1 1 0 16,-2-2 56-16,-1 0-56 0,-1 0 0 0,0-1-10 0,2 0 10 0,-1 0 0 0,0-1-36 15,0 2 36-15,1-3 0 0,-1 3-28 16,0 0 28-16,1 1 0 0,-1-1 9 0,-1 0-9 0,0-1 0 0,-1 1 15 16,0 1-15-16,0 1 0 0,0-1 14 15,0 0-14-15,1 0 0 0,-2 0 30 0,-2 0-30 0,1 0 0 0,0 1 66 16,2 0-66-16,0 1 0 0,-1-2 34 0,1-2-34 0,3 0 0 0,-3 2 26 15,0 2-26-15,-1 0 0 0,0-2 36 16,0 1-36-16,0 0 0 0,1 0 27 0,-2 0-27 0,0 1 0 16,0-1 7-16,0-1-7 0,-1 2 0 0,1-1-2 0,0 1 2 0,2 2 0 0,-2-2 26 15,0 0-26-15,-3-1 0 0,3 1 20 0,-2 0-20 16,1 1 0-16,-1-2 17 0,0 1-17 0,1-2 0 0,-1 0 17 16,-2 1-17-16,0 2 0 0,1-3 50 15,-1 2-50-15,1-2 0 0,0 1 77 0,-2 0-77 16,2-1 0-16,-3 2 64 0,0-1-64 0,-2 1 0 0,1-1 57 0,2-1-57 0,-1 2 0 0,-1-1 26 15,-2-1-26-15,0-1 0 0,0 2 13 16,-1-1-13-16,0 2 0 0,1-1-20 0,-2-1 20 0,2 3 0 0,-2-2 7 16,-1 0-7-16,0 3 0 0,-1-2 55 15,-1-2-55-15,0 1 0 0,0 0 107 0,0-1-107 0,1 2 0 0,-2-2 123 0,-1 1-123 0,0 1 0 16,-1-2 136 0,0 1-136-16,-2 1 0 0,2-1 110 0,-1-1-110 0,0-1 0 0,-1 1 82 15,-1 0-82-15,-1 0 0 0,1 0-4 16,-2 0 4-16,2 0 0 0,-1 0-90 0,0 0 90 0,0 0 0 0,-1 0-149 15,-1 0 149-15,-1 0 0 0,0 0-161 16,2 0 161-16,0 0 0 0,0 0-112 0,-2 0 112 0,1 0 0 0,0-1-41 16,0 0 41-16,0 0 0 0,0-1 31 0,1 1-31 0,1-2 0 15,-3 2-981-15,0 1 981 0,0 1 0 0</inkml:trace>
  <inkml:trace contextRef="#ctx0" brushRef="#br0" timeOffset="1199.17">6904 8432 1024 0,'0'0'0'16,"0"0"0"-16,0 0 0 0,0 0 0 0,0 0 0 0,0 0 0 0,0 0 0 0,0 0 0 0,0 0 0 16,0 0 0-16,0 0 13 15,0 0-13-15,0 0 0 0,0 0 106 0,0 0-106 0,0 0 0 0,0 0-38 16,0 0 38-16,0 0 0 0,0 0-24 0,0 0 24 0,0 0 0 0,0 0-57 16,0 0 57-16,0 0 0 0,0 0 0 0,0 0 0 0,0 0 0 0,0 0 0 15,0 0 0-15,0 0 0 0,0 0 0 0,0 0 0 0,0 0 0 0,5 6 0 31,4 5 0-31,2 1 0 0,-5-9 124 0,3-4-124 0,-4-1 0 0,1 2 94 16,0 0-94-16,1 0 0 0,1-1 60 0,-1 1-60 0,3-3 0 0,-2 3 1 16,2 2-1-16,0 0 0 0,-1-1-60 15,2-1 60-15,0-1 0 0,0 2-63 0,2-1 63 0,0 1 0 0,0 0-10 16,0 1 10-16,3 0 0 0,-3-2 97 0,3 1-97 0,-1 0 0 0,1 1 135 16,-3 0-135-16,2 0 0 0,-1 0 97 15,1-1-97-15,3 0 0 0,-2 0 62 0,-2 0-62 0,-1-1 0 0,3 1 17 16,1-1-17-16,0-1 0 0,-1 1-22 15,1 0 22-15,2 0 0 0,-3 1-37 0,2 1 37 0,0 0 0 16,0-2 7-16,0 0-7 0,-1 0 0 0,0 0 65 0,1 1-65 0,1 0 0 16,-2 1 86-16,0 0-86 0,-1 1 0 15,0-2 30-15,2-1-30 0,2-1 0 0,-2 2 18 16,0-1-18-16,2 2 0 0,-1-2 32 0,-1 1-32 0,1 0 0 0,-1-1 13 16,1 2-13-16,1 0 0 0,-2-1-1 0,0 0 1 0,0-1 0 15,-1 1 34-15,3 1-34 0,-1-1 0 0,1 0 66 16,-2 0-66-16,0 0 0 0,1 0 85 0,0-1-85 0,2-1 0 15,-2 2 23-15,1 0-23 0,2 1 0 0,-2-1 9 0,-2-1-9 16,0 2 0-16,-1-1 18 0,3-1-18 0,0-1 0 16,-2 1 39-16,1 0-39 0,0 0 0 0,-1 0 56 0,0 0-56 0,-1 0 0 15,0 0 48-15,1 0-48 0,1 0 0 0,-1 0 33 16,0 0-33-16,2 0 0 0,-2-1 1 0,0 0-1 0,0 0 0 16,-1 1-24-16,1 0 24 0,0 0 0 0,1 0-32 0,-3 0 32 0,2 0 0 15,-1 0-12-15,1 0 12 0,1 0 0 0,-2 0 7 16,2 1-7-16,1 1 0 0,-3-1-14 0,3-1 14 0,0-1 0 0,-1 2-25 15,-1-1 25-15,-2 2 0 0,2-2-31 0,-3-2 31 16,2 1 0-16,-1 0-21 0,2 1 21 0,2 1 0 0,-3-2-24 16,0 0 24-16,-1 0 0 0,2-1 16 0,-3 1-16 0,2-1 0 15,-2 2 61-15,3-1-61 0,-1 0 0 0,0 0 37 16,0 1-37-16,-1 1 0 0,1-2 6 16,0 1-6-16,2-3 0 0,-2 3-50 0,0 0 50 0,0 0 0 0,1 0-27 15,-1 0 27-15,-2 0 0 0,1 0-35 0,1 0 35 0,1 0 0 0,-3 0-1 16,-1 0 1-16,0-2 0 0,0 1 51 0,1 1-51 15,1 1 0-15,-3-2 89 0,-1 0-89 0,0-1 0 0,0 1 94 16,0 1-94-16,-1-1 0 0,0 1 43 16,0-2-43-16,-2 1 0 0,1 0 8 0,-1 0-8 0,0-1 0 0,0 1-48 15,-2 1 48-15,2 1 0 0,-1-1-109 0,-2 0 109 0,1 0 0 0,1 0-184 16,-2 0 184-16,0 0 0 0,-1 0-231 0,-1 0 231 16,-1 0 0-16,2 1-211 0,-3 0 211 0,1 1 0 0,-1-3-151 15,0 0 151-15,-2-1 0 0,-1 1-68 16,0-1 68-16,-1 1 0 0,1 1-271 0,1 0 271 0,1 0 0 0</inkml:trace>
  <inkml:trace contextRef="#ctx0" brushRef="#br0" timeOffset="17754.836">6707 10497 1024 0,'0'0'0'0,"0"0"0"0,0 0 0 16,0 0 0-16,0 0 0 16,0 0 0-16,0 0 0 0,0 0 2 0,0 0-2 0,0 0 0 0,0 0 60 0,0 0-60 0,0 0 0 0,0 0-9 15,0 0 9-15,0 0 0 0,0 0 29 0,0 0-29 0,0 0 0 0,0 0 20 16,0 0-20-16,0 0 0 0,8 3-19 15,4 1 19-15,3 2 0 0,-9-4-57 0,-3-4 57 0,-3-1 0 0,3 2-26 16,2-1 26-16,0 1 0 0,-1 1 0 16,1 0 0-16,1 0 0 0,0 0 30 15,2-2-30-15,0 1 0 0,-1 1 67 0,1 0-67 0,3 0 0 16,-3 1 42-16,1-1-42 0,1 2 0 0,0-2-21 0,0 2 21 0,2 0 0 0,-2-2-54 0,1 2 54 0,2-1 0 0,-1 1-36 31,3-2 36-31,-1 1 0 0,2-1-6 0,-1 2 6 0,2 0 0 0,-1-1 52 16,2-1-52-16,0 1 0 0,0 0 51 0,1 0-51 0,1 0 0 0,0 1 22 15,1-2-22-15,1-2 0 0,0 4-5 16,1-2 5-16,2 2 0 0,-3-2-28 16,2 0 28-16,1 0 0 0,-2 0-21 0,1 0 21 0,1 0 0 0,0-1 0 15,1 0 0-15,2-1 0 0,-2 2 35 0,2 0-35 16,-1 0 0-16,0 0 62 0,0 0-62 0,-1 0 0 0,1 0 31 16,1-1-31-16,1-1 0 0,-1 2-14 0,-1-1 14 0,-1-1 0 15,1 1-22-15,2-1 22 0,0 1 0 0,-1 1-12 16,-1-1 12-16,0-1 0 0,0 2-12 0,2 0 12 0,-2 0 0 0,2 0-4 15,-2 0 4-15,0 0 0 0,0 0 11 0,2 0-11 0,0 0 0 16,-1 0 16-16,0 0-16 0,1 0 0 0,-2 0 4 16,-2-1-4-16,1 0 0 0,0 0 6 0,2 0-6 0,0-1 0 15,-2 0 44-15,-1 2-44 0,-1-1 0 0,1 1 80 16,-1-1-80-16,-1-1 0 0,0 2 87 0,-1-1-87 0,-1-2 0 0,-1 3 82 16,3-2-82-16,0 1 0 0,-2 1 51 0,-2-2-51 0,1 1 0 15,-2 1-2-15,0 0 2 0,-1 0 0 0,-1 0-76 16,1 0 76-16,-3 0 0 0,2 1-128 0,-2-1 128 0,0 2 0 0,-1-1-125 15,0 1 125-15,-1-2 0 0,-2 1-84 16,0-1 84-16,-1-1 0 0,0 1-29 0,-1 0 29 16,0-3 0-16,-2 2 26 0,-1-1-26 0,-1-1 0 0,-2 1-120 0,-2 3 120 0,-2 0 0 15</inkml:trace>
  <inkml:trace contextRef="#ctx0" brushRef="#br0" timeOffset="27831.64">16186 11398 1024 0,'0'0'0'0,"0"0"0"0,0 0 0 0,0 0 0 0,0 0 256 16,0 0-256-16,0 0 0 0,0 0 256 0,0 0-256 0,0 0 0 0,0 0 256 15,0 0-256-15,0 0 0 0,0 0 256 0,0 0-256 0,0 0 0 0,5 3 256 16,2 4-256-16,3-1 0 0,-3-5 256 16,-2-1-256-16,-1-1 0 0,1 1-58 0,0-2 58 15,0 1 0-15,2 0-228 0,0 1 228 0,2 1 0 0,-2-2 117 0,2 0-117 16,0 0 0-16,-1 1 256 0,2 0-256 0,0 0 0 0,-1 0 256 15,2-2-256-15,0 0 0 0,0 1 256 16,2 1-256-16,0 1 0 0,-2-2-72 0,3-1 72 0,-1-1 0 0,0 2-232 16,-1 0 232-16,2 0 0 0,-1-1-139 0,-2-1 139 0,2-2 0 0,-2 2 111 15,-1-1-111-15,0 2 0 0,-1-2 256 0,2 2-256 16,1 0 0-16,-3-2 256 0,-3-1-256 0,1-1 0 0,0 2 256 16,0 0-256-16,0 1 0 0,-2 0 256 0,0 1-256 0,-2 0 0 15,1-1 244-15,0 0-244 0,0-1 0 0,0 1-53 16,-2 2 53-16,1-1 0 0,-1 1 26 0,-1-1-26 0,-1 0 0 0,1 0 27 15,1 1-27-15,-1 0 0 0,0 0 0 16,-2 0 0-16,1 0 0 0,0 0 0 0,-3 1 0 0,2 1 0 0,0-1 0 16,2 0 0-16,-1 0 0 0,0 0 0 15,-2 1 0 1,1 1 0-16,0 0 0 0,0-2 0 0,0 2 0 0,0-1 0 16,0 3 0-16,0-1 0 0,0 1 0 0,0 0 0 0,0 1 0 0,0 1 0 15,0 1 0-15,0 2 0 0,0-1 0 0,0 2 0 16,0 0 0-16,0 2 0 0,0 0 0 0,0 2 0 0,0 0 0 0,0-1 0 0,0 1 0 0,0 0 0 15,0 2 0-15,0 2 0 16,0-1 0-16,2 2 0 0,-1 2 0 0,0-1 0 0,-3-1 0 0,2 1 0 0,0 2 0 16,2 0 0-16,-1 1 0 0,0 0 0 15,0-2 0-15,0 2 0 0,0-2 0 16,0 2 0-16,0-1 0 0,0 0 0 0,3 1 0 0,-2 1 0 0,0-1 0 0,-1 0 0 0,1 0 0 0,-1 0 0 16,1 0 0-16,1 2 0 0,-1-3 0 15,1 2 0-15,1-1 0 0,-1-1 0 0,1-3 0 0,1 2 0 0,-1 0 0 16,0-2 0-16,1-2 0 0,-1-1 0 0,-2 1 0 0,1-3 0 15,0 3 0 1,0-3 0-16,0-1 0 0,-1 0 0 0,2-1 0 0,0-1 0 16,-1-1 0-16,-1 0 0 0,-1-1 0 0,1-3 0 15,1 1 0-15,1-2 0 0,0 1 0 0,-3-1 0 0,1 0 0 0,0-1 0 16,0-1 0-16,0-1 0 0,0 1 0 0,-2-2 0 0,1-1 0 0,1 0 0 16,0 1 0-16,1 1 0 0,-1-2 0 0,-1 0 0 15,-1 0 0-15,1-1 0 0,0 0 0 0,0 0 0 0,-2 0 0 0,0 0 0 0,-1-1 0 0,-1 0 0 31,1 1 0-31,-3-2 0 0,1 1 0 16,1 1 0-16,-3 1 0 0,-1-1 0 0,-1-1 0 0,-2-1 0 0,-1 2 0 16,1-2 0-16,-4 0 0 0,2 1 0 15,-1-1 0-15,-2 2 0 0,1-2 0 0,-2 1 0 0,-2 1 0 0,1 0 0 16,0-1 0-16,-2 2 0 0,1-2-216 0,-2 1 216 16,1 0 0-16,0 1-256 0,1-1 256 0,2 0 0 0,-2 0-256 15,1-1 256-15,-2 2 0 0,4-3-256 0,1 0 256 0,-1-1 0 0,2 0-89 16,1 0 89-16,-1-1 0 0,9 3-1998 15,5 2 1998-15,5 2 0 0</inkml:trace>
  <inkml:trace contextRef="#ctx0" brushRef="#br0" timeOffset="28172.303">16571 11856 1024 0,'0'0'0'16,"0"0"0"-16,0 0 0 0,0 0 0 0,0 0 256 0,0 0-256 0,0 0 0 0,0 0 256 0,0 0-256 15,0 0 0-15,0 0 256 0,0 0-256 0,0 0 0 0,0 0 256 16,0 0-256-16,0 0 0 0,0 0 256 15,0 0-256-15,0 0 0 0,0 4 256 0,-2 2-256 0,1 3 0 0,-5-6-256 16,-3-3 256-16,-4 0 0 0,2 1-256 16,-3 0 256-16,-1 0 0 0,-1 1-97 0,-2 2 97 15,-2 0 0-15,0-1 256 0,-1 1-256 0,-4 1 0 0,3-1 256 16,-1 1-256-16,-1-1 0 0,1 0 256 0,1-2-256 0,2 1 0 0,-2 0-242 16,1-1 242-16,1 0 0 0,12-1-1453 15,8-1 1453-15,8-1 0 0</inkml:trace>
  <inkml:trace contextRef="#ctx0" brushRef="#br0" timeOffset="30288.167">17118 11907 1024 0,'0'0'0'0,"0"0"0"0,0 0 0 0,0 0 0 0,0 0 256 0,0 0-256 0,0 0 0 0,0 0 196 0,0 0-196 0,0 0 0 0,0 0-52 16,0 0 52-16,0 0 0 0,0 0-41 15,0 0 41-15,0 0 0 0,0 0-45 16,0 0 45-16,0 0 0 0,0 0-10 0,0 0 10 0,0 0 0 0,0 0 5 16,0 0-5-16,0 0 0 0,0 0 57 0,0 0-57 0,0 0 0 0,0 0 176 15,0 0-176-15,0 0 0 16,0 0 239-16,0 0-239 0,0 0 0 0,0 0 256 0,0 0-256 0,0 0 0 16,0 0 206-16,0 0-206 0,0 0 0 0,0 0-6 0,0 0 6 0,0 0 0 0,0 0-214 15,0 0 214-15,0 0 0 0,0 0-204 0,0 0 204 16,0 0 0-1,0 0-27-15,0 0 27 0,0 0 0 0,0 0 256 16,0 0-256-16,0 0 0 0,0 0 256 0,0 0-256 0,0 0 0 0,0 0 256 0,0 0-256 0,0 0 0 0,0 0 107 16,0 0-107-16,0 0 0 15,0 2-168-15,0 1 168 0,0 1 0 0,-3 2-244 16,-3 3 244-16,2 1 0 0,-1-1-145 0,0 2 145 0,-1 0 0 0,1 0 120 0,-1 1-120 0,-2 1 0 0,3-2 256 16,-2 3-256-1,0-1 0-15,0-1 256 0,1 1-256 0,0-1 0 0,0 1 210 0,-1 1-210 0,-2 1 0 0,2-3-194 16,2 1 194-16,-1-1 0 0,0 1-206 15,-1-1 206-15,1 1 0 16,0-1-118-16,0 1 118 0,0 1 0 0,0-3-29 0,-1 1 29 0,0-2 0 16,1 1-20-16,-1-3 20 0,-2-2 0 0,3 2-33 15,1-2 33-15,1-1 0 0,-1 0-97 0,-2-4 97 0,-1 0 0 16,3-1-62-16,0-1 62 0,3-1 0 0,0 1-1193 16,2 1 1193-16,2 1 0 0</inkml:trace>
  <inkml:trace contextRef="#ctx0" brushRef="#br0" timeOffset="30609.578">16868 11916 1024 0,'0'0'0'0,"0"0"0"0,0 0 0 0,0 0 0 0,0 0 218 0,0 0-218 0,0 0 0 0,0 0 48 15,0 0-48-15,0 0 0 0,0 0 218 16,0 0-218-16,0 0 0 0,0 0 256 0,0 0-256 0,0 0 0 0,7 9 256 16,1 3-256-16,3 4 0 0,-4-9 256 0,-3-3-256 0,-1-4 0 0,2 2 244 15,0 4-244-15,4 1 0 0,-3-2-162 0,1 2 162 0,1-1 0 16,0 1-133-16,-1 1 133 16,0 0 0-16,0 0 82 0,2 3-82 0,0-2 0 0,-1 2 256 0,2 1-256 15,0 0 0-15,-1 1 256 0,-2 0-256 0,2 3 0 0,-1-2 256 16,0 2-256-16,0 1 0 0,0-2-122 0,1 1 122 0,0 0 0 0,-1-1-256 15,-2 1 256-15,0 0 0 0,-1-3-256 16,-1-1 256-16,-1-1 0 0,-1-7-1417 0,-2-4 1417 0,-2-4 0 0</inkml:trace>
  <inkml:trace contextRef="#ctx0" brushRef="#br0" timeOffset="31370.606">17661 11547 1024 0,'0'0'0'0,"0"0"0"0,0 0 0 0,0 0 0 0,0 0 256 0,0 0-256 0,0 0 0 15,0 0 256-15,0 0-256 0,0 0 0 0,0 7 256 0,0 4-256 16,0 5 0-16,1-8 256 0,1-3-256 0,1-2 0 0,-1 3 256 15,1 1-256-15,1 2 0 0,-1 0 256 0,1 2-256 16,1 0 0-16,0 3 256 0,-1 0-256 0,0 3 0 16,0-2 50-16,-2 1-50 0,1 1 0 0,0 0 256 0,1 3-256 0,2 1 0 0,-3 0 256 15,-1-2-256-15,-1 2 0 0,1 0 256 16,1 1-256-16,1 1 0 0,-1-1 256 0,-2-3-256 16,1 1 0-16,-1 0-165 0,2 0 165 0,-1 3 0 0,0-4-256 0,-2 0 256 15,-2-1 0-15,2 1-256 0,0-3 256 0,0 0 0 0,0 0-256 16,-2-2 256-16,1 0 0 0,-1-2 256 0,1-1-256 0,-2-3 0 15,1-1 256-15,0-1-256 0,0-2 0 0,0-2-167 16,-1-2 167-16,-1-2 0 0,1-2-256 0,-1-3 256 16,1-1 0-16,2 5-2022 0,1 3 2022 0,1 3 0 0</inkml:trace>
  <inkml:trace contextRef="#ctx0" brushRef="#br0" timeOffset="31671.509">17608 11711 1024 0,'0'0'0'0,"0"-3"0"0,-2-4 0 15,1 1 0-15,0 1 256 16,2-1-256-16,-1 0 0 0,0 0 256 0,2-2-256 0,-1-3 0 0,1 3 256 16,0-1-256-16,3-2 0 0,0 1 256 0,0 1-256 0,4-3 0 0,-3 2 256 15,1 0-256-15,1 1 0 0,2 0 256 0,1 0-256 0,3-1 0 0,-2 3-256 16,1 0 256-16,3 2 0 0,-4 1-256 0,4 1 256 0,-1 0 0 16,1 3-256-16,0 1 256 0,3 2 0 0,-2 0 256 0,-2 1-256 15,1 2 0-15,-2 0 256 0,-1 2-256 0,0 3 0 16,-2-1 256-16,0 1-256 0,-2 2 0 0,-2-1 194 0,-2 0-194 0,-2-1 0 0,-1 1-256 15,-2 0 256-15,-2 2 0 0,0-2-256 0,-1 1 256 16,-1 0 0-16,-2 0 50 16,-1-2-50-16,-5 0 0 0,2 1 256 0,-4-1-256 0,0 0 0 0,0 0 256 15,-2-2-256-15,-1 0 0 0,2-1 172 16,-2 3-172-16,0-2 0 0,0-2-256 0,2-2 256 0,-2-1 0 0,3-1-256 0,0-2 256 0,2 1 0 0,7-1-1440 31,6-1 1440-31,3-1 0 0</inkml:trace>
  <inkml:trace contextRef="#ctx0" brushRef="#br0" timeOffset="32057.662">18477 11312 1024 0,'0'0'0'0,"0"0"0"0,0 0 0 16,0 0 0-16,0 0 256 0,0 0-256 0,0 0 0 0,-1 7 256 0,-1 2-256 0,-1 4 0 15,1-5 256-15,-1-1-256 0,-2 1 0 0,1-1 256 16,0 1-256-16,-1 2 0 0,-1 1 237 0,-3 3-237 0,-2 1 0 0,2 1-256 16,0 3 256-16,-4 0 0 0,1 1 15 0,-1 2-15 15,-2 2 0-15,2-1 252 0,0 0-252 0,1 1 0 0,-1 0 256 16,2 1-256-16,1 1 0 0,-1 0 256 0,2 0-256 15,1 1 0-15,1 0 256 0,1-1-256 0,2 1 0 0,0-2 118 16,2 0-118-16,2 0 0 0,0 0-32 0,2-2 32 0,2 2 0 0,-1-2 256 16,2 0-256-16,4 0 0 0,-2-2 256 15,2 2-256-15,3-4 0 0,-1 1 256 0,2-1-256 0,3-1 0 0,-2 0 59 16,2-4-59-16,0 1 0 0,1-3-256 16,1-3 256-16,1-1 0 0,0-3-256 0,0-4 256 0,3-1 0 0,-2-1-256 15,-2-4 256-15,0-1 0 0,-12 4-2185 0,-6 3 2185 0,-6 0 0 0</inkml:trace>
  <inkml:trace contextRef="#ctx0" brushRef="#br0" timeOffset="32336.25">18846 11612 1024 0,'0'0'0'0,"0"0"256"0,0 0-256 0,0 0 0 0,0 0 256 0,0 0-256 0,0 0 0 0,0 0 256 16,0 0-256-16,0 0 0 0,0 0 256 16,0 0-256-16,0 0 0 0,-2 6 256 0,-1 2-256 0,-1 3 0 0,1-3 256 15,-1 0-256-15,-2 3 0 0,2-2 256 16,-1 5-256-16,-2 0 0 0,3-1 256 0,-3 2-256 0,0 1 0 0,-1-1 256 0,1 1-256 0,-4 1 0 0,3-1 256 16,-1 1-256-16,-1 3 0 0,-1-2 256 15,2-1-256-15,-2 2 0 0,0-4 255 0,0 1-255 0,-3-3 0 16,3-1-255-16,0-2 255 0,-2 0 0 0,3-3-256 15,1-3 256-15,0 0 0 0,6-2-2560 0,3-2 2560 0,3-2 0 0</inkml:trace>
  <inkml:trace contextRef="#ctx0" brushRef="#br0" timeOffset="32621.26">18598 11647 1024 0,'0'0'0'0,"0"0"0"0,0 0 0 0,0 0 0 0,0 0 256 0,0 0-256 0,0 0 0 0,0 0 256 15,0 0-256-15,0 0 0 0,4 8 256 16,3 4-256-16,2 4 0 0,-4-10 256 0,-1-2-256 0,-1-3 0 0,3 5 256 31,0 2-256-31,4 1 0 0,-1 0 256 0,0 2-256 0,4-1 0 0,-2 3 256 16,3 0-256-16,2 3 0 0,-2-2 35 0,-2 1-35 0,-1 0 0 0,2 1-256 0,0 1 256 0,3 1 0 16,-4-1 256-16,-1 3-256 0,0 0 0 15,0-3 256-15,-2 0-256 0,2-1 0 0,-1-1 256 0,-3 0-256 0,4 0 0 16,-4-4-256-16,-2 0 256 0,-2-3 0 0,1 1-256 0,3-3 256 0,-1 0 0 15,-2-3-256 1,-1-2 256-16,-1 1 0 0,1-4-256 16,-2 0 256-16,1-4 0 0,-1 5-1315 0,-1 1 1315 0,-1 1 0 0</inkml:trace>
  <inkml:trace contextRef="#ctx0" brushRef="#br0" timeOffset="33003.057">18844 11147 1024 0,'0'0'0'0,"0"0"0"0,0 0 0 16,0 0 0-16,5 2 256 0,3 0-256 0,4 2 0 0,-6-3-46 0,-1 0 46 0,-1-1 0 0,4 2 247 0,-1 1-247 0,3-1 0 0,-10-2 0 0,9 3 234 31,3-1-234-31,2 2 0 0,-2 1 256 0,-1 1-256 0,3 3 0 0,0-1 256 0,0 3-256 0,3 1 0 16,-2 1 177-16,-1 0-177 15,0 2 0-15,1 1-93 0,-1 1 93 16,1 4 0-16,-2-1 206 0,2 2-206 0,-2 1 0 0,-2 1 256 0,-1 2-256 16,-2 1 0-16,0-1 256 0,0 2-256 0,-2 0 0 0,-1 0 256 15,-1 2-256-15,-1 1 0 0,-1-2 169 0,-1 0-169 0,-1 1 0 0,-2 0-170 16,-2 0 170-16,0 2 0 0,-1-3-144 16,-1 2 144-16,-2 0 0 0,1-1 4 0,-1-2-4 0,-2 0 0 15,1-2 134-15,-2 0-134 0,-4-1 0 0,2 0 256 0,-2 0-256 0,-1-2 0 16,1 0 170-16,0-2-170 0,-2-1 0 0,2-2-57 15,-1 0 57-15,0-4 0 0,3-1-138 0,0-2 138 16,2-4 0-16,-4 0 47 0,5-3-47 0,-3-2 0 0,3-2 40 16,1 0-40-16,-1-3 0 0,6 3-2572 0,4 0 2572 0,4 0 0 15</inkml:trace>
  <inkml:trace contextRef="#ctx0" brushRef="#br0" timeOffset="33544.888">19634 11612 1024 0,'0'0'0'0,"0"0"0"0,0 0 0 0,0 0 0 0,0 0 256 0,0 0-256 15,0 0 0-15,0 0 256 0,0 0-256 0,0 0 0 0,0 0 256 16,0 0-256-16,0 0 0 0,6 6 256 16,3 1-256-16,5 2 0 0,-8-4 256 0,-4-1-256 0,-1-3 0 0,3 4 256 15,1 3-256-15,1 1 0 0,0-3 218 0,-3 3-218 0,1-1 0 0,0-1-256 16,-2 3 256-16,1 1 0 0,-1-2-191 16,2 4 191-16,-1-1 0 0,0-1 256 0,-1-1-256 0,0 1 0 15,0-1 202-15,0 0-202 0,0-1 0 0,0 0-256 0,-2 0 256 16,1 1 0-16,0-2-256 0,-2 1 256 0,1-1 0 0,0-1-256 15,2-1 256-15,-1-1 0 0,-1 1-256 0,0-1 256 0,0 1 0 0,0-2 85 16,0 0-85-16,0 0 0 0,0-1 256 16,0-2-256-16,0 2 0 0,0-2 256 0,2 0-256 0,-1 0 0 0,0-2 256 15,0-2-256-15,0 0 0 0,0 2 256 0,1-3-256 0,1 0 0 16,-1-2 256-16,2-1-256 0,0-3 0 0,0 3 256 16,1-1-256-16,1-2 0 0,0-1 256 15,2-1-256-15,0-2 0 0,-2 1 256 0,2-1-256 0,1 0 0 0,-2-1 197 0,2 0-197 0,0-2 0 0,1 1 0 16,-3 0 0-16,1-1 0 0,1 2 0 15,-1 1 0-15,0 0 0 0,-1-1 0 16,0 3 0-16,-2-2 0 0,0 1 0 0,2 2 0 0,0 0 0 0,0 0 0 16,-2 2 0-16,-1 1 0 0,0-1 0 15,-1 0 0-15,-1 1 0 0,1 0 0 0,0 1 0 0,0 0 0 0,0 1 0 16,-2-1 0-16,-1 1 0 0,1 0 0 16,0 0 0-16,0-1 0 0,0 4-3071 15,-2 3 3071-15,1 3 0 0</inkml:trace>
  <inkml:trace contextRef="#ctx0" brushRef="#br0" timeOffset="34192.434">20290 11290 1024 0,'0'0'0'0,"0"0"0"0,0 0 0 0,0 0 0 0,0 0 256 15,0 0-256-15,0 0 0 0,2 5 256 0,2 3-256 0,2 1 0 0,-2-6-129 16,2-1 129-16,0-4 0 0,0 3 77 16,1-1-77-16,2-1 0 0,-1 2 187 0,1 1-187 0,2-1 0 0,-1-1 220 15,0-1-220-15,2-2 0 0,-2 3-71 0,1 0 71 0,2 0 0 16,-2-1-172-16,1-1 172 0,2-1 0 0,-4 1-48 0,5 0 48 16,-1 0 0-16,-2 0 237 0,-1-1-237 0,0 1 0 15,1 0 256-15,-3-1-256 0,1-1 0 0,1 1 220 0,-3 0-220 0,1-2 0 0,-1 4 101 16,0-2-101-16,-2 2 0 0,0 0-106 15,0-1 106-15,-3-1 0 0,2 0 220 16,-1 2-220-16,-2-1 0 0,1 0 238 0,-2 1-238 0,1 0 0 0,0-1 256 16,-2 2-256-16,1-2 0 0,0 2 256 0,-2 2-256 0,1 0 0 0,-1 0 256 15,-1-1-256-15,-1 3 0 0,1-1 105 0,0 1-105 16,0 1 0-16,-1 0-108 0,0 2 108 0,-1 0 0 0,2 1 86 16,-2 2-86-16,0 1 0 0,0-1 256 0,2 0-256 0,-1 1 0 0,-2 0 222 15,5 1-222-15,-2 3 0 0,0-2 0 16,0 2 0-16,0 2 0 0,0-2 0 0,0-1 0 0,0 0 0 0,0 0 0 15,2 1 0-15,-1 1 0 0,0-1 0 16,2-1 0-16,-1 1 0 0,0-1 0 0,-2 1 0 0,1 0 0 0,0-1 0 16,2-1 0-16,-1-2 0 0,0 1 0 0,0 0 0 0,0 1 0 15,0 0 0-15,-2-1 0 0,1-2 0 0,0 1 0 16,0-1 0-16,0-2 0 0,0 0 0 0,0-1 0 16,0-1 0-16,-2 0 0 0,0-1 0 0,-1-2 0 0,2 0 0 15,1-3 0-15,1 0 0 0,-1 1-3071 16,2-1 3071-16,-1-1 0 0</inkml:trace>
  <inkml:trace contextRef="#ctx0" brushRef="#br0" timeOffset="35124.489">21033 11066 1024 0,'0'0'0'0,"0"0"0"0,0 0 0 0,0 0 0 0,0 0 101 0,0 0-101 0,0 0 0 0,0 0-32 16,0 0 32-16,0 0 0 0,-2 7-69 0,-1 3 69 0,-1 4 0 0,1-7 251 16,0-2-251-16,-1 0 0 0,0 0 256 0,1 1-256 0,-2 1 0 0,1 0 256 15,0 1-256-15,0 2 0 0,-2 1 162 16,0-1-162-16,-1 5 0 0,1-4 109 0,0 3-109 0,-1-1 0 0,2 0 3 0,-2 1-3 0,0 2 0 0,1 0 206 31,-1 1-206-31,0 1 0 0,1-3 156 0,3 0-156 16,0-1 0-16,-1 1 137 0,2 1-137 0,-2 1 0 0,1-1 256 15,2-2-256-15,-1 3 0 0,1-3 215 0,1 1-215 0,1 0 0 16,-1-1 256-16,2 0-256 0,-1-2 0 0,2 2 126 0,2-1-126 16,0-1 0-16,-1 0 160 0,1 0-160 0,1-1 0 0,2 0-168 15,-1-2 168-15,3-1 0 0,-3 0-247 0,3-1 247 0,-1 0 0 16,0-1-256-16,2-2 256 0,1-2 0 0,-1 1 142 15,1-3-142-15,2 0 0 0,-1 0 192 0,-1-3-192 16,0 1 0-16,1-2 56 0,0-2-56 0,2-1 0 0,-3 0-175 16,0-1 175-16,-1-2 0 0,0 1-256 0,1-1 256 0,0-3 0 0,-2 2-256 15,0-2 256-15,-2 0 0 0,1 0-224 16,0-2 224-16,1-2 0 0,-3 3 256 0,-1-4-256 0,0 0 0 0,0 1 256 16,-2 1-256-16,-1-1 0 0,0-1 256 0,-1 0-256 15,-2 0 0-15,0-1 256 0,0 1-256 0,-2-2 0 0,-1 1 256 16,-1-1-256-16,-1 2 0 0,-2 0 256 0,1 0-256 0,-3 1 0 0,1 1 150 15,-3 2-150-15,-2 0 0 0,2 0-116 16,-1 2 116-16,0-1 0 0,-1 3-46 0,1-1 46 0,-4 1 0 0,3 1-256 16,-2 2 256-16,0 1 0 0,0 1-256 0,2 0 256 0,0 3 0 15,-1-1-256-15,2 2 256 0,-1 1 0 0,2 0-79 16,1 0 79-16,-2 0 0 0,3 1-8 0,0 2 8 0,2-1 0 0,-1 1-70 16,1 3 70-16,0-2 0 0,1 0-256 0,1 2 256 0,3 1 0 15,0-1-190-15,1 2 190 0,1 3 0 0,1-3-125 16,1 1 125-16,1-1 0 0,2 0 87 0,-1 3-87 15,3 1 0-15,-1-1 189 0,2 1-189 0,4 0 0 0,-3 1 187 16,0 0-187-16,4 2 0 0,-2-2 175 0,2 0-175 0,0 2 0 0,-1-2-5 16,1 2 5-16,-2 1 0 0,3 0 64 15,-2 1-64-15,5 1 0 0,-5-2 147 0,-1 2-147 0,0 1 0 16,-1-1 135-16,2 1-135 0,1 1 0 0,-3-2 67 16,-2 0-67-16,-1 0 0 0,1 0-119 0,-2 1 119 0,1 1 0 0,-2-1-70 15,0-1 70-15,-2 1 0 0,0 0-15 0,-1-1 15 16,-1 0 0-16,1-1 4 0,-2-1-4 0,1 1 0 0,0-1 45 15,-2 0-45-15,1-1 0 0,0-1 140 0,-2 0-140 16,1-2 0-16,0 1 16 0,-1-5-16 0,-1 1 0 0,1-3-256 16,2 1 256-16,-1-2 0 0,0-3-2176 0,2-2 2176 0,-1-2 0 15</inkml:trace>
  <inkml:trace contextRef="#ctx0" brushRef="#br0" timeOffset="38068.61">20449 11369 1024 0,'0'0'0'0,"0"0"0"0,0 0 0 16,0 0 0-16,0 0 256 0,0 0-256 0,0 0 0 0,4 3 256 0,5 3-256 0,0 0 0 15,-2-3 256-15,0-1-256 0,1-2 0 0,2 0 256 16,2-2-256-16,5-1 0 0,-17 3 0 0,14-1 256 0,3 0-256 0,1 1 0 0,2-1 256 15,2 0-256-15,3-1 0 0,-2 0 256 0,3 1-256 0,3-2 0 16,-3 2 256-16,0-1-256 0,1 2 0 0,-2-1 256 16,2-2-256-16,1 0 0 0,-1 3 256 0,-1-2-256 15,1 1 0-15,-2 0 256 0,-2-1-256 0,0-1 0 0,-1 1 255 16,-1 0-255-16,-1 0 0 0,-1 0 0 0,-4 1 0 16,1 0 0-16,-3 1 0 0,-1 0 0 0,-2 0 0 0,-1 0 0 0,-3 0 0 15,1 0 0-15,-2 0 0 0,-2 0 0 0,-2-3 0 0,0 3-3071 16,-1 0 3071-16,-1 0 0 0</inkml:trace>
  <inkml:trace contextRef="#ctx0" brushRef="#br0" timeOffset="38267.866">20563 11609 1024 0,'0'0'0'0,"0"0"0"0,0 0 0 0,0 0 0 0,0 0 256 0,0 0-256 0,0 0 0 15,4 1 256-15,4 1-256 0,2 1 0 0,-1-3 256 0,0-1-256 0,2-1 0 0,6 1 256 16,2-1-256-16,3-1 0 0,1 0 256 0,2 1-256 16,3 0 0-16,-2-1 256 0,-1 0-256 0,5-3 0 0,-4 0 256 15,-1-1-256-15,-1-2 0 0,-16 6-1792 0,-8 3 1792 0,-8 3 0 16</inkml:trace>
  <inkml:trace contextRef="#ctx0" brushRef="#br0" timeOffset="38910.813">20294 10538 1024 0,'0'0'0'0,"2"0"256"0,1-1-256 0,1 0 0 0,1-2 256 0,0 0-256 0,1-1 0 0,0 2 59 0,1-1-59 0,2-1 0 0,0-1 256 32,2 0-256-32,2-1 0 0,0 1 256 0,0-1-256 0,3 1 0 0,-1 0 256 15,-1 0-256-15,4-1 0 0,-3 2 256 0,2-2-256 0,1 0 0 0,-1 2 256 0,-1-2-256 0,2 1 0 0,-3 0 256 16,-1 0-256-16,-3-1 0 0,-1 2 256 15,2 1-256-15,-3 0 0 0,1 1 256 0,-1 0-256 0,0 1 0 0,-2-1 256 16,-1 0-256-16,1-1 0 0,-2 2-159 16,-1-1 159-16,-1 2 0 0,0-1-239 0,-1 1 239 0,-1 1 0 0,1-2-237 15,-2 0 237-15,1-1 0 0,0 2 256 16,-2 0-256-16,1 0 0 0,0 1 256 16,0 0-256-16,0 1 0 0,0-2 256 0,-2 0-256 0,1 0 0 15,0 0 63-15,0 0-63 0,0 0 0 0,0 0 0 16,-1 2 0-16,-1-1 0 0,1-1 0 0,2 0 0 0,-1 0 0 0,0 0 0 15,-1 1 0-15,-1 1 0 0,1-2 0 16,1 0 0-16,0 0 0 0,-2 1 0 0,3 0 0 0,-1 1 0 0,0-2 0 16,0 3 0-16,0-1 0 0,0-1 0 0,0 2 0 0,0 0 0 15,0-1 0-15,2 1 0 0,-1-2 0 0,0 3 0 16,0 1 0-16,0 2 0 0,0-2 0 0,0 0 0 0,0 3 0 0,0 0 0 16,0 0 0-16,0 2 0 0,0 0 0 0,0 1 0 15,0 2 0-15,0 0 0 0,2 1 0 0,-1 1 0 16,0-1 0-16,-2 0 0 0,1 2 0 0,0-2 0 0,2 1 0 0,-1 0 0 0,0 0 0 15,1 0 0-15,-1 2 0 0,0-1 0 16,-2 1 0-16,1 1 0 0,0-1 0 0,0 0 0 0,0 1 0 0,0-2 0 16,-3 1 0-16,2 0 0 0,0-1 0 0,-1 0 0 15,-1-1 0-15,0 1 0 0,2-2 0 0,-1 3 0 0,0-4 0 16,0-1 0-16,0-2 0 0,0-2 0 0,0-1 0 0,0-3 0 0,1-2-3071 16,1-2 3071-16,1-2 0 0</inkml:trace>
  <inkml:trace contextRef="#ctx0" brushRef="#br0" timeOffset="39556.355">20648 10921 1024 0,'0'0'0'0,"0"0"0"0,0 0 0 16,0 0 0-16,0 0 0 0,0 0 0 0,0 0 0 0,0 0 256 0,0 0-256 0,0 0 0 0,0 0 256 0,0 0-256 0,0 0 0 0,0 0 207 16,0 0-207-16,0 0 0 0,0 0-240 0,0 0 240 0,0 0 0 0,0 0 39 15,0 0-39-15,0 0 0 0,0 0 177 16,0 0-177-16,0 0 0 0,0 10 135 0,2 6-135 0,-1 5 0 0,-5-15-166 15,-4-5 166 1,-2-5 0-16,0 5-130 0,-3-1 130 0,-2-1 0 0,1 1-64 16,1 0 64-16,-4 0 0 0,1 1 225 0,-4 1-225 15,-1-1 0-15,3 0 75 0,-3-1-75 0,1 2 0 0,-1-2 170 0,2 1-170 0,0 1 0 0,0-2-60 16,1 0 60-16,2 0 0 16,-2-1-56-16,2 0 56 0,-2 0 0 0,3-2-53 15,2-1 53-15,1-2 0 0,7 5-771 0,6 1 771 0,3 1 0 16</inkml:trace>
  <inkml:trace contextRef="#ctx0" brushRef="#br0" timeOffset="39833.678">20635 10709 1024 0,'0'0'0'0,"0"0"256"0,0 0-256 0,0 0 0 0,0 0 256 16,0 0-256-16,0 0 0 0,-4 1 256 0,-4 0-256 0,-2 0 0 0,3 0 256 15,0-1-256-15,0-1 0 0,-4 2 256 16,-1 2-256-16,-3 0 0 0,0-1 256 0,0 1-256 0,-2-2 0 0,0 0 256 16,0 3-256-16,-3 0 0 0,3 0 256 15,-1 1-256-15,0-1 0 0,0-1 23 0,1-2-23 0,2 1 0 0,0 0-61 0,2-1 61 16,1 0 0-16,0-1-245 0,3 0 245 0,2 0 0 0,4 0-1765 15,3 0 1765-15,3 0 0 0</inkml:trace>
  <inkml:trace contextRef="#ctx0" brushRef="#br0" timeOffset="40200.475">21019 10576 1024 0,'0'0'0'0,"0"0"0"0,0 0 0 15,0 0 0-15,0 0 256 0,0 0-256 0,0 0 0 0,0 0 109 0,0 0-109 0,0 0 0 0,-1 5 256 16,-1 2-256-16,-2 4 0 0,2-5 256 0,0-1-256 0,0 0 0 0,-1 0 256 15,-2 1-256-15,-3 1 0 0,2 0 256 16,0 2-256-16,-1 0 0 0,1 1 256 0,-1 0-256 0,-3 2 0 0,2-1 256 16,0 0-256-16,-4 2 0 0,3-2 256 0,-1 0-256 0,-2 1 0 0,3 1 256 15,-2-1-256-15,-1 3 0 0,1-5-256 16,2 1 256-16,-3-2 0 0,3 1-256 0,1-2 256 0,-2-1 0 0,1 0-256 16,2-2 256-16,-1-1 0 0,-1-2-256 15,3 0 256-15,-1-2 0 0,1-2-256 0,1 0 256 0,0 0 0 0,3 0-1133 16,2 2 1133-16,2 2 0 0</inkml:trace>
  <inkml:trace contextRef="#ctx0" brushRef="#br0" timeOffset="40420.803">20845 10570 1024 0,'0'0'0'0,"0"0"0"0,0 0 0 0,0 0 0 0,2 5 256 0,1 2-256 16,2 4 0-16,-2-5 256 0,2-4-256 0,0 2 0 0,-1 1-25 15,1 2 25-15,1 0 0 0,0 0-108 16,2 1 108-16,0 2 0 0,-1 0-117 16,1 2 117-16,2 1 0 0,-1 0 74 0,1 2-74 0,3 1 0 0,-3-1-167 0,-1 0 167 0,0 2 0 15,0-2 256 1,-2 0-256-16,1-1 0 0,0-1 240 0,1-1-240 0,0-2 0 0,1 1-71 16,-3-2 71-16,1-1 0 0,-5-3-594 0,-3-6 594 0,-3-3 0 15</inkml:trace>
  <inkml:trace contextRef="#ctx0" brushRef="#br0" timeOffset="41358.832">21452 10257 1024 0,'0'0'0'0,"0"0"0"0,0 0 0 0,0 0 0 0,0 0 256 0,0 0-256 0,0 0 0 0,0 0 256 16,0 0-256-16,0 0 0 0,0 0 256 0,0 0-256 0,0 0 0 0,0 0 256 15,0 0-256-15,0 0 0 0,0 0 256 0,0 0-256 16,0 0 0-16,0 0 256 0,0 0-256 0,0 0 0 0,0 0 256 15,0 0-256-15,0 0 0 0,0 0 256 0,0 0-256 0,0 0 0 0,0 0 256 16,0 0-256-16,0 0 0 0,0 0 256 16,0 0-256-16,0 0 0 0,0 0 256 0,0 0-256 0,0 0 0 15,0 0 255-15,0 0-255 0,0 0 0 0,0 0 0 16,0 0 0-16,0 0 0 0,0 0 0 0,0 0 0 0,0 0 0 0,0 0 0 16,0 0 0-16,0 0 0 0,0 0 0 15,0 0 0-15,0 0 0 0,1 3 0 0,1 0 0 0,1 2 0 0,-5-2 0 16,-4 1 0-16,-2 1 0 0,2 1 0 0,1 1 0 0,-2 1 0 0,2 1 0 15,-4 1 0-15,3 1 0 0,0-2 0 16,-2 1 0-16,-1 2 0 0,1 0 0 0,2 1 0 0,-2 3 0 0,2-2 0 16,1 0 0-16,1 2 0 0,-1-1 0 0,0-1 0 0,0 1 0 0,1-1 0 15,0 1 0-15,2 1 0 0,0-1 0 16,1 1 0-16,1-1 0 0,0 2 0 16,1-2 0-16,1 2 0 0,1-3 0 0,2-1 0 0,0 0 0 0,0 0 0 15,1 2 0-15,1-2 0 0,1-1 0 0,0-2 0 0,1 0 0 16,0-3 0-16,2 1 0 0,1-1 0 0,-1-1 0 15,0-2 0-15,1 2 0 0,0-4 0 0,0 1 0 0,3-1 0 0,-3-2 0 16,1-2 0-16,2-1 0 0,-2 1 0 0,1 0 0 0,-1-3 0 16,1 0 0-16,-1-3 0 0,1-1 0 0,-2 0 0 0,0-2 0 15,0 0 0-15,-1 0 0 16,-1-1 0-16,0-3 0 0,-1 2 0 0,-1-1 0 0,-1 0 0 0,0-1 0 16,-3 1 0-16,1-1 0 0,-2-2 0 0,-1 1 0 0,-1-1 0 0,-1-1 0 15,-2 1 0-15,-2 0 0 0,-1 1 0 16,-2-1 0-16,-3 0 0 0,1 1 0 0,0-1 0 0,-4 0 0 0,2 2 0 0,-3 1 0 0,-2 1 0 15,1 1 0-15,0 1 0 0,-3 0 0 0,2 2 0 16,1 0 0-16,0 1 0 0,-1 1 0 16,3 1 0-16,-2 0 0 0,1 4 0 0,3-1 0 15,-1 3 0-15,2-2 0 0,1 2 0 0,-1 2 0 0,3-1 0 16,0 1 0-16,2 0 0 0,-2 1 0 0,5 1 0 0,1 2 0 16,1 0 0-16,2 2 0 0,3 1 0 0,0-2 0 15,2 3 0-15,0 1 0 0,1-1 0 0,3-1 0 0,2 3 0 0,0-1 0 0,0 1 0 0,2 0 0 16,-2 0 0-16,1 1 0 0,2 0 0 0,-2 0 0 15,1 1 0-15,-1 0 0 0,1 0 0 16,-2-1 0-16,1 1 0 0,-2-2 0 0,0 3 0 0,-1 0 0 0,-1-2 0 16,0 2 0-16,-2 1 0 0,0-2 0 15,-1 0 0-15,-1 2 0 0,2-1 0 0,-3 0 0 0,1 2 0 0,-1-2 0 0,-1-1 0 0,-1 1 0 16,2 0 0-16,-1-1 0 0,0 1 0 0,0-1 0 16,-2 0 0-16,1-1 0 0,0 0 0 15,-2-1 0-15,1 1 0 0,0-1 0 0,0-2 0 0,1-1 0 0,-1-1 0 16,1-2 0-16,1 0 0 0,-1-2 0 0,-2-1 0 0,1-1 0 0,1-1 0 15,1-3 0-15,2-1 0 0,-2 1 0 16,1-4 0-16,2-1 0 0,-5 4-3071 0,-2 3 3071 16,-2 3 0-16</inkml:trace>
  <inkml:trace contextRef="#ctx0" brushRef="#br0" timeOffset="41705.718">22085 10153 1024 0,'0'0'0'15,"0"0"0"-15,0 0 0 0,0 0 0 0,0 0 0 0,0 0 0 0,0 0 0 0,0 0 0 0,0 0 0 0,0 0 0 0,0 0 0 0,0 0 0 0,0 0 0 16,0 0 0-16,0 0 0 0,0 0 0 0,-4 4 105 0,-4 2-105 0,1 3 0 0,1-2 256 31,2-1-256-31,1 1 0 0,-1 0 256 0,-1 1-256 0,-1 2 0 0,1-1 256 16,-2 3-256-16,0 1 0 0,2 1-256 15,-2 0 256-15,-1 2 0 0,2 1 40 16,1 1-40-16,1 1 0 0,0 1 256 0,1 0-256 0,1 3 0 0,0-2 256 16,1 2-256-16,1 0 0 0,0-1 256 0,1 1-256 15,1 2 0-15,1-3 256 0,1 1-256 0,1 1 0 0,1-2 256 16,0 1-256-16,4 1 0 0,-2-1 256 0,1-1-256 16,2 2 0-16,-1-5 256 0,2-1-256 0,2-4 0 0,-2 0 256 15,2-2-256-15,0-1 0 0,-1-2 256 0,0-3-256 0,1-1 0 0,0-2 78 16,-1-2-78-16,1-1 0 0,-9 0-3039 15,-6 0 3039-15,-3 0 0 0</inkml:trace>
  <inkml:trace contextRef="#ctx0" brushRef="#br0" timeOffset="42284.882">22307 10314 1024 0,'0'0'0'0,"0"0"0"0,0 0 0 0,0 0 0 0,0 0 0 0,0 0 0 0,0 0 0 15,-2-7 256-15,0-1-256 0,-1-5 0 0,2 8 194 0,2 0-194 16,2 5 0-16,-3-4-152 0,2 0 152 0,0-3 0 0,-1 2-256 16,-1 0 256-16,-1 3 0 0,1-2-42 0,3 1 42 0,-2-1 0 0,0 1 0 15,-2 0 0-15,1 0 0 0,0 0 256 16,0 3-256-16,0 0 0 0,-3 0 256 0,1 0-256 0,-1 3 0 0,1-1 256 16,-1 1-256-16,-1 1 0 0,1 1-256 0,-1 1 256 15,-1-1 0-15,-1 3-256 0,0-1 256 0,-1 4 0 0,1-2-181 16,-1 2 181-16,-2 1 0 0,2 0 256 0,0 1-256 15,0 1 0-15,-1 0 256 0,0-1-256 0,-1-1 0 0,2 1 256 16,-3 1-256-16,1 0 0 0,0-1 256 0,1 0-256 0,0-1 0 0,0 0 256 16,1 0-256-16,0-2 0 0,0-1 256 15,0-1-256-15,0-2 0 0,1 0 256 0,0-1-256 0,2 0 0 0,-1-3-256 16,1-1 256-16,0-1 0 0,1-1-256 16,1 0 256-16,1-4 0 0,-1 1-256 0,2-1 256 0,-1 0 0 0,1-3-256 15,1-1 256-15,1-1 0 0,-1 1-256 16,0-1 256-16,0-2 0 0,0 2-256 0,1-1 256 0,1 0 0 0,-1 2-256 15,1-3 256-15,2 2 0 0,-2-1-75 0,-1 1 75 0,-1-1 0 0,2 2 0 16,-3 1 0-16,1 0 0 0,0 0 0 0,1 1 0 0,1 0 0 0,-1 1 256 16,-2 1-256-16,1 0 0 0,0 1 256 15,-2 0-256-15,1-1 0 0,0 3 256 0,2-1-256 16,-1 2 0-16,0-1-256 0,-2 2 256 0,1-1 0 0,0-1 142 0,2 2-142 0,-1-2 0 16,0 2 256-16,0 2-256 0,0 0 0 0,0-1 256 15,1 1-256-15,1 2 0 0,-1-3 256 0,2 4-256 0,0-3 0 0,0 4 256 16,1-1-256-16,1 4 0 0,-1-2 158 15,0 2-158-15,4 0 0 0,-2 0-256 0,1-1 256 16,3 0 0-16,-3 1-256 0,1 0 256 0,2 2 0 0,-2-3-256 16,-3 2 256-16,3-3 0 0,0-1 161 0,-1 0-161 15,0-3 0-15,0 1-256 0,-1-1 256 0,0 0 0 0,-1-2-256 16,-1-1 256-16,-1-1 0 0,-2 1-717 0,-2 0 717 0,-2 0 0 0</inkml:trace>
  <inkml:trace contextRef="#ctx0" brushRef="#br0" timeOffset="42594.345">22429 9913 1024 0,'0'0'0'15,"0"0"0"-15,0 0 0 0,0 0 0 0,4 5 0 0,1 1 0 0,0 2 0 0,-1-3 0 0,0-2 0 0,0-1 0 0,0 2 0 0,2 1 0 16,0 1 0-16,1 2 0 0,0 1 0 0,4 0 0 0,-3 2 256 0,0 1-256 0,0 3 0 16,1 0 256-1,0 2-256-15,2 2 0 0,-1 0 256 0,-2 2-256 0,-1 1 0 0,-1 1 256 16,2 1-256-16,-3 2 0 0,-1-2 256 0,-1 1-256 0,-1 1 0 0,-1 0 256 16,-1 0-256-16,-1 2 0 15,-3-3-256-15,-4 1 256 0,-2 1 0 0,1 0-256 16,-2-1 256-16,-3 0 0 0,1-2-256 0,-4 0 256 0,-1-3 0 15,-7 2-256-15,-2-2 256 0,-5-2 0 0,23-11-512 16,9-8 512-16,9-8 0 0</inkml:trace>
  <inkml:trace contextRef="#ctx0" brushRef="#br0" timeOffset="43297.955">18365 12853 1024 0,'0'0'0'0,"0"0"0"0,0 0 0 0,0 0 0 0,0 0 0 0,0 0 0 0,0 0 0 0,0 0 0 16,0 0 0-16,0 0 0 0,0 9 0 0,3 5 0 0,-2 4 0 16,4-12 0-16,2-3 0 15,2-5 0-15,3 3 6 0,2-1-6 0,4-1 0 0,1 0 20 16,5-2-20-16,3 0 0 0,0-1-13 0,3-3 13 0,2-1 0 0,3-2-13 16,2-4 13-16,6-3 0 0,-30 12 0 15,-13 5 0-15,-13 5 0 0</inkml:trace>
  <inkml:trace contextRef="#ctx0" brushRef="#br0" timeOffset="43792.156">21914 11618 1024 0,'0'0'0'0,"0"0"0"0,0 0 0 0,0 0 0 0,0 0 0 0,0 0 0 0,0 0 0 0,0 0 0 16,0 0 0-16,0 0 0 0,0 0 0 0,0 0 0 15,0 0 0-15,0 0 0 0,0 0 0 0,0 0 0 0,0 0 0 16,0 0 0-16,0 0 0 0,3-4 256 0,0-2-256 0,1-3 0 0,-7 7 256 16,-4 1-256-16,-5 1 0 0,3 0 256 15,-2 0-256-15,-3 0 0 0,0 1 256 0,-4 2-256 0,-1 0 0 0,-1 0 93 16,-2 2-93-16,-2 2 0 0,-1 0-256 0,-4 2 256 0,-4 3 0 16,1 0-256-16,-5 2 256 0,-2 1 0 0,0 1-256 15,-4 3 256-15,-3 1 0 0,2 0-111 0,-2 2 111 0,-3 2 0 0,4-1 256 16,0-1-256-16,1 3 0 0,-2-2 164 15,-4 1-164-15,-2 1 0 0,3-2 75 0,-3 1-75 0,-1-2 0 0,2 2 0 16,-3-1 0-16,-2 2 0 0,2 0-50 16,-4-2 50-16,-1 0 0 0,2 0-256 0,-4 0 256 0,-2 0 0 0,3-1-256 15,-1 0 256-15,-1 0 0 0,3-1-98 0,0 0 98 16,1 1 0-16,-1-2-32 0,3 1 32 0,-2-2 0 0,2 0-41 16,1 1 41-16,1 1 0 0,35-15 0 0,19-6 0 15,19-6 0-15</inkml:trace>
  <inkml:trace contextRef="#ctx0" brushRef="#br0" timeOffset="44222.198">18682 13068 1024 0,'0'0'0'0,"0"0"0"0,0 0 0 0,0 0 0 0,0 0 0 16,0 0 0-16,0 0 0 0,0 0 0 0,0 0 0 0,0 0 0 0,-8-2 0 15,-3 0 0-15,-4-1 0 0,5 2 0 0,2 0 0 16,0 0 0-16,-4 1 256 0,-1-1-256 0,-3-1 0 0,1 2 226 16,-3 0-226-16,-1 0 0 0,-2 2 110 0,-2-1-110 0,-4 2 0 0,2 0 149 15,-3 2-149-15,-2 1 0 0,1-3 256 16,-2 3-256-16,-3 0 0 0,2 0 256 16,-3 1-256-16,-3 2 0 0,1 0 256 0,-2 0-256 0,-4 1 0 0,4 1-115 15,-2 2 115-15,-2-1 0 0,4 1-256 0,1-3 256 16,1 2 0-16,0-1-256 0,-1 1 256 0,2 1 0 0,5-2-256 0,2-4 256 0,4-1 0 0,2-1-256 15,2-1 256-15,3-1 0 0,11-2-370 16,7-1 370-16,7-1 0 0</inkml:trace>
  <inkml:trace contextRef="#ctx0" brushRef="#br0" timeOffset="126595.387">12030 15516 1024 0,'0'0'0'0,"0"0"0"0,0 0 0 0,0 0 0 0,0 0 0 0,0 0 0 0,0 0 0 0,0 0 0 16,0 0 0-16,0 0 0 0,-7 3 0 0,-5 1 0 0,-3 0 0 16,7-2 0-16,3-1 0 0,2-1 0 0,-2 0 0 0,2 0 0 0,-1 0 0 15,-1 0 0-15,-3 2 0 0,1-1 0 0,1 0 0 16,-1-1 0-16,-2-1 0 0,2 1 0 0,-1 0 0 16,-3 0 0-16,2 1 0 0,0-1 0 0,-3 2 0 0,1-1 0 0,0-1 0 15,2-1 0-15,-3 2 0 0,0-1 0 0,-3 3 0 0,2-3 0 16,-1 0 0-16,-2 0 0 0,1 0 0 0,0 1 0 0,-2 1 0 15,1-2 0-15,-3 0 0 0,0 0 0 0,1 0 0 0,-1 0 0 0,0 3 0 16,-1-3 0-16,-2 2 0 0,-2-1 0 0,1 0 0 16,2 0 0-16,0 0 0 0,-2-1 0 0,-2 0 0 0,-1 0 0 15,1 2 0-15,-1-2 0 0,0 1 0 0,0 0 0 16,-1-1 0-16,-2-1 0 0,2 3 0 0,-2 0 0 0,0 1 0 0,0-3 0 16,-1 2 0-16,-2-1 0 0,2 0 0 0,-2 1 0 0,-1 1 0 15,0 0 0-15,-3 2 0 16,-1 0 0-16,0-2 0 0,-2-2 0 0,-1 1 0 0,2-1 0 15,-3 2 0-15,1 1 0 0,1-3 0 0,-1 2 0 0,2-1 0 0,-2-1 0 16,3 0 0-16,-1-1 0 0,-1 0 0 16,-1-1 0-16,-1 0 0 0,1-1 0 0,2 2 0 0,0-2 0 0,0 1 0 0,-1-1 0 15,1-2 0-15,2 4 0 0,-2-2 0 0,-2 2 0 16,3-2 0-16,0 0 0 0,1-1 0 0,0 2 0 16,-1 0 0-16,-3 0 0 0,6 0 0 0,1 0 0 0,2 1 0 0,0-2 0 15,1-1 0-15,1 1 0 0,0 0 0 0,0 0 0 0,1-1 0 16,2 0 0-16,0 2 0 0,0-1 0 0,1 1 0 15,3 1 0-15,1 1 0 0,-1-1 0 0,0-1 0 0,1-1 0 0,4 1 0 16,0 1 0-16,2 1 0 0,-2-1 0 16,2 0 0-16,0 0 0 0,2 0 0 0,2 0 0 0,0 0 0 0,1 1 0 0,2 0 0 15,1 0 0-15,1 1 0 0,1-2 0 0,1 1 0 0,0 0 0 16,1 2 0-16,1-1 0 0,1 0 0 0,1-1 0 16,1 0 0-16,-1 0 0 0,0-1 0 0,0 2 0 0,1-1 0 15,1-1 0-15,1-1 0 0,-1 0 0 16,0 0 0-16,0 0 0 0,0 0 0 0,1-2 0 0,1 0 0 0,-1 0 0 15,1-1 0-15,-1 0 0 0,-2 2 0 0,-1 2 0 0,-1 2 0 0</inkml:trace>
  <inkml:trace contextRef="#ctx0" brushRef="#br0" timeOffset="127706.091">5129 17817 1024 0,'0'0'0'16,"0"0"256"-16,0 0-256 0,0 0 0 0,-6 0 256 0,-3 3-256 0,-4 0 0 0,7-2 153 0,3 0-153 0,2 0 0 0,-2-1-245 16,0 0 245-16,0 0 0 0,0 0-256 15,2 1 256-15,-1 1 0 0,-1-1 47 0,1-1-47 0,-2-1 0 0,1 1-120 16,-2 0 120-16,0 0 0 0,1 0 204 0,0 0-204 0,0 0 0 0,0 0 256 15,-1 0-256-15,-2 0 0 0,2 0 256 16,-1 0-256-16,-2 0 0 0,1 1 256 0,0-1-256 0,-1 1 0 0,-1 1 256 16,-1-1-256-16,-2 0 0 0,0 0 256 0,-1-1-256 15,-2-1 0-15,1 2 256 0,0 0-256 0,-4 0 0 0,3 0-256 0,-2 1 256 16,0-1 0-16,0 0-256 16,1-1 256-16,-1 2 0 0,-1-2-256 0,0 2 256 0,-3-1 0 0,3 0-256 0,-1-1 256 15,-1-1 0-15,2 2-256 0,0-1 256 0,1 2 0 16,-1-1 240-16,-1 1-240 0,0-2 0 0,0 1 256 0,2 2-256 15,-1 0 0-15,1-2 256 0,2 0-256 0,-1 0 0 0,2 0 256 16,2 1-256-16,1 1 0 0,0-1-162 0,-1-1 162 0,3-1 0 0,0 1-198 16,2 0 198-16,1 1 0 0,1 0-256 0,1-2 256 0,1 1 0 0,-1-1-256 15,2 0 256-15,-1 0 0 0,0 0-256 16,0 1 256-16,-1 1 0 0,3-2-197 0,1-2 197 0,1 1 0 0,-1 0 154 16,-2 1-154-16,1 1 0 0,1-1 256 15,1 0-256-15,1 0 0 0,0 0 256 0,-1 0-256 0,0 0 0 0,0-1 256 0,0 1-256 16,0-2 0-16,0 1 256 15,0 1-256-15,0 1 0 0,0-1 256 0,0 0-256 0,0 0 0 0,0 0 256 0,0 0-256 0,0 0 0 16,0 0-31-16,0 0 31 0,0 0 0 16,0 0-154-16,0 0 154 0,0 0 0 0,0 0-60 0,0 0 60 0,0 0 0 15,0-1 256-15,1 0-256 0,1-1 0 0,0 2 256 0,-3-1-256 0,1-1 0 0,0 0 256 16,0-2-256-16,3 1 0 0,-2 1 256 16,0-2-256-16,0 0 0 15,0 1 256-15,-2-3-256 0,1 0 0 0,0 0 112 0,1 1-112 0,2 0 0 0,-1-3 0 0,-2 1 0 16,0-4 0-16,2 9-3071 0,-3 2 3071 0,-3 2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72.91293" units="1/cm"/>
          <inkml:channelProperty channel="Y" name="resolution" value="307.38275" units="1/cm"/>
          <inkml:channelProperty channel="F" name="resolution" value="3.84146E-6" units="1/dev"/>
          <inkml:channelProperty channel="T" name="resolution" value="1" units="1/dev"/>
        </inkml:channelProperties>
      </inkml:inkSource>
      <inkml:timestamp xml:id="ts0" timeString="2026-09-09T09:50:39.674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5922 8562 1024 0,'0'0'0'0,"0"0"198"0,0 0-198 15,0 0 0-15,5 4 8 0,1 1-8 0,2 2 0 0,-3-4 4 16,-1-1-4-16,-1 0 0 0,3 0-10 0,0 1 10 0,1 1 0 0,-1-1-13 16,1 0 13-16,2 0 0 0,-1 1 19 15,2-2-19-15,4 1 0 0,-4-1 12 0,0 2-12 0,2 0 0 0,-2-2 25 16,2 0-25-16,0 0 0 16,-1-1-6-16,1 1 6 0,-1-2 0 0,1 1 9 0,2-1-9 15,1 3 0-15,0-3-4 0,-1 0 4 0,4 0 0 0,-2 0 5 16,2 1-5-16,1 1 0 0,-3-2 10 0,3 0-10 0,0 0 0 0,-1 0 10 15,1 0-10-15,-1 0 0 0,2 0 8 0,-2 0-8 0,1 0 0 0,-1 0 4 16,1 0-4-16,1 3 0 0,-1-1-2 16,4-1 2-16,1 2 0 0,-2 0 3 0,-1 0-3 0,2 1 0 15,0-1-7-15,0 0 7 0,2 0 0 0,-2-1-9 16,2 1 9-16,1-2 0 0,0 2-13 0,0 2 13 0,2 0 0 16,-1-2 3-16,1-1-3 0,2 0 0 0,-3 0 20 15,1 3-20-15,3 0 0 0,-2-2 19 0,-1 1-19 0,-1-2 0 16,0 3 19-16,2-3-19 0,1 2 0 0,-2-2-6 0,0 1 6 15,-1 0 0-15,1 0-12 0,1-1 12 0,2-1 0 0,-3 1-32 16,2 1 32-16,1-1 0 0,-2-1-10 0,1 0 10 16,1 1 0-16,0-2-5 0,2 2 5 0,1 1 0 0,-2-1 13 15,-1-1-13-15,0-1 0 0,0 0 6 0,1 2-6 0,1 0 0 0,-2-1-4 16,2 0 4-16,1-1 0 0,-2 1-27 16,-1-1 27-16,0-1 0 0,0 1-21 0,1 0 21 0,0 0 0 0,-1 0-8 15,0 0 8-15,1 0 0 0,-1 0 15 0,-1-3-15 0,0 0 0 0,0 1 41 16,-2 0-41-16,1 0 0 0,-1 1 31 0,-1-2-31 15,0 0 0-15,0 2 15 0,2 1-15 0,1-1 0 0,-3 0-24 16,-4 1 24-16,1 1 0 0,1-2-28 0,-1 0 28 0,0-1 0 0,-2 1-4 16,0-1 4-16,0-1 0 0,-1 2 24 0,0 1-24 15,0 1 0-15,-2-1 36 0,0-1-36 16,-1-1 0-16,-1 1 16 0,0-1-16 0,-2 2 0 0,2-2-17 0,-2 0 17 0,2-1 0 16,-3 1-56-16,-2 0 56 0,-1 0 0 0,1 0-72 0,1-2 72 0,-1 1 0 15,0 0-40-15,-2 1 40 16,-1-3 0-16,-5 4-143 0,-4 1 143 0,-4 1 0 0</inkml:trace>
  <inkml:trace contextRef="#ctx0" brushRef="#br0" timeOffset="16239.701">12518 11879 1024 0,'0'0'0'0,"0"0"0"0,0 0 0 0,0 0 0 0,0 0 256 0,0 0-256 0,0 0 0 0,0 0 145 0,0 0-145 0,0 0 0 15,3-3 86-15,2 1-86 0,2-2 0 0,-3 0 151 16,-1 3-151-16,-1 0 0 0,1-2 256 16,2 1-256-16,0 0 0 0,-1-1 256 15,1 2-256-15,1-1 0 0,-6 2 0 0,4-3 256 0,0 1-256 0,-2-3 0 0,1 4 75 0,1 0-75 0,1-1 0 0,0 2-95 16,-2-3 95-16,0 1 0 0,0 1-195 0,0-1 195 0,-2 1 0 0,1 1-184 16,0-2 184-16,0 1 0 0,0 1-30 0,0 0 30 15,0 0 0-15,0 1 86 16,-2-1-86-16,1 2 0 0,0 1 158 15,0-1-158-15,0 2 0 0,0-1 129 0,-2-2-129 16,1 2 0-16,0 0 147 0,2 0-147 0,-1 0 0 0,0 1 170 0,0-2-170 16,0 3 0-16,0-4 181 0,0 3-181 0,0-1 0 0,1 0 204 15,0 0-204-15,1-2 0 0,0 2 177 0,1-2-177 16,1 1 0-16,-1 0 112 0,1-2-112 0,2-2 0 0,-2 1 9 16,1 0-9-16,1-3 0 0,1 1-21 0,1-1 21 0,2-2 0 0,-2 1 25 15,2-1-25-15,1-2 0 0,-2 2 199 16,2-2-199-16,0 0 0 0,-1-1 256 0,1 1-256 0,0-3 0 0,0 1 256 15,-2 1-256-15,-1-1 0 0,2 1 6 0,-2 0-6 0,0-1 0 16,1 1 0-16,-2 0 0 0,-1 2 0 0,1 0 0 16,-1-1 0-16,0 1 0 0,-1 1 0 0,-2-1 0 15,1 1 0-15,1 0-224 0,-3 2 224 0,1-2 0 0,0 1-256 16,-2 3 256-16,0-1 0 0,2 1-256 0,-3-1 256 0,1-1 0 0,0 2-256 16,1-1 256-16,2 2 0 0,-2-1-188 0,0 1 188 0,0 0 0 0,-2 0-1891 15,-1 1 1891-15,-1 1 0 0</inkml:trace>
  <inkml:trace contextRef="#ctx0" brushRef="#br0" timeOffset="16917.924">12579 12583 1024 0,'0'0'0'0,"0"0"0"0,0 0 0 0,0 0 0 0,0 0 256 0,0 0-256 0,0 0 0 0,0 0 126 15,0 0-126-15,0 0 0 0,0 0 107 0,0 0-107 0,0 0 0 0,0 0 125 16,0 0-125-16,0 0 0 0,-3 10 65 0,0 5-65 0,-1 5 0 0,3-12-44 15,2-4 44-15,2-4 0 0,-2 4-108 16,0 2 108-16,0 0 0 0,0-1-158 0,1 0 158 16,-1 0 0-16,0 0-94 0,-2 0 94 0,1 1 0 0,0 0 67 0,2-2-67 0,-1 2 0 15,0-1 248-15,0-1-248 0,0 0 0 0,0-1 256 16,0 0-256-16,0 0 0 0,-1 0 146 0,2-1-146 0,0 0 0 0,0-1-27 16,-2 2 27-16,1 0 0 0,0-2-31 15,0 0 31-15,0-1 0 0,0 0 34 0,0 0-34 0,0 0 0 0,2 0 108 0,0 0-108 0,2 0 0 0,-1 0 165 31,0-1-165-31,3 0 0 0,-2-4 256 0,2 2-256 0,0-3 0 0,0 2 256 0,1-1-256 0,1-2 0 0,0 1 16 32,0-3-16-32,1-1 0 0,0 1-222 0,-3-1 222 0,1-2 0 0,1 2 45 15,0 0-45-15,1-2 0 0,0 0 256 0,-1 2-256 0,-2 0 0 16,1 0 256-16,-2 0-256 0,2 2 0 0,-1 0 256 16,-1 1-256-16,0 0 0 0,1 1 256 0,-2-2-256 15,-1-1 0-15,1 4-256 0,-2 0 256 0,1 0 0 0,0-1-256 16,-1 1 256-16,1 0 0 0,-2 1-256 0,1-1 256 0,-2 1 0 15,1 1-256-15,0 2 256 0,0-1 0 0,0 1-256 16,-2 0 256-16,1-3 0 0,0 2-180 0,-2 0 180 0,1-1 0 0,0 3 256 16,-2-1-256-16,1 0 0 0,0 0-1412 15,2 1 1412-15,-1 1 0 0</inkml:trace>
  <inkml:trace contextRef="#ctx0" brushRef="#br0" timeOffset="48866.471">13878 13470 1024 0,'0'0'0'16,"0"0"0"-16,0 0 0 0,0 0 0 0,0 0 0 0,0 0 0 0,0 0 0 0</inkml:trace>
  <inkml:trace contextRef="#ctx0" brushRef="#br0" timeOffset="52366.708">13387 14418 1024 0,'0'0'0'0,"0"0"0"0,0 0 0 0,0 0 0 0,0 0 256 0,0 0-256 0,0 0 0 0,-6-2 256 15,-4 2-256-15,-2-1 0 0,7 0 256 0,2-2-256 0,2 0 0 16,-3 2 256 0,1-1-256-16,0 2 0 0,-1-2 256 0,2 2-256 0,-1-1 0 0,0 1 256 0,2-2-256 0,-1 1 0 0,0 0 256 31,0 0-256-31,0 0 0 0,0-1-256 0,2 1 256 0,-2 1 0 0,1-2-256 15,0 2 256-15,0 2 0 0,-1-2-256 16,4 0 256-16,-2 0 0 0,0 0 187 0,0 0-187 0,0 0 0 16,0 0 256-16,2 0-256 0,-1 0 0 0,1 0 256 0,-1 0-256 0,0 0 0 0,1 0 256 15,1 0-256-15,1 3 0 0,0-2 139 16,0 1-139-16,3 1 0 0,-1-2-256 0,-1 2 256 0,0-1 0 0,1 0-256 16,1 0 256-16,2 1 0 0,-2-2 77 15,3 3-77-15,1 0 0 0,-1-1 256 0,1 0-256 0,3 0 0 0,-2 0 256 16,0 0-256-16,4 1 0 0,-2 0 256 0,3 0-256 15,3 0 0-15,-3-1 65 0,2 0-65 0,1-2 0 0,0 1-256 16,0 0 256-16,2 0 0 0,0 0-226 0,2 0 226 0,1 0 0 0,-1 1 54 16,-2-2-54-16,0 2 0 0,0-1 97 15,1 0-97-15,0 0 0 0,1 0 160 0,2-1-160 0,3-1 0 0,-3 1 192 16,1-1-192-16,2-1 0 0,-2 2 68 0,1-1-68 16,1 2 0-16,-2-2-91 0,1 0 91 0,0 0 0 0,-1 0-97 15,1-2 97-15,1 1 0 0,-2 1 115 0,2 0-115 16,2 0 0-16,-1 1 128 0,1-1-128 0,3 2 0 0,-1-2-11 15,0 2 11-15,1 0 0 0,-1-2-135 0,1 1 135 0,3 0 0 16,-2 1-23-16,1-1 23 0,3 2 0 16,-2 0 256-16,3-3-256 0,3 1 0 0,-3 0-256 15,1 1 256-15,3 1 0 0,-3-2-256 0,2 1 256 0,2-2 0 0,-4 1-109 16,-4 0 109-16,3 0 0 0,-1 0 212 0,-1-1-212 16,1 2 0-16,-1 0 241 0,-1-1-241 0,-2 0 0 0,1 0 230 15,2 0-230-15,2 0 0 0,-2 0-22 0,1 0 22 0,3 0 0 0,-3-1-256 16,-1 0 256-16,0 0 0 0,1 0-256 0,-1 0 256 15,1 0 0-15,-2 0-170 0,3 0 170 0,0 0 0 0,-2 0 90 16,-1-1-90-16,0 1 0 0,0 0 236 0,1 0-236 0,1 0 0 16,-2 0 204-16,0 0-204 0,-1 0 0 0,0 0 40 15,-1-3-40-15,0 0 0 0,-1 2-239 0,-2-1 239 16,2 2 0-16,1-2-256 0,2 1 256 0,2-2 0 0,-3 1-256 16,-1 1 256-16,0 0 0 0,1 1-90 0,-1-3 90 0,1 0 0 0,-1 3 96 15,2-3-96-15,1 0 0 0,-3 0 19 16,0 1-19-16,-1-2 0 0,-1 1-52 0,-1 2 52 0,-1-2 0 0,1 1-143 15,-1-1 143-15,1-1 0 0,0 1-88 16,-1 0 88-16,0 0 0 0,0 0 21 0,1 0-21 0,1-1 0 0,-2 0 184 16,2 2-184-16,1-2 0 0,-3 2 154 0,-2-1-154 15,-1-1 0-15,1 0 1 0,-1 2-1 0,3-2 0 0,-3 2-235 16,-1-2 235-16,0 1 0 0,0-1-256 0,-1 0 256 0,-1 0 0 0,1-1-219 16,0 3 219-16,1-2 0 0,-4 1-6 0,-1-1 6 0,-1-2 0 0,0 2 75 15,-2 0-75-15,0 0 0 0,1 0 166 16,-3 0-166-16,2-1 0 0,-1 2 131 0,0 0-131 0,1 0 0 0,-2 0 19 15,0-1-19-15,-2-2 0 0,1 2-64 16,-2 0 64-16,0-1 0 0,-2 2-89 0,5-3 89 16,-2 0 0-16,-2 0 4 0,-1 0-4 0,-3-1 0 0,3 1-50 15,-2-1 50-15,0 1 0 0,-1-1 12 16,-1 0-12-16,-3-2 0 0,0 2 34 0,-1-1-34 0,0-1 0 0,0 0-28 0,0 0 28 16,-2-1 0-16,-1 0 5 15,-2-1-5-15,-2 0 0 0,1 0 42 0,1 1-42 0,0-1 0 16,-2 0 186-16,-1-1-186 0,-1 0 0 0,-1 1 93 0,0-3-93 0,-4 1 0 0,3 1-38 15,-1-2 38-15,-4-1 0 0,3 1-118 16,-1 1 118-16,-2-1 0 0,2 1-94 0,0-2 94 0,-1-1 0 0,-2 2-117 16,2 2 117-16,-5 0 0 0,3 0-80 0,-2-2 80 0,-1-1 0 0,0 2 36 15,1-1-36-15,-4 1 0 16,3-2 155-16,-2 2-155 0,-2-1 0 0,3 1 184 16,-3 1-184-16,0-1 0 0,1 1 47 0,1-1-47 0,0 0 0 0,-1 1-45 15,-1 0 45-15,0 2 0 0,-1-1-76 0,-2 0 76 0,0 1 0 0,1-1-49 16,-1 1 49-16,-1-1 0 0,2 2 9 0,0-3-9 0,0 1 0 0,1 3 36 15,-3-1-36-15,0 1 0 0,0 1 38 16,-1 0-38-16,-1 0 0 0,0 1 24 16,2-2-24-16,-1-1 0 0,0 3 16 0,-1-2-16 0,-2 1 0 0,1 0-7 0,-1 3 7 0,-1-1 0 0,1 0 62 15,1 0-62 1,0-1 0-16,0 1 87 0,0 1-87 0,-1 1 0 0,2-1 174 0,0 1-174 0,0 0 0 0,-1-1 141 16,2 1-141-16,-1 0 0 0,2 1 113 0,-3 0-113 0,-1 0 0 15,2-1 10 1,-1 2-10-16,-1-1 0 0,2 1-14 0,-2-1 14 0,1-1 0 0,0 0-4 0,-2 3 4 0,-1-1 0 0,2 1 118 31,1 0-118-31,1 0 0 0,-2 0 256 0,-3-1-256 0,-2-1 0 0,2 2 42 0,1 0-42 0,-2 0 0 16,0 0 19-16,-1-1-19 0,-2-1 0 15,3 1-40-15,0 1 40 0,1-2 0 0,0 1-74 16,-1 0 74-16,-1 0 0 0,1 0-46 0,1 1 46 0,-1-2 0 0,2 1 0 16,0 1 0-1,2 1 0-15,-1-1 24 0,1 0-24 0,1 0 0 0,-1-1 32 0,-1 0-32 0,-3 0 0 0,3 0 68 16,1 0-68-16,0 0 0 0,-1 0 44 15,-1 1-44-15,-2 1 0 0,2-2 36 0,2-1-36 16,-1 1 0-16,0 0-22 0,-1 1 22 0,-1-2 0 0,1 2-20 0,1-1 20 0,-1-1 0 0,0 2-18 0,-1-1 18 16,-2-1 0-16,3 1-18 15,1 0 18-15,0 0 0 0,0 0-25 0,-2 1 25 0,0-2 0 0,1 2-45 16,-2-2 45-16,0 1 0 0,1 0-41 0,0 0 41 16,-1 0 0-16,1 0-48 15,1-1 48-15,0 2 0 0,0-1-16 0,-2 0 16 0,-1-1 0 0,2 1 16 16,1-2-16-16,1 1 0 0,-1 0 69 0,-1 1-69 0,-3 0 0 15,3 1 46-15,1-1-46 0,0 0 0 0,0 0-46 16,-1-1 46-16,-1 2 0 0,1-1-88 0,1 0 88 0,-1-1 0 0,0 2-130 16,1 0 130-16,1 0 0 0,0 0-118 15,0 0 118-15,1 0 0 0,-1 1-100 0,1 0 100 0,-1 1 0 0,2-2-47 16,1 3 47-16,0-1 0 0,0 0 34 0,0-1-34 16,1 1 0-16,-1-1 98 0,2 1-98 0,0 0 0 0,0 0 50 15,-2 0-50-15,0 1 0 0,2-1-50 0,-1-1 50 0,-1 2 0 0,1-1-93 16,1 2 93-16,1 0 0 0,-2-2-117 15,2 1 117-15,-1-2 0 0,0 1-77 0,2 1 77 0,-2 1 0 0,1-1-54 16,-1 2 54-16,0 1 0 0,1-4-11 0,0 2 11 0,3-2 0 0,-2 1 256 16,-1 0-256-16,-1 2 0 0,2-2 256 15,0 0-256-15,-1-1 0 0,0 2-256 16,2 0 256-16,0 1 0 0,1-1-256 0,2 0 256 0,-1 0 0 0,1 2-121 16,-1-3 121-16,-1 1 0 0,2 1-39 15,0 0 39-15,1 2 0 0,-1-1-26 0,4-2 26 0,-1 1 0 0,0 0-53 16,1 0 53-16,0-2 0 0,0 1-58 15,1 1 58-15,1 1 0 0,1-1-50 0,1 0 50 0,0 1 0 0,0 0-29 16,1-1 29-16,-1 4 0 0,1-4 50 0,1 1-50 16,1-2 0-16,-1 2 60 0,-1-1-60 0,0 0 0 0,2 0 40 15,0 0-40-15,2 1 0 0,-1-1-256 0,0 1 256 0,0-2 0 0,-1 2-256 16,1 1 256-16,0 0 0 0,0 0-256 16,2-2 256-16,-1 1 0 0,-1 0-256 0,0 0 256 0,-1 1 0 0,2 0-256 0,1 0 256 15,1 1 0-15,-2-1-45 0,1 1 45 0,0 0 0 0,1 0 5 16,-2-2-5-16,0 2 0 0,1-1-14 15,0-1 14-15,2 0 0 0,-1 0-32 0,2 1 32 0,-1-1 0 0,0 0-37 16,-1 1 37-16,2 2 0 0,-1-3-36 0,1 1 36 0,0 2 0 0,-1-2-14 16,2 2 14-16,-1 0 0 0,0 0-22 15,2-1 22-15,-1 0 0 0,2 0-1 0,0 0 1 16,1 2 0-16,0-2-15 0,-2-1 15 0,1 0 0 0,0-1-6 0,0 2 6 0,0 1 0 0,0-4-27 16,2 2 27-16,0-1 0 15,-1 1-9-15,1 0 9 0,1 1 0 0,-1 0-41 0,1-1 41 0,2 1 0 0,-2-2 256 16,0 0-256-16,0 0 0 0,0 1 256 15,1 0-256-15,2 0 0 0,-3 1 256 0,2 1-256 0,0 1 0 0,1-3 256 16,-1 1-256-16,3-1 0 0,-2-1 256 16,2 0-256-16,0 0 0 0,-1 1 256 0,1 0-256 0,-1 1 0 0,0-1 256 0,2 0-256 0,0-2 0 15,-1 2 43 1,2-1-43-16,2 0 0 0,-1 0 59 0,0 3-59 0,1-2 0 0,0 0 134 16,0 1-134-16,2 1 0 0,-2-4 135 15,2 1-135-15,0 0 0 0,0 0 142 0,-2-2-142 0,1 2 0 0,-1 0 3 16,3 0-3-16,-1 1 0 0,1-1-92 15,-3-2 92-15,2-2 0 0,-2 3-86 0,3-1 86 0,-1 0 0 0,0 0 63 16,-2-1-63-16,0 1 0 0,0-1 215 0,2 0-215 0,0 0 0 0,0 0 256 16,-2 1-256-16,2 0 0 0,-1 1 256 0,0-2-256 0,-3 0 0 0,4-1 7 15,-2 0-7-15,1 0 0 0,-1-1 0 16,0 0 0-16,-1 3 0 0,0-3 0 0,0 0 0 0,-2-1 0 0,2 1 0 16,-2 0 0-16,0 2 0 0,1-3 0 0,-2 1 0 0,-1 0 0 0,2 0 0 15,-3 0 0-15,1 1 0 0,1-2 0 16,-2 0 0-16,0 0 0 0,0 0 0 15,0 1 0-15,-2 1 0 0,1-1 0 0,0-1 0 0,0-1 0 0,0 1 0 16,-2 0 0-16,-1 0 0 0,1 1 0 16,0-1 0-16,0 2 0 0,0-1 0 0,-2-1 0 0,-1-1 0 0,1 1-134 15,-2 0 134-15,1 0 0 0,0 0-256 0,-2 0 256 16,1 0 0-16,0 0-256 0,-2 0 256 0,1 0 0 0,0 0-256 16,0 0 256-16,0 0 0 0,0 0-256 0,-2 0 256 0,1 0 0 15,0 0-256-15,-1 0 256 0,-1 0 0 0,1 0-256 16,-1 0 256-16,-2 0 0 0,4 0-1401 0,1 0 1401 0,1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7T08:21:12.1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13877 1806 0,'0'0'0,"0"0"0,0 0 15,0 0-15,0 0 16,0 0-16,0 0 15,0 0 1,0 0-16,0 0 0,0 0 0,0 0 0,0 0 0,0 0 0,0 0 16,8 20-16,-1-2 0,2 1 0,-9-19 0,4 12 0,1-1 15,-1 1-15,2 7 0,-1 1 0,0 0 16,-5-20-16,2 11 16,0-2-16,1 2 0,-2 10 0,1 0 15,-1 0-15,-1-21 16,2 24-16,-2 0 0,0 1 0,0-25 0,0 13 0,0 0 15,0-1-15,0-12 16,1 21-16,0 1 0,0-1 16,-1-21-16,2 11 0,-2 1 0,0-2 0,-3 8 15,1-1-15,-1 0 0,3-17 0,-1 9 16,-1 0-16,1 0 0,-1-5 0,2-2 0,0 2 0</inkml:trace>
  <inkml:trace contextRef="#ctx0" brushRef="#br0" timeOffset="473.942">14232 1769 0,'0'0'0,"0"0"0,0 0 0,0 0 0,0 0 15,0 0 1,0 0-16,0 0 15,0 0-15,0 0 0,0 0 0,-20 21 0,1-1 0,0 2 16,19-22-16,-17 18 0,-1 1 16,0 0-16,2-4 0,0 2 15,-1-1-15,2-3 0,0 1 0,-1-2 16,16-12-16,-14 9 0,0 1 0,0-1 16,3-1-16,0 0 0,1 0 15,2-2-15,1 1 0,-1-1 0,3-1 0,0-2 16,0 0-16,5-3 0,-3 3 0,2-2 0,-1 1 15,2-1-15,0 1 0,0-1 0,2 1 0,1-2 0,-1 2 0,-2-2 0,6 2 16,0 0-16,-1 1 0,0 0 0,1 0 0,0-1 16,2 2-16,0 0 0,1 1 0,-9-5 0,10 6 0,0-2 0,-1 2 15,-1-2-15,-1 1 0,0 0 0,4 1 0,1-2 0,0 1 16,-12-5-16,11 9 0,-1-3 0,0 2 0,0 0 16,0 0-16,0 0 0,1-1 0,-3 0 0,0 0 0,-8-7 15,11 5-15,-3 0 0,0 0 0,0 1 0,-2-2 16,0 1-16,0-1 0,-1 0 0,-1 1 0,-4-5 0,4 2 15,-2-1-15,1 2 0,-1-3 16,-1 0-16,2 0 0,-1-5 0,-1 1 0,-1 1 16,3-6-16,-1 0 0,-1 1 0</inkml:trace>
  <inkml:trace contextRef="#ctx0" brushRef="#br0" timeOffset="722.888">14392 1839 0,'0'0'0,"0"0"0,0 0 15,0 0-15,30 35 16,-5 3 0,-13-3-16,-4-3 15,-8-32-15,0 0 0,0 0 0,0 0 0,3 12 16,-2 0-16,1 0 0,-1-2 15,0 3-15,0-3 0,-2 2 0,1-3 16,0 2-16,0-11 0,-1 9 0,1 1 16,-1-3-16,-1 1 0,2 1 0,-1-3 0,-4-3 0,0 0 15,1-2-15,-2-2 0,2 0 0,-1-1 0</inkml:trace>
  <inkml:trace contextRef="#ctx0" brushRef="#br0" timeOffset="1237.62">14387 1905 0,'0'0'0,"0"0"0,0 0 0,-5-42 16,6 2-1,7 12-15,-8 28 16,19-29-16,-6 11 16,-13 18-1,0 0-15,5-1 0,0-2 0,0 1 16,-5 2-16,6-2 0,0 1 0,0-1 0,2 3 0,-2-1 0,0 0 15,2 4-15,-2 1 0,0-1 0,2 2 0,-2-2 0,0 1 16,-1 4-16,-1-1 0,0-1 0,-4-7 0,1 10 0,0 1 16,-1-2-16,0 2 0,-1-2 15,0 1-15,-3-1 0,1 1 0,1-2 0,-4 1 0,2 0 16,-1 1-16,5-10 0,-5 8 0,0-2 0,1 1 0,0-2 16,1-1-16,0 1 0,1-3 0,0 0 15,0-1-15,0 1 0,0 0 0,-1-1 0,3 1 0,0-2 0,0 0 0,0 0 16,2 1-16,-1-1 0,1 0 0,4-1 15,-2 1-15,-1-2 0,5 1 0,-2 1 16,1-2-16,1 2 0,-1 0 0,0 0 0,-7 0 0,8 0 16,0 0-16,0 0 0,-3-1 15,0 1-15,-1 0 0,6 3 0,-2 0 0,1-1 0,-1 2 16,-1 1-16,2-1 0,-5 2 0,-1-1 16,0 1-16,1 0 0,-2 0 0,0-1 0,0 3 0,-2 0 0,0-1 0,-3 3 0,1 0 15,-1-1-15,3-9 0,-5 10 0,1-1 0,-2 0 0,-4 0 0,0 0 16,0-3-16,-1 2 0,1-1 0,0 1 15,10-8-15,-14 7 0,2-1 0,-1 0 0,2 2 0,-1-1 0,0 0 0,1-1 16,2 0-16,-1 1 0,10-7 16,-10 5-16,-1 0 0,2-1 15,0-1-15,0-1 0,0 1 0,0-4 0,3 0 16,-1 1-16</inkml:trace>
  <inkml:trace contextRef="#ctx0" brushRef="#br0" timeOffset="1677.658">13950 2537 0,'0'0'0,"0"0"0,0 0 15,38-16-15,12-2 16,5-5-16,5-1 16,8-2-1,-68 26-15,0 0 0,0 0 16,26-9-16,-2 1 0,0-3 0,2 3 0,-1-2 15,0 1-15,1-1 0,0 1 0,-1-2 0,-1 4 0,-1-1 16,1 2-16,-24 6 0,21-9 0,0 2 0,0 0 0,-2 2 16,0 0-16,-1 0 0,-2 2 0,-1 1 0,0-1 15,-15 3-15,14-2 0,-1-1 0,0 0 0,-2 1 16,-2 1-16,1 0 0,-2-1 0,-1 2 0,0 0 16,-7 0-16,6-2 0,-1 1 0,0-1 0,0 1 0,-1 1 0,0 0 15,-2 3-15,-2-1 0,1 0 0,-3 0 16,1-1-16,0 0 0,1-1 0,-4 4 0,0-1 0,0-1 15,-5 1-15,0-2 0,1 1 0</inkml:trace>
  <inkml:trace contextRef="#ctx0" brushRef="#br0" timeOffset="7388.972">2982 2462 0,'0'0'0,"40"8"16,-16-4-16,29 1 15,-24-2-15,44-5 16,-1-4 0,-72 6-16,0 0 0,0 0 0,24-3 0,1 2 15,-3-1-15,-22 2 0,26-3 0,-2 3 0,0-2 0,-24 2 16,26-1-16,0 0 0,-1 0 0,3 0 0,0 0 16,0-1-16,-28 2 0,32-1 0,-1-1 0,1 1 15,-32 1-15,42-2 0,-1 0 0,1 0 0,6 0 16,-2 1-16,0-1 0,4 2 0,1-2 0,-2 1 15,-49 1-15,59-2 0,0 0 0,-1 0 0,6 0 0,0 0 0,0 0 16,-10-1-16,-1-1 0,-1 2 16,-52 2-16,39-3 0,1 0 0,0 0 0,-3 0 15,-2 1-15,0-1 0,3 2 0,0-2 16,-3 1-16,-35 2 0,38-3 16,-2 1-16,2-1 0,5 0 0,0 1 0,-2-1 0,6 0 0,-1 0 15,1 1-15,-47 2 0,44-3 16,0 2-16,1-1 0,2 1 0,-1-1 15,-1 2-15,-45 0 0,48-2 0,0 0 0,-1 1 0,8-1 0,-1 0 0,0 0 0,3 0 0,2 2 0,-3-3 0,-56 3 0,55-1 16,-3 0-16,1 0 16,-7-1-16,0 0 0,0 1 0,-46 1 0,42-3 0,-2 2 0,0-1 0,-5 0 15,-2 0-15,1 0 0,-7 1 0,0-1 16,0 0-16,-27 2 0,24-1 0,0-1 0,0 1 0,-11 0 16,-3 1-16,2 0 15,-12 0-15,17 0 0,1 0 0,1 0 0,-11 0 0,2 0 0,-1 1 0,5 0 0,-2 1 16,1-1-16,-13-1 15,7 1-15,0 0 0,-1-1 16,-9 0-16,1-1 0,1 1 0,1 0 0,-3-1 16,1 1-16,1-1 0,0 0 0,0 1 0,1 0 15,9-5-15,-1 0 0,-1 0 0,-7 5 0,7-3 16,-2 0-16,-1 0 0,5 5 0,1-2 0,-1 0 16,-9 0-16,4 0 0,2 0 0,-2 1 0,-2-1 0,0 0 0,-1 0 0,0 0 0,0 0 0,0 0 15</inkml:trace>
  <inkml:trace contextRef="#ctx0" brushRef="#br0" timeOffset="17930.208">3938 3760 0,'0'0'15,"0"0"-15,0 0 0,0 0 0,0 0 16,0 0-16,0 0 15,0 0-15,0 0 0,0 0 16,0 0-16,0 0 0,0 0 0,0 0 16,0 0-16,0 0 0,0 0 0,0 0 0,18-4 15,2 0-15,-1-1 0,-10 2 0,3 0 0,-1 2 16,-11 1-16,18-3 0,1 0 0,-3 2 16,-5-1-16,-2 0 0,0 1 15,-9 1-15,14-2 0,-2 0 0,0 0 16,-5 1-16,0-1 0,0 1 0,-7 1 0,3 0 0,-2 0 0,2 0 0,-1-2 15,-1 2-15,-1 0 0,0 0 0,10-2 0,-2 0 0,2 0 0,-3 0 16,-1 1-16,0-1 0,-3 2 0,-2-1 0,0 1 0,-1 0 0,1 0 16,0 0-16,0 0 0,-1 0 0,0 0 0,0 0 15,0 0-15,0 0 0,0 0 0,0 0 0,0 0 16,0 0-16,0 0 0,0 0 0,0 0 0,0 0 0,0 0 16,0 0-16,0 0 0,0 0 0,0 0 15,0 0-15,2 4 0,-2 2 0,1-1 0,-1-2 0,0 1 0,0-1 16,0 6-16,-1-1 0,1 1 15,0-9-15,-2 5 0,2 0 0,0 0 0,0-5 0,-3 14 16,2-1-16,1 0 0,-1-6 16,1 0-16,-2 2 0,2-9 0,4 15 0,-1 0 15,0 0-15,1-6 0,-3 0 0,1-1 0,-2-8 0,4 16 0,-1-1 16,0 0-16,-3-15 0,1 9 0,1-1 0,-1-1 16,-1 12-16,0-1 0,0 1 0,0-19 0,-1 10 15,1 1-15,0-2 0,0-9 0,1 17 0,-1 0 0,2 1 16,-2-10-16,0 2 0,0-1 0,0-9 0,1 4 15,-1-2-15,0 2 0</inkml:trace>
  <inkml:trace contextRef="#ctx0" brushRef="#br0" timeOffset="47676.186">4658 3565 0,'0'0'0,"0"0"0,0 0 0,0 0 0,0 0 15,0 0-15,0 0 16,0 0-16,0 0 0,0 0 16,0 0-16,0 0 0,0 0 0,0 0 0,0 0 15,-2 27-15,2 0 0,0-1 0,0-26 16,-1 26-16,0 1 0,0-1 0,1-26 0,0 13 15,0-1-15,0 0 0,5 13 0,-1 0 0,0-1 0,-4-24 0,3 13 0,-1-1 16,1 1-16,-3-13 0,3 24 0,-1-1 0,0 0 0,-2-23 0,4 13 16,-4-1-16,1 1 15,0 4-15,0-2 0,1 0 0,-2-15 0,1 9 16,-1-1-16,2-1 0,-2-7 0,0 3 0,0 0 16,0 0-16,-5-1 0,-1-1 0,2 0 0,4-1 0,-4 1 15,2-1-15,0 0 0,2 0 0,-1-11 0,1 1 16,-2 1-16,2 1 0,0 3 0,0-1 15,0 6-15,3-20 0,0 0 0,0 0 0,-2 7 0,1 2 0,-1 0 16,-1 11-16,6-24 0,-2 0 0,0 1 16,-4 23-16,4-25 0,-1-1 0,0 1 15,-1 13-15,1-1 0,-2 3 16,-1 10-16,-1-24 0,1 2 0,0 0 0,0 22 0,0-12 16,0 0-16,0-1 0,1-4 0,0-1 0,0 1 0,-1 17 0,1-9 15,0 0-15,0 0 0,-1 9 0,4-11 0,1 1 0,-1-1 0,1 6 16,-4 1-16,1-3 0,-2 7 15,3-2-15,-3-1 0,2 2 0,-2 1 0,8 4 0,1 0 0,-1-1 16,-1 0-16,-2-1 0,-1 1 0,-4-3 0,10 15 16,0-1-16,-1 0 0,-9-14 0,6 9 0,-2-1 15,2 2-15,2 7 0,1 2 0,0-1 0,-9-18 16,4 11-16,1-1 0,-1-1 0,-4-9 0,11 17 0,-5-1 16,3 0-16,-9-16 0,4 9 0,1 0 0,-2-1 0,0 3 15,0 1-15,0-2 0,-3-10 0,3 6 16,-1-1-16,-2 1 0,1-3 0,-1-1 0,1 0 0,-1-2 15,0 1-15,0 0 0,0-1 0,0 0 16,5-8-16,-3 1 0,1-1 0,0 4 16,-2-1-16,1 1 0,-1 1 0,-1 3 0,2-3 0,-2 3 0,5-26 15,0-1-15,-1 1 0,-4 26 0,4-16 0,-2 0 16,1 3-16,4-9 0,0 1 0,-1 1 0,-6 20 0,6-11 16,-3 1-16,1-1 0,-4 11 0,7-15 15,0 3-15,-1-1 0,-3 7 0,1 0 0,-2-1 0,-2 7 16,3-3-16,-3 1 0,2 0 0,1 0 15,-1 1-15,0-1 0,-2 2 0,2 0 16,-1 0-16,1 0 0,0 9 0,1 1 0,-1 0 0,-2-10 16,1 7-16,1-1 0,0-1 0,1 16 0,0 1 0,0-2 15,-3-20-15,1 13 0,1-2 0,-1 2 0,-1-13 0,3 25 16,-2-1-16,-1 0 0,1-11 0,-1 0 0,0 0 16,0-13-16,7 22 0,-3 0 0,1 0 0,-5-22 15,4 13-15,-1-1 0,0-1 0,-3-11 16,-1 14-16,0-1 0,0 0 0,1-4 0,-1-3 15,1 1-15</inkml:trace>
  <inkml:trace contextRef="#ctx0" brushRef="#br0" timeOffset="48057.67">5231 3809 0,'0'0'0,"0"0"16,0 0-16,0 0 15,-9 40 1,1-16-16,3 8 0,3-14 16,2-18-16,0 0 15,0 0-15,-1 2 0,1 0 0,0 0 0,0-2 16,7 6-16,-1-2 0,0 1 0,-6-5 16,5 4-16,-2-2 0,1 1 0,7-6 0,-1 2 15,2 0-15,-12 1 0,6-1 0,0 0 0,0-1 16,-6 2-16,10-7 0,1-1 0,-1 1 0,-10 7 15,5-5-15,0 1 0,1 1 0,1-14 0,-2 0 16,1 1-16,-2 6 0,-1 1 0,0 1 0,-3 8 0,-3-14 0,2 2 0,-1-1 16,2 13-16,-2-6 0,0 0 0,0-1 0,2 7 15,-8-5-15,0 0 0,-1 1 0,3 1 0,1 2 0,-1-1 16,-6 7-16,0 0 0,-1 0 0,13-5 0,-7 4 0,0-1 0,0 0 16,7-3-16,-9 8 15,0-1-15,1 0 0,2-3 0,3 0 16,-2 0-16,3-2 0,0-1 0,1 1 15,-1-2-15,2 1 0,0-1 0</inkml:trace>
  <inkml:trace contextRef="#ctx0" brushRef="#br0" timeOffset="48399.433">5379 3787 0,'0'0'0,"0"0"0,0 0 0,0 0 0,50 0 15,-12 8-15,-10 6 16,-7 8-16,-21-22 16,0 0-16,6 9 0,-1-1 0,-1-1 0,-4-7 0,5 10 15,-1-1-15,-1 1 0,-1-1 16,0-1-16,0 1 0,0-1 0,-2 0 0,0 0 16,-2-1-16,2 0 0,-1-1 0,-1-1 15,2-1-15,0 0 0,0-4 0,0 3 0,0-2 16,0 1-16,-1-1 0,1 1 0,0-1 0,0-1 15,0 0-15,0 0 0,-1-1 0,1-1 0,0 0 0,0-1 16,-1 0-16,1 0 0,0 3 0,-3-7 0,3-1 0,-1 1 0,2-4 16,0 1-16,1-2 0,1 1 0,0 1 0,0-1 15,1 1-15,1-1 0,1 1 0,-6 10 0,6-12 0,-1 0 0,0 0 16,0 1-16,-1 2 0,0-1 16,1-2-16,0 3 0,-2-2 0,-3 11 0,3-12 15,1 1-15,-2 0 0,1-3 0,-1 1 0,-1 2 0</inkml:trace>
  <inkml:trace contextRef="#ctx0" brushRef="#br0" timeOffset="48643.702">5768 3489 0,'0'0'0,"0"0"0,0 0 0,0 0 16,18 36-1,-11 11-15,-5-2 0,7 3 31,-9-48-31,0 0 0,0 0 0,3 14 0,-3-1 0,1 0 0,-1 1 0,0 1 0,0 0 16,2 0-16,-1 0 0,0 0 0,2 1 16,0-2-16,-1 1 0,2 0 0,-3-2 0,0 1 15,-2-2-15,1 1 0,-1 0 0,1-13 0,-2 10 16,1 0-16,0 1 0,0-3 0,0-1 0,0-1 0,-1-4 16,0-1-16,0 1 0,0-4 0,1 2 0,1 0 15</inkml:trace>
  <inkml:trace contextRef="#ctx0" brushRef="#br0" timeOffset="48795.918">5711 3866 0,'0'0'0,"0"0"0,0 0 15,0 0 1,39-33-16,-1 9 16,2 0-1,-2 2-15,-38 22 0,0 0 0,7-5 0,1 2 16,0-2-16,-4 3 0,-1 0 0,0 0 15</inkml:trace>
  <inkml:trace contextRef="#ctx0" brushRef="#br0" timeOffset="49211.534">6099 3727 0,'0'0'0,"0"0"16,0 0-16,-26 39 15,26-39-15,-45 54 16,13-15-16,23-11 16,9-28-16,0 0 0,0 0 0,0 7 15,0 0-15,0 0 0,1-4 0,0 2 0,0-1 0,2 0 0,1 1 16,1-2-16,1 0 0,-2 0 0,1 0 0,-5-3 16,9-3-16,-1 2 0,-1-1 0,3-3 0,-2 0 15,-1 0-15,4-4 0,-3 3 0,1-2 0,-2 1 16,1 0-16,0-1 0,0-1 0,-2 2 15,0-2-15,-6 9 0,4-9 0,0 1 0,0 1 16,-1 1-16,-2 1 0,1-1 0,-2 3 0,1 0 0,0-1 16,0 2-16,-1 2 0,0-1 0,0 2 15,0-1-15,0 0 0,-2 3 0,2 0 16,0 0-16,-2 3 0,1-2 16,1 1-16,-4 1 0,2 0 0,0 0 0,-1 1 0,-1 1 0,2-2 0,0 0 0,2 1 0,-1 1 15,4-2-15,-2 0 0,0 1 0,4-4 0,-3 0 16,0 1-16,-2-4 0,5 1 0,-2 2 0,0-1 15,3-7-15,-1 2 0,0 0 0,-1-4 0,0 1 0,0-1 16,-4 7-16,3-11 0,-1 0 0,1 2 0,-3 9 16,5-13-16,-1 2 0,-1-1 0</inkml:trace>
  <inkml:trace contextRef="#ctx0" brushRef="#br0" timeOffset="49409.159">6280 3539 0,'0'0'0,"0"0"0,0 0 0,0 0 16,0 0-1,2 50-15,-2 9 16,-1 3-16,1-62 16,0 0-16,0 0 0,2 18 0,-1 0 0,-1-1 15,3-1-15,-3 1 0,2-1 0,-2 1 0,1-1 0,-1 2 0,0-18 16,3 15-16,-1 2 0,0-1 16,0-3-16,1 0 0,-2-1 0,-1-12 0,3 9 0,-3 0 0,1 0 15,1-5-15,0 1 0,0-1 0,0-5 16,0-1-16,1 2 0</inkml:trace>
  <inkml:trace contextRef="#ctx0" brushRef="#br0" timeOffset="49743.202">6645 3410 0,'0'0'0,"0"0"0,0 0 16,-25 56-1,1 3-15,-4 7 16,11 1 0,17-67-16,0 0 0,0 0 0,-1 20 0,-1 0 0,2-2 0,-2 6 15,1-3-15,0 1 0,1-22 0,2 20 16,0-1-16,1 0 0,5-1 15,-2-2-15,1 2 0,4-3 0,0 1 0,0-2 0,-11-14 16,15 15-16,-3-1 0,1-1 0,2-3 0,-1 0 0,-2-1 16,1-4-16,-2 0 0,0-2 15,-11-3-15,9-1 0,1 1 0,-1-1 16,-1-6-16,1 1 0,-1-2 0</inkml:trace>
  <inkml:trace contextRef="#ctx0" brushRef="#br0" timeOffset="50077.638">7053 3620 0,'0'0'0,"0"0"0,0 0 16,-43 0-16,3 10 16,9 6-16,12 0 15,19-16-15,0 0 0,0 6 16,0 0-16,0 0 0,0-6 0,23-11 0,-1 2 0,2 0 15,-11 2-15,1 1 0,0 0 0,-19 27 16,0 0-16,-2 0 0,9-3 0,0-1 0,0 0 0,5-6 0,-1 1 16,0 0-16,3-2 0,-2-1 0,0 2 0,-2-4 15,-1 1-15,1 0 0,-5-8 0,3 7 16,-1 0-16,0-1 0,-2 2 16,0-1-16,0 1 0,0-8 0,-4 7 0,0 1 0,0-1 0,-2-2 15,0 1-15,0-2 0,-3 1 0,0-1 0,0-1 0,9-3 16,-12 2-16,2-1 0,-1 1 0,-1-4 15,2 2-15,0-1 0,3-2 0,-2 1 0,2-2 0,2 0 16,1-1-16,-1 0 0,2 1 0,2 1 0,-1-1 16,2 2-16,-2 1 0,2-1 0</inkml:trace>
  <inkml:trace contextRef="#ctx0" brushRef="#br0" timeOffset="50411.99">7211 3718 0,'0'0'0,"0"0"0,0 0 0,0 43 16,-3-5-16,3-10 16,6-10-16,6 0 15,-12-18-15,0 0 0,0 0 0,0 0 16,5 5-16,-2-1 0,1 0 0,0-2 0,2-2 0,-1 3 16,-5-3-16,7 0 0,-1 0 0,1 0 0,0-3 15,-1 0-15,-2 0 0,2-1 0,-1-1 0,-1-1 16,-4 6-16,6-8 0,-1 0 0,0 0 0,0-1 15,0-2-15,-1 1 0,1 0 0,-2-1 16,0 0-16,-3 11 0,0-11 16,0 0-16,0 2 0,-3-2 0,-1 3 0,1-3 0,-5 6 15,1 2-15,-1-2 0,8 5 0,-7-2 0,0 2 0,0-1 0,-3 2 16,1-1-16,-1 2 0,1 0 0,0 1 0,2-1 16,-2 4-16,0 0 0,0-1 0,9-5 0,-7 4 0,-1 0 15,2 0-15,1-1 0,1-1 0,0 0 0,2-1 0,0 0 16,1-1-16</inkml:trace>
  <inkml:trace contextRef="#ctx0" brushRef="#br0" timeOffset="50660.838">7479 3662 0,'0'0'0,"0"0"0,0 0 16,-25 43-16,2-5 15,15-4-15,4-8 16,6-5-16,-2-21 16,0 0-16,0 0 0,4 7 0,-1 0 0,0 0 0,3 0 15,-2 0-15,0 0 0,-4-7 0,7 6 16,0 0-16,-1 1 0,2-2 0,1-2 0,-1-1 0,0 0 0,0-1 16,0 0-16,-8-1 0,7-3 0,1 0 0,-2 1 15,2-5-15,0 1 0,0 0 0,-8 6 16</inkml:trace>
  <inkml:trace contextRef="#ctx0" brushRef="#br0" timeOffset="51083.399">7591 3689 0,'0'0'0,"0"0"16,0 0-16,0 0 15,41-9-15,-6 17 0,-13 11 32,-5 5-32,-17-24 0,0 0 0,0 0 0,0 0 15,4 10-15,-2-1 0,-1 1 0,0 0 0,-1-1 16,0 1-16,1-1 0,-1 1 0,0-1 0,-1-2 0,0 0 15,0 1-15,-2-1 16,0 1-16,0-2 0,-1 1 0,2-2 0,-1 1 0,0-1 0,0-1 16,0 0-16,3-4 0,-3 2 0,2 0 15,-1-1-15,0-1 0,1 0 0,1 0 0,0 0 0,-2-5 0,1 1 16,-1-2-16,-2-3 0,2 1 16,0-1-16,0-3 0,1 2 0,0-1 0,1 11 15,2-13-15,0 0 0,-2 0 0,0 13 0,5-13 0,-1 0 0,0 0 16,1 0-16,2 1 0,-3 0 0,-4 12 0,0 0 15,0 0-15,7-12 0,-1 0 0,1 1 0,-1 5 0,-1 0 16,0-1-16,3 3 0,-1 0 0,1 0 16,-2 1-16,-2 2 0,1-1 0</inkml:trace>
  <inkml:trace contextRef="#ctx0" brushRef="#br0" timeOffset="51509.804">7981 3648 0,'0'0'0,"0"0"0,0 0 16,0 0-16,0 0 15,-38 31-15,1 9 16,11-3-16,26-37 16,0 0-16,0 0 0,-6 9 0,-1 1 15,1 0-15,6-10 0,-4 9 0,0 0 0,1 0 0,0-1 16,3-1-16,0 1 0,3-2 0,-2 1 0,1-1 15,-2-6-15,5 3 0,-1 2 0,1-1 0,2-5 16,-1 0-16,0 1 0,1-4 0,0 1 0,-1 0 16,-6 3-16,8-5 0,0-1 0,0 1 0,1-3 0,0-2 0,-1 2 15,-8 8-15,10-13 0,-2 2 0,0-1 16,2-1-16,-2-1 0,1 2 0,-3 1 16,0 1-16,0-1 0,-6 11 0,5-7 0,-2 0 0,0-1 0,-1 5 15,0 0-15,1 0 0,-3 3 0,0-1 16,1 1-16,0 0 0,0 2 0,-1 1 0,0-1 0,0-2 15,-2 9-15,1 1 0,-1-1 0,0 1 16,1 0-16,0 0 0,1-10 0,-2 14 0,1-2 0,1 1 0,-2-2 0,1-1 16,0 1-16,1-11 0,0 10 0,0 1 0,0-2 0,1-3 0,-1 1 15,0 0-15,0-7 0,3 1 0,0 2 16,-1-2-16,4-6 0,-1 0 0,1 0 16,-1-6-16,-1 0 0,1 1 0,-2 2 0,-1 0 15,2 0-15</inkml:trace>
  <inkml:trace contextRef="#ctx0" brushRef="#br0" timeOffset="51728.823">8135 3469 0,'0'0'0,"0"0"0,0 0 16,11 41-16,-3-1 16,-7 5-16,-2 5 15,0 3-15,1-53 0,0 0 16,0 0-16,0 0 0,1 16 0,-1-1 0,0 2 0,-1-2 15,-1 0-15,1 0 0,1-1 0,0-1 0,0 0 16,0-13-16,-2 12 0,1-1 0,1 0 0,0-11 0,-1 7 16,0-1-16,0 0 0,0-5 0,1 1 0,0-2 15,0 0-15,0 0 0,0 0 0</inkml:trace>
  <inkml:trace contextRef="#ctx0" brushRef="#br0" timeOffset="51877.592">8081 3721 0,'0'0'0,"0"0"0,0 0 0,51-13 16,2 2-1,-10 0-15,2-1 16,-4-6-16,-41 18 0,0 0 0,0 0 16</inkml:trace>
  <inkml:trace contextRef="#ctx0" brushRef="#br0" timeOffset="52200.382">8382 3721 0,'0'0'16,"0"0"-16,0 0 0,0 0 0,0 0 15,0 0-15,0 0 16,41-17 0,-41 17-16,0 0 0,0 0 0,12-6 0,-3-1 15,2 1-15,-7 0 0,1 1 0,-1 0 0,-4 5 16,0-5-16,0-1 0,0 1 0,-3 1 0,1 1 15,1 0-15,1 3 0,-4 1 0,0 0 0,1 0 0,-5 3 0,0 0 16,1 0-16,-3 4 0,2-2 0,-1 1 16,0 3-16,1 0 0,-1-1 0,9-9 0,-8 10 0,1 0 15,0-1-15,1 1 0,1 0 0,-1-1 16,6-9-16,-1 10 0,-1-1 0,0 1 0,6 0 0,-1 0 16,0-1-16,-3-9 0,5 9 0,0-1 0,1 1 0,4-5 0,0-1 15,0 0-15,7-6 0,-3 1 0,2 1 16,-16 1-16,18-8 0,-2 2 0,2-1 15,0-4-15,0 3 0,-2-1 0,-5 1 16,0 2-16,0 0 0</inkml:trace>
  <inkml:trace contextRef="#ctx0" brushRef="#br0" timeOffset="52448.817">8715 3608 0,'0'0'16,"0"0"-16,0 0 0,0 0 0,-47 12 15,6 6-15,19-3 16,13 1-16,9-16 0,0 0 15,0 0-15,1 6 0,-1 2 16,1-2-16,-1-6 0,5 6 0,0 1 0,0-2 16,3 4-16,0-1 0,0-1 0,2 3 0,-1-2 0,1 1 15,-10-9-15,11 12 0,-1-3 0,0 1 0,-2-2 0,-1 0 16,0-1-16,-7-7 0,3 7 0,0-2 0,1 1 16,-2-1-16,-2 0 0,0 0 0,-3-2 0,1 1 15,0-1-15,-3-1 0,0-2 0,1 0 0,-4-2 16,2 1-16,0 1 0,6 0 0,-7-6 0,0 0 15,1 0-15,1-3 0,0 1 0,0 0 0,1 2 16,2 0-16,0 1 0</inkml:trace>
  <inkml:trace contextRef="#ctx0" brushRef="#br0" timeOffset="52662.782">8850 3361 0,'49'30'0,"19"23"0,3 4 16,-23 14 0,-22 5-16,-31 9 15,-25 17 1,-32 13-16,62-115 0,0 0 0,0 0 0,-31 42 16,0 0-16,1-1 0,-17 6 15,2 0-15,-1-1 0,46-46 0,-54 54 0,-1-1 16,1 1-16</inkml:trace>
  <inkml:trace contextRef="#ctx0" brushRef="#br0" timeOffset="63108.583">10433 3705 0,'0'0'0,"0"0"0,0 0 0,0 0 0,0 0 16,0 0-1,0 0-15,0 0 0,0 0 16,0 0-16,0 0 0,-13-5 0,0 0 0,1 1 0,4 1 16,0 1-16,1-1 0,4 1 0,-1 1 15,1 1-15,2-1 0,0 1 0,0 0 0,1 0 0</inkml:trace>
  <inkml:trace contextRef="#ctx0" brushRef="#br0" timeOffset="63410.516">10365 3589 0,'0'0'0,"0"0"0,0 0 16,0 0-16,0 0 16,0 0-16,0 0 15,0 0-15,0 0 0,0 0 16,0 0-16,0 0 0,0 0 0,0 0 0,0 0 16,0 0-16,-12 2 0,-1-2 0,1 0 0,4 1 0,1-1 15,0 1-15,3-1 0,2 0 0,0 0 16</inkml:trace>
  <inkml:trace contextRef="#ctx0" brushRef="#br0" timeOffset="64229.557">10233 3578 0,'0'0'0,"0"0"0,0 0 0,0 0 16,0 0 0,0 0-16,0 0 15,0 0-15,0 0 0,0 0 16,0 0-16,0 0 0,0 0 0,0 0 0,0 0 15,0 0-15,0 0 0,0 0 0,-1-7 0,1 1 0,-1 1 0,1-1 16,0 3-16,0-3 0,0 6 0,0-2 16,0 0-16,0 1 0,1 0 15,-1 1-15,0-1 0,0 1 0,1 1 0,0-1 0,0 0 0,1 0 0,-1 0 0,1 0 16,-2 0-16,2-1 16,-1 0-16,0 0 0,-1 1 0,0-1 0,0 1 0,0-2 15,0 2-15,0 0 0,0 0 0,0 0 0,0 0 0,0 0 16,0 0-16,0-1 0,0 1 0,0 0 0,0 0 15,0-1-15,0 1 0,0 0 0,0 0 0,1-1 16,-1 1-16,0 0 0,1 0 0,-1-1 0,0 0 0,0 1 0,0-1 16,0 1-16,0 0 0,0 0 15,0 0-15,0-2 0,0 2 0,-1-1 0,1 1 0,0 0 16,0 0-16,1 0 0,-1 0 0,0 0 0,0 0 0,-2-2 16,1 1-16,0 1 0,0-2 0,-1 1 15,1-1-15,1 2 0,-2 0 0,1-1 16,1 1-16,0 0 0,-1 0 0,0 0 0,0-2 15,1 2-15,0 0 0,0 0 0,0 0 0,0 0 16,0 0-16,0 0 0,0 0 0,-1 0 0,1 0 16,0 0-16,3 2 0,-2 0 0,1 0 0,-2-2 15,1 2-15,1-1 0,-1 2 0,1-1 0,-1-1 0,-1 1 0,0-2 0,1 1 16,0 0-16,0 0 0,-1-1 0,3 2 16,-1 0-16,-1 0 0,3-2 0,-2 2 0,1-2 0,-3 0 15,8 0-15,0-2 0,0 2 0,-8 0 0,10-1 16,0 0-16,-1 0 0,1 0 0,-1 1 0,-1-2 15,-8 2-15,10-2 0,0 0 16,1 0-16,-11 2 0,11-2 0,-1 1 16,0 1-16,-1 0 0,-1 0 0,1 0 0,-9 0 0,11-2 0,-1 1 0,2 1 0,-12 0 15,9-1-15,-2-1 0,1 1 0,-8 1 0,8-1 0,-1 0 16,0 1-16,-7 0 0,7-2 0,-2 2 16,0-1-1,1 1-15,-2-1 0,0 0 0,-4 1 0,3-1 0,-2 0 16,1 1-16,-2 0 0,1 0 0,-1-2 0,1 2 15,-1 0-15,1 0 0,-1-1 0,0 1 0,1 0 0,-1 0 0,0 0 0,0 0 16,-3 3-16,3-1 0,-1 0 0,1-2 0,-3 3 0,1 0 16,1 0-16,1-3 0,-2 3 0,0 2 0,1-1 0,1-4 15,-3 8-15,3 0 0,-1 0 0,1-8 0,-2 9 16,-1 0-16,0 2 0,3-11 0,-3 9 0,0 1 16,1-1-16,2-9 0,-4 11 0,2-1 0,0 1 0,2-11 0,0 0 15,-5 12-15,2 0 0,0-1 0,3-11 16,0 13-16,-1-2 0,0 2 0,1-13 15,2 10-15,-2 2 0,0-2 0,0-10 16,1 11-16,-1 0 0,0-1 0,0-10 16,-1 11-16,1-1 0,-1-1 0,1-9 0,-2 7 0,2-2 0,-1 1 0,1-6 15,-1 1-15,0-1 0,1 2 0</inkml:trace>
  <inkml:trace contextRef="#ctx0" brushRef="#br0" timeOffset="64587.613">10691 3383 0,'0'0'0,"0"0"0,15 46 0,-5-17 15,3 31-15,-6-27 16,-1 30 0,-6-63-16,0 0 0,0 0 0,0 0 15,0 12-15,1 0 0,0-1 0,-1-11 16,0 21-16,0-1 0,0 0 0,0-20 0,0 11 15,0-1-15,0 1 0,0-11 0,-5 15 0,2-2 0,0 2 0,3-15 16,-3 9-16,1-2 0,0 1 0,1-5 16,0 0-16,1-1 0,0-2 0</inkml:trace>
  <inkml:trace contextRef="#ctx0" brushRef="#br0" timeOffset="64851.507">10885 3324 0,'0'0'0,"0"0"0,0 0 0,18 40 16,-8 6-16,-4 7 16,-7-1-1,1-52-15,0 0 0,0 0 0,-2 16 0,2-1 0,0 1 0,2 0 16,-2 1-16,0-1 15,0-16-15,1 16 0,-1 0 0,0 0 16,2-2-16,-1-1 0,-1 1 0,0-14 0,1 14 0,-1-2 16,0 2-16,-1-8 0,1 1 15,-1 0-15</inkml:trace>
  <inkml:trace contextRef="#ctx0" brushRef="#br0" timeOffset="65001.928">10764 3656 0,'0'0'0,"0"0"0,0 0 0,0 0 0,43-21 15,-1-9 1</inkml:trace>
  <inkml:trace contextRef="#ctx0" brushRef="#br0" timeOffset="65362.959">11027 3604 0,'0'0'0,"0"0"0,0 0 16,0 0 0,20 39-16,1-2 15,-8-13-15,-9-10 16,-4-14-16,0 0 0,0 0 0,1 3 0,-1 0 15,0 0-15,1-2 0,-1-1 0,0 1 0,0-1 16,4-1-16,-2 1 0,1-1 0,0-2 0,0 1 0,-1 1 16,5-6-16,-1 3 0,-1-1 0,-5 5 0,7-6 0,-1 0 15,-1-1-15,1-1 0,0-2 16,-1 1-16,-5 9 0,5-9 0,-2 2 16,1-1-16,-1 2 0,0 0 15,-1-1-15,-2 7 0,2-5 0,-1 2 0,-1 0 16,3 0-16,-1 0 0,-1 1 0,-1 2 0,0 0 15,0 0-15,0 0 0,0 3 0,0-1 0,0 1 0,1 0 0,-1 0 16,0 2-16,2 3 0,-2 0 0,1-1 0,-1-7 0,-1 10 16,1 0-16,0 0 0,-1-2 0,1 1 0,0-2 0,0-7 0,2 7 0,-1 0 15,0 0-15,0-3 0,0 0 0,0 0 0</inkml:trace>
  <inkml:trace contextRef="#ctx0" brushRef="#br0" timeOffset="65898.686">11295 3585 0,'0'0'16,"0"0"-16,0 0 0,20 50 16,-17-10-16,-7-7 15,-4-13-15,8-20 0,0 0 16,0 0-16,-2 3 0,0 0 0,0 0 15,0-2-15,1 1 0,-1-2 0,2 0 0,-1-3 0,1 0 0,0 2 16,2-4-16,-1 1 0,1-1 0,-2 5 16,2-6-16,0 0 0,1-1 0,1-2 0,0 1 15,-1-1-15,2 1 0,-1-2 0,0 3 0,-4 7 0,5-6 16,-1-2-16,0 2 0,0 1 0,-2 1 0,0 0 16,-2 4-16,5-1 0,0-1 0,0 0 0,0 4 15,-1 1-15,-1-2 0,3 6 16,-3-2-16,1 1 0,-4-6 15,4 6-15,-1 2 0,0-1 0,-1 2 16,1 0-16,-1 0 0,-2-9 0,3 7 0,-2-2 0,1 2 0,-1-4 0,0 1 0,0 0 0,-1-4 16,0 1-16,1 1 0,0 0 0,-3-4 0,2 2 0,0 0 0,0 0 15,2-3-15,-1 0 0,-1 0 0,2-3 0,-1 0 16,1 1-16,-2 5 0,1-7 0,0 1 16,0-2-16,3-1 0,-1 0 0,0 1 0,-3 8 0,6-11 15,-1 0-15,1 1 0,1 1 0,0 2 0,1-1 16,-8 8-16,8-3 0,-1-3 0,0 2 0,0 3 15,-1 0-15,0-2 0,-6 3 0,7 3 0,0-1 16,0 2-16,0 2 0,-1 0 0,-1-1 0,-5-5 16,6 10-16,-1 1 0,0-2 0,-3 1 0,0 1 0,0-1 15,-4 1-15,1-3 0,-1 3 0,2-11 0,-3 6 16,1 1-16,-1-1 16,-2-1-16,2 1 0,-1 0 0,4-6 15,-2 2-15,1-2 0,0 1 0</inkml:trace>
  <inkml:trace contextRef="#ctx0" brushRef="#br0" timeOffset="66279.511">11768 3554 0,'0'0'0,"0"0"15,0 0-15,-31 32 0,0 2 16,7-4-1,7-5 1,9-3-16,8-22 0,0 0 0,0 0 0,-1 5 0,1-2 16,0 2-16,0-5 0,1 4 15,-1-2-15,1 1 0,4-3 0,-2 2 0,0-2 0,3-2 16,0 2-16,1-1 0,-7 1 0,8-2 0,-2 0 16,2 0-16,-1-3 0,1 2 0,0-2 0,-8 5 0,8-9 0,-1 2 15,1-1-15,-2 0 0,0-1 16,0 0-16,-6 9 0,6-9 0,-2 1 0,1 0 0,-2 3 15,0 1-15,-1 0 0,1 1 0,-2 1 0,-1 1 16,0 1-16,1-1 0,-1 1 0,0-2 0,-1 5 0,1 0 16,0-1-16,1 4 0,-1-1 0,0 0 15,0-5-15,0 9 0,0-3 0,0 2 0,2 1 0,-2 0 16,1-1-16,-1-8 0,2 8 0,-1-2 0,0 2 16,0-5-16,0 1 0,0-1 0,-1-3 0,3 2 15,-1-1-15,0-1 0,1-3 0,-2 1 0,1 1 16</inkml:trace>
  <inkml:trace contextRef="#ctx0" brushRef="#br0" timeOffset="66628.861">11899 3559 0,'0'0'0,"0"0"16,0 0-16,0 0 16,12 49-1,-13-4-15,-1-8 16,2-37-16,0 0 0,0 0 0,0 0 0,-2 8 0,2-2 15,-1 0-15,0-2 0,1-2 0,0 1 16,0-3-16,0 0 0,0 0 0,0 0 0,1-5 16,-1 1-16,0 1 0,0 3 0,1-5 0,1 0 0,-1-1 15,4-3-15,-2 0 0,0 1 0,-3 8 0,4-11 16,-1 3-16,0-1 0,4-3 0,-2 2 16,-1-1-16,4 0 0,0 3 0,-1-2 15,-7 10-15,8-7 0,-1 0 0,-1 0 16,0 2-16,0 1 0,0 0 0,-3 2 15,0 1-15,0-1 0,-3 2 0,6 5 0,0-1 0,0 2 0,0 0 0,-2 2 16,1-1-16,0 2 0,-1 1 0,1-1 0,-5-9 16,-1 11-16,1 1 0,0-1 0,-1 0 0,1 0 0,-1 0 15,1-11-15,-2 8 0,1 0 0,-1 1 0,-1-3 0,-2-2 0,1 1 16,1-7-16,1 2 0,0 0 0</inkml:trace>
  <inkml:trace contextRef="#ctx0" brushRef="#br0" timeOffset="66929.111">12232 3340 0,'0'0'0,"0"0"0,0 0 16,0 0-16,0 0 15,0 0-15,0 0 16,-35 60-16,35-60 0,0 0 15,0 0-15,-10 19 0,1-1 0,0 0 0,9-18 16,-8 15-16,2 0 0,0 1 0,2-1 0,0 1 16,1 0-16,2-1 0,1 0 0,-1 0 0,1-15 15,1 15-15,1-2 0,-1 1 0,4-1 0,-1-1 0,-1 0 16,3-1-16,-1 0 0,0 0 0,-5-11 0,7 9 16,-1 1-16,0-1 0,3-2 0,-2 0 0,-1 1 15,-6-8-15,12 1 0,-3 1 0,0-2 16,1-2-16,0 0 0,0 0 0,2-6 0,-1 1 0,-1-1 15</inkml:trace>
  <inkml:trace contextRef="#ctx0" brushRef="#br0" timeOffset="67167.522">12461 3447 0,'0'0'16,"0"0"-16,0 0 15,0 0-15,-19 58 0,-2-3 16,1-13 0,-8-1-16,28-41 0,0 0 15,0 0-15,0 0 0,-8 11 0,1 1 0,-1-1 16,1-3-16,1-1 0,0 0 16,6-7-16,-6 6 0,1-1 0,-1 1 0,0-4 15,1-2-15,1 0 16,1-4-16,0 0 0,0-1 0,0 2 0,3 0 0,-1-1 0</inkml:trace>
  <inkml:trace contextRef="#ctx0" brushRef="#br0" timeOffset="67387.318">12311 3484 0,'0'0'0,"0"0"16,0 0-16,0 0 16,36 31-16,-2 2 15,-7-1 1,-1-1-16,-26-31 15,0 0-15,0 0 0,0 0 0,6 12 0,0-3 0,0 2 16,-3-3-16,0 0 0,-1 1 0,-2-9 16,3 7-16,-1 1 0,0 0 15,1-2-15,-2-2 0,0 0 0,-2-4 16,0 0-16,1 0 0,0 0 0,0-3 16,1 0-16,0-1 0</inkml:trace>
  <inkml:trace contextRef="#ctx0" brushRef="#br0" timeOffset="67610.223">12475 3286 0,'0'0'0,"0"0"16,46 16-16,5 8 15,-6 5-15,-16 10 16,-16 10-1,-13 4-15,0-53 0,0 0 0,0 0 16,0 0-16,-2 19 0,0-3 0,-1 2 0,-1 0 16,0-1-16,1 1 0,-5-1 0,1-1 0,0 2 0,7-18 15,-8 18-15,2 0 0,0 0 0,-3-4 0,0-2 0,1 1 16,-1-4-16,0 0 0,1-2 0</inkml:trace>
  <inkml:trace contextRef="#ctx0" brushRef="#br0" timeOffset="68533.179">12755 3402 0,'0'0'0,"0"0"0,0 0 15,0 0-15,0 0 0,0 0 16,0 0 0,0 0-16,0 0 0,0 0 15,0 0-15,0 0 0,0 0 0,0 0 0,0 0 16,9 14-16,0 1 0,-2-2 0,-1-1 0,1 2 0,-1-1 15,-6-13-15,5 13 0,0-3 0,1 3 0,-3-2 16,-1 0-16,0 0 0,1 0 16,-1 0-16,1 2 0,-3-13 0,2 9 0,0 1 0,0 0 0,1 1 15,-1-1-15,-1-1 0,2 1 0,-2 0 0,1-1 16,-2-9-16,3 8 0,-2 1 0,1-1 0,1-1 16,0-1-16,0 0 0,1 0 0,-2-2 15,1 0-15,-3-4 0,3 4 0,-1-1 0,0-1 0,1 0 0,-1 0 0,0 0 16,0 0-16,-1 0 0,0 0 0,-1-2 15,1 0-15,-1 1 0,0-1 0,0 1 0,0-1 16,0 0-16,1-1 0,-1 0 0,0 1 0,0 0 0,1-4 0,1 1 16,-1 0-16,2-1 15,-2-3-15,1 2 0,-2 5 0,2-6 0,-1 2 16,2-2-16,-1-1 0,-1 1 16,1-1-16,2-2 0,-2 1 0,0-1 0,-2 9 15,4-10-15,-1 2 0,1-2 0,-1 1 16,0-1-16,0 1 0,0-2 0,-1 1 15,-1-1-15,-1 11 0,3-10 0,-1 1 0,0-1 0,0 0 0,0 0 0,-1 0 0,-1 10 0,3-8 0,-2 0 0,1 1 0,1 0 0,0 0 16,0 1-16,2-3 0,-1 0 16,-1 1-16,-3 8 0,4-6 0,0-1 0,0 1 15,-1 1-15,-1 1 0,0 0 0,-2 4 0,4-5 0,-1 0 16,0 1-16,0-1 0,-1 0 0,1 1 0,-1 0 16,-1 3-16,1-3 0,-2 4 0,1-1 0,-1 0 15,0-1-15,1 2 0,-1 0 0,0 0 0,-1-2 16,0 2-16,1 0 0</inkml:trace>
  <inkml:trace contextRef="#ctx0" brushRef="#br0" timeOffset="69429.058">13161 3407 0,'0'0'0,"0"0"16,16 37-16,-4 8 0,-10-4 15,-6-2-15,4-2 16,6-3-16,-6-34 16,0 0-16,0 0 0,0 0 0,1 9 0,0 1 0,0 0 15,-4-1-15,0-1 0,1 0 16,0-2-16,-1 1 0,1-1 0,2-6 16,-2 3-16,1-1 0,-1 1 0,1-1 0,1-1 0,0 0 0,0-1 15,0-1-15,0 1 0,0-1 0,3-4 0,0 0 0,-1 0 16,-2 5-16,4-9 0,-2 0 0,0 0 0,1-3 0,0-1 15,0 1-15,0-5 0,-1 1 0,-1 1 0,-1 15 16,4-18-16,-3 2 0,1-1 0,-1 5 0,0-1 16,0 1-16,-1 12 0,1-10 0,-1 3 0,0-2 0,3 1 15,0 1-15,-1 0 0,-2 7 0,3-5 16,1 0-16,-1 1 0,0 2 0,0 2 0,-1 0 0,3 2 16,0 1-16,0-2 0,-5-1 0,4 6 0,0 0 0,0-1 15,3 4-15,-3-2 0,1 1 0,-5-8 16,4 10-16,0 1 0,0-2 0,-1 3 0,-3-1 15,1-1-15,-1-10 0,2 12 0,0 0 0,-1-3 16,1 0-16,-1-3 0,1 2 0,-1-2 0,-1-1 0,1 0 16,-1-5-16,2 4 0,-2 0 0,0-1 0,0-2 0,0 0 0,0 0 15,0-1-15,1 1 0,-1 1 16,0-2-16,0-2 0,0 0 0,0 1 0,2-5 0,0 0 16,0 0-16,-2 6 0,3-10 15,0 0-15,0 1 0,2-4 0,-1 1 0,0 0 0,2 0 0,-2 1 16,1 0-16,-5 11 0,7-12 0,1 1 15,-1-1-15,-1 4 0,2-1 0,-1 1 0,-7 8 16,4-6-16,1 1 0,0 0 0,-1 5 0,1 0 0,-1 0 16,-4 0-16,9 2 0,-3-2 0,0 2 0,-3 3 15,1 0-15,1 0 0,-5-5 0,3 9 0,0-2 0,0 2 16,0 0-16,-1 0 0,0 1 0,1-2 0,0 1 16,-1 1-16,-2-10 0,3 11 0,-3 0 0,1-1 15,3 1-15,0-2 0,-1 1 0,-3-10 16,0 6-16,-1-1 0,0 2 0,1-7 0,-3 6 0,0-3 0,0 3 15,3-6-15,-3 0 0,0 0 0,-1 0 0</inkml:trace>
  <inkml:trace contextRef="#ctx0" brushRef="#br0" timeOffset="69742.506">13619 3508 0,'0'0'0,"-5"41"0,4-16 16,1 14 0,0-17-16,8 5 15,-2-12 1,-6-15-16,0 0 0,0 0 0,6-2 16,-2 2-16,1 0 0,-5 0 0,4-1 15,-1 0-15,-1 0 0,-2 1 16,7-7-16,0 0 0,1 2 0,-8 5 0,5-6 15,-1 2-15,-1 0 0,-3 4 0,6-16 0,-1-1 0,-1 2 0,-4 15 0,3-10 0,0 0 0,-1 0 0,-2 10 0,-5-12 16,1 0-16,0-1 0,4 13 16,-4-7-16,2 2 0,0-2 0,2 7 0,-2-2 15,1 0-15,0-1 0,1 3 0,-10 2 0,0-2 0,0 1 16,10-1-16,-6 1 0,0 0 0,1-1 0</inkml:trace>
  <inkml:trace contextRef="#ctx0" brushRef="#br0" timeOffset="70087.545">13799 3455 0,'0'0'0,"0"0"0,0 0 15,31 37-15,-5-2 16,-8 6-16,-8-7 15,-10-6 1,0-28-16,0 0 0,0 0 0,0 0 0,-4 8 0,2-2 16,-1 1-16,-1-2 0,1-1 0,-1 0 0,4-4 0,-3 2 15,1 0-15,-1-1 0,2 0 0,0 0 16,0 0-16,1-1 0,-2-1 0,1 0 0,1 0 0,-2-1 16,2 0-16,0-1 0,0 3 0,2-6 15,1 3-15,0-3 0,0-4 0,0 0 16,0 0-16,0-2 0,0 0 0,0 0 15,3 1-15,-2 0 0,1 0 0,-1 3 0,-1 1 16,0 1-16,-3 6 0,8-11 0,-2 1 0,0 0 0,2-1 16,-2 0-16,0 1 0,1-1 0,-1 0 0,0 0 0</inkml:trace>
  <inkml:trace contextRef="#ctx0" brushRef="#br0" timeOffset="70309.007">14007 3290 0,'0'0'0,"0"0"0,0 0 16,23 49-16,4 6 0,-9-3 15,-3 0 1,-12-5-16,-3-47 0,0 0 16,0 0-16,0 0 0,-3 16 15,1-1-15,0 1 0,-3-3 0,2 1 16,0-1-16,3-13 0,-3 12 0,-1-2 15,0 2-15,-3-6 0,3 0 0,-1 1 0,5-7 0,-2-2 16,1 2-16,-1 0 0</inkml:trace>
  <inkml:trace contextRef="#ctx0" brushRef="#br0" timeOffset="70458.069">13989 3574 0,'0'0'0,"0"0"16,0 0-16,0 0 15,0 0-15,32-30 16,3 3-16,-1 10 15,-34 17-15,0 0 0,10-6 0,1 0 16,-2 1-16,0-1 0,-2-1 0,0 1 16</inkml:trace>
  <inkml:trace contextRef="#ctx0" brushRef="#br0" timeOffset="70821.314">14256 3454 0,'0'0'0,"0"0"0,0 0 0,0 0 15,0 0-15,-19 40 16,-2-1 0,9-12-16,12-27 15,0 0-15,0 0 0,0 0 0,-3 6 0,1-1 0,1-1 16,-1-1-16,1 0 0,1 2 0,-2-4 16,2 1-16,0 0 0,6-2 0,1 0 0,-1 0 0,-6 0 15,9-4-15,-1 2 0,0-2 0,-1 1 16,1-3-16,-2 2 0,2-5 0,-1 1 15,0 0-15,-7 8 0,5-10 0,-1 1 0,1 1 16,-4-3-16,1 2 0,-1-2 0,-1 11 0,2-6 0,0-3 0,-1 2 16,0 0-16,0 3 0,0-1 0,-1 2 0,0 1 0,0 0 0,0 2 15,-1-1-15,1 1 0,0 0 0,-2 3 0,2-1 16,-1 1-16,4 4 0,0 0 0,0-2 0,-3-5 0,2 8 16,0-2-16,0 1 0,-3 2 15,1-2-15,0 2 0,2 0 0,0 1 0,-1-1 0,-1-9 0,3 9 16,-1-1-16,0-1 0,0 0 0,-1-2 15,1 0-15,-2-5 0,1 5 0,0-2 0,0 0 0,-1-5 16,0-1-16,0 3 0</inkml:trace>
  <inkml:trace contextRef="#ctx0" brushRef="#br0" timeOffset="71043.677">14369 3291 0,'0'0'0,"0"0"0,0 0 15,0 0-15,21 41 16,-9 6-16,-3-1 16,-6 1-1,-3-47-15,0 0 0,0 0 0,0 0 0,1 13 0,-1 0 16,0 1-16,-1-2 0,1 1 0,0-1 0,-1 1 0,0-1 16,0 1-16,-2-5 0,1 2 15,1-1-15,1-9 0,-1 5 0,1-1 0,0 2 16,2-9-16,0 3 0,0-1 0,2-4 0,-1 0 0,1 0 15</inkml:trace>
  <inkml:trace contextRef="#ctx0" brushRef="#br0" timeOffset="71343.152">14642 3166 0,'0'0'16,"0"0"-16,0 0 0,0 0 0,-36 51 16,6-2-16,9-5 15,0 2 1,21-46-16,0 0 0,0 0 0,0 0 0,-2 16 0,1 1 0,1-1 16,-1 0-16,0 0 0,0-1 0,4 1 15,0 0-15,0 0 0,-3-16 0,7 15 0,0 0 0,-1 0 0,2 1 16,1-2-16,-1 1 15,5-3-15,-2 2 0,1-1 0,-12-13 0,12 12 16,1 0-16,-1 1 0,3-7 0,-2 1 0,0 0 16,2-7-16,-2 0 0,1 0 0,-14 0 0,10-5 15,1 1-15,0-2 0</inkml:trace>
  <inkml:trace contextRef="#ctx0" brushRef="#br0" timeOffset="71579.603">14900 3251 0,'0'0'0,"0"0"0,0 0 0,0 0 15,-24 61 1,-2-4-16,-5-5 31,5-13-31,26-39 0,0 0 0,0 0 0,-9 12 0,0 0 0,1 0 16,8-12-16,-8 9 0,2 1 0,0-1 15,1-4-15,1-1 0,1 2 0,0-4 0,1-1 16,1 1-16,1-2 0,0-2 0,1 0 0,0 0 0,1-3 16,-2-1-16,0 1 0</inkml:trace>
  <inkml:trace contextRef="#ctx0" brushRef="#br0" timeOffset="71769.681">14704 3308 0,'0'0'15,"0"0"-15,0 0 0,0 0 0,0 0 16,24 57 0,2-6-16,6-17 15,-32-34-15,0 0 16,0 0-16,10 8 0,1 1 0,-2 0 0,0-6 0,-3 1 0,1 0 16,-7-4-16,5 1 0,0 0 0,-1-1 15,0-4-15,1 1 0,-1-2 0</inkml:trace>
  <inkml:trace contextRef="#ctx0" brushRef="#br0" timeOffset="71963.638">14983 3144 0,'0'0'0,"0"0"0,0 0 0,44 32 0,-5 8 15,-16 4-15,-7 4 16,-13 6-1,-3-54-15,0 0 16,0 0-16,0 0 0,-1 23 0,-1-3 0,1 1 0,-7 0 0,1 1 16,1 0-16,-9-1 0,3 2 0,0-1 0</inkml:trace>
  <inkml:trace contextRef="#ctx0" brushRef="#br0" timeOffset="79887.517">7689 4393 0,'0'0'0,"0"0"0,0 0 0,0 0 16,0 0-16,0 0 15,0 0-15,0 0 16,0 0-16,0 0 16,0 0-16,17 9 0,-1 1 0,1-1 0,-17-9 15,10 6-15,1 0 0,-3-1 0,-8-5 0,10 17 0,0-2 16,-1 2-16,-9-17 0,6 9 0,-1-1 0,-1 1 16,-4-9-16,14 19 0,-2-1 0,1 0 0,3 0 0,-1 0 0,0 0 0,-15-18 15,17 19-15,0-2 0,-1 1 16,-16-18-16,22 20 0,-2-1 0,0-1 0,3 0 15,-2 0-15,1-1 0,-22-17 0,21 19 0,0 0 0,-1 0 16,0 2-16,0 0 0,1-1 0,0 2 16,-2-1-16,1 1 0,-20-22 0,23 22 0,-4 1 15,2 0-15,0-1 0,0 0 0,-1-1 0,-20-21 0,22 22 16,0 0-16,-1-1 0,-21-21 0,23 23 0,0-1 0,-1 2 16,1-3-16,-1 0 0,1-1 0,-23-20 15,22 20-15,-1 0 0,0 0 0,3 0 0,-2 2 16,1-1-16,-23-21 15,21 19-15,0 0 0,0 1 0,-1-2 0,-2 0 16,1-1-16,-19-17 0,18 19 0,0-1 0,0 0 0,-18-18 0,15 18 0,0 0 0,1-1 16,-16-17-16,15 18 0,-1-2 0,1 2 0,-15-18 15,15 18-15,0 0 0,1-1 0,-16-17 0,8 10 16,0-2-16,0 0 0,6 8 0,-1 0 0,0-3 0,-13-13 16,0 0-16,9 8 0,-2 1 0,-1-2 0</inkml:trace>
  <inkml:trace contextRef="#ctx0" brushRef="#br0" timeOffset="80917.557">10811 4004 0,'0'0'0,"0"0"0,0 0 0,0 0 16,0 0-1,0 0-15,0 0 16,0 0-16,0 0 0,0 0 0,0 0 0,-3 18 16,1 0-16,-1 0 0,2-6 0,0-2 15,0 1-15,1-11 0,-13 18 0,1-2 0,0 1 16,12-17-16,-17 17 0,2-2 0,1 2 16,14-17-16,-15 17 0,0 1 0,1 0 15,14-18-15,-16 19 0,1 0 0,1 0 16,14-19-16,-16 19 0,2 0 0,0 0 0,14-19 15,-16 21-15,1-1 0,0 1 0,15-21 16,-19 24-16,1 0 0,1-2 0,-6 8 0,1 0 0,-1 0 0,23-30 0,-28 36 16,1 0-16,0 0 0,0-3 0,1 0 0,0 0 0,26-33 0,-23 28 0,1 0 15,-1 0-15,23-28 0,-11 14 0,1 0 0,0-1 16,-9 8-16,1 1 0,0-1 0,18-21 0,-25 31 0,0-2 0,0 1 16,-1 0-16,1 0 15,0-1-15,25-29 0,-24 28 0,1 1 0,0 0 16,5-6-16,-1 0 0,0-1 0,19-22 0,-20 27 15,0-2-15,0 1 0,-4 6 0,0-2 0,1-1 16,23-29-16,-19 26 0,-2 0 0,1-1 0,3-4 0,0-1 16,2 0-16,15-20 0,-9 9 0,2 1 0,-1-1 0,8-9 15,-14 13-15,0 1 0,0 0 0,14-14 0,-8 8 16,1 0-16,1-1 0,6-7 0,-4 3 0,2 0 16,-1-1-16,-11 14 0,1-4 0,0 3 0,13-15 0,-17 17 15,1-1-15,1 1 0,15-17 0,-8 9 16,0-1-16,1 0 0,-8 6 0,1-1 0,1 0 0,13-13 15,-7 8-15,-1-2 0,2 1 0,-6 7 0,1-4 16,0 2-16,11-12 0,-7 7 0,2 0 0,0-1 0,2-3 16,1-2-16,0 2 0,2-3 0,-1 1 0,0 0 0,1-1 0,-1 1 15,1-1-15,0 0 0,0 0 16,0 0-16,0 0 0,0 0 0,0 0 0,0 0 0,-5 5 16,0-2-16,1 1 0,1-2 0,0 1 0,0-3 15,1 2-15,1-1 0,1 0 0,-1-1 0,1 0 0,0 0 16,-1 2-16,1-2 0,0 0 15,0 0-15,0 0 0,0 0 0,0 0 0,0 0 0,0 0 16,0 0-16,0 0 0,0 0 0,0 0 0,0 0 0,0 0 16,0 0-16,0 0 0,0 0 0,0 0 0,0 0 15,0 0-15,0 0 0,0 0 0,0 0 16,0 0-16,-1-2 0,1 1 0,-1 0 0,-1-1 0,2 2 16,0 0-16,-1-1 0,1 1 0,0 0 0,0 0 15,0 0-15,0 0 0,-5-5 0,0 1 16,1-1-16,4 5 0,-3-3 0,1 0 0,0 0 0</inkml:trace>
  <inkml:trace contextRef="#ctx0" brushRef="#br0" timeOffset="81508.765">9052 5846 0,'0'0'0,"0"0"0,0 0 15,0 0-15,0 0 16,0 0-16,0 0 16,0 0-1,0 0-15,0 0 0,0 0 0,0 0 0,0 0 0,0 0 0,11 12 0,0 0 16,0 0-16,-11-12 16,7 6-16,0 2 0,0-1 0,-7-7 0,10 9 0,0-3 0,0 2 15,-3-4-15,-3-1 0,1 2 0,-5-5 16,3 1-16,-2 1 0,1-1 0,-1 0 0,0 0 15,0 0-15,-1-1 0,0 0 16,0 0-16,12 8 0,-1-1 0,0 2 16,-11-9-16,7 4 0,-1 1 0,1-1 0,-7-4 0,11 8 0,-1-1 0,0 1 15,-10-8-15,5 3 0,1 2 0,0-2 0,-3-1 0,-2 0 16,1-1-16,-2-1 0,0 0 0,1 1 0,0-1 16,-1 0-16,0 2 0,0 0 0,0-2 0,0 0 0</inkml:trace>
  <inkml:trace contextRef="#ctx0" brushRef="#br0" timeOffset="84296.241">6880 5171 0,'0'0'0,"0"0"0,0 0 16,0 0-16,0 0 15,0 0-15,0 0 16,0 0 0,0 0-16,0 0 0,0 0 0,0 0 15,0 0-15,0 0 0,0 0 0,-13 18 0,0 0 0,2 0 16,11-18-16,-12 21 0,2 0 0,1 0 15,9-21-15,-6 12 0,2-1 16,0-1-16,3-6 0,-1 1 0,1-2 0,1-3 0,-2 2 0,2-1 0,0-1 16,0 2-16,0-2 0,0 1 0,1 6 0,0 1 0,0-1 15,-12 21-15,3 0 0,-1 0 0,3-11 0,1-2 16,1 1-16,4-16 0,-12 18 0,-1-1 0,0 2 0,13-19 16,-7 10-16,1-1 0,-1 0 0,-3-9 0,2 0 15,0 0-15,8 0 0,0 0 0,-6-1 0,2 1 0,-1-1 16,5 1-16,0 0 15</inkml:trace>
  <inkml:trace contextRef="#ctx0" brushRef="#br0" timeOffset="84543.505">6671 5253 0,'0'0'0,"0"0"0,0 0 0,0 0 15,0 0-15,0 0 16,0 0-16,0 0 15,0 0-15,0 0 0,0 0 16,11 18-16,1-1 0,-1 1 0,0 0 0,-2-2 0,1-1 16,1 0-16,-3-1 0,0 1 0,-8-15 0,11 12 0,-2 3 15,0-2-15,1 1 0,-1-1 0,0-1 16,1 1-16,0 0 0,-1 0 0,-9-13 0,5 11 16,1 0-16,-1-1 0,0-1 0,-4-1 15,1-1-15,-2-7 16,1 6-16,-1-3 0,0 2 0</inkml:trace>
  <inkml:trace contextRef="#ctx0" brushRef="#br0" timeOffset="84987.337">6453 4849 0,'0'0'15,"0"0"-15,0 0 0,0 0 0,0 0 16,0 0-1,3 50-15,-7 2 16,4-52-16,0 0 0,0 0 0,-2 17 0,1 0 16,-1 1-16,-3 3 0,0 0 0,2-1 0,3-20 0,-6 22 15,3 1-15,-1-1 0,-2 4 0,1 1 0,1-2 0,4-25 16,-3 29-16,1-2 0,-1 1 0,3 2 16,0-2-16,0 1 0,2 0 0,-2-1 0,0 0 15,0-28-15,-2 27 0,2 0 0,0 0 0,-3 3 16,2-2-16,-3 2 0,4-30 0,-3 25 0,1 0 15,0 1-15,-3-2 0,1 0 0,-1 0 16,5-24-16,-5 21 0,0 0 0,1 1 16,-4-4-16,0 1 0,1 0 0,7-19 0,-9 15 0,2 0 0,-1 1 0,-1-5 15,1 1-15,0 0 0,8-12 0,-8 5 0,1 0 0,0 0 16</inkml:trace>
  <inkml:trace contextRef="#ctx0" brushRef="#br0" timeOffset="86408.61">4329 5477 0,'0'0'0,"0"0"0,0 0 0,35-42 15,-17 18-15,21-18 16,-18 20 0,-21 22-16,0 0 0,0 0 0,0 0 15,12-12-15,-2-2 0,1 1 0,-11 13 0,7-8 0,-2 2 16,1-2-16,-7-4 0,-1 1 0,2-1 0,0 12 16,-3-7-16,3 0 0,-1 1 0,1 6 0,-13-5 0,1 1 15,0 0-15,5 2 0,1-1 0,-2 2 16,8 1-16,-20 8 0,0-1 0,-1 0 0,21-7 0,-12 5 15,2 0-15,-2-2 0,-4 11 0,1-3 0,0 2 16,15-13-16,-8 7 0,0-1 0,0 1 16,4 8-16,1 1 0,0-1 0,3-15 15,-3 9-15,3-1 0,-1 2 0,1-10 16,10 17-16,-2 2 0,1-1 0,-9-18 16,5 11-16,0-1 0,1-1 0,9 10 0,0-1 15,-1 1-15,-14-19 0,9 10 0,-2-1 0,0 1 0,-7-10 0,8 19 0,-3 0 16,0-1-16,-1-9 0,-2 1 0,1 1 0,-3-11 0,-9 14 15,1 0-15,1 1 0,7-15 0,-7 9 0,2-1 0,1 0 16,4-8-16,-17 9 0,0-2 0,2 2 0,4-6 16,2 1-16,-1 0 0,10-4 0,-17 1 0,0-1 0,1 2 15,16-2-15,-9 0 0,-1 0 0,1 0 0,-3-7 16,-1 1 0,1 0-16,12 6 0,-7-4 0,1 1 0,0 0 0,6 3 0,-3-12 15,3 1-15,-2 1 0,2 3 0,0 1 0,0 0 0,0 2 0,0 3 16,0-2-16</inkml:trace>
  <inkml:trace contextRef="#ctx0" brushRef="#br0" timeOffset="86768.451">4506 5551 0,'0'0'0,"0"0"0,0 0 0,-21 58 15,6-12 1,8-13-16,13-8 16,6-11-16,-12-14 0,0 0 15,0 0-15,6 3 0,0-1 0,0 0 0,3-1 0,-1-1 16,1 0-16,-9 0 0,10-2 0,1 1 16,-1-1-16,1-3 0,0 0 0,-1 0 0,0-3 0,-1 0 0,0 0 15,-9 8-15,8-10 0,-1 1 0,0 0 16,-2-3-16,-1 1 0,1 1 0,-4-2 0,-1 0 15,0 1-15,0 11 0,-5-10 0,2 1 0,0-1 0,-3 4 16,1-2-16,0 0 0,-3 5 0,0 0 0,2 1 16,6 2-16,-10 1 0,-1-1 0,2 2 0,0 3 15,1-2-15,0 2 0,-1 1 0,1 1 16,-1-1-16,9-6 0,-7 6 0,1-1 0,1 1 16,1-3-16,0-1 0,0 0 0,5-1 0,-1 0 15,0-1-15</inkml:trace>
  <inkml:trace contextRef="#ctx0" brushRef="#br0" timeOffset="87027.269">4874 5541 0,'0'0'0,"0"0"15,0 0-15,0 0 0,-26 43 16,5-6-16,7-9 15,11 1 1,3-29-16,0 0 0,0 0 0,1 9 16,-1-2-16,0 1 0,0-8 0,5 5 0,-1-1 0,-2 1 0,6-1 15,-1-1-15,0 0 0,4 0 0,-2-3 0,1 1 16,-10-1-16,12-1 0,-1-2 0,-1 1 0,2-1 0,-1-1 16,1 2-16,-5 0 15,-1 0-15,2 1 0</inkml:trace>
  <inkml:trace contextRef="#ctx0" brushRef="#br0" timeOffset="87346.164">5022 5603 0,'0'0'0,"0"0"0,0 0 0,0 0 0,0 0 15,0 0-15,0 0 16,0 0 0,42-28-16,-42 28 0,0 0 0,0 0 0,0 0 15,14-4-15,-3 0 0,2 2 0,-3 4 16,-1 1-16,1 1 0,-10-4 0,6 5 15,0 0-15,1-1 0,-4 4 0,2-3 0,-2 2 0,-1 3 16,0-1-16,-2 0 0,-2 0 0,1 1 0,-1-2 16,2-8-16,-4 8 0,1-1 15,0 2-15,-4-5 0,3 1 0,0-2 16,4-3-16,-5 3 0,2-1 0,-2-1 0,1 2 0,1-3 0,0 3 0,3-3 0,-5-3 16,1 3-16,1-1 0,-1-4 0,2-1 0,1 2 15,1 4-15,0-8 0,0 2 0,0-1 0,1 2 0,-1 2 16,0-3-16,4-6 0,0 0 15,-1 0-15,2 0 0,0 0 0,0 0 0,-5 12 0,9-10 0,-1 1 16,-1-2-16,2 3 0,-2 2 0,0-3 16,-7 9-16,9-7 0,-2 2 0,1-1 0,-1 3 0,-4-1 15,2 1-15</inkml:trace>
  <inkml:trace contextRef="#ctx0" brushRef="#br0" timeOffset="87762.64">5352 5489 0,'0'0'0,"0"0"0,0 0 15,0 0-15,0 0 16,-40 47-16,10-9 16,14-9-16,16-29 15,0 0-15,0 0 0,0 0 0,-3 6 0,-1 1 16,1 0-16,2-1 0,1 0 0,0-2 0,0-4 15,3 6-15,0-2 0,-1-1 0,5 0 0,-4 0 0,2-1 16,-5-2-16,7 0 0,-3-1 0,1-1 0,3 0 16,-2-1-16,0 1 0,-6 2 0,6-5 0,0 0 15,-1 1-15,0-2 0,1 1 0,-1-1 0,-5 6 0,4-7 16,0 0-16,0 1 0,-2 1 0,0 1 16,-1-1-16,4-1 0,-2-2 0,1 2 15,0-2-15,-1 2 0,0-1 16,-3 7-16,2-3 0,0-1 0,-1-1 0,1 3 15,-2 0-15,0 2 0,0 0 0,1 0 16,-1 0-16,0 0 0,2 3 0,0-1 0,-2 2 0,3 0 16,-2 0-16,-1 0 0,0-4 0,3 7 0,-3-2 0,2 1 0,0 1 0,1-1 15,0 0-15,-3-6 0,2 7 0,0-1 0,-1 0 16,3 0-16,-2-1 0,-1-1 0,3-3 0,-3 0 0,0-1 0,1 0 0,-1-1 16,1 1-16,-1-1 0,-1 1 0,1 0 0</inkml:trace>
  <inkml:trace contextRef="#ctx0" brushRef="#br0" timeOffset="87962.435">5570 5374 0,'0'0'0,"0"0"0,0 0 15,0 0-15,0 0 16,0 0 0,0 0-16,27 64 15,-27-64-15,0 0 0,0 0 0,0 0 0,6 20 16,0 0-16,-2 1 0,-4-21 0,2 15 15,-1 2-15,-1-1 0,0-16 0,-1 14 0,-1 2 0,1-2 0,-4 0 0,1 0 16,0 0-16,4-14 0,-6 11 0,0-1 0,-1-1 0,0-4 16,2-1-16,0 0 0</inkml:trace>
  <inkml:trace contextRef="#ctx0" brushRef="#br0" timeOffset="88108.77">5535 5560 0,'0'0'0,"0"0"0,0 0 0,0 0 16,0 0-16,61-13 16,-12 8-16,-13-12 15,-36 17-15,0 0 0,0 0 0,7-3 0,-2 0 16,1-2-16</inkml:trace>
  <inkml:trace contextRef="#ctx0" brushRef="#br0" timeOffset="88429.085">5789 5525 0,'0'0'0,"0"0"16,0 0-16,0 0 15,0 0-15,0 0 16,43-15-16,-11-2 16,-32 17-16,0 0 0,0 0 15,3-5-15,2 0 0,-2 0 0,-2 0 0,0 1 16,1 0-16,-2 4 15,1-3-15,-1-2 0,0 2 0,-1 2 0,-1 1 16,1 0-16,-3 1 0,-1 0 0,2-1 0,3 0 16,-8 3-16,3 1 0,0-2 0,-4 5 0,3 0 0,-3 0 0,9-7 0,-7 8 0,0 0 15,1 1-15,-1 1 0,1 0 0,1-1 16,5-9-16,-5 10 0,2 1 0,-2-3 0,4-1 0,-1 0 16,1 0-16,1-7 0,1 8 0,1-2 0,-1 0 15,2 0-15,0-2 0,0 1 0,4-3 0,0-2 0,-1 1 16,1-2-16,-4 0 0,2 1 0,-1-1 0,-2 1 15,1-1-15</inkml:trace>
  <inkml:trace contextRef="#ctx0" brushRef="#br0" timeOffset="88670.281">6009 5459 0,'0'0'0,"0"0"15,0 0-15,0 0 16,0 0-1,8 54-15,2-10 0,-2-17 16,-8-27-16,0 0 0,0 0 16,5 6-16,-4 1 0,2-1 0,0 0 15,-1 0-15,-1-1 0,-1-5 0,0 6 0,0-2 0,0 2 16,-5 0-16,3 1 0,0-2 0,-4 1 0,1 0 16,1-1-16,4-5 0,-9 3 0,2 1 0,-1 0 0,0-4 15,1 0-15,1 0 0,1-1 16,1 1-16,0-1 0</inkml:trace>
  <inkml:trace contextRef="#ctx0" brushRef="#br0" timeOffset="89442.662">7022 4934 0,'0'0'0,"0"0"0,39-35 0,0 2 16,-3 16-1,-11 24-15,-5 1 16,-1 5-16,-19-13 15,0 0-15,0 0 0,7 6 0,-3 1 16,1 1-16,-5-8 0,1 7 0,0 0 0,0 0 16,-3 5-16,-1-1 0,1-1 0,-4 8 0,1-3 0,0 0 0,5-15 15,-6 16-15,-1 0 0,0 0 0,0-1 0,0 0 16,-1 0-16,0 3 0,1 0 0,-2-2 0,9-16 16,-4 17-16,1-2 0,0 0 0,1-2 0,2 1 0,-2 0 0,2-14 0,2 11 15,-2 0-15,2 0 0,-2-11 16,4 10-16,1-1 0,0 0 0,3 0 0,-1-3 0,1 2 15,-8-8-15,12 7 0,-1-3 0,-1 3 16,-10-7-16,15 0 0,-1 1 0,0-1 0,-14 0 16,15-3-16,-1 0 0,1 1 0,-15 2 0,12-3 0,0 0 15,-1 1-15,-11 2 0,7-2 0,-1 0 0,0 1 16,-6 1-16,4-2 0,-2 1 0,1 1 0,-6 4 0,1 0 16,1 0-16,1-4 0,-6 9 0,1-1 15,1 0-15,4-8 0,-11 11 0,3 1 0,-1 0 0,9-12 0,-7 12 16,0-2-16,0 1 15,7-11-15,-5 13 0,2 0 16,-2-2-16,5-11 0,-2 15 0,1 1 16,0-1-16,1-15 0,-2 18 0,1-2 0,1 1 0,0-17 0,-1 17 15,1 0-15,0 1 0,0-18 0,1 18 0,-1 1 0,0 0 0,0-19 0,-1 19 0,0 1 0,0-1 16,1-19-16,-3 19 0,0 0 0,1 0 16,2-19-16,-5 18 0,1 0 0,0 0 0,4-18 15,-9 16-15,1 1 0,-1-1 0,-7 0 0,1 0 16,-1-2-16,16-14 0,-26 13 0,1 2 0,-1 0 15,-6-9-15,1 0 0,0 2 0,31-8 0,-36 2 16,1-1-16,-1 0 0</inkml:trace>
  <inkml:trace contextRef="#ctx0" brushRef="#br0" timeOffset="90357.725">4112 4954 0,'0'0'0,"0"0"16,0 0-16,-4-52 15,-2 16 1,-7 15-16,-18 15 16,-15 17-16,46-11 0,0 0 15,0 0-15,-17 7 0,2 0 0,-1-1 0,16-6 16,-14 9-16,2 0 0,-2 1 0,14-10 0,-15 10 15,2 0-15,0 0 0,-1 3 0,2 0 0,0-1 16,12-12-16,-6 13 0,-1-1 0,-1 0 16,8-12-16,-4 12 0,2 0 0,0 0 0,4 0 0,0 1 0,1-1 15,-3-12-15,9 14 0,-2-2 0,1 0 0,2 1 0,-1 0 16,0 0-16,-9-13 0,13 16 0,-2 0 0,1-1 0,-12-15 16,12 18-16,-3-2 0,2 1 0,-4 2 15,1 0-15,-1 1 0,-7-20 0,6 21 16,-5-1-16,1 1 0,-4 1 0,1-2 15,-3 1-15,4-21 0,-4 22 0,-1 0 0,0 0 0,5-22 16,-6 22-16,-2 0 0,1 0 0,-2-3 0,-2-1 0,1 0 0,10-18 0,-11 17 0,1-1 16,-2-1-16,0 0 0,2-3 15,-1 3-15,11-15 0,-12 9 16,3 0-16,-3 0 0,12-9 0,-9 8 0,-1-2 16,-1 1-16,11-7 0,-6 3 0,0 1 0,0-1 0,3-1 0,2-1 15,-2 1-15,3-2 0,1 0 0,1 0 0,-2 0 0,4-3 16,0 1-16,1 1 0,3-5 0,-1-1 0,2 0 15,-9 7-15,11-3 0,1 1 0,0-1 0,1 7 16,1-2-16,-1 1 0,-13-3 0,11 6 0,2 0 0,-2-1 16,-2 5-16,0-3 0,1 1 0,-10-8 0,6 13 15,1 0-15,-1-2 0,-1 4 0,-2 0 0,1-1 16,-4-14-16,2 16 0,-2-1 0,0 0 0,0-15 0,-2 16 16,1 0-16,0 0 0,-2 2 0,1-1 15,1-1-15,1-16 0,-2 17 0,2-2 0,-2 2 0,2-17 0,-4 14 16,3 1-16,0-1 15,1-1-15,0 2 0,0-3 16,0-12-16,2 12 0,0 0 0,0-1 16,2-2-16,0-3 0,-1 2 0,-3-8 0,6 7 0,-1 0 0,-1 0 0,2-2 0,0 0 15,-1 0-15,-5-5 0,10 2 0,-1-1 0,1-1 0,0-1 0,-1-1 0,1 1 0</inkml:trace>
  <inkml:trace contextRef="#ctx0" brushRef="#br0" timeOffset="94243.38">8357 6510 0,'0'0'0,"0"0"15,0 0-15,0 0 16,0 0-16,0 0 16,0 0-16,0 0 15,0 0-15,0 0 0,0 0 0,17 2 16,-1-2-16,-1 1 0,-15-1 0,11 1 0,-2-1 0,1 0 16,-10 0-16,18-1 0,0 1 0,1 0 0,-19 0 15,11-1-15,-2 1 0,2 0 0,-11 0 0,21-3 16,-2 0-16,2 0 0,-21 3 15,12-3-15,-2 3 0,1-2 0,-11 2 0,17-4 0,0 0 16,0-1-16,-17 5 0,10-3 0,0 0 0,-1 1 16,-9 2-16,12-4 0,-2 1 0,0-1 0,-10 4 15,7-3-15,-2 1 0,0 0 0,-5 2 0,3-1 0,0 1 0,-2 0 16,1-1-16,-2 1 0,0 0 16,0 0-16,0 0 0,0 0 0,0 0 15,0 0-15,0 0 0,0 0 0,0 0 16,2 0-16,-2 0 0,0 0 15,0 0-15,-4 4 0,3-1 0,-2 0 0,3-3 0,-2 3 0,1-1 16,1 0-16,0-2 0,-4 13 0,0 0 0,0 0 0,3-5 0,-2-1 0,0 1 0,3-8 0,-3 18 0,1 0 0,-1 0 0,3-18 16,-1 12-16,-1-3 0,1 1 0,1-10 15,0 23-15,0 1 0,0-2 0,0-22 0,0 13 16,0 0-16,0-1 0,0-12 0,1 23 16,-1 0-16,0 0 0,0-23 0,0 0 0,0 13 0,0 0 15,0 0-15,2 8 0,-1-2 0,-1 1 0,0-20 16,2 12-16,-2-1 0,0 0 0,0-11 0,3 13 15,-1-1-15,1 1 0,-3-13 0,2 6 0,0 1 0,-1 0 16,-1-7-16,2 10 0,-1 0 0,-1 1 16,0-11-16,2 6 0,-2-1 15,0-1-15,0-4 0,1 3 0,-1-1 16,0 0-16,0 0 0,0-2 0,0 0 0</inkml:trace>
  <inkml:trace contextRef="#ctx0" brushRef="#br0" timeOffset="94812.348">9078 6338 0,'0'0'0,"0"0"0,0 0 15,0 0-15,0 60 16,5-5-1,-7-2-15,2-53 0,0 0 0,0 0 16,-1 17-16,1-2 0,0 1 0,1 1 16,-1-1-16,0 1 0,0-17 0,1 18 0,0 0 0,-1 1 15,0-19-15,3 17 0,-1-1 0,-1 2 0,2-1 16,0 0-16,0-1 0,-3-16 0,3 15 0,1 0 16,0 0-16,-1-2 0,-2 2 0,1-2 0,-2-13 15,2 11-15,0 0 0,0 0 0,0-3 0,-1-1 0,0 1 0,-1-8 16,2 4-16,-1 1 0,-1-1 15,0-4-15,2-3 0,-2 2 0,0-2 0,0-1 16,0 1-16,0 0 0</inkml:trace>
  <inkml:trace contextRef="#ctx0" brushRef="#br0" timeOffset="95087.548">9306 6313 0,'0'0'0,"0"0"0,0 0 16,0 0-1,26 46-15,-4 8 16,-12 0-16,-10-54 0,0 0 0,0 0 16,3 18-16,-1-3 15,0 2-15,-2-17 0,3 19 0,-2-1 0,0-1 16,-1-17-16,2 19 0,-1 0 15,0 0-15,-1-19 0,0 20 0,0-1 0,0 0 16,3-3-16,-2 1 0,1-1 0,-2-16 0,3 17 0,-1-2 16,0 1-16,0-6 0,1 0 0,-2-3 0</inkml:trace>
  <inkml:trace contextRef="#ctx0" brushRef="#br0" timeOffset="95263.274">9195 6739 0,'0'0'0,"0"0"0,0 0 15,56-24-15,7 1 16,-1-1-16,-25 10 16</inkml:trace>
  <inkml:trace contextRef="#ctx0" brushRef="#br0" timeOffset="95665.925">9554 6584 0,'0'0'0,"0"0"0,0 0 15,21 41 1,0-4-16,-9-12 15,0-7-15,-1-4 16,-11-14-16,0 0 16,0 0-16,0 0 0,5 2 0,-1 0 0,0 0 0,-4-2 15,7-4-15,-1-1 0,0 2 0,2-2 0,-2-1 0,0 2 16,-6 4-16,6-9 0,0 1 0,0 1 0,-6 7 0,5-10 0,-1 1 16,-1 0-16,1-2 0,0 0 0,-1 1 15,-3 10-15,3-8 0,-2 0 0,1 0 0,-2 8 16,1-5-16,-1 1 0,1 1 0,-1 3 0,1-4 15,-1 3-15,0-1 0,0 2 0,1 0 0,-1-1 0,0 1 16,1 2-16,-1 0 0,0 0 0,0-2 0,2 8 16,1-2-16,-1 0 0,-2-6 0,5 10 0,-2 0 15,0-1-15,1 2 0,0 1 0,-1-1 0,-3-11 16,6 15-16,-2-1 0,0 0 0,-4-14 0,2 14 0,0-2 16,1 0-16,-2-6 0,0 1 0,0-1 15,1-2-15,-2-1 16,0-1-16</inkml:trace>
  <inkml:trace contextRef="#ctx0" brushRef="#br0" timeOffset="96162.517">9903 6580 0,'0'0'0,"0"0"16,0 0-1,14 44-15,-2-1 0,-11-9 31,-3-12-31,2-22 0,0 0 0,0 0 0,0 0 16,-2 2-16,2 2 0,-1-1 0,1-3 0,-2 0 16,2 0-16,0 0 0,-1-4 0,1 1 0,0 0 15,0 3-15,1-7 0,-1-1 0,0 1 16,0 7-16,1-10 0,1 0 16,0 1-16,2-2 0,-2 1 0,0 0 0,-2 10 0,4-9 0,0 0 0,-1 1 15,-3 8-15,8-6 0,-3 0 0,0 1 0,-5 5 16,6-2-16,0 1 0,-1 0 0,2 6 0,-2-1 0,1 0 15,-6-4-15,6 8 0,0-1 0,0 1 0,-6-8 16,7 9-16,-1 0 0,0 0 0,-2-3 0,1 0 16,-2 0-16,2 2 0,-1-2 0,-1 1 0,-3-7 15,4 6-15,-1-3 0,-1 2 0,-2-5 0,3 4 0,-3-1 16,1-1-16,-1-2 0,1 1 0,0-1 0,-1 0 0,0 0 0,0-3 16,0 2-16,0-2 0,3-4 15,-2 0-15,1 1 0,-2 6 0,3-12 0,-1 3 16,1 0-16,-3 9 0,5-13 0,-1 0 0,0 0 15,-4 13-15,5-11 0,1-1 0,-1 1 0,1 3 16,0 1-16,1-1 0,-7 8 16,6-3-16,-1 0 0,0-2 0,-5 5 0,6 2 15,0-2-15,-1 2 0,2 4 0,1-1 16,-1 0-16,-7-5 0,8 10 0,-1 0 0,0-1 16,-7-9-16,7 11 0,-1 0 0,-1-1 0,0 4 0,-1-2 15,0 0-15,-4-12 0,2 13 0,-1-1 0,0 0 0,-1-12 0,-2 11 0,1-1 0,-1 0 16,1-3-16,1-2 0,0 1 0</inkml:trace>
  <inkml:trace contextRef="#ctx0" brushRef="#br0" timeOffset="96550.503">10532 6581 0,'0'0'15,"0"0"-15,0 0 0,0 0 16,0 0-1,-52 32-15,11-2 16,41-30-16,0 0 0,0 0 16,-9 11-16,1-2 0,1 1 0,7-10 0,-6 8 15,3 0-15,0 1 0,2-3 0,1 0 0,0 0 0,0-6 0,2 4 16,0-1-16,-1-1 0,-1-2 0,6 3 16,-1-2-16,-1-1 0,2-2 0,0 0 0,1-2 15,-7 4-15,9-5 0,0-2 0,-1 0 0,-8 7 16,8-8-16,-1 0 0,0-1 0,-1-1 0,-1-2 0,1 1 0,-6 11 15,5-10-15,-1-1 0,1 1 16,-5 10-16,3-8 0,0 1 0,0-1 0,0 5 0,-3 0 16,1-1-16,-1 4 0,2-1 0,-2 0 0,0 1 15,0 0-15,2 3 0,-1 1 0,-1 1 0,2 2 0,-1 0 16,-1 2-16,0-9 0,3 9 16,-2 1-16,1-1 0,3 3 15,-1-2-15,-1 1 0,-3-11 0,4 12 0,-1 0 0,0-1 0,-3-11 16,2 10-16,-1-2 0,0 0 0,1-4 0,-1-1 0,0-1 15,0 0-15,-1-2 0,0 0 0</inkml:trace>
  <inkml:trace contextRef="#ctx0" brushRef="#br0" timeOffset="96922.808">10640 6576 0,'0'0'0,"0"0"15,0 0-15,20 40 16,-7 3-16,-4-4 15,-9-12 1,0-27-16,0 0 0,0 0 0,0 0 16,0 7-16,-1-2 0,0 0 0,0-3 0,1 0 0,-1 0 0,1-2 0,0-1 0,0 0 15,0 1-15,0 0 0,1-5 0,-1 1 16,0-1-16,0 2 0,0-1 0,0 0 0,1 2 16,-1-1-16,0 3 0,0-1 0,0-1 0,0 2 15,0 0-15,5-21 0,-2 2 0,2-2 0,-5 21 0,6-23 0,-2 0 16,1 1-16,3 8 0,-2-1 15,0 1-15,-6 14 0,9-8 0,-1 1 0,-1 0 16,-7 7-16,10-3 0,-2 1 0,0 0 0,-8 2 0,12 5 16,-1-1-16,0 1 0,0 4 0,0-1 0,-1 1 15,-10-9-15,10 11 0,-2 0 0,1 0 0,-6 2 16,0-1-16,0 0 0,-3-12 0,3 13 0,-2-2 16,1 2-16,-4-3 0,2 1 0,0 1 0,0-12 15,-4 9-15,2 1 0,0 0 0,2-10 16,-6 6-16,2-1 0,0 1 0,-2-5 0,0-1 0,1 1 0</inkml:trace>
  <inkml:trace contextRef="#ctx0" brushRef="#br0" timeOffset="97357.619">11192 6072 0,'0'0'0,"0"0"15,0 0-15,-38 35 16,4 9-16,2 5 16,1 2-1,31-51-15,0 0 0,0 0 16,0 0-16,-7 21 0,-1-1 0,0-1 0,2 2 0,1 0 0,0-1 16,5-20-16,-4 23 0,1 0 0,1 0 0,2-23 15,-2 25-15,1 1 0,-1 0 0,4 0 0,-2 0 0,1 0 16,-1-26-16,5 24 0,0-1 15,-1 1-15,-4-24 0,8 24 16,-1-1-16,0 0 0,1-3 0,1 1 16,-2 0-16,-7-21 0,11 18 0,1-1 0,-2 0 0,-10-17 15,14 9-15,-1 1 0,1 0 0,-5-6 0,0 1 0,-1-2 0,-8-3 0</inkml:trace>
  <inkml:trace contextRef="#ctx0" brushRef="#br0" timeOffset="97745.927">11370 6273 0,'0'0'0,"0"0"0,0 0 16,0 0-16,0 0 15,-49 23-15,10 4 32,39-27-32,0 0 0,0 0 0,0 0 0,0 0 0,-8 11 0,-1-2 0,1 1 0,8-10 15,-6 9-15,1-1 0,0 1 0,4 0 0,-1 0 16,1-1-16,1-8 0,3 11 0,0 0 0,0-1 16,-3-10-16,6 14 0,-1-1 0,0 0 0,-5-13 0,3 14 15,1 1-15,-1-2 0,1 1 0,0-1 16,0 1-16,-4-14 0,4 12 0,0 1 0,-1 0 0,-3-13 15,3 11-15,-1 1 0,-1-1 0,-3-2 0,0 1 0,1-1 16,1-9-16,-5 9 0,0-2 0,1 0 0,4-7 16,-9 9-16,2-3 0,0 0 0,0-2 0,-1-2 0,0 1 15,8-3 1,-10-2-16,0 0 0,1 0 0,9 2 0,-6-7 0,0-1 0,0 2 0</inkml:trace>
  <inkml:trace contextRef="#ctx0" brushRef="#br0" timeOffset="98082.145">11431 6463 0,'0'0'0,"0"0"16,0 0-16,-10 49 16,-3-6-1,3-14-15,8-10 16,2-19-16,0 0 0,0 0 0,0 0 0,1 5 15,-1-2-15,0 0 16,4 0-16,-2 1 0,1-2 16,-3-2-16,8-2 0,-1 2 0,0-1 0,-7 1 0,10-5 0,-1 0 0,0 0 0,0-2 15,0 0-15,0 0 0,-9 7 0,7-10 0,0 1 0,0-2 16,-7 11-16,4-11 0,0 1 0,0 0 0,-5 1 16,0 2-16,0-2 0,1 9 0,-4-7 0,0 1 0,0-2 15,4 8-15,-9-3 0,3 1 0,-1 0 16,7 2-16,-11 1 0,2 0 0,0 1 0,-2 2 15,1 1-15,0-1 0,10-4 0,-8 6 0,-1-2 0,0 1 16,9-5-16,-5 5 0,0 0 0,-1 0 0,6-3 16,0 2-16,0-1 0</inkml:trace>
  <inkml:trace contextRef="#ctx0" brushRef="#br0" timeOffset="98313.138">11680 6410 0,'0'0'16,"0"0"-16,0 0 0,0 0 0,0 0 16,-25 51-1,9-5-15,16-46 16,0 0-16,0 0 0,-2 10 0,0 0 0,0 1 0,2-11 16,2 8-16,0 0 0,0 1 0,-2-9 0,5 7 15,-1-1-15,-1 0 0,7-1 0,-2 0 0,1 0 0,-9-5 16,12 4-16,-3-2 0,2 1 0,-11-3 15,13-1-15,-1 1 0,0-1 0,1-2 0,-2-1 16,0 0-16</inkml:trace>
  <inkml:trace contextRef="#ctx0" brushRef="#br0" timeOffset="98649.859">11834 6439 0,'0'0'0,"0"0"0,0 0 15,41-23-15,0 14 16,-7 9-16,1 16 16,-35-16-16,0 0 0,0 0 15,9 8-15,-1 1 0,0-1 0,-8-8 0,5 9 0,-1 1 16,0-1-16,-4 0 0,0 2 0,0 0 0,0-11 0,0 11 16,0-1-16,0 1 0,0-11 15,-2 9-15,1 0 0,-1 0 0,-3-4 0,1-2 16,0 1-16,4-4 0,-6 2 0,1 0 15,1 0-15,-2-2 0,0 0 0,0 0 0,6 0 0,-5-4 16,0 3-16,-1 0 0,6 1 0,-4-7 16,2 2-16,0 2 0,-1-6 0,2 2 0,-1-1 0,2 8 0,2-12 15,-2 2-15,0-1 0,4-4 0,1 3 0,-1-1 0,-4 13 16,10-13-16,-2 0 0,-1 0 0,-7 13 16,10-11-16,-1 2 0,1-1 0,-1 3 0,0 0 0,0 1 15,-9 6-15,8-6 0,0 0 0,0 2 0</inkml:trace>
  <inkml:trace contextRef="#ctx0" brushRef="#br0" timeOffset="99109.291">12314 6317 0,'0'0'15,"0"0"-15,0 0 0,0 0 0,-44 37 16,6 1-16,9 0 16,29-38-1,0 0-15,0 0 0,0 0 0,-8 10 0,1-1 0,1 0 0,5 0 16,-1 0-16,1 0 0,1-9 0,0 9 0,0 0 16,0 0-16,0-9 0,3 5 0,-2-1 0,1 1 15,2-2-15,0 1 0,-1-1 0,-3-3 0,7 0 16,-2 0-16,0 2 0,-5-2 0,8-5 0,-1 3 0,-1-1 15,3-4-15,-2 0 0,0 0 0,-7 7 16,7-11-16,0 2 0,0-1 0,-7 10 0,5-12 16,1 0-16,-1-1 0,-5 13 0,6-13 0,-2-1 0,1 1 15,-1 2-15,0 0 0,0 1 16,-2 1-16,-1 3 0,1-1 0,-2 7 0,1-4 16,-1 0-16,0 1 15,0 3-15,1 0 0,0-1 0,0 1 0,-1 0 0,2 1 0,-1 0 0,-1 1 16,2 5-16,-2-1 0,0 2 0,0-8 0,2 9 0,0 0 0,-1 0 15,-1-9-15,1 14 0,-1-3 0,0 2 0,1 0 0,-1-1 0,1 0 0,-1-12 16,3 12-16,-1-1 0,-1-1 16,1-4-16,0 1 0,0-1 0,-2-6 0,3-1 15,0 1-15,0 0 0,-1-2 0,1 1 0,-1-1 0</inkml:trace>
  <inkml:trace contextRef="#ctx0" brushRef="#br0" timeOffset="99330.571">12519 6153 0,'0'0'0,"0"0"0,0 0 16,0 0-1,10 60-15,6 5 16,-4-5 0,-12-60-16,0 0 0,0 0 15,0 0-15,4 18 0,-1 1 0,0 0 0,-1-3 0,0 2 0,-1-2 0,-1-16 0,1 15 16,-1 1-16,0-1 0,0-15 0,-4 13 15,1-1-15,-1 1 0,4-13 0,-8 7 0,2 0 16,0-2-16,6-5 0,-9-1 0,2 0 0,-1-1 0</inkml:trace>
  <inkml:trace contextRef="#ctx0" brushRef="#br0" timeOffset="99469.411">12387 6400 0,'0'0'0,"0"0"0,0 0 0,66-14 15,13 1 1,-9 1-16,-9-6 16,-61 18-16,0 0 0,0 0 0</inkml:trace>
  <inkml:trace contextRef="#ctx0" brushRef="#br0" timeOffset="99809.041">12764 6365 0,'0'0'0,"0"0"0,0 0 0,0 0 15,45-27-15,-7 3 16,-16 3-16,-8 3 16,-14 18-16,0 0 0,0 0 0,4-4 0,-1 0 15,0 0-15,-3 4 0,1-3 0,0 0 0,0-1 16,-1 4-16,-2-1 0,1 0 0,-1 0 0,-3 2 15,0-1-15,2 1 0,3-1 0,-10 5 0,0-1 0,1 1 0,2-2 16,-1 1-16,1-1 0,4 0 0,-1-1 0,0 1 16,4-3-16,-11 10 0,0 2 0,0 0 15,2 2-15,-1 0 0,1 1 0,9-15 0,-3 13 16,0-1-16,1 0 0,4-1 0,1-1 0,-1 0 0,-2-10 16,5 9-16,0-1 0,0 0 0,-5-8 0,10 9 15,-1-2-15,2-1 0,-11-6 0,13 3 16,2 0-16,-1 0 0,3-5 0,1 1 0,0-2 0,-18 3 15,20-6-15,-1 0 0,0 0 0</inkml:trace>
  <inkml:trace contextRef="#ctx0" brushRef="#br0" timeOffset="100045.705">13187 6228 0,'0'0'0,"0"0"15,0 0-15,-41 11 16,10 3-16,18 3 15,10 0 1,3-17-16,0 0 0,0 0 0,6 11 0,-2-2 0,1 1 16,5 0-16,-3 1 0,1-1 0,-8-10 0,9 11 15,-3-2-15,2 0 0,-8-9 0,7 12 16,-2-1-16,0 0 0,-5-11 0,6 13 0,-1-2 0,-1 2 0,-6-4 16,1 1-16,0-1 15,1-9-15,-9 7 0,3 1 0,-1 0 0,-5-3 16,2 0-16,0 1 0,2-3 0,1-1 0,-2 1 0</inkml:trace>
  <inkml:trace contextRef="#ctx0" brushRef="#br0" timeOffset="100427.506">13238 5845 0,'0'0'0,"0"0"0,0 0 0,0 0 0,50 16 16,-7 7-1,-16 3-15,-3 7 16,-24-33-16,0 0 0,0 0 15,7 14-15,1 0 0,0-1 0,-3 2 0,-1-1 0,0 0 16,-4-14-16,6 19 0,0 0 0,-1-1 0,1 1 16,-2 0-16,1 0 0,-5-19 0,1 21 0,1-2 0,-1 1 15,-1-20-15,-1 24 0,1-2 0,0 1 0,-5 1 0,1 0 16,0-1-16,4-23 0,-9 25 0,1-2 16,-1 2-16,9-25 0,-13 27 0,0 0 0,0-1 0,-5-1 15,1 0-15,0 1 0,-4-2 0,1 0 0,0 0 16,-4-1-16,1-1 0,0 0 0,23-22 0,-24 15 0,1 1 15,1 0-15</inkml:trace>
  <inkml:trace contextRef="#ctx0" brushRef="#br0" timeOffset="108811.362">14588 5842 0,'0'0'0,"0"0"0,0 0 0,0 0 15,0 0 1,0 0-16,0 0 16,0 0-16,0 0 0,0 0 0,0 0 15,0 0-15,0 0 0,0 0 0,0 0 0,0 0 16,0 0-16,0 0 0,0 0 0,-3 7 0,3-1 16,-1-1-16,1-5 0,-1 4 0,0-1 0,1 1 15,0-4-15,-1 11 0,1 2 0,0-2 0,0-11 16,-1 8-16,1-2 0,0 1 0,0-7 0,4 17 15,0-1-15,-1 1 0,1-7 0,-2-1 0,1 0 16,-3-9-16,2 22 0,-1 0 0,1-1 0,-2-21 16,1 13-16,-1-1 0,1 0 0,-1-12 0,2 20 0,0-1 15,-1 0-15,-1-19 0,2 11 0,-1-1 16,-1 1-16,0-11 0,4 21 0,-2-1 16,1 2-16,-3-22 0,1 11 0,1 0 0,-1 0 0,-1-11 15,2 18-15,1 1 0,-1 0 0,-2-19 0,1 10 0,0-1 0,0 1 0,-1-10 16,3 14-16,-2-1 15,-1 1-15,0-14 0,2 9 0,-2-3 0,0 2 0,1-6 0,-1 2 16,0-2-16</inkml:trace>
  <inkml:trace contextRef="#ctx0" brushRef="#br0" timeOffset="109209.578">14844 5845 0,'0'0'0,"0"0"16,0 0-1,0 0-15,11 48 16,6 1-16,-9-1 16,-8-48-16,0 0 0,0 0 0,3 17 15,-1-1-15,1-1 0,3 4 16,0 0-16,0 0 0,-6-19 0,4 18 16,-2-2-16,1 1 0,-3-17 0,0 18 0,2-2 15,-1 2-15,-1-18 16,0 17-16,0 1 0,0 0 0,2 2 0,-1-2 0,-1 1 15,0-19-15,1 16 0,-1 0 0,0-1 0,0-15 0,-1 15 0,0 1 0,0-2 0,1-14 0,-4 15 16,1-1-16,1 0 0,-3-3 0,1-1 0,0 1 0,4-11 16,-7 2-16,2 0 0,-1-1 0</inkml:trace>
  <inkml:trace contextRef="#ctx0" brushRef="#br0" timeOffset="109431.42">14633 6269 0,'0'0'0,"0"0"0,0 0 0,34-23 16,9 7 0,-1 5-16,1 3 15,-43 8-15,0 0 0,0 0 0,0 0 0,18-2 16,-2 2-16,0-2 0,0 0 0,-1 2 0,0-1 15,-6 1-15,0-1 0,1 1 0</inkml:trace>
  <inkml:trace contextRef="#ctx0" brushRef="#br0" timeOffset="109883.331">15065 6177 0,'0'0'0,"0"0"0,0 0 0,15 38 15,-3-2-15,-4-9 16,-2-3 0,-6-24-16,0 0 0,0 0 0,2 8 0,0-1 15,-1 1-15,-1-8 0,5 5 0,-2 1 0,0 0 16,-3-6-16,5 5 0,-1 1 0,1 0 0,-5-6 15,6 3-15,-2 0 0,2 0 0,-6-3 0,6-3 0,-1 3 0,0 0 16,1-6-16,-1 1 0,1 0 0,-3 2 16,0-1-16,0 0 0,-3 4 0,2-3 15,-1 3-15,1-3 0,4-12 16,-2 1-16,1 0 0,-5 14 0,6-14 16,-2 1-16,-1 0 0,-3 13 0,3-13 0,-2 3 0,1-2 0,-2 12 0,0-7 15,1-2-15,0 2 0,-1 7 0,1-4 0,-1 1 0,0-1 16,0 2-16,0 0 0,0 1 0,0 1 15,-1 1-15,1 0 0,0 0 0,0-1 0,2 5 0,-1 0 16,0 0-16,2 4 0,0-1 0,0 1 0,-3-9 16,3 7-16,-1-2 0,0 2 0,0-4 0,-2 1 0,1-2 0,1-1 15,-2 0-15,0 0 0,0-1 0,4 17 16,0-2-16,0 1 0,-1 3 0,0-1 0,-1 0 16,-2-18-16,2 11 0,0-2 0,-1 1 0</inkml:trace>
  <inkml:trace contextRef="#ctx0" brushRef="#br0" timeOffset="110486.508">15392 6146 0,'0'0'0,"0"0"16,0 0-16,0 0 15,0 0-15,18 66 16,-6-7-1,-12-59-15,0 0 0,0 0 0,2 13 0,-1 1 0,0-1 16,-1-13-16,0 7 0,0 0 0,0 0 0,0-7 0,-1 4 0,1 0 16,0-1-16,0-1 0,0-1 15,0 0-15,0-1 0,-1 0 0,1 1 0,0-1 16,0-1-16,0 0 0,0 1 0,0 0 0,-2-6 16,2 1-16,-1-1 0,1 6 0,-1-12 15,0 0-15,1 0 0,2-3 0,-1 0 0,-1 0 16,0 15-16,3-15 0,-1 1 0,-1 0 0,2 4 15,-2 0-15,1-1 0,-2 11 0,3-7 0,-1-1 0,0 1 0,-2 7 16,5-4-16,0-1 0,-1 1 0,2 5 0,-1 1 0,1-1 16,-6-1-16,7 5 0,-1-2 0,1 1 0,-7-4 15,10 8-15,-2-1 0,1-1 0,-1 4 0,0 1 16,0-1-16,-8-10 0,5 11 0,-1-1 0,1 0 16,-1 0-16,1-1 0,-2 1 0,-3-10 0,3 8 15,0-1-15,-1 1 0,-2-8 0,1 7 16,0-1-16,0-1 0,0 0 0,-1-1 0,0 0 0,0-4 15,1 2-15,-1-1 0,0 0 0,0-1 0,1 1 16,-1-1-16,0 0 0,0 0 0,-2-4 0,2-1 0,0 1 16,1-4-16,0 0 0,0 0 0,-1 8 15,1-11-15,1 1 0,0-1 16,-2 11-16,4-10 0,-1 1 0,0 0 0,3 1 16,-1 2-16,-1 0 0,-4 6 0,8-4 0,-1 1 0,0-1 0,3 5 0,-2-1 15,1 1-15,-9-1 0,11 4 0,1-1 0,0 0 0,-12-3 16,11 7-16,-1 0 0,0 0 0,-1 1 0,0 0 0,1 0 0,-10-8 15,5 13-15,0-1 0,1 0 0,-6-12 16,2 13-16,-1-2 0,1 0 0,-3 2 0,0-3 0,1 2 16,0-12-16,-3 11 0,0-3 0,1 3 15,2-11-15,-4 6 0,1 1 0,0 1 0,-2-5 16,2 0-16,-1 0 0</inkml:trace>
  <inkml:trace contextRef="#ctx0" brushRef="#br0" timeOffset="110925.107">16064 6200 0,'0'0'0,"0"0"0,0 0 16,0 0 0,0 0-16,-38-26 15,16 10-15,22 16 16,0 0-16,0 0 0,0 0 0,-14 7 0,1 0 15,1-1-15,12-6 0,-7 5 0,0 0 0,1 0 0,6-5 16,-7 13-16,2 0 0,-1-1 0,3-5 0,1 0 16,0 0-16,2-7 0,0 0 0,3 11 0,-2-1 15,1 1-15,-2-11 0,2 5 0,-1 0 0,-1 0 16,0-5-16,9 3 0,-2 0 0,1-3 0,-8 0 16,5 1-16,-1 1 0,-1-2 15,-3 0-15,9-7 0,1-1 0,-1 1 0,-9 7 0,6-5 0,-1-1 16,0 2-16,-5 4 0,7-14 15,1-1-15,0 1 0,-8 14 0,5-9 0,-2 2 0,1-1 16,-4 8-16,2-4 0,-1 2 0,1-2 0,-2 4 16,2-1-16,-2 1 0,0-2 0,1 2 0,-1 0 15,0 0-15,3 2 0,0 0 0,-1 0 0,-2-2 0,1 1 0,1 0 0,-1 0 0,-1-1 16,3 15-16,-1-2 16,-1 0-16,2-5 0,-3 0 0,1 0 0,-1-8 0,4 13 15,-2 0-15,0 1 0,-2-14 0,2 6 0,-1 2 16,1-1-16,-2-7 0,1 3 0,-1 0 0,1 0 0</inkml:trace>
  <inkml:trace contextRef="#ctx0" brushRef="#br0" timeOffset="111290.118">16199 6180 0,'0'0'0,"0"0"16,15 48-1,0-3-15,-10-13 16,-3-2-16,-1-11 16,-1-19-16,0 0 0,0 0 0,0 0 0,-5 3 15,2-1-15,0 0 0,1-4 0,1-1 0,-1 1 0,2 2 16,1-6-16,-1 1 0,0 0 0,1-6 16,-1 1-16,0 1 0,0 9 0,2-16 0,-2 2 0,0-1 0,4-3 15,-1 0-15,0 0 0,-3 18 0,4-18 16,0-1-16,0 1 0,-4 18 0,4-15 0,1 0 15,0 0-15,2 5 0,-1 1 16,2-1-16,-8 10 0,8-3 0,0 0 16,0 1-16,-8 2 0,11 3 0,0-1 15,0 1-15,4 6 0,-2-1 0,0 0 0,-13-8 16,16 13-16,-1-2 0,1 2 0,-3 0 0,1 1 0,-1-1 16,-13-13-16,8 16 0,1-1 0,0 0 0,-9-15 15,3 17-15,0-3 0,0 1 0,-4-1 0,0 0 0,0 1 0,1-15 0,-9 10 0,1 1 0,1-1 16,7-10-16,-9 5 0,2-2 0,0 0 0</inkml:trace>
  <inkml:trace contextRef="#ctx0" brushRef="#br0" timeOffset="111647.755">16897 5670 0,'0'0'0,"0"0"0,0 0 15,-46 30-15,4 7 16,3 9-16,1 6 16,38-52-16,0 0 15,0 0-15,0 0 0,-15 23 0,2-2 0,0 0 16,8 6-16,1-1 0,1-1 0,-1 2 0,-1-3 0,2 0 15,-2-3-15,2 0 0,0-1 0,3-20 0,-2 22 0,1-2 16,0 1-16,1-21 0,7 24 0,0-2 0,0 1 16,2-2-16,-3-2 0,2 2 0,-8-21 0,10 21 15,-2-2-15,1 1 0,-9-20 0,13 15 0,-1 3 16,0-3-16,1-2 0,-2-3 16,1 0-16,-5-4 0,1-1 0,-2 0 15,-6-5-15</inkml:trace>
  <inkml:trace contextRef="#ctx0" brushRef="#br0" timeOffset="112065.755">17117 5885 0,'0'0'0,"0"0"0,0 0 0,0 0 15,0 0-15,-55 12 16,11 3 0,10 4-1,34-19-15,0 0 0,0 0 0,-8 7 0,-1 1 16,2-2-16,7-6 0,-5 6 0,2-1 0,-2 1 16,4 0-16,1 1 0,0-2 0,0-5 0,1 7 15,1 0-15,0 0 0,-2-7 0,6 8 0,-1 0 0,0 0 0,6 1 16,-1-1-16,0 2 0,-10-10 0,11 9 0,0 1 0,-1 0 0,-3 1 15,1 0-15,0-1 0,-8-10 0,4 10 0,1 0 16,0 1-16,-5-11 0,4 10 16,0 2-16,-1-3 0,-2 2 0,0-2 15,0 0-15,-1-9 0,-5 7 0,1 1 16,-1-2-16,5-6 0,-10 6 0,3 1 16,-1-1-16,8-6 0,-13 3 0,1 2 15,1-1-15,-2-2 0,2-1 16,0 0-16,11-1 0,-11-2 0,-1 0 15,1 1-15,11 1 0,-10-5 0,-1 2 0,2 0 0,2-6 0,1 2 0,0 0 16</inkml:trace>
  <inkml:trace contextRef="#ctx0" brushRef="#br0" timeOffset="112362.527">17213 6067 0,'0'0'0,"0"0"0,0 0 16,0 0-16,-5 53 15,5-9-15,5-15 16,-5-29 0,0 0-16,0 0 0,3 4 0,0-1 0,0 1 0,-3-4 0,5 3 15,-1-1-15,-1 0 0,6-1 0,-1-1 0,-1 0 16,2-3-16,0 1 0,-1-1 0,-8 3 0,6-7 16,1 1-16,-1 0 0,-6 6 0,5-8 15,-1 1-15,-1-2 0,-1 0 0,-1 0 0,0 0 0,-1 9 0,-4-9 16,3 1-16,-1 0 0,2 8 0,-5-9 15,0 1-15,0 2 0,-4 0 0,1 2 16,1-1-16,7 5 0,-10-2 0,1 1 0,-1 0 0,0 1 0,-2 1 0,2-1 16,10 0-16,-12 4 0,1-2 15,-1 1-15,12-3 0,-8 3 0,1 0 0,-2-1 16,9-4-16,0 0 0,0 1 0</inkml:trace>
  <inkml:trace contextRef="#ctx0" brushRef="#br0" timeOffset="112595.799">17545 5984 0,'0'0'0,"0"0"16,0 0-16,0 0 0,-30 37 16,2 4-16,6-6 15,10-2 1,12-33-16,0 0 0,0 0 0,0 0 15,-1 10-15,1 0 0,0 1 0,2-3 0,0 0 0,1 0 16,-3-8-16,8 9 0,-1-1 0,0-1 0,-2-1 16,1-2-16,-1 1 0,-2-2 0,-1-1 0,1 0 0,-3-2 0,2 2 15,-2-2-15,1 0 0</inkml:trace>
  <inkml:trace contextRef="#ctx0" brushRef="#br0" timeOffset="112977.661">17656 6018 0,'0'0'0,"0"0"16,0 0-16,29-25 15,3 7-15,-2 6 16,2 18 0,2 11-16,-34-17 0,0 0 15,0 0-15,9 8 0,0-1 0,-1 0 0,-8-7 0,7 7 0,-1 1 16,-1 1-16,-1 0 15,-1-1-15,1 2 0,-4-10 0,2 11 16,1 0-16,0 2 0,-3-13 0,-3 8 0,0 1 16,1 1-16,-4-3 0,2-1 15,-1 2-15,5-8 0,-6 4 0,2 0 0,-1 0 16,5-4-16,-5 1 16,0-1-16,-1 0 0,1-2 0,2 1 0,0 0 15,3 1-15,-2-2 0,0 1 0,1 1 16,0-11-16,1 2 0,0-1 0,0 10 0,2-13 0,-1 3 0,0-2 0,6 0 0,-2 0 0,0 0 0,-5 12 15,9-12-15,-1-2 0,0 1 0,-8 13 0,9-11 0,-1 2 0,1-1 0,0 2 0,0 1 0,1-2 16,-10 9-16,8-5 0,0 1 0,-2-1 0,-6 5 16,6-2-16,0 0 0,1 2 0,-1-2 0,0 2 15,0-1-15,-6 1 0</inkml:trace>
  <inkml:trace contextRef="#ctx0" brushRef="#br0" timeOffset="113377.561">18200 5960 0,'0'0'0,"0"0"0,0 0 0,0 0 15,0 0-15,-41 18 16,5 7-16,11 4 16,25-29-16,0 0 0,0 0 0,-6 10 0,1 1 15,0-2-15,2 2 0,1-1 0,1 2 16,1-12-16,0 7 0,0 1 0,0 1 0,2-1 15,1-1-15,-1-1 0,-2-6 0,3 6 0,-1-2 0,-1 0 16,6-3-16,-2 1 0,1-1 0,-6-1 0,9-3 16,-2 2-16,1-2 0,1-4 0,-2 2 0,1-2 15,-8 7-15,7-10 0,0 3 0,0-3 0,-7 10 16,6-9-16,0-2 0,-1 1 0,1-2 0,-2 2 16,-1-2-16,-3 12 0,4-9 0,0-2 15,0 1-15,-4 10 0,4-6 0,-2 0 0,1 0 0,-1 3 16,-1 0-16,-1 0 0,0 3 0,0 0 0,0 1 15,0 0-15,3 5 0,0 1 0,0-1 0,-3-6 0,6 9 16,-3 0-16,0 0 0,-3-9 0,5 10 0,-1 1 0,1-2 0,3 4 0,-2-2 16,0 2-16,-6-13 15,8 10-15,-2 0 0,0 0 0,-2-2 0,1-1 0,-2 1 16,-3-8-16,3 3 0,-1-1 0,-1 0 0,-1-2 16,2-4-16,-1 2 0,-1 0 0</inkml:trace>
  <inkml:trace contextRef="#ctx0" brushRef="#br0" timeOffset="113597.45">18366 5747 0,'0'0'0,"0"0"0,0 0 16,0 0-16,44 64 16,-3 7-1,-9-8-15,-32-63 16,0 0-16,0 0 0,6 16 0,0 0 0,1 0 15,-7-16-15,4 14 0,-1-1 0,0 1 0,-5-2 16,2 1-16,0 0 0,0-13 0,-3 11 0,2-3 16,-1 1-16,-4 0 0,-1-3 0,1 1 0,6-7 15,-8 1-15,1-1 0,0 0 0</inkml:trace>
  <inkml:trace contextRef="#ctx0" brushRef="#br0" timeOffset="113731.893">18380 5988 0,'0'0'0,"0"0"0,0 0 16,66 4 0,0 1-16,-12-9 15,-23-1-15</inkml:trace>
  <inkml:trace contextRef="#ctx0" brushRef="#br0" timeOffset="114077.211">18701 5982 0,'0'0'0,"0"0"0,0 0 0,0 0 16,0 0 0,45-34-16,-15 1 15,-30 33-15,0 0 16,0 0-16,5-8 0,-1 0 0,-1 0 0,-3 8 0,2-7 15,-1 1-15,1 0 0,-2 6 0,0-5 0,0 3 0,0-2 16,-5 1-16,1 1 0,0 1 0,4 1 0,-8 1 0,0 1 16,1-1-16,7-1 0,-11 7 0,2-1 0,0 0 0,0 2 15,2 1-15,-1-1 0,8-8 0,-9 11 16,3-1-16,-1-1 0,7-9 0,-2 13 0,2-1 16,0 0-16,3 0 0,-2-1 0,1-1 15,4 0-15,-2 0 0,1-1 0,1-4 0,-3 1 0,1-2 16,7 2-16,0 0 0,-1-3 0,-10-3 15,15 3-15,-1-2 0,-1 1 0,3-4 0,-1 1 16,1-2-16,-5 2 0,-1-1 0,0 0 16</inkml:trace>
  <inkml:trace contextRef="#ctx0" brushRef="#br0" timeOffset="114312.991">19039 5835 0,'0'0'0,"0"0"15,-35 25-15,14 8 0,18-4 16,10-2 0,11-2-16,-18-25 15,0 0-15,0 0 0,7 8 16,0 1-16,-1 1 0,-6-10 0,8 10 0,-1 0 0,-1-1 0,3 1 16,-3-2-16,1 1 0,-7-9 0,3 9 0,-1-1 0,0 1 15,-2-9-15,-5 7 0,0-1 0,1 0 16,-7-3-16,2 1 0,0 0 15,9-4-15,-13-3 0,2 3 0,-1 0 0,1-6 16,0 1-16,2 1 0</inkml:trace>
  <inkml:trace contextRef="#ctx0" brushRef="#br0" timeOffset="114687.491">19211 5429 0,'0'0'0,"0"0"0,54 39 0,-15 1 15,-6 1-15,1 15 16,-3 7-16,-31-63 16,0 0-16,0 0 0,5 24 0,0 0 0,1 0 15,-6-24-15,4 26 0,-1 0 0,0 0 0,0 3 0,-1 0 16,1 0-16,-3-29 0,-3 28 0,1 0 0,1 1 16,-6 1-16,0-3 0,1 3 0,-8-2 0,1 2 15,0-1-15,-9 0 0,2-1 0,0 1 0,-9-2 16,0 1-16,1-3 0,-6-2 15,2-1-15,0-1 0</inkml:trace>
  <inkml:trace contextRef="#ctx0" brushRef="#br0" timeOffset="116257.58">11114 7199 0,'0'0'0,"0"0"0,0 0 0,0 0 16,0 0-16,38 32 16,-15-13-1,-23-19-15,0 0 0,0 0 0,0 0 0,13 15 16,0 0-16,0 1 0,-13-16 0,8 8 0,-1 0 15,0 1-15,-7-9 0,15 24 0,-2 0 0,2-2 0,-15-22 16,19 28-16,0-1 0,-1 0 0,-18-27 0,20 28 0,-1 0 0,0-1 0,2 0 16,-1 0-16,0 0 15,-20-27-15,23 30 0,-2-1 0,0 0 0,-21-29 16,0 0-16,23 29 0,-1 1 0,1 0 0,-23-30 16,31 38-16,-2-1 0,0 2 0,-29-39 0,37 48 15,-1 0-15,1-1 0,-37-47 0,40 52 16,-1-1-16,1 0 0,-40-51 0,40 50 0,-1 0 0,-1 0 0,-38-50 0,36 46 15,-1-2-15,1 2 0,-36-46 0,39 51 0,-1-1 0,1 1 16,-7-10-16,-1 1 0,-1-1 0,-30-41 0,14 20 16,-1-1-16,1 1 0,-14-20 0,-5 4 15,2-1-15,0 2 0,3-5 0,-4 0 0,1 0 16,0 0-16,6 9 0,0-2 0,0 2 0,-3-9 16,0 0-16,0 0 0</inkml:trace>
  <inkml:trace contextRef="#ctx0" brushRef="#br0" timeOffset="117309.677">14989 6696 0,'0'0'0,"0"0"0,0 0 16,0 0-16,0 0 0,0 0 15,0 0 1,0 0-16,0 0 0,0 0 16,0 0-16,0 0 0,0 0 0,0 0 0,0 0 0,-17 11 15,1-2-15,1 3 0,15-12 16,-10 6-16,1 0 0,-1 1 16,10-7-16,-15 15 0,15-15 0,-15 14 0,0 1 0,15-15 15,-18 18-15,0 0 0,1 0 0,17-18 0,-18 18 0,1-1 0,-1 1 16,18-18-16,-19 19 0,0-1 0,1 1 15,-6 4-15,1-1 0,0 0 0,23-22 0,-24 22 0,1 0 16,-1-2-16,0 4 0,0-4 0,0 1 0,24-21 16,-28 25-16,-1-1 0,0 0 0,29-24 0,-29 27 0,0-3 0,1 1 15,-7 5-15,2-1 0,0-1 0,33-28 0,-37 32 0,0-1 0,1 1 16,0-2-16,1 0 0,0-1 16,35-29-16,-36 31 0,0-1 0,0 0 0,36-30 15,-31 30-15,-1-3 0,0 1 0,2-2 0,2 1 0,-2 0 16,30-27-16,-26 24 0,0 1 0,0-1 0,26-24 15,-24 22-15,2 0 0,-1-1 0,-5 8 0,0-4 16,0 3-16,28-28 0,-34 32 0,1-2 0,1 3 0,-4 0 16,1 1-16,1-1 15,34-33-15,-40 38 0,2-2 0,0 0 0,7-6 16,1 0-16,1 0 0,29-30 0,-25 24 16,1 0-16,0 0 0,24-24 0,-11 12 0,1-2 0,-2 1 0,-1 5 0,0-1 15,0-1-15,13-14 0,-16 18 0,0-2 0,0 1 0,16-17 16,-19 21-16,2 0 0,-1-1 0,-1 0 0,0 0 15,0 0-15,19-20 0,-15 19 0,-1-2 0,0 1 0,9-9 16,-1-1-16,0 0 0,8-8 0,-3 4 0,1-1 16,-1 0-16,2-2 0,0 0 0,0 0 0,1-1 15,1 5-15,-1 1 0,0-3 0,1 1 0,-1-1 0,0 1 16,0-4-16,0 1 0,0-1 0,0 1 0,0-1 16,-6 8-16,1 2 0,0-2 0,1-3 0,1-1 0,0 2 15,3-6-15,-2 2 0,1 0 0,1-1 16,0-1-16,-1 1 0,1-1 15,0 0-15,-1 1 0,1 0 0,0 0 0,0-1 0,0 0 16,0 0-16,0 0 0,0 0 0,0 0 0,0 0 0,-6 6 0,1-1 0,0 0 16,1 0-16,1-2 0,0 0 0,0 0 15,2-3-15,0 0 0,1 0 0,-1 2 0,1-1 16,0-1-16,0 0 0,0 0 0,0 0 0,0 0 0,0 0 16,0 0-16,0 0 0,0 0 0,0 0 0,0 0 15,0 0-15,0 0 0,0 0 0,0 0 0,0 0 0,0 0 16,-2 2-16,-1-2 0,1 1 15,0 0-15,1 0 0,0-1 0,1 0 0,-1 1 0,1-1 16,0 0-16</inkml:trace>
  <inkml:trace contextRef="#ctx0" brushRef="#br0" timeOffset="118329.311">12086 9149 0,'0'0'0,"0"0"0,0 0 16,0 0-16,0 0 15,0 0 1,-2 55-16,2-55 15,0 0-15,0 0 0,0 0 0,-1 11 0,1 0 0,-1 0 16,-1 10-16,1 0 0,-1 1 16,2-22-16,-3 30 0,0-1 15,1 0-15,2-29 0,-4 39 0,1-2 0,0 2 0,3-39 16,-3 41-16,0-1 0,0 1 0,3-41 0,-3 38 0,0-1 0,1 2 16,2-39-16,2 31 0,0 0 0,-1 1 0,-1-32 0,3 14 15,-3 1-15,1-1 0,-1-14 0,2 22 0,-1-1 0,0 2 0,-1-23 16,1 12-16,-1-1 0,0 0 0,0-11 15,0 5-15,0-1 0,0 0 0,0-4 0,-2 13 16,-1-2-16,1 1 0,2-12 0,-2 8 0,1-2 0,0 0 0</inkml:trace>
  <inkml:trace contextRef="#ctx0" brushRef="#br0" timeOffset="119514.272">12080 9126 0,'0'0'0,"0"0"0,0 0 15,0 0-15,0 0 16,45 7 0,-2 0-1,4-7-15,-47 0 0,0 0 16,0 0-16,17 0 0,0 0 16,0 0-16,-17 0 0,21 0 0,-3-1 0,2 1 0,-20 0 15,24 0-15,-2 0 0,1 0 0,2-2 0,0 2 0,1-2 16,-26 2-16,28-3 0,1 0 0,-1 1 0,-28 2 0,31-3 0,-3 1 15,1-1-15,-29 3 0,28-4 0,1 0 0,-1 1 0,0 0 16,0-1-16,0 1 0,-28 3 0,27-4 0,-2-1 0,1 2 16,-2 0-16,-1-1 0,0 1 0,-23 3 0,21-5 0,-1 1 15,-2 1-15,-18 3 0,15-5 0,0 2 16,0 0-16,-6 1 0,-1 1 0,0-1 0,-3 1 16,-2 1-16,0-1 0,3-2 0,-2 1 0,1-1 15,-1 1-15,0 1 0,0-1 0,-4 2 0,3-1 16,-2 0-16,1 1 0,-2 0 0,1-1 15,0 0-15,-1 1 0,1 0 0,-1 0 16,0 0-16,0 2 0,0-1 0,0-1 0,0 0 16,-2 3-16,2-2 0,0 1 0,-1 3 15,1-1-15,-1 1 0,1-5 0,-2 7 16,1 0-16,-1 1 0,2-8 0,-1 10 0,-1 0 16,1-1-16,1-9 0,-2 13 0,-1 0 0,1-2 0,0 5 0,0 0 0,1-1 0,1-15 0,-2 19 0,0-1 15,1 0-15,1-18 0,-2 20 0,1-1 0,-1 0 16,2-19-16,-1 22 0,1-1 0,0 0 0,-3 2 0,1 0 15,1 1-15,1-24 0,-5 24 16,3 0-16,0 1 0,2-25 0,-2 25 0,1-1 0,-1 1 16,2-25-16,-2 24 0,0 1 0,-1-1 15,0 1-15,-2-1 0,1 1 0,4-25 0,-3 23 16,-1 0-16,0 1 0,4-24 0,-2 22 0,-1-2 0,1 1 0,-2-2 0,1-1 16,0 1-16,3-19 15,-3 16-15,1 1 0,1-1 16,1-16-16,-2 14 0,1 0 0,0-1 15,1-13-15,-3 11 0,2-1 0,1-1 0,-2-1 16,1-2-16,1 1 0,0-7 0,-1 4 0,0-1 0,0 2 16,1-5-16,-1 2 0,1-1 0,0 1 0,-2-1 0,2 1 0,0-2 15,0 0-15,0 1 0,-1-1 0,0 1 0,1-1 0,-3 1 0,2-1 0,-1 0 0,-3-2 16,1 2-16,0-1 0,4 1 0,-5-2 0,1 1 16,-2 0-16,6 1 0,-7-4 0,0 3 0,0-3 0,7 4 15,-10-1-15,1-4 0,-1 2 0,10 3 16,-10-2-16,0-1 0,0 1 0,10 2 0,-13-3 0,1 3 15,0-1-15,12 1 0,-13-2 0,-1 2 16,2 0-16,12 0 0,-16-2 0,1 1 0,1 1 0,-4 0 16,0 1-16,0-1 0,18 0 0,-18 2 15,-1 0-15,0-1 0,19-1 0,-19 2 16,-1 1-16,1-2 0,19-1 0,-22 3 16,2 0-16,0-2 0,20-1 15,-20 3-15,0-1 0,-1 1 0,21-3 0,-20 3 0,0 0 16,0 0-16,20-3 0,-21 2 15,2 1-15,-1-2 0,1 1 0,1 0 0,1 0 0,17-2 0,-17 2 16,1-1-16,-1 1 0,2 0 0,0 0 0,0 0 16,15-2-16,-14 1 0,0 0 0,0-1 0,1 1 0,1-1 0,-1 1 15,13-1-15,-12 0 0,2 0 0,0 0 0,0 0 16,0 0-16,0 0 0,10 0 0,-9 0 0,1 0 0,0 0 0,0 0 0,2 0 16,0 0-16,6 0 0,-6-1 0,1 1 0,1-1 0,0 1 15,-1 0-15,2 0 0,3 0 0,-3-1 0,1 1 16,0-1-16,0 1 0,1 0 0,0 0 0,0-2 0,1 2 15,-1 0-15,-1 0 0,2 0 0,0 0 0,0 0 16,0 0-16,0 0 0,0 0 0,0 0 0,0 0 16,0 0-16,0 0 0,0 0 15,0 2-15,0-2 0,0 0 0,0 0 0,0 0 0,0 0 0,-2 2 0,2-2 16,0 1-16,-3 2 0,2 1 0,-1-1 0,2-3 0,-2 2 0,0-1 16,-1 2-16,-2 0 0,0-1 15,0 1-15</inkml:trace>
  <inkml:trace contextRef="#ctx0" brushRef="#br0" timeOffset="123911.183">12248 8783 0,'0'0'0,"0"0"0,0 0 16,0 0-16,0 0 16,0 0-1,0 0 1,0 0-16,0 0 0,0 0 0,0 0 16,0 0-16,0 0 0,0 0 0,0 0 0,0 0 0,0 0 15,9 9-15,2-3 0,-1 1 0,-3-2 16,-2-2-16,1 2 0,-4-3 0,0-1 0,0 0 0,-2-1 15,1 0-15,0 1 0,0 0 0,-1-1 0,9 11 0,-1 0 16,1 1-16,-9-12 16,5 6-16,0-1 0,1 1 0,-6-6 0,8 7 0,-1 0 15,-1 1-15,-1-5 0,-1 1 0,-1-1 16,-3-3-16,6 7 0,1 0 0,1-1 0,-8-6 0,0 0 0,3 3 16,1 1-16,0-1 0,-4-3 0,6 7 0,0-2 15,-1 2-15,-5-7 0,3 3 0,0 0 0,0 0 16,5 2-16,-2 1 0,0-1 15,-6-5-15,3 2 0,0 2 0,0-2 16,-3-2-16,3 1 0,-2 0 0,0 1 0,-1-2 0,1 0 0,-1 0 16,0 0-16,0 0 15,0 0-15,0 0 0,0 0 0,0 0 0,8 6 0,-1 0 0,2 1 16,-9-7-16,4 5 0,1-2 0,-1 1 0,-4-4 0,3 1 0,-1 0 16,0 1-16,-1-1 0,-1-1 0,1 0 0,-1 0 0,1 2 0,-1-2 0,0 0 15,0 0-15,0 0 0,0 0 0,0 0 16,0 0-16,0 0 0,0 0 0,0 0 0</inkml:trace>
  <inkml:trace contextRef="#ctx0" brushRef="#br0" timeOffset="124520.82">12778 8793 0,'0'0'0,"0"0"0,0 0 0,0 0 16,0 0-16,0 0 16,0 0-1,0 0-15,0 0 0,0 0 0,0 0 0,0 0 16,0 0-16,0 0 0,0 0 0,0 0 0,0 0 16,0 0-16,-12 12 0,1-1 0,-1 2 0,2-2 15,2-1-15,-1 0 0,9-10 0,-6 9 0,0-2 0,0 2 16,3-6-16,1 2 0,0-1 15,0-1-15,2-2 0,-1 1 0,1-2 0,-1 1 0,1 0 16,0 0-16,-5 5 0,0 0 0,-1 0 0,6-6 16,-8 7-16,2 1 0,-1-2 0,7-6 0,-6 7 0,0-1 15,0 1-15,-1-2 0,2 0 0,1 0 0,4-5 16,-5 5-16,2 0 0,-2-2 0,5-3 0,-5 6 16,1-2-16,0 1 0,4-5 0,-4 4 0,-1 0 0,2-1 15,-1 1-15,0-2 0,0 1 0,4-3 0,-3 1 16,-1 1-16,1-1 0,3-1 0,-2 0 15,0 0-15,1 1 16,0-1-16,0 0 0,0 0 0,1 0 0,-1 0 16,1 0-16,0 0 0,0 0 0,0 0 0,0 0 0,0 0 15,0 0-15,0 0 0,0 0 0,0 0 16,0 0-16,0 0 0,0 0 0,-2 2 0,2-2 0,0 0 0,0 0 0,0 1 0,-1 0 0,0 0 16,1-1-16,-2 2 0,0-1 0,1 1 0,-1-4 15,0 2-15,1-3 0</inkml:trace>
  <inkml:trace contextRef="#ctx0" brushRef="#br0" timeOffset="143508.711">7727 10979 0,'0'0'0,"0"0"0,0 0 15,0 0-15,0 0 16,0 0-16,0 0 15,66-22-15,-66 22 16,0 0-16,0 0 0,15-6 0,-3 1 0,2 2 0,-14 3 16,22-9-16,-3 2 0,1-2 15,-9 5-15,-1 0 0,2 0 0,-12 4 0,17-11 0,-1 0 16,2 1-16,-18 10 0,9-6 0,0 0 0,0 0 0,-9 6 16,6-9-16,-3 0 0,0-1 0,-3 10 0,2-5 0,-1-1 15,-1 1-15,-12 1 0,1 0 0,-1 0 0,12 4 16,-7-2-16,0 0 0,0-1 0,7 3 0,-22 5 15,-1-1-15,1-1 0,22-3 0,-24 7 0,0 0 16,1-2-16,10-1 0,2-1 0,-1 0 0,12-3 0,-19 13 16,1-3-16,1 1 0,17-11 0,-10 8 15,1-2-15,0 1 0,9-7 0,-6 12 16,0 1-16,0 1 0,3-7 0,0 0 0,1 0 16,2-7-16,7 12 0,-1 1 0,1 0 15,-7-13-15,3 7 0,1 0 0,0-1 0,-4-6 0,13 8 16,0 0-16,0-1 15,-13-7-15,8 6 0,0-3 0,-1 2 0,4-1 16,1 1-16,-2-1 0,-10-4 0,7 2 0,-2 0 0,1 0 0,-3-1 0,-1 0 16,-1 0-16,-1-1 0,-4 12 0,-2-2 0,2 2 0,4-12 0,-4 6 0,1 0 15,0 1-15,3-7 0,-19 15 0,0-2 0,0 1 0,-3 2 16,4 1-16,-3-2 0,21-15 0,-19 17 16,2-2-16,-2-1 0,19-14 0,-9 9 0,1-2 0,-1 0 15,9-7-15,-12 16 0,0-1 0,2 2 0,3-9 16,1 2-16,0-2 0,6-8 0,3 11 0,-1 2 15,1-2-15,-3-11 0,3 6 0,-2 1 0,1 0 0,-2-7 16,14 8-16,-1 0 0,-1-1 0,-12-7 16,9 4-16,-3 0 0,1 2 0,10-6 0,1 2 15,-2-1-15,-16-1 0,11 0 0,-2 0 0,0 0 16,-9 0-16,12-3 0,1 0 0,-1 0 0,-4 0 16,-2 1-16,0 0 0,-6 2 0</inkml:trace>
  <inkml:trace contextRef="#ctx0" brushRef="#br0" timeOffset="143969.187">8020 11234 0,'0'0'0,"0"0"15,0 0-15,0 0 0,2 39 16,0-15-1,-5 18-15,3-42 0,0 0 16,0 0-16,-1 6 0,1 2 0,0-1 0,0-7 16,0 3-16,0 1 0,0-2 15,0-2-15,-3 10 0,1-1 0,-1 1 16,3-10-16,-1 4 0,-1 3 0,1-2 0,-1-4 0,2 1 0,-1 0 0,1-1 16,0 0-16,0 0 0,0-1 0,3-14 0,-2-1 0,2 1 15,-1 7-15,-1-2 0,-1 1 0,0 8 0,5-18 0,-1 2 0,1-2 16,-2 8-16,0 1 15,-1-1-15,-2 10 0,9-13 0,-1 2 0,1-1 0,-9 12 0,6-7 16,-2 2-16,1-2 0,-5 7 0,15-6 0,-2 2 16,0-1-16,-3 2 0,-4 1 0,2 1 0,-8 1 0,15 3 15,-2 0-15,1 0 0,-14-3 16,7 2-16,0-1 0,0 2 0,-7-3 16,7 11-16,-1-1 0,0 1 0,-6-11 0,4 7 0,0-1 15,-2 0-15,-3 10 0,0 0 0,1-1 16,0-15-16,-2 9 0,1 1 0,0-1 0,1-9 15,-5 16-15,0-1 0,0 1 0,5-16 0,-4 9 16,3-1-16,-2 0 0,1-4 0,2-2 0,-1 1 0,1-3 0,1 0 16,1-1-16,-1-1 0</inkml:trace>
  <inkml:trace contextRef="#ctx0" brushRef="#br0" timeOffset="144177.137">8528 10938 0,'0'0'16,"0"0"-16,0 0 0,0 0 16,11 56-16,-10 7 15,-7 0 1,-3-3-16,9-60 0,0 0 0,0 0 16,-4 19-16,-1 0 0,2 0 0,3-19 0,-4 19 15,1-1-15,0 1 0,-1-3 0,2 1 0,-1-1 0,3-16 16,-4 15-16,2 0 0,0-1 0,-1-4 15,3-1-15,-1 0 0</inkml:trace>
  <inkml:trace contextRef="#ctx0" brushRef="#br0" timeOffset="144318.04">8420 11326 0,'0'0'15,"0"0"-15,0 0 0,0 0 16,62-22-16,2 0 15,-9-2 1</inkml:trace>
  <inkml:trace contextRef="#ctx0" brushRef="#br0" timeOffset="144749.395">8894 11209 0,'0'0'0,"0"0"0,0 0 0,0 0 16,-45-1-16,2 16 16,2 7-1,7 3-15,34-25 0,0 0 0,0 0 0,0 0 16,-12 9-16,3 0 0,-1 0 0,2 1 16,1 0-16,0 0 15,7-10-15,-5 10 0,1 0 16,1 0-16,1-2 0,1 1 0,-1-1 15,5-2-15,-1-1 0,-1 1 0,-1-6 16,5 2-16,1-1 0,0 1 0,3-4 0,-1 0 0,1 0 0,2-5 16,0 1-16,0-1 0,-11 7 0,13-9 0,-1-3 0,0 2 0,0-3 0,0 2 0,-1-1 0,1-2 15,-1 1-15,1 0 0,-12 13 0,10-12 0,0 1 0,-1 0 16,-3 3-16,1 2 0,-1-1 0,-6 7 0,5-7 0,-1 2 16,1-1-16,-1 2 0,-2-1 0,1 2 0,-3 3 15,2-2-15,-1 1 0,-1-2 0,0 7 0,-1-2 16,0 1-16,1-3 0,-1 6 0,-1 0 15,1 0-15,-2 4 0,1-1 0,1 1 0,-2 4 0,1 0 16,1-1-16,1-13 0,-2 15 0,1-1 0,1 1 16,1-2-16,-1 1 0,0-2 15,0-12-15,3 12 16,-1-3-16,-1 2 0,5-5 0,-2 1 0,0-1 0,-4-6 0,6 0 0,0 0 16,0 0-16,-2-1 0,0 0 0,0 1 0</inkml:trace>
  <inkml:trace contextRef="#ctx0" brushRef="#br0" timeOffset="144929.1">9130 11237 0,'0'0'0,"0"0"16,0 0-16,0 0 0,0 0 15,-8 51-15,2-3 16,0-8 0,5-10-16,1-30 0,0 0 15,0 0-15,1 8 0,-1-1 0,0 1 0,2-5 0,-1 0 16,-1 0-16,4-7 0,0 2 0,-1-1 0,0-1 0,-1 0 15,0 2-15</inkml:trace>
  <inkml:trace contextRef="#ctx0" brushRef="#br0" timeOffset="145162.607">9432 10812 0,'0'0'0,"0"0"0,0 0 0,-5 46 16,-4 11 0,-2 4-16,-5 5 15,-1 2-15,17-68 0,0 0 16,0 0-16,-6 25 0,2-1 0,-1 0 16,1 1-16,1-1 0,-1-1 0,3 3 0,-1-1 0,1-1 15,1-24-15,0 21 0,1 0 0,0 0 0,1-5 16,1 1-16,-1-2 0</inkml:trace>
  <inkml:trace contextRef="#ctx0" brushRef="#br0" timeOffset="148269.006">10387 10943 0,'0'0'0,"0"0"0,0 0 16,0 0 0,0 0-16,0 0 15,0 0-15,0 0 0,0 0 0,0 0 16,3 17-16,-2-1 0,-1 0 0,0-16 16,2 11-16,-1-2 0,-1 0 0,0-9 0,-2 23 15,1-1-15,1-1 0,0-21 0,0 0 16,-1 13-16,-1-1 0,2-1 0,-3 17 0,2-2 0,-1 0 0,2-26 0,0 26 15,0 0-15,0 0 0,0-26 0,-1 13 0,1 0 16,0 0-16,0-13 0,0 20 0,0 2 0,0-2 16,0-20-16,0 13 0,0-2 0,0 0 15,-2 3-15,2 2 0,-1-2 16,1-14-16,-2 7 0,2 1 0,0 0 16,0-5-16,0-1 0,0 1 15</inkml:trace>
  <inkml:trace contextRef="#ctx0" brushRef="#br0" timeOffset="148792.916">10373 10918 0,'0'0'0,"0"0"0,0 0 16,0 0-16,0 0 15,0 0-15,42 20 16,-3 9-1,-39-29-15,0 0 0,0 0 0,0 0 0,12 12 0,0-3 16,0 3-16,0 1 0,-1 0 0,-1 0 16,1 3-16,-3-2 0,1 1 0,-9-15 0,10 14 15,-1 0-15,1 0 0,-4-2 0,1 0 16,1-1-16,-8-11 0,6 10 0,0-1 0,-1 0 0,1-3 0,-2 0 0,-1 0 0,-3-6 16,4 3-16,-1 0 0,0-1 0,1-4 15,-1 1-15,0-1 0,-3 2 0,4-5 0,1-1 16,-1 1-16,4-5 0,-3-1 0,0 2 0,-5 9 0,8-14 15,-2 1-15,0-1 0,1 0 0,0-2 0,-1 1 16,-6 15-16,8-15 0,-1-1 0,0 1 16,2 1-16,-1 1 0,0 0 0,-8 13 0,7-13 0,0 1 15,-1 0-15,0 0 0,0 2 0,1-1 0,-7 11 0,5-8 16,0 0-16,0 0 0,1 2 0,-3 3 0,1-2 16,-4 5-16,4-4 0,-2 3 0,0-2 15,1 3-15,-1-1 0,-1 1 16,-1 0-16,5 4 0,-3-2 0,0 1 0,2 5 15,-1-2-15,0 1 0,-3-7 0,2 12 16,-1 0-16,1-1 0,1 4 0,-1 0 0,0 0 0,-2-15 0,4 19 16,-1-2-16,0 2 0,1 1 0,-1 0 0,-1 0 0,-2-20 15,2 21-15,-1 0 0,0-1 0,-1 2 0,1-2 0,0 2 0,-1-22 16,1 19-16,0 0 0,0 1 0,0-1 0,-1-2 16,0 0-16,0-17 0,1 17 0,0-2 0,0 2 15,0-4-15,1 2 0,-1-3 0,-1-12 0,5 7 0,-2-2 16,1 2-16,0-5 0,-1 1 0,0-1 15</inkml:trace>
  <inkml:trace contextRef="#ctx0" brushRef="#br0" timeOffset="149170.379">11159 11180 0,'0'0'0,"0"0"0,0 0 0,0 0 15,0 0 1,-9 44-16,4-1 16,5-43-16,0 0 0,0 0 0,0 13 15,0-1-15,0 0 0,0-12 0,2 11 0,0 0 0,-1 0 16,4-2-16,-3 0 0,0-1 0,-2-8 16,7 9-16,-2-3 0,1 1 0,1-3 15,-1 0-15,0-1 0,-6-3 0,8 2 16,-2-1-16,0 0 0,2-5 0,-1 1 15,-1 0-15,-6 3 0,8-9 0,-1 2 0,-1-1 0,0-3 16,0 1-16,-2-1 0,-1-2 0,-1 1 16,-1 0-16,-1 12 0,1-12 0,-1 0 0,0 1 0,-3 0 15,1 2-15,-1-2 0,3 11 0,-5-8 0,0-2 0,0 2 0,-3 1 16,0-1-16,0 1 0,8 7 0,-9-6 0,-1 0 0,1 0 0,-3 1 16,1 1-16,-1 1 0,12 3 0,-12-2 0,2 0 0,0 0 0,2 3 15,-1 0-15,1-1 0,8 0 16,-7 4-16,0-2 0,1 0 0,4 1 0,0-1 0,-1 1 15,3-2-15,0 1 0,0 0 0</inkml:trace>
  <inkml:trace contextRef="#ctx0" brushRef="#br0" timeOffset="149672.058">11373 11157 0,'0'0'0,"0"0"16,0 0-16,0 0 15,0 0-15,0 0 16,38 18 0,-6 3-16,-32-21 0,0 0 0,0 0 15,0 0-15,6 7 0,-1-2 0,0 0 16,-2 2-16,0-1 0,0-1 0,0 2 0,0 0 15,0-1-15,0 0 0,0 1 0,-1-1 0,-2-6 0,2 7 16,0-1-16,-1 1 0,0 0 16,-1-1-16,0 0 0,0-6 0,-2 6 0,2-1 0,0 1 15,-1-2-15,1-2 16,0 1-16,0-3 0,-2 4 0,0-3 0,1 3 16,-1-3-16,1 0 0,-1 1 0,2-2 15,-1 0-15,1 1 0,0-1 0,0 0 0,0 0 16,0 0-16,0 0 0,1-4 0,-1 3 0,0-3 15,2-2-15,-2-1 0,1 1 0,1-4 0,-1 1 0,1 0 16,-2 9-16,3-11 0,-2 2 0,1-2 16,2 2-16,0-1 0,-1 1 0,-3 9 0,4-9 15,1 0-15,-1 0 0,2 0 0,-2 1 0,0 0 0,-4 8 16,7-9-16,-1 1 0,1 0 0,-1 0 0,0-1 16,1 0-16,-7 9 0,6-8 0,-2-1 0,1 1 0,-1 0 15,1 0-15,-1 0 0,-1 3 0,-1 0 16,0 2-16</inkml:trace>
  <inkml:trace contextRef="#ctx0" brushRef="#br0" timeOffset="151178.663">10391 10636 0,'0'0'0,"0"0"15,0 0-15,0 0 16,-55 26 0,9 22-1,4 11-15,42-59 0,0 0 16,0 0-16,0 0 0,-13 24 0,0-3 15,0 3-15,13-24 0,-11 24 0,0 1 16,0 1-16,1 1 0,0 2 0,0-1 0,10-28 16,-7 30-16,0 0 0,0 0 0,4 2 0,2-2 15,-1 0-15,2-30 0,2 31 0,1 1 0,-1-1 0,-2-31 16,10 33-16,-1-2 0,-1 1 0,8 1 16,-1 0-16,-1 0 0,8 0 0,-2 0 0,0-2 15,-20-31-15,23 27 0,-2-1 16,0 1-16,3-9 0,-2 1 0,1-1 0</inkml:trace>
  <inkml:trace contextRef="#ctx0" brushRef="#br0" timeOffset="152223.166">11793 10763 0,'0'0'0,"0"0"0,0 0 16,0 0-16,-4 43 15,2-16 1,4 38 0,-2-65-16,0 0 0,0 0 0,0 0 0,1 22 0,1 0 0,-1 0 0,-1-22 15,1 12-15,0-2 0,-1 1 0,0-11 16,4 27-16,-2-3 0,-1 3 0,-1-27 15,2 25-15,1 1 0,-1 0 0,0-14 0,-1 0 0,0 1 0,-1-13 0,-3 23 0,2 1 16,-1-2-16,2-22 0,-1 14 0,-1-2 16,1 1-16,1-13 0,-8 9 0,1-2 15,0 1-15</inkml:trace>
  <inkml:trace contextRef="#ctx0" brushRef="#br0" timeOffset="152377.432">11638 11248 0,'0'0'0,"0"0"0,0 0 0,50-19 0,5 3 16,4 1-1,1 6 1,-2-3-16,-58 12 0,0 0 0,0 0 16</inkml:trace>
  <inkml:trace contextRef="#ctx0" brushRef="#br0" timeOffset="152747.387">12125 11150 0,'0'0'0,"0"0"0,0 0 15,-40 30 1,5 2-16,17 1 16,6-5-1,12-28-15,0 0 0,0 0 0,0 0 16,-1 8-16,0 1 0,0-2 0,4 0 15,-1-1-15,-1 0 0,-1-6 0,6 4 0,-1-1 0,-1 0 0,3-4 16,-1-1-16,1 2 0,1-3 0,0-2 16,0 2-16,-8 3 0,7-5 0,0-1 15,1 1-15,-2-3 0,-1 2 16,0 0-16,-5 6 0,5-9 0,-1 2 16,0 0-16,-1 0 0,0-1 0,0 1 0,-3 7 15,1-4-15,2 0 0,-2 0 16,-1 4-16,1-2 0,0 0 0,-1 0 0,1 2 0,-1-1 15,0 1-15,0 0 0,1 1 0,-1-1 0,0 0 0,1 3 0,0 0 0,0 1 0,-1-4 0,1 8 0,1 0 0,-1-1 0,2 4 0,0-1 16,-1-1-16,-2-9 0,4 12 0,-1 0 0,0-1 16,1 1-16,-1 0 0,0 0 0,-3-12 0,5 9 15,0-2-15,-1 2 0,0-4 0,-1-1 16,0 0-16,-1-2 0,1-1 0,-2 1 0,1-1 0,-2-1 0,0 1 16</inkml:trace>
  <inkml:trace contextRef="#ctx0" brushRef="#br0" timeOffset="153008.887">12335 10856 0,'0'0'15,"0"0"-15,0 0 16,0 0-16,0 0 16,6 48-16,-3 12 15,-3-60-15,0 0 0,0 0 16,3 21-16,-2-1 0,1 0 15,0 0-15,-1-2 0,0 1 0,-1-19 0,1 20 16,-1-1-16,0 0 0,1-6 0,-1-1 16,0 0-16,-4 9 0,2-1 0,1 1 15,1-21-15,-2 20 0,1-1 16,0 0-16,3-8 0,-2 1 0,1-1 16</inkml:trace>
  <inkml:trace contextRef="#ctx0" brushRef="#br0" timeOffset="153323.879">12980 10768 0,'0'0'0,"0"0"0,0 0 15,0 0-15,0 0 16,-43 27-16,0 9 16,8 9-16,35-45 0,0 0 15,0 0-15,-11 19 0,1-1 16,-1 1-16,0 1 0,0 0 0,0 0 0,11-20 0,-9 24 16,1-1-16,1 1 0,0 1 0,2 1 0,-1-2 15,6-24-15,-2 27 0,1-2 0,1 2 0,2-1 0,-1-2 16,1 1-16,5-2 15,-1 1-15,1-1 0,-1-9 0,-1 0 0,-1 1 0,0-8 0,-2 0 0,0 0 16,0-5-16,-1-1 0,-1 2 0</inkml:trace>
  <inkml:trace contextRef="#ctx0" brushRef="#br0" timeOffset="153779.387">13201 10933 0,'0'0'15,"0"0"-15,0 0 0,0 0 16,-51-7 0,1 10-16,9 9 15,41-12-15,0 0 16,0 0-16,-10 5 0,0 0 0,0 1 0,4-3 0,0 1 15,1-1-15,5-3 0,-5 4 0,0 1 0,0-1 0,3 2 0,-1 0 16,1 1-16,2-7 0,2 7 0,0 0 16,-1 0-16,6 1 0,-2-1 0,-1 0 0,-4-7 0,10 7 15,0 1-15,-1-2 0,3 3 0,0 0 0,0-1 0,-12-8 16,13 11-16,1 0 0,1-1 0,-3 3 16,0 0-16,0-3 0,-12-10 0,12 14 0,-2-2 15,1 0-15,-7 0 0,1-1 0,-1 2 16,-4-13-16,2 10 0,-2 0 0,1 0 0,-5-1 0,2 0 0,0-1 15,-5-1-15,1 0 0,1-1 0,5-6 0,-10 5 16,0 1-16,1-1 0,-4-2 0,2 1 16,-1-2-16,12-2 0,-15 2 0,0-2 0,2 1 15,-1-1-15,-1-1 0,2 1 0,13 0 16,-14-4-16,3 0 0,-1 1 0,5-5 0,-1 2 0,1-1 16,7 7-16,-1-10 0,-1 0 0,1 0 0,7-3 15,1 0-15,-1 1 0,-1 3 0,0 1 0,0-1 0</inkml:trace>
  <inkml:trace contextRef="#ctx0" brushRef="#br0" timeOffset="154097.376">13339 11120 0,'0'0'0,"0"0"0,0 0 15,0 0 1,0 0-16,-18 45 16,3-4-16,15-41 15,0 0-15,-3 10 0,0 0 16,-1 0-16,4-10 0,-1 6 0,1 1 15,0-1-15,5 0 0,-2 0 0,0 0 0,-3-6 0,8 5 16,-1-2-16,0 0 0,4-1 0,0 0 0,0-2 0,-11 0 0,14 0 16,-2-2-16,1 1 0,-1-2 0,1-1 0,-1-1 15,-12 5-15,11-6 0,0 0 0,0 0 0,-4 0 0,0-1 0,0 1 16,-7 6-16,3-10 0,0 1 0,0 1 0,-5 0 16,1-1-16,0 0 0,1 9 15,-6-9-15,0 2 0,0-1 0,-4 1 0,1-1 0,1 0 16,8 8-16,-12-6 0,1 0 0,1 2 0,-1-1 15,1 2-15,0 0 0,0-1 0,1 3 0,1-2 16,8 3-16,-6-1 0,1 0 0,-1-2 0,6 3 16,0-3-16,0 3 0,0 0 0,6-5 0,-3 3 0,1-2 15</inkml:trace>
  <inkml:trace contextRef="#ctx0" brushRef="#br0" timeOffset="154290.503">13697 11042 0,'0'0'0,"0"0"0,0 0 0,0 0 0,0 0 16,0 0 0,-26 34-16,1-1 15,25-33-15,0 0 0,0 0 16,-6 12-16,1-1 0,0 0 0,5-11 0,-3 10 0,0-1 16,-1 0-16,3 2 0,1-1 0,0-1 15,0-9-15,6 12 0,-1-2 0,0 1 0,6-2 0,-2-1 16,0 1-16,-9-9 0,15 4 0,0-3 15,0 1-15</inkml:trace>
  <inkml:trace contextRef="#ctx0" brushRef="#br0" timeOffset="154662.94">13790 11057 0,'0'0'0,"0"0"0,0 0 16,0 0-16,37-30 15,6 16 1,-3 21-16,-40-7 0,0 0 16,0 0-16,15 6 0,-3 0 0,0 1 0,-1 3 15,-1 0-15,-1 0 0,-9-10 0,6 13 16,2 0-16,-1 0 0,-4 2 0,0-2 0,-1 1 16,-2-14-16,-2 14 15,0-1-15,1 2 0,-5-5 0,0 0 0,2 0 0,-4-4 16,1 0-16,-1 0 0,8-6 0,-7 3 0,0 0 0,0 1 15,-2-2-15,3-1 0,-2 1 0,8-2 0,-6 0 0,2 0 0,-1 0 0,1-2 0,1 0 0,0 1 16,3 1-16,-3-5 0,0 0 0,1 1 16,4-6-16,0 2 0,-1-1 0,-1 9 0,6-13 15,1 1-15,-1-1 0,5 1 0,0 0 0,-1-2 16,-10 14-16,12-10 0,-1-1 0,1 0 0,3 3 16,-2-2-16,2 2 0,-15 8 0,12-8 0,1 1 0,-1 1 15,2 0-15,-3 0 0,1 1 0,-5 2 16,2-1-16,-2 2 0</inkml:trace>
  <inkml:trace contextRef="#ctx0" brushRef="#br0" timeOffset="155112.241">14373 11039 0,'0'0'0,"0"0"15,0 0-15,0 0 16,0 0-16,0 0 15,-43 13-15,2 8 16,41-21-16,0 0 0,0 0 0,0 0 16,0 0-16,-13 9 0,-1-1 0,1 2 0,3-1 0,0-1 0,0 2 15,10-10-15,-7 11 0,1-1 0,-1 1 0,7-11 0,-4 12 16,2-3-16,0 3 16,4-3-16,-1 0 0,0 0 0,-1-9 0,2 7 15,-1-2-15,2 0 0,2-4 16,-1 0-16,1 0 0,-5-1 0,9-3 0,-2-1 0,1 1 0,1-4 15,-2-1-15,1 1 0,2-5 16,-1 1-16,-1 0 0,1-3 0,-2 2 0,1-2 0,-8 14 0,7-13 0,-1 1 0,-1 0 0,-1 1 0,1 1 0,-1-2 16,-4 12-16,3-7 0,0-1 0,0 2 15,-1 1-15,-1 2 0,-1-1 0,0 4 0,2-2 16,-2 0-16,0 0 0,0 1 0,0 1 0,0-2 0,0 2 16,0 3-16,0-1 0,0-1 0,-1 6 0,0 1 15,1-2-15,0-6 0,-2 12 0,1 0 0,1-2 16,1 4-16,-1 1 0,0 0 0,0-15 0,2 16 15,-2 0-15,1-1 0,1 1 0,1-3 0,-2 1 0,-1-14 16,3 10-16,-1 0 0,1-1 0,-3-9 16,3 3-16,1-1 0,0 1 15,2-8-15,-1 0 0,0 1 16,3-7-16,-1 1 0,0 0 0</inkml:trace>
  <inkml:trace contextRef="#ctx0" brushRef="#br0" timeOffset="155301.785">14594 10858 0,'0'0'0,"0"0"0,0 0 0,0 0 16,0 0-16,0 0 16,12 46-1,-12-46-15,0 0 0,0 0 0,0 0 0,5 18 0,-2 0 16,1 1-16,-2 0 0,0 0 0,0-1 0,-2-18 0,2 19 16,-2 0-16,0 0 0,-3 0 0,1 0 15,-1 0-15,0-6 0,1-2 0,1 1 0,-2-6 0,3 0 0,-1-1 16,-1-3-16,2 0 15,0 1-15</inkml:trace>
  <inkml:trace contextRef="#ctx0" brushRef="#br0" timeOffset="155447.09">14498 11045 0,'0'0'0,"0"0"0,0 0 16,0 0-16,72-6 0,7 1 15,-4-8 1</inkml:trace>
  <inkml:trace contextRef="#ctx0" brushRef="#br0" timeOffset="155754.553">14894 11045 0,'0'0'0,"0"0"0,0 0 0,0 0 15,0 0-15,40-19 0,0-2 32,-40 21-32,0 0 0,0 0 0,0 0 0,9-8 0,1 0 0,-1 1 15,-4 2-15,0 1 0,0-1 0,-3 2 0,0 2 16,0-1-16,0-5 0,-2 1 0,0 0 0,0 6 0,-3-6 16,1 0-16,-1 1 0,-2 2 0,0 2 15,0-3-15,5 4 0,-7 0 0,-1 0 0,0 0 16,-2 5-16,-1-1 0,1 0 0,10-4 0,-12 9 15,2-3-15,-1 3 0,11-9 0,-11 10 0,2 1 0,-1-1 16,4 5-16,1-2 0,-1 0 0,6-13 0,-2 15 16,0 1-16,1-1 0,5 1 0,-1-1 15,0 0-15,-3-15 0,8 13 0,-1 2 16,0-3-16,7-3 0,-1-2 0,0 1 0,-13-8 0,17 3 0,0 0 0,1-2 16,-6-1-16,0 0 0,-1 0 0</inkml:trace>
  <inkml:trace contextRef="#ctx0" brushRef="#br0" timeOffset="155997.582">15315 10987 0,'0'0'0,"0"0"0,0 0 16,-28-30-16,-5 7 15,9 17 1,4 6-16,20 0 16,0 0-16,0 0 0,-6 3 0,0 0 0,-1-1 0,7-2 0,-3 7 15,2-1-15,-1 0 0,4 4 0,-2 1 16,0-1-16,0-10 0,6 15 0,-1 0 15,0-1-15,1 4 16,2-3-16,-1 2 0,-7-17 0,6 16 16,0 2-16,1-2 0,-2-2 0,-1 0 15,0-1-15,-4-13 0,1 13 0,-1-2 16,1 1-16,-1-12 0,-2 10 0,0 0 0,1-1 0,-4-4 0,1 0 0,-1 0 0,5-5 0,-9-1 0,2 0 0,-1 0 0,1-7 0,0-1 16,0 1-16</inkml:trace>
  <inkml:trace contextRef="#ctx0" brushRef="#br0" timeOffset="156262.744">15343 10724 0,'0'0'0,"0"0"0,0 0 0,57 41 16,1 15-16,-13 12 15,-7 8 1,-19 3-16,-19-79 15,0 0-15,0 0 0,4 25 16,-2-1-16,1 1 0,-5-1 16,2-1-16,0 1 0,0-24 0,-6 21 15,2 1-15,-1-1 0,-5-2 0,0 0 0,1-1 16,9-18-16,-15 16 0,0-2 0,1 2 0,-4-8 0,2 1 0,0-2 0,16-7 0,-17-1 0,1 1 0,1-1 0,2-10 16,1 0-16,-1 1 0</inkml:trace>
  <inkml:trace contextRef="#ctx0" brushRef="#br0" timeOffset="156582.002">15752 10343 0,'0'0'0,"41"15"0,0 11 0,-5 10 16,8 31-16,-20 21 15,-18 7 1,-6-95-16,0 0 0,0 0 0,0 0 0,2 34 0,-2-1 0,0 2 16,0-35-16,-3 36 0,1 1 0,1 0 15,-3 3-15,1-3 0,-1 1 0,4-38 0,-6 38 16,-1 1-16,-1-1 0,-2 2 0,-1-3 15,0 2-15,11-39 0,-20 37 0,0 0 0,2 0 0,-9-5 0,2-1 16,-1 2-16,-4-10 0,2 0 0,-1-1 16</inkml:trace>
  <inkml:trace contextRef="#ctx0" brushRef="#br0" timeOffset="157157.437">10256 12361 0,'0'0'0,"0"0"0,0 0 15,0 0-15,0 0 16,0 0-16,0 0 16,0 0-16,0 0 15,0 0-15,0 0 0,0 0 0,0 0 16,0 0-16</inkml:trace>
  <inkml:trace contextRef="#ctx0" brushRef="#br0" timeOffset="157358.962">9932 12722 0,'0'0'0,"0"0"0,0 0 0,0 0 16,0 0-16,0 0 16,39 7-1,-4-14-15,-35 7 0</inkml:trace>
  <inkml:trace contextRef="#ctx0" brushRef="#br0" timeOffset="157527.832">10302 12713 0,'0'0'0,"0"0"0,0 0 0,0 0 16,0 0-16,0 0 16,0 0-16,0 0 15,0 0-15,0 0 0,0 0 0</inkml:trace>
  <inkml:trace contextRef="#ctx0" brushRef="#br0" timeOffset="157991.623">11146 12122 0,'0'0'0,"0"0"0,0 0 0,0 0 16,-57-7-1,1 8-15,11 4 16,8 5-16,37-10 0,0 0 0,0 0 16,0 0-16,-11 5 0,0-2 0,0 1 15,2 1-15,1-1 0,0 0 0,1 1 0,2 1 0,0-1 16,0 2-16,2-1 0,-1 1 0,4-7 0,-1 8 15,0 1-15,1 0 0,3 0 0,1 0 16,0 1-16,4 1 0,0 1 0,-1-2 0,-7-10 0,11 13 16,0 0-16,0-1 0,1 2 0,-1-1 0,0 1 15,0 1-15,0 1 0,0-1 0,-11-15 0,10 16 16,0 0-16,-1 0 0,-2-1 0,0 0 0,0 0 0,-3-1 16,-2 0-16,0 0 0,-3-2 0,1 1 0,0-2 15,0-11-15,-5 12 0,0-1 0,1 0 0,-5-2 0,0-1 16,1 2-16,-6-2 0,1-2 0,1 2 0,-4-4 15,3 2-15,-1 0 0,-3-3 0,3 2 0,-1-1 16,15-4-16,-15 1 0,2 1 0,0 1 16,0-4-16,1 0 0,1 0 0,1-2 0,2-1 0,-1 1 15,3-7-15,1 2 0,1 0 0,4 8 0,3-13 0,-2 1 16,1 0-16,7-2 0,0-1 0,-1 1 0</inkml:trace>
  <inkml:trace contextRef="#ctx0" brushRef="#br0" timeOffset="158373.482">11238 12396 0,'0'0'0,"0"0"0,0 0 15,0 0-15,-10 40 0,0-3 16,-1-7 0,5-2-16,6-28 0,0 0 15,0 0-15,1 8 0,-1-1 16,0 1-16,2-2 0,1 1 0,-1-1 0,5 0 15,-1-1-15,-1 0 0,-5-5 0,10 4 0,-1-2 16,-1 1-16,4-5 0,0 2 0,-1 0 0,4-6 0,-1 1 0,-2 0 16,-12 5-16,13-8 0,-1 1 0,1-1 0,-3-1 15,-1 0-15,0 1 0,-2-2 16,1 1-16,-2-1 0,-6 10 0,4-10 16,-2 0-16,1 1 0,-4 0 15,1 1-15,0-1 0,-4 2 0,0 1 0,1-1 16,3 7-16,-8-7 0,1 0 0,1-1 0,-4 3 0,-1-1 15,2-1-15,-5 3 0,3 1 0,-1-1 0,12 4 0,-14 0 0,3 0 16,-1 0-16,1 3 0,1-1 0,0 0 0,-1 5 0,1-2 0,0 1 0,10-6 16,-10 9-16,2 0 0,0 0 0,2-3 0,2 1 0,0 0 15,5-2-15,-1-1 16,0 0-16,5-2 0,1 0 0,-1 0 0</inkml:trace>
  <inkml:trace contextRef="#ctx0" brushRef="#br0" timeOffset="158596.895">11699 12427 0,'0'0'0,"0"0"16,0 0-16,0 0 0,-33 32 16,1 1-16,10-4 15,10 0 1,12-29-16,0 0 0,0 0 0,-2 10 0,1-1 15,1 1-15,1-1 0,0 0 0,0 0 0,3 2 0,1-2 16,0 0-16,2 0 0,-1-3 0,1 2 0,0-4 16,-3 0-16,1 0 0,-2-2 0,-1 0 0,0 1 15</inkml:trace>
  <inkml:trace contextRef="#ctx0" brushRef="#br0" timeOffset="158943.187">11781 12371 0,'0'0'0,"0"0"0,0 0 0,0 0 16,0 0-1,57-7-15,-1 11 16,-10 13-16,-46-17 0,0 0 16,0 0-16,13 9 0,0 0 0,-1 1 0,-2 1 15,-2-1-15,1 2 0,-3 1 0,-1 1 0,0-1 16,-3 1-16,-1 0 0,0-1 0,-1-13 15,-3 13-15,1-2 0,1 2 0,-4-5 0,0 1 0,0-1 16,-2-3-16,1 0 0,0 1 0,6-6 0,-8 2 16,0 1-16,1-1 0,-3-3 15,2 0-15,-1 0 0,0-3 16,1-1-16,0 1 0,2-1 0,0 0 16,0 0-16,1-4 0,1 3 0,0-1 15,4 7-15,-2-11 0,1 0 0,1 1 16,4-4-16,-1 1 0,0-2 0,6 1 0,-1 1 0,-1-2 0,5 3 0,-2 0 0,0 0 0,-10 12 0,14-11 15,-1 1-15,0 0 0,4 2 0,-1 1 0,1 0 0,-1 3 16,1-1-16,1 4 0,0-2 0,-3 1 0,2 1 0</inkml:trace>
  <inkml:trace contextRef="#ctx0" brushRef="#br0" timeOffset="159374.261">12434 12354 0,'0'0'0,"0"0"0,0 0 0,0 0 0,0 0 15,0 0-15,-45-16 16,2 14 0,5 13-16,38-11 0,0 0 15,0 0-15,-12 9 0,1-3 0,0 1 0,1 4 0,1-2 16,1 0-16,1 3 0,1-2 0,1 3 0,5-13 0,-6 12 16,1 0-16,0 1 0,3-3 0,1 2 0,0-2 0,4-3 15,0 1-15,-1-1 0,-2-7 0,7 4 16,-2 0-16,0 0 0,4-4 0,-2 1 0,0-1 0,3-4 15,-2 1-15,1 0 0,1-6 0,-2 1 0,1 0 0,-9 8 16,11-11-16,-1-1 0,-1 0 0,0-2 16,0 0-16,-1 0 0,-1 0 0,0 1 0,-1 0 15,-1 3-15,-1 0 0,1 1 0,-5 9 0,3-7 16,-1 2-16,0-3 0,-1 5 0,0 1 0,-1-1 16,2 1-16,-2 1 15,0 1-15,0 0 0,0-2 0,0 2 16,0 0-16,-1 2 0,1-2 0,0 0 15,1 6-15,-1 0 0,0 1 0,0-7 0,1 9 16,-1 1-16,1 0 0,1 4 0,-2 0 0,1-1 0,1 2 16,-2-1-16,0 2 0,1 0 0,0-2 0,0 1 15,-1-15-15,3 14 0,-2 0 0,1-1 0,0-2 0,0 0 16,0-1-16,3-6 0,-1 1 0,0-1 0,4-7 0,-2 1 0,0 0 16</inkml:trace>
  <inkml:trace contextRef="#ctx0" brushRef="#br0" timeOffset="159588">12664 12075 0,'0'0'0,"0"0"0,0 0 0,4 47 16,-4 7-16,-1 2 15,0 5-15,1 4 16,0-65-16,0 0 0,0 0 0,0 0 0,-1 19 15,0 2-15,0 0 0,0-2 0,1 0 0,-1 0 0,-1-1 16,1-1-16,0-1 0,0-1 0,1-3 16,0 1-16,2-8 0,-2 0 0,0 0 0</inkml:trace>
  <inkml:trace contextRef="#ctx0" brushRef="#br0" timeOffset="159745.561">12511 12395 0,'0'0'0,"0"0"0,0 0 0,0 0 16,72-2-16,-3-6 15,-8-4 1,-5 0-16,-56 12 0,0 0 0</inkml:trace>
  <inkml:trace contextRef="#ctx0" brushRef="#br0" timeOffset="160028.807">12919 12371 0,'0'0'0,"0"0"0,0 0 16,0 0-16,0 0 15,0 0-15,29-32 16,-7 5 0,-22 27-16,0 0 0,0 0 0,4-7 0,0 0 15,-1 0-15,-3 7 0,2-8 0,-1 1 0,1 0 16,-7 1-16,2 1 0,-1 1 0,-2 1 0,1 0 0,0 1 15,5 2-15,-9 2 0,1 0 0,1-1 0,-4 4 16,3-1-16,-1 1 0,-1 2 0,1 1 0,-2-1 0,11-7 16,-8 9-16,0 1 0,0 0 0,3 2 0,0 0 15,-1 0-15,3 3 0,0-1 0,1 0 0,3 1 16,0 0-16,-1-1 0,0-14 0,4 13 0,1-3 0,-2 3 0,6-5 16,-1 1-16,1-1 0,5-4 15,0 0-15,1 0 0,2-4 0,0 0 0,0 1 0</inkml:trace>
  <inkml:trace contextRef="#ctx0" brushRef="#br0" timeOffset="160308.68">13238 12251 0,'0'0'0,"0"0"16,0 0-16,0 0 15,0 0-15,0 0 16,-32 30-16,21 3 15,11-33-15,0 0 16,0 0-16,1 12 0,0 0 0,0 0 0,3 2 16,-1-1-16,1 1 0,1 1 0,-2-1 0,1 0 0,-4-14 0,3 14 0,-1-1 15,1-1-15,-5 1 0,1 0 16,-1 0-16,-2-4 0,1 1 0,0 0 0,-2-3 16,1-1-16,0 0 0,4-6 15,-5 4-15,-1-3 0,1 1 0,-2-4 0,3 0 0,-1-1 0,2-4 0,0-1 16,0 2-16,6-6 0,-3 0 15,1 1-15,-1 11 0,5-15 0,-2-1 0,1 1 0</inkml:trace>
  <inkml:trace contextRef="#ctx0" brushRef="#br0" timeOffset="160497.286">13649 12172 0,'0'0'0,"0"0"0,0 0 16,34 43-16,-7 7 15,-10-1 1,-10-1-16,-5 0 16,-2-48-16,0 0 0,0 0 0,3 14 0,-2 0 0,0 0 15,-1-14-15,2 13 0,-1-2 0,0 2 16,1-5-16,-1-2 0,-1 2 0,3-7 0,0-1 0,-1 1 0</inkml:trace>
  <inkml:trace contextRef="#ctx0" brushRef="#br0" timeOffset="160663.133">13706 11919 0,'0'0'0,"0"0"0,0 0 15,0 0-15,57 2 16</inkml:trace>
  <inkml:trace contextRef="#ctx0" brushRef="#br0" timeOffset="161044.043">13973 12103 0,'0'0'0,"0"0"0,0 0 15,0 0-15,-37 30 16,5-3-16,9-7 15,11-5 1,12-15-16,0 0 0,0 0 0,0 0 0,-2 5 0,1-2 0,0 2 0,4-2 16,-3 0-16,1 1 0,4 1 0,1-1 15,-2 0-15,-4-4 0,10 5 0,-1-1 16,-1 1-16,5 1 0,-1-1 0,1 0 16,2 3-16,0-2 0,0 2 0,-3 0 0,2 1 15,-1-1-15,-13-8 0,12 9 0,-3-1 0,2 0 0,-4 1 0,0-1 16,1 2-16,-3-2 0,0 3 0,0-2 0,-5-9 0,3 9 15,0-1-15,0 1 0,-5-1 0,1-1 0,0 1 0,-5-2 16,1 1-16,-1-1 0,-2-1 0,1-1 0,-1 1 16,8-5-16,-10 3 0,1 0 0,0 2 0,-3-2 0,2-2 15,-1 2-15,-1-3 0,0 0 0,2 0 0,-1-3 16,2 1-16,-1 0 0,10 2 0,-8-8 0,2 2 16,-2-2-16,7-4 0,0 1 0,0-1 15,8-4-15,-1 2 0,0-1 0,6-4 0,-1 0 0,1 1 16,6-3-16,-1 0 0,1 1 0</inkml:trace>
  <inkml:trace contextRef="#ctx0" brushRef="#br0" timeOffset="161243.731">14510 12009 0,'0'0'0,"0"0"0,0 0 0,43 35 0,-10 10 15,-13 4 1,-11-5-16,-4 1 15,-5-45-15,0 0 0,0 0 0,1 15 16,-1-1-16,0-1 0,-1 1 0,1-4 0,0 3 0,0-13 16,-2 9-16,2 1 0,-1-2 0,-1-2 0,0-1 15,1 0-15,-2-5 0,3 1 0,-1-1 0,1 0 16,-2-6-16,1 1 0,-1-1 0</inkml:trace>
  <inkml:trace contextRef="#ctx0" brushRef="#br0" timeOffset="161670.982">14588 12009 0,'0'0'0,"0"0"0,0 0 0,23-35 16,-1 12 0,-3 18-16,4 12 15,-23-7-15,0 0 0,0 0 0,0 0 16,6 5-16,2 1 0,-1-1 0,1 4 0,0-1 16,0-1-16,-1 5 0,1-3 0,-2 2 0,-6-11 15,6 11-15,-2 0 0,1 0 0,-2-1 0,0-1 16,0 1-16,-3-10 0,3 7 0,-1 0 0,-1 1 15,1-3-15,-1 0 0,1 0 0,-1-4 0,0 2 16,0-1-16,-1-2 0,1 1 0,-1 1 0,0-2 16,0 0-16,0 0 0,0-1 0,0 1 0,4-7 0,-2 1 0,1 1 15,1-7-15,0 0 0,0 0 0,2-3 16,0 2-16,0-2 0,-6 15 0,10-15 16,-2 0-16,1 0 0,1 1 0,-2 1 15,1 0-15,-9 13 0,10-11 0,-2 2 0,1-2 0,0 4 0,-1 0 16,-1 0-16,-7 7 0,8-4 0,0-1 0,0 1 15,-2 3-15,1-2 0,1 2 0,-8 1 0,6 2 0,0 0 0,0 1 16,-1 4-16,0-2 0,0 1 0,1 4 16,-1-1-16,-1 0 0,-4-9 0,5 12 0,-1 0 15,-1 0-15,2 2 0,-2-1 0,0 1 0,-3-14 0,4 13 16,-2 2-16,0-1 0,0-1 0,-1 1 0,0-1 16,0 0-16,-1-1 0,1 0 0,-1-12 0,2 10 15,-1 0-15,0-1 0,0-2 0,-1-2 0,0 1 16,5-4-16,-2-1 0,0 1 0,1-3 0,-2 1 15,1 0-15</inkml:trace>
  <inkml:trace contextRef="#ctx0" brushRef="#br0" timeOffset="161970.413">15225 12050 0,'0'0'0,"0"0"0,0 0 16,0 0-16,-1 39 15,4 3 1,0-2-16,-3-40 15,0 0-15,0 0 0,4 13 0,-2 0 0,1-1 0,2-1 16,-2 0-16,0 0 0,-3-11 0,4 8 0,1-1 0,0 1 0,2-4 16,-2 2-16,0-2 0,1-1 0,-3-1 0,1 0 15,4-4-15,-2 1 0,0-1 0,2-4 0,-2 0 0,1 1 0,-7 5 16,5-10-16,0-2 0,0 2 16,-2-4-16,0 2 0,-1 0 0,-2 12 0,-2-15 15,0 3-15,1-2 0,-1 3 0,0 0 0,0-1 16,-3 2-16,1 1 0,-1-1 0,5 10 0,-8-7 15,0-1-15,1 1 0,-4 0 0,2 1 16,-1 1-16,10 5 0,-10-4 0,0 0 0,1 0 16,0 0-16,0 1 0,0 0 0,3-3 0,1 1 0,1 1 0,4 4 0,1-4 15,1-1-15,-1 0 0</inkml:trace>
  <inkml:trace contextRef="#ctx0" brushRef="#br0" timeOffset="162277.343">15442 11957 0,'0'0'0,"0"0"0,0 0 16,42 9-16,-5 6 16,-9 13-16,-5 10 15,-5 7-15,-18-45 16,0 0-16,0 0 0,3 16 0,0 0 16,0-1-16,-1-2 0,-2 2 0,0-1 0,0-14 0,-2 11 15,1 0-15,-1 0 0,-1-4 0,0 2 16,0-2-16,3-7 0,-6 5 0,2 1 0,-1-1 0,0-3 15,0 0-15,0 0 0,1-2 0,-1-1 0,1 1 0,-1-3 0,2 1 16,-1 0-16,4 2 0,-3-6 16,1 3-16,-1-2 0,2-4 0,0 2 0,0-2 0,2-3 15,0 1-15,0-2 0,-1 13 0,4-13 0,0-1 16,0 0-16,5-4 0,-1 1 0,0-1 0,6-2 16,1 2-16,-2-3 0,6 2 0,-2 1 0,0-2 15,1 2-15,1-1 0,0 0 0</inkml:trace>
  <inkml:trace contextRef="#ctx0" brushRef="#br0" timeOffset="162446.144">15899 11805 0,'0'0'0,"0"0"15,0 0-15,0 0 16,17 64-16,-7 5 16,-4 1-16,-8-3 15,2-67-15,0 0 0,0 0 16,-1 21-16,1 0 0,-1-1 0,-1 1 0,1-3 0,-1 1 0,2-19 15,-4 20-15,1 0 0,0-1 0,-2-3 16,2 1-16,0 0 0,2-7 0,0-1 0,0 1 0</inkml:trace>
  <inkml:trace contextRef="#ctx0" brushRef="#br0" timeOffset="162609.155">15770 12185 0,'0'0'0,"0"0"16,57-15 0,-3 0-16,3 2 15,-3-1-15</inkml:trace>
  <inkml:trace contextRef="#ctx0" brushRef="#br0" timeOffset="162998.273">16226 12042 0,'0'0'0,"0"0"0,0 0 15,0 0-15,0 0 16,0 0-16,-46 16 16,46-16-16,0 0 0,0 0 15,0 0-15,-14 7 0,0 1 0,1 0 0,1 0 0,2 1 16,0-1-16,3 0 0,-2 1 0,2 0 16,7-9-16,-5 7 0,2 0 15,-1-1-15,1 0 0,2 0 0,0-1 16,1-5-16,3 6 0,0-1 0,-2 0 15,5-1-15,0-1 0,0-1 0,3-2 0,-1 0 0,1-2 16,-9 2-16,12-5 0,-3 0 0,2 1 16,-4 1-16,0-2 0,-1 2 0,4-6 0,0 0 0,0-1 0,1 2 0,-2-1 15,0 1-15,-9 8 0,8-6 0,-1 1 0,-1-1 0,-1 3 0,-1-1 0,0 1 0,-2 3 0,0-1 16,-1 0-16,-1 1 0,2-1 0,-1 1 16,-1 0-16,-1 5 0,0-2 0,0 0 0,1-3 15,-2 9-15,1-3 0,-1 1 0,1 3 0,-1-1 16,1 1-16,0 0 0,1 1 0,0 0 0,0-11 0,2 11 15,-1-1-15,0 0 0,0-2 16,1-1-16,-1 0 0,1-2 0,0-1 16,-1 0-16,-1-4 0,5-2 0,0 2 0,0-2 15,2-5-15,1 1 0,0 0 0,-8 6 16,10-11-16,-1 0 0,0 0 0</inkml:trace>
  <inkml:trace contextRef="#ctx0" brushRef="#br0" timeOffset="163169.782">16532 11734 0,'0'0'0,"0"0"15,0 0-15,0 0 16,0 0 0,32 42-16,-8 16 15,-24-58-15,0 0 0,0 0 0,0 0 0,4 24 0,-1-1 16,0-1-16,-2 4 0,0-2 0,0 1 0,-5 0 16,2 0-16,-1 0 15,3-25-15,-6 27 0,2-2 0,-1 0 0,-3-2 0,1 0 16,0 1-16,1-6 0,1 1 0,-1 1 0</inkml:trace>
  <inkml:trace contextRef="#ctx0" brushRef="#br0" timeOffset="163828.949">17059 12687 0,'0'0'0,"0"0"16,0 0-16,0 0 16,0 0-16,0 0 15,-44 23-15,-6-11 16,50-12-16,0 0 0,0 0 0,-18 2 15,1-1-15,-1 2 0,-1-2 16,0-1-16,1 0 0,-3 0 0,-1 0 0,0 0 0,-6 0 16,1 0-16,0 0 0,-5-1 0,1 0 0,1-1 0,-6 2 0,0 0 0,0 0 15,-3 0-15,0 1 0,0 0 0,-4-1 0,2 0 16,-1 0-16,-3 0 0,2 1 0,-1-1 16,-3 1-16,1 0 0,1 0 0,-5 1 0,1-1 0,-1 0 15,0 1-15,0 0 0,0 0 0,-4 0 0,2 2 16,-2-1-16,-3 2 0,1-1 0,1 1 15,-5 1-15,2-1 0,-1 1 0,-1-2 0,0-1 16,0-1-16,-1 2 0,0 0 0,1 0 0,-4 0 16,2-1-16,1 0 0,-2 3 0,0-1 0,0-1 15,0 3-15,0 0 0,0-2 0,0 2 0,2 0 0,-1-2 16,-4 2-16,1 0 0,0-1 0,-1 1 16,0-1-16,0-1 0,1 3 0,0-1 0,0 1 15,2-2-15,0 1 0,1-1 0,-1 2 0,0 0 0,1-1 0,4 0 16,-2-1-16,2 0 0,-1 2 0,3-2 0,-1 1 15,3 0-15,2-3 0,-2 2 0,6-2 0,0 0 0,0 0 16,4-1-16,0 0 0,0 0 0,4 0 0,-1 0 0,1-1 16,4 1-16,0-1 0,1 0 0,1-1 0,2 1 0,-1-2 15,3 2-15,3-2 0,-1 1 16,3-1-16,2 0 0,0 0 0,3 0 0,2 0 16,0 0-16,4-1 0,0-1 0,1 1 0,6-1 15,1-1-15,0 1 0,7-5 16,0 1-16,-1 2 0,9-2 0,-1-1 15,0 1-15,6-1 0,1 0 16,-1 1-16,8-3 0,-1 0 0,0 0 0,8 3 0,-1 0 16,1 1-16</inkml:trace>
  <inkml:trace contextRef="#ctx0" brushRef="#br0" timeOffset="164463.04">17138 12971 0,'0'0'0,"0"0"0,0 0 0,0 0 0,0 0 15,-42 18 1,42-18-16,-86 15 15,86-15-15,0 0 0,0 0 0,-28 2 0,2 2 16,0-3-16,26-1 16,-29 3-16,2-1 0,0 1 0,-15 2 0,0-1 0,2 0 15,-16 1-15,2-1 0,0 1 0,-3-1 0,0-1 0,-1 1 0,5-1 16,1 0-16,-1 1 0,5-1 0,0 0 0,0 0 0,0 2 16,0-1-16,1 0 0,0 1 0,0-1 0,1 1 15,1 0-15,1-1 0,1 2 0,-1 0 0,-1 0 0,1-1 0,-3 2 16,0 1-16,1 0 0,-11 1 15,1 1-15,0-1 0,-16 3 0,1-2 0,0 2 16,-13 0-16,2 1 0,-1 1 0,-4-1 0,0 0 0,0 0 16,0 1-16,0-1 0,1 0 0,0 1 0,-1-2 15,0 0-15,4 1 0,0 0 0,1-1 0,6 0 16,0-1-16,0 0 0,-4 1 0,2 1 0,-1-2 0,-5 2 16,1-1-16,0 0 0,5-1 0,1 1 0,-1-2 15,3 0-15,3 1 0,-1 0 0,0-2 16,2 1-16,-1 0 0,-1 0 0,2-2 0,0 1 0,5-2 15,0 0-15,2 0 0,12-3 0,2 0 0,0 1 16,12-5-16,1 2 0,0-1 0,12-5 0,0 0 0,1 0 16,14-4-16,1 1 0,1-1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2-09T06:27:36.13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22464 4968 0,'0'0'0,"0"0"0,0 0 16,0 0-16,51 3 15,-18-3 1,22 0-16,-55 0 0,0 0 0,0 0 0,10-1 16,0 1-16,0 0 0,-10 0 0,23-2 0,-1 2 15,1-1-15,-23 1 0,24-1 0,0 0 0,0 1 16,0 1-16,-1-1 0,0 0 0,-23 0 0,23 2 16,0 1-16,-1-1 0,-22-2 15,28 4-15,-2-2 0,-1 0 0,-25-2 0,27 2 0,0-1 0,0 0 0,5-1 16,-3 1-16,0-1 0,-29 0 0,33 2 15,-1-2-15,-1 1 0,-31-1 0,35 0 0,-3 0 0,1 1 16,4-1-16,-1 0 0,-1 0 16,3 2-16,0 0 0,-2-1 0,-36-1 0,39 1 0,-2 1 0,1-1 15,-7 1-15,1 0 0,0-1 0,-17 1 0,0-1 0,-1-1 16,-8 1-16,-1-1 0,0 1 0,45 5 0,0-2 16,1 2-16,-51-6 0,60 5 0,0 0 15,-1 0-15,-59-5 0,50 5 0,0-1 0,1 0 0,-11 0 0,1 0 16,-1 0-16,-40-4 0,31 2 15,-1 1-15,-1 0 0,-16-2 0,0 0 0,0 0 0,-13-1 0,12-4 16,-2 0-16,0 2 0,-4 0 0,-2-1 0,1 1 0,-5 2 16,6-6-16,-1-1 0,-1 1 15,-1 2-15,0 0 0,0 0 0,-3 4 0,9-4 0,0-1 0,0 1 16,-3 0-16,-1 2 0,-1 0 0,-4 2 0,4-1 16,-2 1-16,-1-1 0,-1 1 0,1-1 0,0 1 15,-1 0-15,6 0 0,-1 0 0,0 0 0,0 1 0,-2-1 16,0 0-16,-3 0 0,3 0 0,-3 0 0,1 0 15,1 0-15,-2 0 0,0 0 0,0 0 0,0 0 16,0 0-16,0 0 0,0 0 0,0 0 0,0 0 0,0 0 16,0 0-16,0 0 0,0 0 0,0 0 0,0 0 15,0 0-15,0 0 0,0 0 0,0 0 0,0 0 16,0 0-16,-3 1 0,1-1 0,1 0 0,-1 1 16,1-1-16,-1 0 0,2 0 0,0 0 0,0 0 0</inkml:trace>
  <inkml:trace contextRef="#ctx0" brushRef="#br0" timeOffset="3331.562">24079 3269 0,'0'0'0,"0"0"0,0 0 0,0 0 0,0 0 15,0 0-15,0 0 16,0 0-16,0 0 15,0 0-15,0 0 0,0 0 0,0 0 0,0 0 16,0 0-16,0 0 0,0 0 0,0 0 0,0 0 16,3 4-16,0 1 0,0-1 0,0-3 0,-1 1 15,0 1-15,-1-2 0,-1 0 0,1 0 0,-1-1 16,11 2-16,0-1 0,-1 1 0,-4 0 0,1-1 16,-1 0-16,-6-1 0,8 1 0,1 1 15,0-1-15,-4 1 0,-1-1 0,0 0 0,-2-1 16,-1 1-16,1-1 0,-2 0 0,12 3 0,2-2 0,-1 1 0,-4 0 15,-3-1-15,1-1 0,-7 0 0,15 1 0,0 0 16,-1 0-16,-5 0 0,-2-1 0,1 1 16,-8-1-16,14 3 0,-1-1 0,0 0 0,-6-1 15,0 0-15,0 0 0,-7-1 0,20 3 0,-1-3 0,1 1 16,-9-1-16,-1 2 0,0-2 0,-10 0 0,20 0 16,-2 0-16,-1 0 0,-7-2 0,0 2 0,1 0 0,-11 0 15,21 2-15,-3-2 0,2 0 16,-9 0-16,0 0 0,0 0 0,-7 0 0,0 0 0,0 0 0,6 3 0,-1 0 15,0 0-15,-9-3 0,0 0 0,0 0 0,7 1 16,-2 1-16,-1-1 0,-4-1 0,0 0 0,0 0 0,44 4 16,-1 0-16,0 0 0,-17-1 0,-1-1 15,0-1-15,-16 1 0,2-1 0,-1 0 0,-7 0 0,1-1 16,-1 0-16,22-2 16,-1-1-16,0 1 0,2 0 0,0-1 0,1 2 0,2-1 0,-2 2 0,0 0 0,-12-1 15,-2 0-15,0 1 16,4 2-16,-2-2 0,1 1 0,-8 0 0,1 0 0,0-1 0,10 3 0,-1-2 15,1 1-15,-8 0 0,-1 0 0,0-1 0,8 1 16,0 0-16,-1-2 0,-17 0 0,9 2 0,1-1 0,-1-1 16,6 0-16,-1 0 15,0 0-15,-6 0 0,0 0 0,-1 0 0,-7 0 16,15 0-16,-3 0 0,2 1 0,-6 0 0,-1-1 0,0 0 0,2 1 0,1-1 16,-1 0-16,-9 0 0,5 0 0,-1 0 0,1 0 0,-2 1 15,-2-1-15,1 0 0,-1 0 0,-1 0 0,0 0 16,0 0-16,1 0 0,-1 0 0,0 0 0,10 0 15,1 0-15,-1 0 0,-4 0 0,0 0 0,0 0 16,-3 0-16,-1 2 0,0-2 0,-1 0 16,0 0-16,-1 0 0,1 0 0,-1 0 0,0 0 0,0 0 0,0 0 15,0 0-15,0 0 0,0 0 0,0 0 0,0 0 16,0 0-16,0 0 0,0 0 0,0 0 0,0 0 0,0 0 16,0 0-1,0 0-15,0 0 0,0 0 0,0 0 0,6 0 0,-1-2 0,1 2 0,-3 0 0,0 0 0,1 0 16,-2 0-1,-1 0-15,0 0 0,0 0 0,-1 0 0,0 0 0,0 0 0,0 0 0,0 0 0,0 0 16,0 0-16,0 0 0,0 0 0,0 0 16,0 0-16,-4-4 0,0 0 0,1 0 0</inkml:trace>
  <inkml:trace contextRef="#ctx0" brushRef="#br0" timeOffset="12770.596">5041 4623 0,'0'0'0,"47"3"0,-21 0 15,32-5 1,-24 1-16,33-2 16,-30 0-16,40 0 31,-77 3-31,0 0 0,0 0 0,25-2 0,-1 1 0,2 1 0,-26 0 0,32-3 0,1 1 16,-1 1-1,-32 1-15,36-3 0,-3 2 0,0-1 16,8-1-16,-1 2 0,-1-1 0,-39 2 0,42-1 0,-3-1 15,0 0-15,-39 2 0,39-1 0,0-1 16,0 1-16,-3-2 0,0 1 0,0 1 0,-36 1 0,31-3 16,-1 2-16,2-1 0,-32 2 0,30-3 0,-1 2 15,1-1-15,-2 1 0,1 0 0,-1 0 0,-28 1 0,27-2 16,0 1-16,0 1 0,0-2 0,0 1 0,1 1 16,-28 0-16,27-3 0,2 2 0,-2-1 0,-1-1 0,-1 2 15,-1 0-15,-24 1 0,28-1 0,1-1 16,-2 1-16,-27 1 0,30-1 0,-1-1 0,1 2 0,4-3 15,-1 1-15,0 0 0,-33 2 0,45-2 0,1 0 16,-2 0-16,7 0 0,-2 0 0,1-1 0,-50 3 0,46-1 16,-1 0-16,0-1 0,-2 2 0,-1-2 0,0 2 15,-42 0-15,39-1 0,-1-1 0,0 1 0,-4-1 16,0 1-16,-1 0 0,-5-1 0,0 1 0,-1-1 0,-27 2 16,32-1-16,-2 0 0,0 0 0,-30 1 0,35-3 15,-1 2-15,0-1 0,4-1 0,1 2 0,-2-1 16,4-1-16,-2 0 0,0 1 0,-39 2 0,43-3 15,-1 0-15,0 1 0,-1-1 0,-1 1 0,1-1 0,-5 0 16,2 0-16,-1 0 0,-37 3 0,30-3 16,-3-1-16,2 0 0,-15 2 0,-1 0 0,0 0 0,4 0 15,-1 1-15,0 0 0,-16 1 0,11-2 0,-3 1 16,0 1-16,-5 3 0,-1 0 0,1 0 0,-2-1 16,-1-1-16,0 2 0,0-3 0,18 2 0,-1-1 15,1 0-15,-6 0 0,-2 0 0,1-1 0,-11 0 0,16 0 16,1 0-16,1 0 0</inkml:trace>
  <inkml:trace contextRef="#ctx0" brushRef="#br0" timeOffset="16967.456">10804 4134 0,'0'0'0,"0"0"0,0 0 0,0 0 16,0 0-16,0 0 15,0 0-15,0 0 16,0 0-16,0 0 0,0 0 0,0 0 16,0 0-16,0 0 0,0 0 0,17 3 15,-2-1-15,0-1 0,-15-1 0,11 3 16,-2-1-16,0-1 0,-9-1 0,12 2 0,-2-1 0,0 1 0,-10-2 16,5 1-16,1 0 0,0-1 0,6 2 0,2-1 0,-1 0 31,-13-1-31,7 1 0,0-1 0,0 0 0,-7 0 15,15 2-15,-2-1 0,1-1 0,-5 1 0,-2-1 0,0 0 16,-7 0-16,18 2 0,0-2 0,-1 0 0,-17 0 16,11 1-16,-2-1 0,2 2 0,11-2 0,-3 1 15,1-1-15,-20 0 0,12 1 0,-1-1 0,0 0 16,-11 0-16,29 1 0,1-1 0,0 2 0,-30-2 16,30 1-16,0 0 0,-1 0 0,-29-1 0,28 1 0,-3-1 15,1 1-15,4 0 0,-2 0 0,1-1 16,-29 0-16,27 1 0,-1-1 0,-1 1 0,-25-1 0,24 1 0,0-1 15,0 0-15,-24 0 0,24 2 0,-3-1 16,1 0-16,-11 1 0,0-2 0,-1 0 0,-10 0 0,5 1 16,-1-1-16,-1 0 0,-3 0 0,21 5 0,-3-2 15,0-1-15,-18-2 0,24 3 0,-2 0 0,1-1 16,0 0-16,0 1 0,0-3 0,-23 0 0,27 3 16,-3-2-16,0 0 0,-24-1 0,27 1 0,-2-1 0,1 2 15,-26-2-15,26 0 0,0 0 0,0 0 16,3 0-16,-3 0 0,0 0 0,-26 0 0,38-2 0,-1 2 0,0 0 15,-37 0-15,42 0 0,-1 0 0,1-1 16,-42 1-16,39-1 0,-3 0 0,2 1 0,-4 0 0,-1 0 16,-1-2-16,-32 2 0,29-1 0,0 1 0,-1-2 15,-28 2-15,26-2 0,-1 0 0,1 2 0,-26 0 0,12-2 16,0 1-16,0 0 0,14-1 0,-1-1 0,1 2 16,-26 1-16,30-3 0,-2 1 0,-1-1 0,-27 3 15,27-1-15,0-1 0,-1 0 0,-26 2 0,13-1 16,0 1-16,-1 0 0,11-2 0,-2 1 0,0 0 15,-21 1-15,24-2 0,0 2 0,0-1 0,-24 1 0,27-2 16,-1 0-16,-1 1 0,-25 1 0,29-1 0,-1 0 16,-1 0-16,3 1 0,-2 0 0,0 0 0,0 0 15,-1 1-15,1-1 0,-28 0 0,28 0 16,-3 0-16,1 0 0,6 1 0,1 0 0,-1-1 0,3 0 0,-1 2 16,0-1-16,-34-1 0,35 1 15,-3 0-15,1-1 0,-3 1 0,-1 0 0,1 0 0,-3 0 0,-1-1 16,-1 0-16,-25 0 0,13 0 0,-1 0 15,1 0-15,8-2 0,-1 1 0,0 1 0,-20 0 0,11 0 0,0-1 16,0 1-16,-6-1 0,-2 1 0,1 0 16,16-3-16,-2 2 0,0-1 0,-18 2 0,11-1 0,-1-1 0,0 1 15,10-1-15,-2 1 0,0-1 0,-18 2 16,11-1-16,-1 0 0,0 0 16,10-2-16,-2 2 0,1-1 0,-19 2 0,11-1 0,-1 0 0,1-1 0,8 2 15,0-1-15,0-1 0,-7 2 0,-3 0 0,1 0 0,-10 0 16,16 0-16,0 0 0,-1 0 0,-6 0 0,-2 0 15,1 0-15,-8 0 0,15 2 0,-1-1 16,-1 0-16,-4 1 0,-2-2 0,0 1 0,-7-1 0,13 2 0,-3-2 16,1 1-16,-4 1 0,-2-2 0,1 1 15,-3 0-15,-1-1 0,0 0 0</inkml:trace>
  <inkml:trace contextRef="#ctx0" brushRef="#br0" timeOffset="19032.14">13797 4158 0,'0'0'0,"0"0"0,0 0 0,0 0 16,48-15-16,-20 7 15,18 0 1,-46 8-16,0 0 0,0 0 0,0 0 0,7-2 16,2 1-16,-2-1 0,-7 2 0,15 0 15,-1 0-15,1 0 0,-15 0 0,9 0 16,0 0-16,-2 0 0,8-1 0,-1 0 0,1 0 0,-15 1 0,9 0 0,0 0 15,-2-1-15,-7 1 0,20-4 0,-1 3 16,1-2-16,-20 3 0,10-1 0,0 0 0,0 0 16,-10 1-16,23-1 0,-2 0 0,0 1 0,-10 0 0,1 0 15,-1 0-15,-11 0 0,24-1 0,-1 0 0,0 0 0,-23 1 16,14 0-16,-2-1 0,0 1 0,-12 0 0,24 0 16,-3-1-16,1 0 0,-9 0 0,-1 1 0,-1 0 15,-11 0-15,21 0 0,-1 0 0,1 0 0,-21 0 0,11-1 16,0 1-16,0 0 0,-11 0 0,21-2 0,-2 2 15,1 0-15,-20 0 0,30-1 0,0-1 0,0 1 16,-30 1-16,27-1 0,-2 0 0,1 1 0,-14-2 16,0 2-16,1 0 0,-13 0 0,21 0 0,-1 0 0,-2 0 15,-18 0-15,12 0 16,-3 0-16,2 0 0,-7 0 0,0 0 0,0 0 0,-4 0 0,13 0 0,-1-1 16,0 1-16,-12 0 0,7-1 0,0 1 0,-1 0 15,-6 0-15,16-1 0,-1 0 0,0 1 0,-15 0 0,9 0 16,-1-1-16,-1 0 0,-7 1 0,4-1 15,-1 1-15,0 0 16,12 0-16,-2-1 0,0 0 0,-13 1 0,9-1 0,-1 0 0,-1 0 0,-7 1 0,3-1 16,0 1-16,0 0 0,-3 0 0,9-2 0,-2 1 0,1 1 15,-2-1-15,-3 0 0,1 0 0,-4 1 0,2 0 16,0 0-16,-1 0 0,1-2 0,-2 2 0,0 0 0,0 0 16,1 0-16,-1 0 0,0 0 15,0 0-15,0 0 0,0 0 0,0 0 0,0 0 0,0 0 0,0 0 16,0 0-16,0 0 0,0 0 0,0 0 0,0 0 15,0 0-15,0 0 0,0 0 0,0 0 0,0 0 16,0 0-16,0 0 0,0 0 0,0 0 0,0 0 0,0 0 16,0 0-16,3-1 0,-1 1 0,0 0 0,-2 0 15,2-2-15,-2 2 0,1 0 0,1 0 0,-2-1 16,0 1-16,0 0 0,0 0 0,0 0 16,0 0-16,0 0 0,0 0 0,0 0 0,0 0 0,0 0 15,0 0-15,0 0 0,-8 1 0,0 1 16,0 1-16,8-3 0</inkml:trace>
  <inkml:trace contextRef="#ctx0" brushRef="#br0" timeOffset="28303.861">10542 3719 0,'0'0'0,"0"0"15,0 0-15,-3-50 0,1 20 16,4-2-1,-2 18-15,8-21 16,-8 35-16,0 0 0,0 0 0,0 0 16,1-6-16,1 0 0,-1 0 0,-1 6 0,6-10 0,-2 1 0,0-1 15,-2 5-15,0 0 0,1-1 0,-3 6 0,7-11 16,1-2-16,0 2 0,-8 11 16,4-7-16,2 1 0,-2-2 0,-4 8 0,14-13 0,0 1 0,-1-1 15,-13 13-15,8-8 0,-1 2 16,2-1-16,8-7 15,1 0-15,0 1 0,-18 13 0,10-9 0,0 2 16,-1-1-16,-9 8 0,20-13 0,0-1 0,-1 1 0,-19 13 0,11-8 0,0 1 0,0 0 16,-11 7-16,22-13 0,1 1 0,-1-1 15,-9 5-15,-1 2 0,1 0 0,-13 6 0,24-12 0,-2 0 0,1-1 0,-23 13 0,23-13 16,0 2-16,0-1 16,0 1-16,-1 1 0,-1 1 0,-21 9 0,21-10 0,0 1 0,0-1 0,-21 10 15,20-7-15,0-1 0,0 0 0,1 1 0,-1 0 16,-1-1-16,-19 8 0,24-8 0,-2 1 0,1 0 15,-23 7-15,24-7 0,-1 1 0,0 1 16,-23 5-16,24-7 0,1 0 0,-1 2 0,-24 5 0,24-6 0,0 2 0,0 0 16,1-1-16,-1 0 0,1 1 0,-12 2 0,-1 0 15,-1 0-15,-11 2 0,27-5 0,-1 1 0,-1 1 0,4-1 16,-2 0-16,0 1 0,-27 3 0,26-3 16,-1-1-16,-1 2 0,-24 2 0,24-2 0,0 0 0,-1-1 15,0 3-15,0-3 0,1 3 0,-24 0 0,22 0 16,1 0-16,-1 0 0,-22 0 0,23-1 0,-1 1 15,0 0-15,1-1 0,-2 1 0,1 0 0,-22 0 16,22 1-16,-1 0 0,1-1 0,-22 0 0,23 3 0,-1 0 16,1-1-16,-1 2 0,0-2 0,0 1 0,-22-3 15,10 1-15,1 0 0,-2 1 0,16 3 0,-2-1 16,1 1-16,-11-4 0,1 2 0,-2-1 0,12 5 16,-2-1-16,1-1 0,-23-5 0,12 3 0,0 0 0,1-1 15,7 6-15,-2-2 0,2 2 0,-8-4 0,-2-1 16,0 1-16,-10-4 0,17 8 0,0-1 0,-1 0 15,-7-3-15,0 0 0,0 1 0,8 4 0,-1 2 16,2-1-16,-9-5 0,0 1 0,0-1 0,-9-5 16,15 8-16,0-1 0,0 1 0,-6-3 0,-2-1 0,1-1 15,4 6-15,-3 1 0,2 0 16,-11-10-16,5 6 0,0-2 0,1 2 0,4 5 0,-1-1 0,1 1 16,-5-5-16,0-1 0,-1 1 0,5 5 0,-1-1 15,-1 1-15,-7-11 0,6 6 0,-2 0 0,0-1 0,1 5 16,-1-2-16,2 1 0,-4-4 0,0 0 0,0-1 15,-2-4-15,6 9 0,-3-1 0,1 1 0,-1-5 16,-1 1-16,1-1 0,-3-4 0,1 11 0,1 1 16,-1-2-16,0-2 0,0-2 0,-1 0 0,5 6 15,-2 0-15,0 0 0,-3-12 0,4 8 0,-3-1 0,1-1 16,1 5-16,0-1 0,-1 0 0,-1-5 0,1 1 16,-1 0-16,-1-6 0,0 12 0,-1 1 0,0-1 15,0-5-15,1-1 0,-1 1 0,1-7 0,1 12 16,-1 0-16,1 0 0,1-4 0,-2-1 0,0-1 0,0 8 15,0 0-15,0 0 0,0-14 0,0 8 0,0-1 16,0 1-16,3 4 0,-2-1 0,1 1 0,1-5 16,-3-1-16,1 1 0,-1-7 0,-1 12 0,1 0 15,0 0-15,0-6 0,0 0 0,0 1 0,0-7 0,-1 12 16,1-1-16,0 1 0,-1-5 0,1-1 16,0 1-16,0-7 0,-4 16 0,3 2 0,-1-2 0,0-6 15,1-1-15,1-1 0,0-8 0,-6 11 0,2 1 16,-1-2-16,2-5 0,0 1 0,0 0 0,-3 9 15,3-2-15,-1 1 0,4-14 0,-3 8 0,1-1 0,-1 0 16,-2 5-16,0-1 0,0 1 0,5-12 0,-5 6 16,3 0-16,0 0 0,-7 5 0,1 0 0,1 0 15,7-11-15,-5 8 0,1-3 0,1 2 0,-7 4 16,2 0-16,1 1 0,1-6 0,2 1 0,0 0 16,4-7-16,-8 9 0,0 1 0,0-2 0,4-2 0,0-2 15,0 1-15,4-5 0,-10 10 0,1-1 0,-1 0 16,4-3-16,2-1 0,-2-1 0,6-4 0,-15 9 15,0-1-15,-1 0 0,8-3 0,-1-2 0,0 1 16,9-4-16,-14 8 0,-1 0 0,0-1 0,7-2 16,0-1-16,0 0 0,8-4 0,-16 5 0,-2-1 0,1 1 15,7-3-15,1 0 0,1 0 0,8-2 16,-19 3-16,1 0 0,1 0 0,6 0 0,2-3 0,-1 2 16,10-2-16,-22 4 0,1-1 0,0 0 0,8-2 15,2 1-15,-1 0 0,12-2 0,-24 0 0,1-1 0,1 1 16,9-1-16,1 0 0,-1 1 0,-12 1 0,1 0 15,0 0-15,24-1 0,-24-1 0,0 0 0,0 1 16,12-1-16,0 0 0,1 1 0,11 0 0,-23-2 16,1 0-16,0-1 0,-1 0 0,1 0 0,-1 1 0,23 2 15,-22-2-15,1 0 0,-1 0 0,-1 1 0,1-1 16,0 1-16,22 1 0,-23-2 0,1 0 0,0 0 16,12 2-16,-1-1 0,0 0 0,11 1 0,-25-4 0,-1 1 15,0 0-15,11 0 0,1 1 0,0 0 16,-13-3-16,1 1 0,0-1 0,26 5 0,-14-3 0,0 1 15,0 0-15,-13-4 0,2 1 0,-1 0 0,26 5 16,-39-7-16,1-1 0,0 1 0,2-1 0,1 1 16,0-2-16,7 2 0,1 0 0,-1 0 0,28 7 15,-14-4-15,2 1 0,0 1 0,-6-5 0,0 0 0,0 2 16,18 5-16,-11-3 0,2-1 0,0 1 16,-6-3-16,1 1 0,0-1 0,-7-1 0,2 1 0,-1 0 15,20 6-15,-28-10 0,-1 1 0,0 0 0,-1 0 16,1 0-16,0 0 0,29 9 0,-27-9 0,3 1 0,-1 0 15,12 3-15,1 2 0,1-1 0,11 4 0,-21-8 16,1 0-16,1 1 0,8 3 0,0 0 0,1 0 16,-6-5-16,2 2 0,0-1 0,14 8 0,-9-5 0,2 1 15,1 1-15,-16-9 0,2 1 0,-1 1 0,21 10 16,-11-7-16,-1 2 0,1-1 0,-10-6 0,1 0 31,-1 1-31,9 5 0,2-1 0,-1 2 0,11 5 0,-18-13 0,2 1 0,-1 1 0,8 4 0,0 1 16,0 0-16,9 6 0,-12-21 15,0 3-15,1-1 16,11 19-16,-7-11 0,1-1 0,0 1 0</inkml:trace>
  <inkml:trace contextRef="#ctx0" brushRef="#br0" timeOffset="29891.734">9413 7395 0,'0'0'0,"52"0"15,-19 0-15,31-1 16,5-2 0,1 0-16,0-1 15,-70 4-15,0 0 0,0 0 0,0 0 16,34-1-16,-2-1 0,1 1 0,-33 1 0,36-3 15,0 3-15,-1-2 0,5-1 0,-1 2 16,-1-1-16,-38 2 0,39-3 0,-1 1 0,0-1 0,-38 3 0,35-2 16,-2-1-16,1 0 0,-34 3 0,31-1 15,0-2-15,-1 1 0,-30 2 0,32-2 0,0-1 0,0 1 16,-32 2-16,37-2 0,0-1 0,1 0 0,-38 3 16,45-3-16,-2 0 0,1 0 0,2 0 15,1 0-15,-1 1 0,-46 2 0,46-3 0,0 0 16,-1 1-16,-45 2 0,36-2 0,1 2 0,-1 0 0,-3 0 0,-1 0 15,1 0-15,-33 0 0,35-1 0,-1-1 0,0 2 16,7-2-16,-2 1 0,2 1 0,-41 0 0,37-2 0,-1 1 16,0 0-16,-36 1 0,36-2 0,0 2 15,1-3-15,10 1 16,-2 1-16,1-1 0,-46 2 0,55-3 0,-2 0 0,1 1 0,1-1 0,-1-1 0,1 1 16,-55 3-16,46-3 0,0 0 15,0 0-15,-46 3 0,42-3 0,0 0 0,1 1 0,-2 0 0,0-1 0,-1 1 16,-40 2-16,37-3 0,0 2 0,-1-1 15,-36 2-15,32-2 0,0 1 0,-1 0 0,6 0 0,-3-1 16,2 0-16,-36 2 0,42-1 0,-3-2 16,2 0-16,-7 1 0,-1-1 0,0 1 0,-33 2 0,27-2 15,-1 0-15,-1 1 0,-25 1 0,24-2 0,-1 0 16,0 0-16,2 0 0,0 0 0,-1 0 0,-24 2 0,13 0 16,-1-2-16,1 1 0,14-1 0,-2 1 0,1 0 15,-26 1-15,28-2 0,-1 1 0,-1 0 0,5-2 0,0 2 16,1 0-16,-32 1 0,15-1 0,1 1 0,0-1 15,6 1-15,-2-3 0,-1 3 0,-19 0 0,12-2 16,-2 1-16,1 1 0,-11 0 0,4 0 0,0 0 0,0 0 16,-4 0-16,2 0 0,-1 0 0,0 0 0,1-2 15,-1 1-15,0-1 0,-1 2 0,1-1 0,-1 1 16,0-2 0,0 2-16,1-1 0,-1 1 0,0 0 0,8-4 0,-1 0 0,1 0 0,-8 4 0,4-3 0,1 0 15,-1 0 1</inkml:trace>
  <inkml:trace contextRef="#ctx0" brushRef="#br0" timeOffset="39264.589">25097 3872 0,'0'0'0,"0"0"0,0 0 16,0 0-16,0 0 15,0 0-15,0 0 16,0 0-16,0 0 16,0 0-16,0 0 0,0 0 0,0 0 15,0 0-15,0 0 0,0 0 0,0 0 0,0 0 16,0 0-16,10 6 0,1 0 0,-1 1 0,-4-4 15,0 1-15,0 0 0,-3-3 0,-1 1 0,0-1 16,12-1-16,-2 0 0,0 0 0,-12 0 16,0 0-16,9 0 0,-2 0 0,0 0 0,9-4 15,-1-1-15,1 1 0,-16 4 0,8-5 0,1 3 16,0 0-16,7-10 0,0-1 0,-1 2 16,-15 11-16,10-8 0,-2 2 0,0 0 0,7-15 15,-1 0-15,-2 0 0,-4 10 0,0-2 0,0 2 0,-5 6 0,0 0 0,0 0 0</inkml:trace>
  <inkml:trace contextRef="#ctx0" brushRef="#br0" timeOffset="43392.113">12492 9405 0,'0'0'0,"0"0"0,0 0 0,0 0 16,0 0-16,8 45 15,-4-20 1,-4-25-16,0 0 0,0 0 0,0 19 0,0 0 16,0-1-16,0-18 0,0 12 0,0-3 0,0 2 15,0-11-15,0 22 0,-1-1 0,0 0 0,1-21 16,-1 22-16,-1 1 0,0-1 0,2-22 0,-4 21 0,2 1 16,0-1-16,2-21 0,-3 22 0,2 0 0,-1 0 15,2-22-15,-3 23 0,1 0 0,0 0 0,-1 2 16,1-1-16,1 1 0,1-25 0,-2 26 0,1-1 15,-1 0-15,2-25 0,-3 25 0,2-2 0,-1 1 0,2-24 16,-2 23-16,1 0 0,1 1 0,0-24 0,-3 30 16,0 0-16,1 0 0,-2 0 0,2-1 0,0 0 15,2-29-15,-2 14 0,2 1 0,-1-1 0,1-14 16,-2 20-16,1 0 0,-1-1 0,2-19 0,0 11 0,-1-1 16,0 1-16,1-11 0,-1 3 0,1 2 0,0-1 15,0-3-15,0 0 16,0 0-16,0 0 0,0-1 0,0 0 0</inkml:trace>
  <inkml:trace contextRef="#ctx0" brushRef="#br0" timeOffset="44798.686">12449 9483 0,'0'0'0,"0"0"0,0 0 0,0 0 16,0 0-16,39-6 15,-15 1-15,-24 5 16,0 0-16,0 0 0,15 0 0,-1-1 0,1 1 16,-15 0-16,9 0 0,-1 0 15,0 0-15,-8 0 0,20-1 0,0 0 0,1 1 0,-21 0 0,10-1 0,1 1 16,0-1-16,-11 1 0,27-2 0,-2 1 15,2-1-15,-27 2 0,15-2 0,-1 1 0,-1 0 0,14-2 16,0 0-16,-1-1 0,-26 4 0,16-1 0,-3-2 16,1 2-16,-14 1 0,27-4 0,-1 0 0,0 0 0,-26 4 15,30-5-15,-1 1 0,0-1 0,-29 5 0,35-6 16,0 1-16,-2 1 0,-33 4 0,38-6 0,-1 0 16,-1 1-16,-4 0 0,-2 0 0,0 1 0,-30 4 15,15-2-15,-2-1 0,2 1 0,-15 2 0,23-3 16,-1-1-16,1 0 0,-23 4 0,13-2 0,-1-1 15,0 1-15,-12 2 0,14-2 0,-1-1 0,0 0 0,-13 3 16,8-2-16,-2 2 0,0-1 0,-6 1 16,3-1-16,-1 0 0,1 1 0,-3 0 0,1 0 0,-1 0 15,1 0-15,0 0 0,-1 0 16,0 0-16,0 0 0,0 0 16,0 0-16,0 0 0,0 0 0,0 0 0,0 0 0,0 0 0,0 0 0,0 0 0,0 0 0,0 0 15,0 0-15,0 0 0,6-4 0,0 1 0,0-1 16,-6 4-16,4-1 0,0-1 0,0 0 0,-3 2 15,1-1-15,-1 1 0,-1 0 0,2-1 16,-2 1-16,0 0 0,0 0 0,2 7 0,-1 0 0,0-1 0,0-1 16,0-1-16,0 0 0,-1-4 15,-3 9-15,1 0 0,0 0 0,2-9 0,-2 6 16,1-1-16,-1 0 0,2-5 0,-3 13 0,1-2 0,0 2 0,2-13 16,-2 6-16,1 1 0,-1-1 0,2-6 0,-3 16 15,3 0-15,-1-1 0,1-15 0,0 0 0,-2 9 0,2-1 16,0 0-16,0-8 0,-2 21 0,1-1 0,-1 1 15,2-21-15,-1 12 0,0 0 0,0 0 0,-2 12 16,1 1-16,0-1 0,2-24 0,-4 25 16,2-1-16,-1 1 0,3-25 0,-1 11 0,0 1 0,0 0 15,1-12-15,-2 26 0,1-1 0,-1-1 16,2-24-16,-1 15 0,1-1 0,-1-1 0,1-13 16,0 0-16,-2 25 0,0 0 0,1 0 15,-2 5-15,0 0 0,1-1 0,2-29 0,-3 27 16,1-1-16,0 1 0,2-27 0,-2 12 0,1 0 0,1 0 15,0-12-15,-3 21 0,3 0 0,-1-2 0,1-19 0,-1 12 0,0 0 0,0-2 16,1-10-16,-1 5 0,1-2 0,0 2 0,0-5 16,0 1-16,0 2 0,0-3 0,0 0 0,-1 11 15,1-3-15,0 2 0,0-5 0,0 1 0,0-1 16,0-5-16,0 3 0,0 0 0,0-1 0,0-2 0,0 1 16,0-1-16,0 0 0,0 1 0,0-1 0,0 0 15,0 0-15,0 1 0,0-1 0,0 0 0,0 0 16,0 0-16,0 0 0,0 0 0,0 6 0,0 1 15,0-1-15,-1-2 0,1-1 0,0 1 0,0-4 16,0 1-16,0 1 0,0-1 0,0-1 0,0 0 16,0 1-16,0-1 0,0 2 0,0-2 0,0 0 0,0 0 15,0 0-15,0 0 0,0 0 0,0 0 0,0 0 16,0 0-16,0 0 0,-9 0 0,0 0 16,-1 0-16,10 0 0,-6 0 0,1 0 0,-1 0 0,6 0 0,-9-2 15,1 2-15,-1-1 0,9 1 0,-5 0 16,1 0-16,-1 0 0,5 0 0,-13-4 0,1 2 0,0-1 15,12 3-15,-8-2 0,1 1 0,1 1 0,-11-3 16,2 0-16,-1 1 0,16 2 0,-9-1 0,0-1 16,1 1-16,8 1 0,-20-2 0,0 1 0,1 0 15,19 1-15,-11-2 0,-1 2 0,2-1 0,10 1 0,-23-2 16,-1 2-16,1 0 0,9-1 0,2 1 16,-1 0-16,13 0 0,-24 1 0,0-1 0,0 0 0,11 0 15,0 0-15,0 0 0,13 0 0,-24 2 0,0-2 16,0 0-16,-5 1 0,1-1 0,0 0 0,28 0 0,-28 1 15,2-1-15,-1 0 0,14 0 0,-1 0 16,1 0-16,13 0 0,-32 1 0,2 0 0,0-1 16,13 1-16,0-1 0,0 0 0,17 0 0,-22 2 0,0-2 15,0 0-15,11 1 0,0-1 0,0 0 16,11 0-16,-12 2 0,0-2 0,-1 0 0,7 1 0,0 0 0,0-1 16,6 0-16,-5 0 0,3 0 0,0 0 0,0 0 15,1 0-15,0 0 0,1 0 0,-2-9 0,0 1 16,-1-1-16,2 5 0,-1-1 0,0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5760" units="cm"/>
          <inkml:channel name="Y" type="integer" max="2160" units="cm"/>
          <inkml:channel name="T" type="integer" max="2.14748E9" units="dev"/>
        </inkml:traceFormat>
        <inkml:channelProperties>
          <inkml:channelProperty channel="X" name="resolution" value="167.44186" units="1/cm"/>
          <inkml:channelProperty channel="Y" name="resolution" value="111.34021" units="1/cm"/>
          <inkml:channelProperty channel="T" name="resolution" value="1" units="1/dev"/>
        </inkml:channelProperties>
      </inkml:inkSource>
      <inkml:timestamp xml:id="ts0" timeString="2026-09-09T09:55:43.649"/>
    </inkml:context>
    <inkml:brush xml:id="br0">
      <inkml:brushProperty name="width" value="0.05292" units="cm"/>
      <inkml:brushProperty name="height" value="0.05292" units="cm"/>
      <inkml:brushProperty name="color" value="#C00000"/>
    </inkml:brush>
  </inkml:definitions>
  <inkml:trace contextRef="#ctx0" brushRef="#br0">22648 9648 0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7T08:24:42.2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21044 4070 0,'0'0'0,"0"0"15,0 0-15,0 0 0,39-25 16,-15 11-16,-15 8 16,1 30-1,-10-24-15,0 0 0,0 0 0,2 5 0,-1 1 16,1-2-16,-2-4 0,4 13 0,-1 0 0,1-1 15,3 6-15,-2 1 0,0 0 0,-5-19 0,5 10 0,-3 1 16,0-1-16,4 13 0,0 0 0,-1 1 0,-5-24 0,8 26 16,-2-2-16,0 0 0,-6-24 0,10 26 0,-2-1 15,0 0-15,0 1 0,-2 1 0,0 0 0,-6-27 16,7 23-16,-1 0 0,0 1 0,-3-13 0,0 1 16,0-1-16,-3-11 0,8 26 0,-2 0 15,0 2-15,-2-13 0,0-1 0,0 0 0,-4-14 0,6 21 16,-2-1-16,2 0 0,-6-20 0,3 9 0,0 3 15,-1-1-15,5-1 0,-1-1 16,0 3-16,-6-12 0,4 4 0,-1 1 16,0 0-16,-1-4 0,-1 1 0,1 0 0,-2-2 15,0 0-15,0 2 0,0-2 0,7-8 0,-2 1 0,-1-1 16,-4 8-16,3-5 0,0 0 0,1 1 0,3-10 16,-1-1-16,0 1 0,-6 14 0,9-19 15,-1-2-15,-1 2 0,2-2 0,-1 1 0,-1-1 16,-7 21-16,9-21 0,-2 0 0,0 0 0,-7 21 0,12-27 0,-2-1 0,0 1 0,1-3 0,-2 2 0,0-2 15,-9 30-15,6-26 0,1 0 0,-1 0 0,-6 26 16,4-13-16,-2 1 0,0 0 0,1-6 0,0 3 0,0 0 16,-3 15-16,2-9 0,-1 1 0,-1-1 0,4-11 15,0 0-15,0 0 16,-4 20-16,2-11 0,0 0 0,1-1 0,-3 12 16,5-18-16,0 0 0,-1 2 0,0 7 0,-2 0 15,1-1-15,-3 10 0,3-10 0,0 1 16,0 0-16,-1 3 0,-1 3 15,1-2-15,-2 5 0,1-2 0,0 0 0,0 1 0,0 0 0,-1 0 0,0 1 16</inkml:trace>
  <inkml:trace contextRef="#ctx0" brushRef="#br0" timeOffset="271.52">21010 4510 0,'0'0'0,"0"0"0,0 0 0,57-6 16,4-5-16,3 1 16,11-2-16,1-2 15,-76 14-15,0 0 0,23-4 0,0 0 16,-1 1-16,-22 3 0,23-5 15,-1 2-15,1-1 0,-1 2 0,-2 0 0,0 0 0,0 1 16,1 0-16,-2 1 0,0 0 0,-1-2 0,0 2 0,-18 0 16,13-2-16,0 0 0,1 0 0</inkml:trace>
  <inkml:trace contextRef="#ctx0" brushRef="#br0" timeOffset="811.266">22115 4303 0,'0'0'0,"0"0"0,0 0 16,0 0-16,0 0 0,-26 41 16,-12 8-16,7-4 15,31-45-15,0 0 0,0 0 16,-13 18-16,1-3 0,-1 0 0,13-15 0,-13 18 0,1-3 16,0 1-16,0 1 0,0-3 0,2 2 15,-2 1-15,1-1 0,-1 1 0,12-17 0,-11 19 0,1-1 16,0 0-16,2-4 0,0-1 0,1 1 15,0-2-15,-1 1 0,2-3 0,6-10 0,-6 9 0,1-1 16,-1 0-16,1-3 0,0 0 0,-1 0 0,-1-6 0,2 1 16,-1-1-16,6 1 15,-5-6-15,0-1 0,0 0 0,2 2 0,0-1 16,1 1-16</inkml:trace>
  <inkml:trace contextRef="#ctx0" brushRef="#br0" timeOffset="1042.616">21801 4366 0,'0'0'0,"0"0"0,0 0 15,0 0-15,0 0 0,0 0 16,30 27 0,-3 9-1,-27-36-15,0 0 0,0 0 0,0 0 0,0 0 0,7 12 0,1-1 0,0-1 0,0 4 16,0-3-16,1 2 0,0 1 0,-1 0 15,0 2-15,-8-16 0,6 16 0,-1-1 0,1 0 16,0 2-16,-1-2 0,-1 1 0,-1 1 0,-1-1 0,0 1 0,-2-17 0,3 15 0,-1 0 16,-1 1-16,2-3 0,-1-1 15,-1 1-15,2-3 0,0-1 0,0 1 0</inkml:trace>
  <inkml:trace contextRef="#ctx0" brushRef="#br0" timeOffset="3229.162">22413 3967 0,'0'0'0,"0"0"0,0 0 16,51-15-16,-21 6 15,21-2-15,-22 5 32,-29 6-32,0 0 0,0 0 0,17-5 0,0 0 0,-1-1 0,-16 6 15,9-3-15,0 0 0,-1 1 0,-8 2 0,15-5 16,-3-1-16,2 1 0,-14 5 0,7-3 15,-1 0-15,2 1 0,-5 0 0,-1 1 0,0 0 16,-2 1-16,2 0 0,-1-1 0,-1 1 0,0 0 16,8-2-16,-1 2 0,-1 0 0,-6 0 0,4-1 0,-1 0 0,0 1 15,0 11-15,1-2 0,-1 1 0,-3-10 0,1 6 0,1-1 16,-1 1-16,-4 10 0,0-2 0,0-1 0,3-13 0,-4 8 16,2 1-16,1-2 0,1-7 15,-7 24-15,2-1 0,-1 0 0,6-23 0,-6 28 0,1-3 0,-1 1 16,6-26-16,-2 28 0,0 1 15,-1-2-15,1-2 0,2 0 0,-1-1 0,1-24 0,-2 25 0,-1-1 16,1 0-16,2-24 0,-3 22 0,2 0 16,-1 0-16,1-10 0,1-2 0,-1 1 15,1-11-15,-5 21 0,3 1 0,0 1 0,2-23 16,-3 12-16,1 0 0,1-1 0,0 5 0,0-1 0,1-1 0,0-14 16,-2 7-16,2 1 0,0-1 0,0-7 0,0 4 0,0-2 15,0 1-15,0-3 0,0 2 0,0-1 16,0 0-16,0-1 0,0 0 15,0 0-15,0 0 0,0 0 0,0 0 0,0 0 0,0 0 0,0 0 0,0 0 0,-4 6 16,-1 0-16,1-1 0,4-5 0,-3 3 16,1 0-16,0 0 0,2-3 0,-12 0 0,1 0 15,-1 0-15,5-1 0,1 1 0,0 0 0,6 0 0,-23 0 16,2 0-16,0 0 0,-3 0 0,2 1 0,-1-1 16,23 0-16,-12 2 0,1-2 0,0 1 0,11-1 15,-20 1-15,1-1 0,-1 0 0,20 0 0,-12 0 0,3 0 16,-2 0-16,7 0 0,1 0 0,-1 0 15</inkml:trace>
  <inkml:trace contextRef="#ctx0" brushRef="#br0" timeOffset="3512.878">22733 4328 0,'0'0'0,"0"0"0,0 0 0,0 0 0,0 0 16,-47 2-16,-5-1 16,6 7-1,2 1-15,44-9 0,0 0 0,0 0 16,-12 2-16,1 0 0,0 0 15,0 1-15,2-1 0,0-1 0,1 2 0,2-3 0,-1 3 16,2-6-16,3 3 0,0-3 0,2 3 0,1-5 0,-1 0 16,0 0-16</inkml:trace>
  <inkml:trace contextRef="#ctx0" brushRef="#br0" timeOffset="4242.995">22957 4245 0,'0'0'0,"0"0"0,0 0 0,0 0 16,8 54-16,-8-9 16,3-14-1,1-4-15,-4-27 0,0 0 0,0 0 0,4 7 16,-1 1-16,0-1 0,-3-7 0,5 7 15,0 0-15,-2-1 0,3 0 0,-1 1 0,1-2 0,1 1 16,-1 0-16,1-1 0,1-2 0,0 1 0,-1-1 0,-7-3 16,9-2-16,0 2 0,0 0 0,-2-1 0,0-1 15,0 0-15,3-3 0,-1 2 0,1-1 0,-10 4 16,9-7-16,1 0 0,-1 0 0,0-1 16,1 2-16,-1-1 0,-1 1 0,-1 0 0,0 1 0,-7 5 15,4-8-15,-2 1 0,0 1 0,3-2 16,-3 0-16,0 2 0,0-2 0,0 0 15,-1 0-15,1 0 0,-2 3 0,0-1 0,0 6 16,-1-5-16,1 1 0,0 0 0,-2 0 0,0-1 0,1 1 16,-1 2-16,2-1 0,-1 0 0,1 3 15,-2 0-15,2-2 0,0 1 0,0 1 0,0-1 16,0 1-16,-3 3 0,0-2 0,2 2 0,-2 2 0,1-1 0,-1 2 0,3-6 0,-3 7 16,0 0-16,0 0 0,-1 1 15,1-1-15,0 2 0,-1 1 0,0 0 0,1 0 0,-2 3 0,1-1 16,0 1-16,3 0 0,0 1 0,1-1 0,0-13 0,1 15 15,0-1-15,0 1 0,-3 0 0,1-1 0,1-1 0,-1 3 16,1-2-16,0 1 0,3 1 0,0 0 16,0-1-16,-3-15 0,4 15 0,-3-1 0,1 1 0,-1 0 0,0 0 15,0-1-15,0 2 0,1-2 0,-1 0 16,-1-14-16,2 14 0,0-1 0,-1 1 0,-1-1 0,0 1 16,0-1-16,-1-1 0,0-1 0,0 1 15,1-12-15,-4 9 0,1-1 0,0 0 0,-2-1 0,1-3 16,0 2-16,0-3 0,1 1 0,-1 0 0,4-4 0,-5 1 15,1 0-15,0 1 16,-1-2-16,1 0 0,0 2 0,-2-4 0,1 2 0,1 0 16,4 0-16,-6 0 0,0-3 0,1 2 0,1 0 15,1 1-15,0-1 0,3 1 0,-4-6 0,-1 1 0,2-1 0,-1-1 16,2-1-16,-1 0 0,3 8 0,-2-8 0,1 0 16,1 0-16,0 8 0,3-10 0,-2 0 0,1 1 15,3 0-15,-1 0 0,-1-1 0,-3 10 0,10-13 0,-2 2 0,0-2 16,-8 13-16,13-13 0,-1-2 15,-1 3-15,-2 2 0,-2 1 0,1 1 0</inkml:trace>
  <inkml:trace contextRef="#ctx0" brushRef="#br0" timeOffset="10097.414">11635 5020 0,'0'0'0,"0"0"0,40 4 0,-15-3 15,18 2 1,-19-2-16,37 0 16,-61-1-16,0 0 15,0 0-15,13 2 0,-3-2 0,1 0 0,-11 0 0,23 3 0,-1-2 0,1 0 16,-23-1-16,0 0 0,13 1 0,-1 0 15,-1 0-15,20 2 0,0 0 0,0-1 16,-31-2-16,39 5 0,-2-2 0,0 1 0,-37-4 16,41 5-16,-2-2 0,0 0 0,-39-3 15,40 5-15,0-2 0,0 0 0,-40-3 0,46 4 0,-1-1 0,-1 0 16,-44-3-16,45 4 0,0 0 0,0-1 0,-4-1 16,-1 0-16,-1 0 0,-39-2 0,36 1 0,0 0 0,-1 1 15,-4-2-15,2 0 0,-2 0 0,-31 0 0,28-2 16,0 1-16,-1 1 0,0-1 0,0-1 0,0 2 0,-27 0 15,33-2-15,-1 1 0,1 0 0,8 0 16,0 1-16,1-1 0,-42 1 0,42 0 0,-3 0 0,2 0 16,-41 0-16,37 0 0,-1 0 0,0 0 15,-2 0-15,1 0 0,0 0 0,-35 0 0,36 0 16,0 0-16,-1 0 0,-35 0 0,35 0 0,-2 0 16,0 0-16,-17 0 0,1 0 0,-1 0 15,-16 0-15,36-2 0,0 2 0,-1-1 0,-35 1 0,45-3 16,-1 2-16,-1-1 0,-43 2 0,47-2 15,-1 1-15,1 0 0,-47 1 0,46-2 16,-1 2-16,0-3 0,-5 2 0,-2 1 16,1-1-16,-39 1 0,37-1 0,-2 0 15,1 0-15,-2 0 0,-2 1 16,1-1-16,-33 1 0,31-1 0,-1-1 16,-1 1-16,7 0 0,0 0 0,0 0 0,-36 1 0,51-2 0,-3 0 0,1 2 0,-1-3 0,-1 0 0,1 2 0,-48 1 0,48-3 0,0 1 0,0-1 15,-48 3-15,43-2 0,0 0 0,0 0 0,-9-1 16,1 2-16,0-1 0,-35 2 0,28-2 0,-1 1 0,-1 0 15,-1-1-15,-2 0 0,0 1 0,-23 1 0,13 0 16,-3 0-16,1-1 0,13-1 0,-1 1 0,1 0 16,-24 1-16,14 0 0,-2 0 0,0 0 0,12-1 15,0 1-15,-1-1 0,-23 1 16,25 0-16,-1 0 0,0 0 0,-10 0 0,-3 0 0,1 0 0,-12 0 0,24 1 16,0-1-16,0 0 0,3 1 15,-1-1-15,1 0 0,2 1 0,-1 0 0,-1-1 16,-27 0-16,31 1 0,-2 0 15,1-1-15,-1 1 0,-1-1 0,0 0 0,-28 0 0,29 0 0,-1 0 0,1 0 16,1 0-16,-1 0 0,-1-1 0,-28 1 0,29-1 0,-1 0 16,-1 0-16,2 0 0,-2 0 0,1 0 0,-28 1 0,28-2 15,0 1-15,0-1 0,-1-1 0,0 0 16,0 2-16,-27 1 0,27-4 0,-2 1 0,1 1 0,-1-2 16,1 2-16,-1 0 0,2-1 0,-2 1 0,0 1 15,-25 1-15,24-3 0,-2 1 0,1 1 0,0-2 16,0 3-16,0-2 0,-23 2 0,23-3 0,-1 2 15,1-2-15,1 3 0,0-1 0,0-1 0,-11 1 16,-1 0-16,-1 1 0,-11 0 0,25-1 0,2 0 0,-2 0 16,-10 0-16,-1 1 0,0-1 15,-14 1-15,28-2 0,-1 0 16,0 0-16,-12 1 0,0 0 0,0 1 0,10-2 16,0 0-16,0 0 0,-25 2 0,15 0 0,-3-2 0,2 1 0,8-1 15,-1 1-15,1-2 0,-22 3 0,11-1 0,1 0 0,0 0 0,9-4 16,1-1-16,0 1 0,-22 5 0,13-4 0,-1 3 15,0-3-15,10-1 0,1-1 0,-1 0 0,-22 6 0,12-3 0,1 0 0,-1 1 16,6-2-16,0 0 0,0 1 0,-8 1 16,-2 1-16,1-1 0,-9 2 0,18-2 0,-2 0 15,0 0-15,-7 2 0,0-2 0,-1 2 0,-8 0 16,12-1-16,-1 1 0,0-1 0,-5 1 0,-1 0 16,1 0-16,-6 0 0,3-1 0,-2 1 0,1 0 0,0 0 0,-2 0 15,0 0-15,0 0 0,4-9 0,-2 0 16,0 0-16</inkml:trace>
  <inkml:trace contextRef="#ctx0" brushRef="#br0" timeOffset="26512.101">12751 5123 0,'45'-4'16,"22"-2"0,-33 3-16,48-4 15,3 2-15,-3 2 16,-7-1-1,-75 4-15,0 0 16,0 0-16,0 0 0,27-1 0,-2 0 0,1 1 0,-26 0 0,0 0 16,26-3-16,0 3 0,0-3 0,-26 3 0,30-2 0,-1 1 15,-1-2-15,-28 3 0,31-3 0,-1 0 16,0 0-16,-30 3 0,29-3 0,1 0 0,-2 0 0,-28 3 0,29-5 0,-1 2 16,1 0-16,-29 3 0,27-4 0,0 1 0,0 1 15,-27 2-15,25-3 0,0 1 0,0-2 0,-25 4 0,25-1 16,0-1-16,-1-1 0,-24 3 0,26-1 15,-1-1-15,0 1 0,-25 1 0,27 0 0,0 0 0,-1-1 16,-26 1-16,30-1 0,-2 0 0,1 1 16,-29 0-16,30-1 0,-1 1 0,0 0 0,-29 0 0,27-1 15,-1 1-15,0-1 0,-26 1 0,0 0 0,28-1 16,-2-1-16,0 2 0,-26 0 0,28-1 0,-2 1 16,1-1-16,-27 1 0,27-1 15,0 0-15,-1 0 0,-26 1 0,28-1 0,-1 0 16,0 0-16,-27 1 0,30-1 0,-3 0 0,1 1 0,-28 0 0,29-2 15,-1 0-15,1 2 0,-29 0 0,29-2 0,0 0 0,1 2 16,-30 0-16,29-2 0,-1 1 0,1 1 0,-29 0 0,28-2 16,1 1-16,0-1 0,-29 2 0,28-1 15,1 0-15,0 0 0,-29 1 0,31-1 0,-1 1 0,1-1 16,-31 1-16,28-2 0,1 2 0,-1 0 0,-28 0 16,30-1-16,-2 0 0,0 1 0,1 0 0,1 0 15,-1 0-15,-29 0 0,29 0 0,0 0 0,0 0 16,1-1-16,-1 0 0,-1 1 0,-28 0 15,49-1-15,-1 0 0,0 0 0,6-1 0,-2 2 0,2-1 16,-54 1-16,48-2 0,-2 0 0,1 1 0,-47 1 16,35 0-16,0 0 0,0-1 0,-19 0 15,0 1-15,-1 0 0,-2 2 0,-2 1 0,1 0 16,-12-3-16,6 0 0,-1 3 0,1-2 0,18 2 0,0-1 16,0 1-16,-24-3 0,31 3 0,-2 1 0,1 0 0,1-1 15,-1 1-15,1-1 0,-31-3 0,28 3 0,-1 0 16,0 0-16,-1 0 0,1-1 0,0 2 0,-27-4 0,26 2 15,-1 0-15,-1-1 0,4 2 0,-2-2 0,1 2 0,9 0 0,-3 0 0,2-1 16,-35-2-16,43 4 0,-1-1 16,-1-1-16,-3 0 0,0 0 0,-2 0 0,-36-2 0,19 1 15,-2 0-15,0 0 0,8-2 16,-2 1-16,0-1 0,-23 1 0,13-1 0,-1 1 16,-1 0-16,6 0 0,-1 0 0,0 0 0,-6-1 15,-3 0-15,1 1 0,-8 0 0,13 0 0,0 1 16,0 0-16,-5-1 0,-1 0 0,-1 0 15,15 1-15,1 0 0,0-1 0,-10 1 0,1-1 0,-1 0 16,-12 0-16,23-1 0,0 1 0,0-1 0,-23 1 0,15 0 16,-3-1-16,0 1 0</inkml:trace>
  <inkml:trace contextRef="#ctx0" brushRef="#br0" timeOffset="43688.594">3577 6901 0,'0'0'0,"0"0"0,0 0 0,0 0 15,40-15-15,-15 5 16,9 8-16,-14 2 16,-20 0-16,0 0 0,0 0 15,0 0-15,15 4 0,-3-2 0,0 1 16,-4 0-16,-1-2 0,0 1 0,-7-2 0,16 1 15,-1-1-15,1 2 0,-7-2 0,0 0 0,0 0 16,-9 0-16,18-3 0,2 2 0,-1 0 0,-10 0 16,2 1-16,-1-2 0,-10 2 0,21-3 0,-2 1 0,0-1 15,-19 3-15,12-2 0,-2 2 0,1-1 0,4-3 0,0 2 16,-1-2-16,-14 4 0,8-1 0,1-1 16,-2 0-16,-7 2 0,4-1 0,-1 1 0,-2-1 0,1 0 15,-1 1-15,-1 0 0,0 0 0,1 0 16,-1 0-16,0 0 0,0 0 0,0 0 0,0 0 15,0 0-15,0 0 0,0 0 0,0 0 0,0 0 0,0 0 16,0 0-16,0 0 0,0 0 0,0 0 16,4 2-16,-1-2 0,1 1 0,-3 0 0,1 0 15,-1-1 1,0 2-16,0-2 0,-1 0 0</inkml:trace>
  <inkml:trace contextRef="#ctx0" brushRef="#br0" timeOffset="49223.616">7704 6220 0,'0'0'0,"0"0"0,0 0 0,0 0 0,0 0 16,0 0 0,0 0-1,0 0-15,0 0 0,0 0 0,0 0 0,-15 0 0,3 0 0,-2 0 0,14 0 16,-8-2-16,-1 2 0,1 0 16,8 0-16,-15 4 0,3 0 0,0-1 0,12-3 0,-8 3 0,1-1 15,0 0-15,7-2 0,-12 7 16,1-2-16,0 1 15,4-2-15,1 0 0,0-1 0,6-3 16,-12 6-16,1 2 0,1-1 0,10-7 0,-7 6 0,1-3 0,0 1 0,6-4 0,0 0 16,-11 10-16,3-3 0,0 1 0,8-8 0,-6 6 15,1-1-15,1 0 0,4-5 0,-10 12 0,0 1 0,2-1 0,8-12 16,-7 8-16,2-1 0,1 0 0,-2 7 0,-1-1 0,1 0 16,6-13-16,-3 8 0,0-1 0,0 1 0,3-8 15,-6 16-15,1-2 0,0 1 0,5-15 0,-3 8 16,1 0-16,0 1 0,2-9 0,-5 15 15,1 0-15,0 0 0,4-15 0,-2 9 0,-1-1 0,1-1 16,2-7-16,-1 15 0,-1-2 0,1 0 0,1-13 16,-1 6-16,0 1 0,0 0 0,1-7 0,3 15 0,-3-1 15,1 2-15,-1-16 0,1 8 0,0 0 16,-1 0-16,0-8 0,6 13 0,-3-1 16,2 1-16,-5-13 0,3 7 0,-1 1 15,0-2-15,-2-6 0,0 0 0,8 12 16,-1-1-16,0 0 0,-7-11 0,4 7 0,0 0 0,0-2 0,-4-5 0,9 8 15,-1 0-15,-1 0 0,-7-8 0,5 4 0,0 0 0,-1 0 16,-4-4-16,13 7 0,-2-3 0,1 1 0,-4-2 16,-2 0-16,0 0 0,-6-3 0,13 2 0,-1 0 0,0 0 15,-12-2-15,6 1 0,1 1 0,-1-2 0,-6 0 0,12 1 16,0 1-16,-1-2 0,-11 0 0,7 0 0,-1 1 0,0 1 0,-6-2 16,13-6-1,-3 3-15,2-1 0,-12 4 0,6-3 0,0 1 0,0-1 16,-6 3-16,10-9 0,0 1 0,0 0 15,-10 8-15,6-5 0,0-1 16,-1 2-16,-5 4 0,0 0 0,11-10 16,-1 0-16,0 0 0,-10 10 0,6-5 0,0-1 15,0 0-15,-6 6 0,9-13 0,0 0 0,-1 0 0,-8 13 0,4-7 0,1-1 16,-1 1-16,-4 7 0,8-15 0,-2-1 0,0 2 0,-6 14 0,4-9 0,-1 1 16,0-1-16,-3 9 0,4-18 0,0 3 15,0-2-15,-4 17 0,3-10 0,-2 1 16,1 1-16,-2 8 0,3-20 0,-2 3 0,1-2 0,-2 19 0,1-11 15,0 2-15,0-2 0,-1 11 0,-3-16 0,2-1 0,-1 1 0,2 16 16,-2-10-16,1 2 0,1-1 0,0 9 16,-4-13-16,0-1 0,0 1 0,4 13 0,-2-8 0,0 2 15,0-1-15,2 7 0,-11-11 0,2 1 16,-2 1-16,11 9 0,-6-6 0,1 1 0,-1-1 16,-18 1-16,1 1 0,2 1 0,21 3 15,-28-4-15,2 0 0,1 2 0</inkml:trace>
  <inkml:trace contextRef="#ctx0" brushRef="#br0" timeOffset="52357.413">6846 6257 0,'0'0'0,"0"0"0,0 0 16,0 0 0,0 0-16,0 0 15,0 0-15,0 0 16,0 0-16,0 0 0,0 0 0,0 0 0,0 0 15,0 0-15,0 0 0,0 0 0,0 0 0,0 0 0,12 5 16,0-2-16,-1 0 0,-3 0 16,-1-1-16,-2 0 0,-5-2 0,10-2 0,-1 0 0,-1 2 15,-8 0-15,5-2 0,-5 2 0,4-1 0,0 1 16,-4 0-16,12-6 0,-1 0 0,0 0 0,-11 6 16,8-3-16,-2 0 0,0 0 0,-6 3 0,13-8 0,-1 1 15,1 1-15,-13 6 0,7-5 0,-1 1 0,1 0 0,-7 4 0,12-6 16,-1-2-16,-1 2 0,-4 1 0,0 1 15,0 0-15,-6 4 0,3-2 0,-1 1 0,0-1 0,-2 2 16,7-1-16,0-1 0,0 2 0,-7 0 0,4 0 0,0-2 16,1 2-16,-5 0 0,1-1 0,0 1 0,1 0 0,-1 0 15,-1 0-15,0 0 0,0 0 0,1 0 16,-1 0-16,0 0 0,0 0 0,0 0 0,0 0 16,0 0-16,0 0 0,0 0 0,0 0 15,0 0-15,0 0 0,0 0 16,0 0-16,0 0 0,0 0 0</inkml:trace>
  <inkml:trace contextRef="#ctx0" brushRef="#br0" timeOffset="56077.212">3577 6979 0,'0'0'0,"0"0"0,0 0 15,0 0-15,0 0 16,0 0-16,0 0 15,0 0-15,0 0 0,0 0 0,0 0 16,16-12-16,-2 0 0,1 0 16,-15 12-16,11-9 0,-3 2 0,0-1 0,8 8 15,0 0-15,-1 0 0,-15 0 16,9 2-16,-1-2 0,-1 0 0,11-2 0,1 2 16,-2 0-16,-17 0 0,0 0 0,10-3 0,0 3 0,0 0 0</inkml:trace>
  <inkml:trace contextRef="#ctx0" brushRef="#br0" timeOffset="58180.672">4392 6965 0,'0'0'0,"0"0"0,0 0 16,0 0-16,0 0 15,51-4-15,-23 1 16,13 2 0,-41 1-16,0 0 0,0 0 15,0 0-15,7-1 0,0 1 0,0-1 16,5 2-16,0-1 0,0 0 0,-12 0 0,5 0 16,2 0-16,-1 0 15,-6 0-15,11 0 0,-1 0 0,1 0 0,-4-1 0,-1 1 16,-1 0-16,-5 0 0,9 0 0,0 0 0,-1 0 0,-8 0 15,5 0-15,1 0 0,-1 0 0,-4 0 0,1 0 0,-1 0 0,-1 0 0,12-1 16,-4 1-16,0-1 0,-3 0 0,1 1 0,-1 0 16,-5 0-16,1 0 0,2 0 0,-1 0 0,-1 0 0,0 0 15,-1 0-15,0 0 0,0 0 0,0 0 0,0 0 0,2 0 0,-2 0 0,0 0 16,0 0-16,0 0 0,0 0 16,0 0-16,0 0 0,0 0 0,0 0 0,0 0 0,0 0 15,0 0-15,0 0 0,0 0 16,0 0-16,0 0 0,0 0 15,0 0-15,0 0 0,0 0 0,0 0 0,0 0 16,1-3-16,0 3 0,0-1 0,-1 1 0,1-2 0,1 2 16,-2 0-16,1-2 0,-1 2 0,0 0 15,0 0-15,0 0 0,0 0 0,0 0 0,0 0 0,0 0 16,0 0-16,0 0 0,0 0 0,0 0 0</inkml:trace>
  <inkml:trace contextRef="#ctx0" brushRef="#br0" timeOffset="61680.542">7113 6862 0,'0'0'0,"0"0"0,0 0 15,0 0-15,0 0 16</inkml:trace>
  <inkml:trace contextRef="#ctx0" brushRef="#br0" timeOffset="69979.559">7683 5927 0,'0'0'0,"0"0"15,0 0-15,0 0 16,0 0-16,0 0 16,0 0-1,0 0-15,0 0 0,0 0 0,0 0 0,0 0 16,0 0-16,0 0 0,0 0 0,0 0 0,0 0 15,0 0-15,6 6 0,0-1 0,1 1 0,-7-6 16,4 3-16,0 0 0,-1 2 0,-1-4 0,-1 0 0,1 0 16,-2-1-16,1 1 0,-1-1 0,0 0 15,0 0-15,9 6 0,-3-3 0,0 3 16,-2-4-16,0 0 0,0 1 0,-4-3 0,0 0 0,10-4 16,0-1-16,-1 1 0,-9 4 0,15-10 0,-2 0 15,2 0-15,-15 10 0,7-5 0,1 0 0,0 1 0,7-8 0,-2 2 0,2 0 16,-15 10-16,7-5 0,1-2 0,0 1 15,-8 6-15,10-6 0,-1-2 0,-1 2 0,-8 6 16,5-4-16,-1 2 0,0-1 0,-4 3 0,3-3 0,-2 3 16,1-2-16,-2 2 0,1-1 0,-1 1 0,0 0 15,0 0-15,1 0 0,-1 0 0,0-1 0,0 1 0,0 0 0,0 0 16,0 0-16,0 0 0,0 0 0,0 0 16,0 0-16,0 0 0,0 0 0,0 0 0,0 0 0,0 0 15,0 0-15,5-2 0,0 0 0,0 0 16,-5 2-16,3-1 0,-1 0 0,0-1 0,0 1 15,-1 1-15,-1 0 0,0 0 0,2 0 0,-2 0 16,0 0-16,0 0 0,0 0 0,0 0 16,0 0-16,0 0 0,0 0 0,0 0 0,0 0 15,0 0-15,0 0 0,0 0 0,0 0 0,0 0 0,0 0 0,0 0 0,0 0 16,0 0-16,0 0 0,0 0 0,0 0 0,0 0 0,0 0 16,0 0-16,0 0 0,0 0 15,0 0-15,0 0 0,0 0 0,1-6 0,-1 0 0,0 0 16,0 6-16,0-3 0,0 0 0,0 0 0</inkml:trace>
  <inkml:trace contextRef="#ctx0" brushRef="#br0" timeOffset="77388.117">13092 8120 0,'0'0'0,"0"0"0,0 0 0,3 53 16,-3-22-16,-18 19 16,8-24-1,10-26-15,0 0 0,0 0 0,0 0 0,-10 15 0,0-2 16,0 1-16,10-14 0,-8 7 16,3 0-16,0 1 0,5-8 0,-14 13 0,2-1 15,0 0-15,12-12 0,-8 8 0,1-2 0,0 1 16,7-7-16,-11 4 0,0-1 15,1 0-15,10-3 0,0 0 0,-6 0 16,0 1-16,0 0 0</inkml:trace>
  <inkml:trace contextRef="#ctx0" brushRef="#br0" timeOffset="77585.612">12901 8164 0,'0'0'0,"0"0"0,0 0 16,0 0-1,40 39-15,-6-2 16,-7-2 0,-27-35-16,0 0 0,0 0 0,0 0 0,9 10 0,-3 0 15,1-1-15,-7-9 0,10 11 0,-3-1 0,1 0 16,-8-10-16,10 9 0,-2 1 0,0 0 16,3-3-16,-2 1 0,1 0 0,-10-8 0,6 5 15,0 0-15,0-1 0</inkml:trace>
  <inkml:trace contextRef="#ctx0" brushRef="#br0" timeOffset="77780.115">13293 8182 0,'0'0'0,"0"0"0,50-5 16,-7 6 0,-14 3-16</inkml:trace>
  <inkml:trace contextRef="#ctx0" brushRef="#br0" timeOffset="77965.521">13351 8350 0,'0'0'0,"0"0"16,0 0-16,0 0 16,58 0-1,-9-5-15</inkml:trace>
  <inkml:trace contextRef="#ctx0" brushRef="#br0" timeOffset="78543.145">13652 8089 0,'0'0'0,"0"0"0,0 0 0,0 0 16,38-15-16,-6 5 0,-3-3 16,-29 13-16,0 0 15,0 0-15,0 0 0,0 0 0,10-3 0,-2 1 0,1-1 16,-1 0-16,-1 0 0,0 0 15,-7 3-15,10-5 0,-1 0 0,-1 1 0,-1 1 0,-2-2 0,1 1 0,-2 2 16,-2 0-16,1 1 0,-3 1 0,6-5 0,0 1 0,-1 0 16,-5 4-16,5-4 0,0 0 0,-1 1 0,1 0 15,-2 2-15,1-2 0,-4 3 0,2-1 0,0-1 0,-1 2 0,-1 0 16,1-3-16,0 3 0,0 0 16,-1 0-16,0 0 0,0 0 0,0 0 0,1 3 0,-1-1 15,0-1-15,0-1 0,-1 5 0,1-2 16,0 1-16,-1 2 0,-1-1 0,1 1 0,1-6 0,-2 9 15,-1-2-15,1 1 0,2-8 0,-4 11 0,2 0 16,-1 0-16,3-11 0,-4 11 0,1-1 0,-1 0 16,2 3-16,-1-1 0,1 1 15,2-13-15,-4 12 0,1-2 0,1 1 0,2-11 0,-2 12 16,0 0-16,1-1 0,0 0 0,1-2 16,0 0-16,0-9 0,-1 9 15,1 0-15,-1-1 0,-1-2 0,-1 1 0,1 0 16,2-7-16,-4 3 0,1 1 0,0-1 0,3-3 15,-6 4-15,1-1 0,-1 1 0,6-4 0,-8 3 0,0-1 0,0 0 0,-2-1 0,1-1 0,-2 2 16,11-2-16,-11 1 0,0 0 0,0 0 16,11-1-16,-13-1 0,1 1 0,0 0 0,12 0 15,-10-1-15,-1 0 0,0-1 0,4-1 0,1-1 0,0 1 16</inkml:trace>
  <inkml:trace contextRef="#ctx0" brushRef="#br0" timeOffset="78909.485">13967 8171 0,'0'0'0,"0"0"0,0 0 0,0 0 16,-5 43-1,10-6-15,11-18 16,-16-19-1,0 0-15,0 0 0,8 5 0,0-3 0,1 1 0,-9-3 16,11-1-16,-1 1 0,0 0 0,-10 0 0,12-2 16,-2 0-16,2-1 0,-2-3 0,1 0 0,0 1 0,-11 5 15,7-7-15,1 1 0,-1-3 0,-7 9 0,5-7 16,-1 0-16,2 0 0,-6 7 0,-2-8 16,1-1-16,1 1 0,0 8 0,-6-5 15,1-1-15,1 1 0,-8 2 0,2-1 0,-1 2 16,11 2-16,-12-2 0,0 0 0,0 1 0,12 1 15,-13-1-15,2 0 0,0 0 0,1 3 0,1-1 16,1 0-16,8-1 0,-5 0 0,0 0 0,0 0 0,5 0 16,-1-2-16,1-1 0,-1 1 0,1 2 0,4-8 0,0 0 0,0 2 15</inkml:trace>
  <inkml:trace contextRef="#ctx0" brushRef="#br0" timeOffset="79308.252">14226 7829 0,'0'0'0,"0"0"0,13 56 0,-9-2 15,-8-9 1,-6 0-16,3-1 16,7-44-16,0 0 0,0 0 0,-2 14 15,1 0-15,0-1 0,-2-2 16,2-1-16,-1 1 0,2-11 0,-4 8 0,3 1 15,-1 0-15,2-9 0,-2 7 0,0-1 0,0 0 0,2-6 0,-2 4 16,1 1-16,-1-2 0,2-3 0,-1 2 16,0-1-16,0 0 0,3-2 0,1-2 0,-1 0 0,-2 3 0,5-5 0,0 0 0,0 0 15,-1 1-15,-1-1 0,0 0 16,6-2-16,0 1 0,0 1 0,-9 5 16,11-7-16,-1 2 0,0 0 0,-10 5 15,9-3-15,0-1 0,1 0 0,0 4 0,-1 0 0,0-2 0,-9 2 16,8 4-16,0-1 15,0 0-15,-8-3 0,7 6 0,0 1 0,-1-2 0,-6-5 0,6 9 16,-1-1-16,1 1 0,-2 1 0,0 0 16,-1 0-16,-3-10 0,1 11 0,-1-2 0,0 0 15,0-9-15,-3 9 0,0 0 0,0-2 0,3-7 0,-4 7 0,1-1 16,0-1-16,0-2 0,1-1 16,0-1-16</inkml:trace>
  <inkml:trace contextRef="#ctx0" brushRef="#br0" timeOffset="79657.98">14532 8092 0,'0'0'16,"0"0"-16,5 41 0,-7-4 16,-3-19-1,4-11 1,0-4-16,1-3 15,0 0-15,0 0 0,1-2 0,-1 1 0,1 0 16,-1 1-16,2-5 0,-2 2 0,1-1 0,-1 4 16,3-7-16,-1-1 0,1 1 0,1-4 0,1 1 0,-1-1 15,-4 11-15,8-12 0,0 3 0,-1-1 16,0 3-16,-2 1 0,1 1 0,-3 2 0,-1 0 16,0 1-16,1 0 0,-2 1 0,0 1 0,-1 0 0,9 1 0,-2 1 15,1 0-15,-8-2 0,11 6 0,-1 1 16,-1-1-16,-9-6 0,6 9 0,0 0 0,0 0 15,-6 4-15,0-2 0,0 2 0,0-13 0,-3 11 0,1-1 0,-1 1 16,-2 1-16,0-2 0,1 1 0,4-11 16,-5 7-16,0 1 0,1-1 0,4-7 0,-3 3 0,0-1 15,1 1-15</inkml:trace>
  <inkml:trace contextRef="#ctx0" brushRef="#br0" timeOffset="80396.81">15386 7956 0,'0'0'15,"0"0"-15,0 0 0,0 0 16,0 0-16,0 0 15,-10 46 1,10-46-16,0 0 0,0 0 0,-4 13 16,2 1-16,0-2 0,2-12 0,1 10 0,-1-1 15,0 2-15,0-11 0,4 10 0,-2 1 0,1-3 0,2-1 16,-1 2-16,0-3 0,-4-6 0,8 9 16,-2-2-16,0 1 0,-6-8 0,9 5 0,-1-1 0,1 0 15,-9-4-15,11 1 0,0-1 0,-2 0 0,5-2 16,-3 0-16,1-1 0,-12 3 0,11-5 0,-1-1 15,1 0-15,-11 6 0,8-7 0,-1 0 0,0-1 0,1-2 16,0-1-16,-1 1 0,-7 10 0,7-9 0,-1 0 16,1-1-16,-7 10 0,4-9 0,-1 1 15,0 0-15,0 0 0,-2 1 0,1 0 0,-2 7 16,2-5-16,-2 0 0,0 0 0,0 5 0,-2-3 16,2-1-16,0 2 0,0-1 0,0 2 15,0 0-15,0 1 0,-1 0 0,1-1 0,0 1 16,-2 0-16,2 1 0,0-1 0,0 0 0,0 5 15,-1-2-15,0 0 0,1-3 16,-2 8-16,1-3 0,0 2 0,-1 3 0,1-1 0,-1 1 0,2-10 0,-5 14 16,-1-2-16,1 1 0,5-13 0,-3 15 0,0 1 0,0 0 0,3 2 15,0-1-15,0 0 0,0-17 0,0 18 0,-1 1 16,0 0-16,1-19 0,-2 18 0,-1 1 0,1 0 0,-1 0 16,1-1-16,0 1 0,2-19 0,-4 20 0,2-2 15,0 1-15,-2-4 0,-1 1 0,2 0 0,3-16 16,-8 14-16,2 2 0,-1-2 0,7-14 15,-6 12-15,0-2 0,-1 2 0,0-6 0,0 3 16,1-2-16,6-7 0,-9 3 0,1 2 16,1-2-16,7-3 0,-9 1 0,1-1 0,0 0 0,0-3 15,0 1-15,0-2 0,8 4 0,-7-5 16,0 0-16,1 2 0,6 3 0,-7-9 0,1 2 0,0-1 16,1-2-16,2 0 0,0 0 0,3 10 15,-3-8-15,1 1 0,1 0 0,1 7 0,1-12 0,-1 0 0,0 0 16,0 12-16,5-15 0,-1 1 0,1 1 0,-5 13 0,9-14 0,-1 1 0,1 0 15,-9 13-15,14-13 0,0 1 0,-1 0 16,-13 12-16,14-12 0,0 0 0,-1 0 0,1 0 0,-2 0 16,1 1-16</inkml:trace>
  <inkml:trace contextRef="#ctx0" brushRef="#br0" timeOffset="82873.415">15838 8093 0,'0'0'0,"0"0"0,0 0 0,0 0 16,0 0-16,56-6 16,-23 0-1,-33 6-15,0 0 0,0 0 16,0 0-16,21 2 0,-3-2 0,0 0 0,-18 0 0,11 0 0,-1 2 0,0-1 15,-10-1-15,13-3 0,0 2 0,0-1 0,-13 2 16</inkml:trace>
  <inkml:trace contextRef="#ctx0" brushRef="#br0" timeOffset="83026.77">15897 8206 0,'0'0'0,"0"0"15,0 0-15,58-6 0,8-4 16,-5-4 0,-9-6-16,-52 20 0,0 0 15</inkml:trace>
  <inkml:trace contextRef="#ctx0" brushRef="#br0" timeOffset="83695.718">16341 7900 0,'0'0'0,"0"0"16,0 0-16,20 66 16,-6 0-1,-12-17-15,-11-9 16,9-40-16,0 0 15,0 0-15,-3 8 0,1 1 0,0-1 0,2-8 16,-2 3-16,0 2 0,1-1 0,1-4 0,-1 2 0,0-1 16,0 0-16,1-1 0,0-1 0,0 0 0,0-1 15,-1-3-15,1 0 0,0 0 0,0 5 0,0-13 0,0 0 16,0 2-16,0 11 0,1-17 0,-1 2 0,0-1 16,0 16-16,2-18 0,-1 1 0,1 0 0,-1 1 15,0 1-15,0 1 0,-1 14 0,1-11 0,1 0 16,-1 0-16,-1 11 0,3-7 0,0 0 0,-1 0 15,3 4-15,0-1 0,-2 1 0,-3 3 16,6 1-16,-1-1 0,0 0 0,-5 0 0,7 5 16,-3-1-16,1 1 0,-5-5 0,7 5 0,2-1 0,-2 2 15,4 3-15,-3-2 0,0 2 0,-8-9 0,8 10 0,0 0 0,-1-1 0,-7-9 16,4 10-16,1-2 0,-2 3 0,-3-11 16,5 7-16,-2 1 0,0-1 0,-2 2 0,-1-3 15,0 1-15,0-7 0,0 5 0,0 0 16,0-1-16,0-4 0,0 1 0,0 1 0,0 1 15,0-3-15,0-3 0,1 2 0,0-1 0,-1 2 0,-1-6 0,0 1 0,1 0 16,0-6-16,1 2 0,0-1 0,-1 10 16,2-14-16,0 1 0,-2-1 0,0 14 0,4-12 15,-2 0-15,1 0 0,1 1 0,1 1 0,0 1 16,-5 9-16,4-7 0,0-1 0,0 2 16,-4 6-16,5-6 0,0 2 0,0-1 15,1 2-15,-1 2 16,0-1-16,-5 2 0,6 3 0,0-2 0,-1 1 15,-5-2-15,7 8 0,2 0 0,-2 0 0,-1 1 0,1 0 0,-1 0 0,-6-9 0,7 10 16,-2 1-16,1-1 0,-6-10 0,4 14 0,0-2 0,0 0 0,-1 0 0,1 0 16,-1 0-16,-3-12 0,2 15 0,-1-1 0,1-1 0,-2-13 0,5 12 15,0 0-15,0 0 0,-5-12 0,1 11 16,0-1-16,0-1 0,-1-9 0,-2 5 16,-1-2-16,2 0 0</inkml:trace>
  <inkml:trace contextRef="#ctx0" brushRef="#br0" timeOffset="84087.87">16979 7988 0,'0'0'0,"0"0"0,0 0 15,0 0-15,0 0 16,-38-13 0,14 7-1,24 6-15,0 0 0,0 0 0,0 0 0,-16 11 16,0-1-16,1-1 0,15-9 0,-9 7 0,1-1 0,0 2 15,8-8-15,-11 12 0,3 1 0,-1-1 16,9-12-16,-5 7 0,2 0 0,-1-1 0,4-6 16,2 9-16,-1 0 0,0-1 0,-1-8 0,1 4 0,1 1 15,-1-1-15,-1-4 0,10 0 0,-1 0 0,0 0 16,-9 0-16,7 0 0,-3 0 0,1 0 0,-5 0 0,0 0 0,14-11 16,-1-2-16,0 2 0,-13 11 0,8-7 15,-2 1-15,2-2 0,-8 8 0,10-13 0,-1 0 16,0 0-16,-9 13 0,5-7 0,-1 1 0,2-3 15,-6 9-15,2-3 0,-1 1 0,1 1 0,-2 1 16,1-2-16,-1 2 0,0-1 0,1 1 0,-1 0 0,0 0 0,0 0 16,1 6-16,0 2 0,-1 0 0,2-3 15,-2-1-15,0 1 0,0-5 0,5 15 0,1 1 16,-1-2-16,-5-14 0,3 9 0,0 0 0,0 0 0,-3-9 16,10 3-16,-2 1 0,-1 0 0,-7-4 0,0 0 0,5 1 15,0 0-15,-1 0 0,-4-1 0</inkml:trace>
  <inkml:trace contextRef="#ctx0" brushRef="#br0" timeOffset="84863.317">17131 7938 0,'0'0'0,"0"0"15,0 0-15,0 0 16,38 28-16,-3-1 16,-13 2-1,-22-29-15,0 0 0,0 0 0,4 10 16,1-1-16,0 0 0,-5-9 0,1 9 15,0 0-15,0 0 0,-1-9 0,-2 8 0,-1-1 0,0 2 16,0-4-16,1-1 0,0 2 0,2-6 0,-2 2 0,1 0 0,0 0 16,0 1-16,1-3 0,-1 0 0,1 0 0,-1 2 0,1-2 15,0 0-15,1-3 0,-1 0 0,0 1 16,0 2-16,1-9 0,0 2 0,0-1 0,-1 8 0,5-13 16,0 0-16,0 1 0,5-4 0,-1-1 0,0 1 15,-9 16-15,12-16 0,0-1 0,0 1 0,-12 16 16,14-14-16,0 1 0,0-1 0,-1 2 0,0 2 15,0-1-15,-13 11 0,12-5 16,0 0-16,0 0 0,-12 5 16,11-3-16,-2 1 0,1 0 0,-10 2 0,6 2 15,-2 0-15,1-2 0,0 5 0,-1-2 16,-1 1-16,-3-4 0,3 7 0,0 1 0,-1-2 0,-2-6 0,1 9 16,0 0-16,0 0 0,-1-9 0,3 10 0,-2-2 0,-1 3 0,2-1 0,-1 0 0,-1 1 0,0-11 15,3 9-15,-1 0 0,-1 0 0,-1-9 0,5 9 16,-2-1-16,0-1 0,2-4 0,0 2 0,-1-1 15,-4-4-15,8 1 0,-2-1 0,0 1 0,-6-1 0,11-4 16,-1 2-16,-1-1 0,-9 3 0,12-8 16,-2 1-16,1 0 0,1-6 0,0 1 0,-2 0 15,-10 12-15,11-14 0,-2 1 0,1 1 0,-10 12 0,8-11 16,-2 1-16,0 1 0,-1 2 0,-2 2 16,0-2-16,-3 7 0,1-4 0,1 1 15,-1 0-15,-1 3 0,2-1 0,-2 1 16,0 0-16,0 3 0,0 0 0,0 1 0,0-4 0,-2 8 15,1-2-15,0 0 0,1-6 0,-3 11 0,2 0 0,-1-1 0,2-10 16,2 18-16,-1 1 0,1-1 0,-3 2 0,1 1 0,0 0 16,0-21-16,-2 22 0,1 1 0,-1-1 15,2-22-15,-3 25 0,2 0 0,-1 0 0,2-25 0,-1 30 16,0 0-16,0-1 0,1-29 0,1 20 0,0 1 0,0-1 0,-1-20 0,-1 17 16,0-1-16,0 0 0,1-16 15,-3 14-15,0 0 0,1-1 0,2-13 0,-6 12 16,0-2-16,1 1 0,5-11 0,-10 6 15,0-1-15,1 0 0,9-5 0,-14 1 0,2-1 0,-1 1 16,13-1-16,-14-4 0,1 0 0,-1 0 0,14 4 0,0 0 0,-12-9 0,-1 3 16,1-2-1,7-2-15,-1 1 0,1-1 16,5 10-16,0-12 0,0 1 0,0 0 16,0 11-16,4-10 0,-1 0 0,0-1 15,-3 11-15,9-13 0,0 1 0,1 0 16,-10 12-16,15-16 0,1 2 0,0-2 0</inkml:trace>
  <inkml:trace contextRef="#ctx0" brushRef="#br0" timeOffset="87130.155">13216 8697 0,'0'0'0,"0"0"15,0 0-15,0 0 16,-13 43 0,4-16-16,-3 21 15,12-48-15,0 0 16,0 0-16,0 0 0,-3 9 0,1 0 0,0 0 16,2-9-16,-8 14 0,3 1 0,0-1 0,5-14 0,-4 8 0,1 0 0,-1-1 15,4-7-15,-9 12 0,1-1 0,-1 0 16,9-11-16,-5 6 0,0 0 0,1-1 0,4-5 15,-11 1-15,3 0 0,-1-1 0,5-1 0,-1 1 0,1 0 16</inkml:trace>
  <inkml:trace contextRef="#ctx0" brushRef="#br0" timeOffset="87324.214">13043 8784 0,'0'0'0,"0"0"0,0 0 15,0 0-15,43 3 16,0 9-1,-6 8 1,-37-20-16,0 0 0,0 0 0,0 0 0,12 10 0,-2-1 0,2 1 16,-12-10-16,10 10 0,0 0 0,-1 1 0,-1 0 0,1 1 15,-1 0-15,-8-12 0,7 14 0,0-1 0,-1 2 16,-6-15-16,5 11 0,0 0 0,1 0 16,0-4-16,-3-2 0,1 2 0,-1-4 0,-1-1 0,1 1 15,-3-3-15</inkml:trace>
  <inkml:trace contextRef="#ctx0" brushRef="#br0" timeOffset="87496.405">13516 8800 0,'0'0'0,"0"0"16,51-5-1,-10-1 1</inkml:trace>
  <inkml:trace contextRef="#ctx0" brushRef="#br0" timeOffset="87647.082">13539 8924 0,'0'0'0,"0"0"15,0 0-15,59-16 0,0-8 16</inkml:trace>
  <inkml:trace contextRef="#ctx0" brushRef="#br0" timeOffset="87877.455">13906 8680 0,'0'0'0,"0"0"0,0 0 15,21 45 1,5 9-16,-11-6 16,-6-4-1,-9-44-15,0 0 0,0 0 0,0 14 0,0 0 16,0-1-16,0-13 0,0 14 0,-1-3 0,0 2 15,-1-4-15,0 0 0,1 1 0,-1-5 0,1 0 16,-1 0-16</inkml:trace>
  <inkml:trace contextRef="#ctx0" brushRef="#br0" timeOffset="88128.222">13920 8638 0,'0'0'0,"0"0"0,0 0 0,29-36 16,0 13-16,0 16 16,-2 15-1,-27-8-15,0 0 0,0 0 16,6 5-16,0-1 0,0 1 0,-6-5 0,6 8 16,-1-2-16,0 3 0,0-3 0,-2 0 0,1 0 0,-4-6 15,-1 6-15,1-1 16,0 2-16,0-7 0,-3 6 0,1 0 0,-1 0 0,3-6 15,-6 8-15,1-1 0,0-1 0,5-6 0,-10 6 0,2 0 16,-1 0-16,-3-3 0,3 0 0,-2 0 0,11-3 0</inkml:trace>
  <inkml:trace contextRef="#ctx0" brushRef="#br0" timeOffset="88451.624">14174 8830 0,'0'0'0,"38"-14"0,0-7 16,-11-2-16,-16 0 15,-7 6 1,-4 1-16,0 16 0,0 0 0,0 0 16,0 0-16,-1-4 0,-1 1 0,1 0 15,1 3-15,-5-2 0,0 0 0,1 1 0,4 1 16,-6 1-16,2 1 0,-1-2 0,5 0 0,-9 8 0,3-3 0,-1 3 15,-1 0-15,1 1 0,0 1 0,7-10 0,-7 8 0,1 2 0,1-1 0,5-9 16,-4 9-16,0 0 0,-1 0 16,5-9-16,-2 10 0,1 1 0,1-1 15,1 0-15,1-1 0,-1 1 0,-1-10 0,8 6 0,-2 1 16,0-2-16,-6-5 0,9 4 0,-1-1 0,0 2 0,-8-5 0,13-3 16,-2 2-16,1-1 0,0-6 15,1 1-15,0-2 0</inkml:trace>
  <inkml:trace contextRef="#ctx0" brushRef="#br0" timeOffset="88677.814">14457 8539 0,'0'0'0,"0"0"0,0 0 0,0 0 0,13 51 15,-3 6 1,-5-6-1,-5-51-15,0 0 0,0 0 0,2 17 0,-2-1 0,0 1 16,0-17-16,1 16 0,0-1 16,0 1-16,-1-16 0,0 14 0,0 0 15,0 0-15,0-14 0,-3 12 0,0 1 0,0 0 16,-1-9-16,0 0 0,0 0 0</inkml:trace>
  <inkml:trace contextRef="#ctx0" brushRef="#br0" timeOffset="88821.874">14420 8789 0,'0'0'0,"0"0"0,42-9 0,7-4 16,-7-2-16</inkml:trace>
  <inkml:trace contextRef="#ctx0" brushRef="#br0" timeOffset="89095.485">14635 8755 0,'0'0'0,"0"0"15,0 0 1,0 0-16,0 0 16,39-15-16,-7-4 15,-32 19-15,0 0 0,0 0 0,0 0 16,6-5-16,-2-1 0,1 0 0,-5 6 0,4-5 15,-2 1-15,1-2 0,-3 4 0,0-1 0,0 2 0,0 1 0,-1-3 16,-1 2-16,1 0 0,1 1 0,-3 1 0,1-1 0,1 0 0,-7 4 16,3 0-16,0-1 0,5-3 15,-8 5-15,2 1 0,0-1 0,6-5 0,-7 8 16,0 1-16,1-1 0,2 2 0,1-2 0,0 2 0,3-10 16,-2 11-16,2 0 0,0-1 0,0-10 0,2 11 0,1 0 15,-1 0-15,3-2 0,-1 0 16,0-3-16</inkml:trace>
  <inkml:trace contextRef="#ctx0" brushRef="#br0" timeOffset="89463.064">14867 8666 0,'0'0'0,"0"0"15,0 0-15,50 38 16,-10 1-16,-15-5 16,-14-5-1,-11-29-15,0 0 0,0 0 0,-1 8 0,0-1 0,1 1 16,0-8-16,-2 7 0,1-1 16,1-1-16,0-5 0,-3 3 0,3 0 0,-1 0 15,-1 0-15,0-2 0,1 1 0,1-2 16,-3-2-16,0 2 0,0-1 0,-1-2 0,0-1 0,0 0 15,4 4-15,-4-5 0,1 0 0,-1 0 0,4 5 0,-3-7 0,1 0 0,0 0 16,3-1-16,-1-1 16,0 2-16,0 7 0,3-9 0,0 0 0,1 1 0,-4 8 0,5-10 15,0 1-15,1 0 0,2 0 0,-2 0 0,0 0 0,-6 9 16,7-9-16,0 3 0,-1-3 0,-6 9 0,7-9 0,-1 3 0,-1-1 16,-5 7-16,5-7 0,-2 1 15,1-1-15,-2 1 0,1-2 0,0 1 0</inkml:trace>
  <inkml:trace contextRef="#ctx0" brushRef="#br0" timeOffset="92025.955">15609 8570 0,'0'0'0,"0"0"0,0 0 16,0 0-1,0 0-15,5 47 16,-2-21 0,-3-26-16,0 0 0,0 0 0,0 0 0,3 16 15,-2 1-15,-1-1 0,0-16 0,1 9 0,0 0 0,0 0 0,-1-9 16,1 10-16,0 0 16,0 0-16,-1-10 0,1 5 0,-1 0 15,0 0-15,0-5 0,8 3 0,0 0 0,-1-2 0,-7-1 16,4 1-16,1 0 0,-1-1 0,-4 0 0,16-6 0,-2 0 0,0 0 0,-14 6 15,0 0-15,9-3 0,-1 0 0,0 0 0,-8 3 0,14-11 16,-2 1-16,0 0 0,-12 10 0,8-7 0,-1 1 0,0 1 16,-7 5-16,7-12 0,0 1 0,0-1 0,-7 12 15,5-6-15,-2 0 0,0 0 0,-3 6 16,3-9-16,0-1 0,-1 2 0,-2 8 0,2-7 0,-1 2 16,0 1-16,-1 4 0,1-3 0,-1 1 0,0 0 15,0 2-15,0-1 0,0 1 0,0 0 0,0 0 0,1 0 16,-1 0-16,0 0 0,0 0 0,0-2 15,0 2-15,0 0 0,0 0 0,-3 7 0,1-1 16,1-1-16,-1-1 0,1 0 0,0-3 0,1-1 16,0 15-16,0-2 0,0 0 0,0-13 15,1 7-15,-1 1 0,0 0 16,0-8-16,1 22 0,-1-1 0,1 2 0,-1-23 0,1 13 0,-1-1 16,0 1-16,0-13 0,2 24 0,0-1 0,1 1 0,-3-24 0,1 13 15,1-1-15,-1 2 0,-1-14 0,3 19 0,-1 2 16,0-1-16,-2-20 0,1 12 0,-1-2 0,1 1 0,-1-11 0,-2 15 15,0 0-15,2 0 0,0-15 0,-2 7 0,1 1 16,1-1-16,0-7 0,-1 3 0,1 0 0,0 0 16,0-3-16,-8 5 0,1-1 0,-1 1 15,8-5-15,-4 3 0,0 0 0,0-2 0,4-1 0,-11-2 16,1 0-16,-2 1 0,12 1 0,-6-1 0,0 0 16,1 0-16,5 1 0,-10-8 0,1 1 0,0 0 15,9 7-15,-6-4 0,1 0 0,1 0 16,4 4-16,-4-11 0,1 0 0,1 0 0,2 11 15,0 0-15,-2-6 0,1 0 16,1 0-16,0 6 0,11-17 16,-2 0-16,0 0 0,-9 17 0,16-18 0,-1-1 0,-1 2 15</inkml:trace>
  <inkml:trace contextRef="#ctx0" brushRef="#br0" timeOffset="92177.364">15990 8683 0,'0'0'0,"0"0"0,0 0 16,43-9-16,-16 4 15,20 7 1</inkml:trace>
  <inkml:trace contextRef="#ctx0" brushRef="#br0" timeOffset="92343.095">16088 8845 0,'0'0'0,"0"0"15,61-16-15</inkml:trace>
  <inkml:trace contextRef="#ctx0" brushRef="#br0" timeOffset="92780.737">16478 8428 0,'0'0'0,"0"0"0,0 0 0,0 0 16,0 0-16,-2 42 15,-1 2 1,3-44-16,0 0 0,0 0 0,-1 14 0,1 0 16,0 1-16,0-15 0,0 15 0,0 1 0,0 0 0,4-2 0,-3 2 15,1-2-15,-2-14 0,3 15 0,-2-1 0,1 1 0,-2-15 16,3 15-16,0 0 0,0 0 0,-3-15 15,4 14-15,-2-1 0,1-1 0,-3 3 0,1-2 16,0 1-16,-1-14 0,-2 11 0,1 2 0,0-3 16,-3-4-16,1-1 0,0 0 0,3-5 0,0 0 0</inkml:trace>
  <inkml:trace contextRef="#ctx0" brushRef="#br0" timeOffset="92925.319">16385 8737 0,'0'0'0,"0"0"0,46-25 16,4 0-16,-8 1 15,-6-4 1</inkml:trace>
  <inkml:trace contextRef="#ctx0" brushRef="#br0" timeOffset="93300.1">16662 8417 0,'0'0'0,"0"0"0,0 0 16,0 0-1,2 59 1,3 4-16,-2-6 16,-3-57-16,0 0 0,0 0 0,2 19 0,-2-1 15,0 1-15,0-19 0,2 16 0,-1-1 16,-1 2-16,3-3 0,0 1 0,-1-1 0,-2-14 0,2 12 15,0 0-15,1 1 0,-3-13 0,3 11 0,0 0 16,-1 0-16,-2-11 0,1 6 0,-1 1 0,0 0 16,2-4-16,-1 0 0,-1 0 0,0-3 0,3-3 15,-3 1-15,1 0 0,-1 2 0,2-8 0,-2 0 0,1 1 16,-1 7-16,3-11 0,0 1 0,0-1 0,4 1 16,-1-2-16,-1 3 0,-5 9 0,7-8 0,-2 1 15,1-2-15,-6 9 0,9-4 0,-1 0 0,0 0 0,1 2 0,-1-1 16,0 1-16,-8 2 0,9 1 15,0 2-15,0-1 0,-2 3 0,1-1 16,0 0-16,-8-4 0,6 7 0,0-1 16,-1-1-16,-5-5 0,4 9 0,0-1 0,-1-1 0,-2 5 15,0-2-15,0 0 0,-1-10 0,-2 8 16,1-1-16,1 0 0,-2-2 0,1-2 0,1 1 0,0-4 0</inkml:trace>
  <inkml:trace contextRef="#ctx0" brushRef="#br0" timeOffset="93651.811">17020 8782 0,'0'0'0,"0"0"0,0 0 15,0 0-15,44-12 16,-8-4 0,-13-4-1,-10-2-15,-13 22 16,0 0-16,0 0 0,0 0 15,2-6-15,-1-2 0,1 2 0,-4-1 0,1 1 0,0 0 0,1 6 16,-4-7-16,1 2 0,0 0 0,3 5 0,-8-1 0,1 0 16,1 1-16,-4 2 0,2 1 0,1-2 0,7-1 0,-11 4 0,3 0 15,0-1-15,-2 0 0,3 1 0,-1 0 0,8-4 16,-7 7-16,0 1 0,0-1 0,7-7 0,-4 9 16,1 1-16,0-1 0,3-9 0,1 10 0,0 0 0,0-2 15,5 2-15,-3-1 0,1 0 0,-4-9 0,10 9 16,0-1-16,-1 1 0,-9-9 0,16 7 0,-2 0 15,1 0-15,8-4 0,-1 1 0,-1-3 0,-4 1 0,-3-2 16,1 2-16,-15-2 0,8 0 16,-1 0-16,0 0 0</inkml:trace>
  <inkml:trace contextRef="#ctx0" brushRef="#br0" timeOffset="93904.142">17766 8520 0,'0'0'0,"0"0"0,0 0 16,0 0-1,-57 38-15,8 5 16,15-7 0,34-36-16,0 0 0,0 0 0,-7 12 0,1-2 15,0-1 1,3 0-16,1-3 0,1 3 0,1-9 0,3 9 15,0 0-15,0 0 0,3 0 0,-2-2 0,1 1 0,-5-8 0,12 9 16,-3 0-16,2 0 0,-11-9 0,16 6 0,-1 0 0,0 1 0,4-5 16,0-2-16,0 3 0</inkml:trace>
  <inkml:trace contextRef="#ctx0" brushRef="#br0" timeOffset="94311.559">18059 8591 0,'0'0'0,"0"0"0,-50 17 16,6 10-16,14-5 15,9 8-15,9-10 16,12-20-16,0 0 16,0 0-16,-3 7 0,2 0 0,-1 1 0,2-8 0,1 6 0,-1 0 15,0-1-15,0-5 0,5 6 16,1-3-16,-1 1 0,5-3 0,-1-1 0,-1 0 15,-8 0-15,10-4 0,1 1 0,-2-1 0,-9 4 16,12-6-16,-2-3 0,1 2 0,-2-4 0,2 1 16,-1-3-16,-10 13 0,8-10 0,1 0 15,-1-1-15,-8 11 0,5-9 0,1 1 16,0-1-16,-6 9 0,3-5 0,-2-2 0,1 1 16,-2 5-16,1-2 0,0 0 0,-1 3 0,0-1 15,0 0-15,0 1 0,0 0 0,-2 2 0,1 0 0,0 2 0,1-4 0,-2 6 16,1-1-16,0 2 0,-1-1 0,1 3 0,-1-1 15,2-8-15,-1 10 0,1 2 0,-2-2 0,4 4 0,-2-3 16,1 1-16,-1-12 0,5 12 16,-2 1-16,1-2 0,0-2 0,-1 0 0,1-1 15,-4-8-15,2 6 0,-1-1 0,1-1 0,0-5 0,0 1 16,-1 0-16,-1 0 0,2-2 0,-2 1 0,1 0 0</inkml:trace>
  <inkml:trace contextRef="#ctx0" brushRef="#br0" timeOffset="94580.411">18272 8373 0,'0'0'0,"0"0"16,0 0-16,0 0 15,0 0-15,0 0 16,0 0-16,-5 43 16,5-43-16,0 0 15,0 0-15,0 0 0,-3 15 0,0 0 0,0 1 0,-3-1 16,1 1-16,1 0 15,4-16-15,-3 17 0,0-1 0,1-1 0,2-15 0,-2 15 16,1 2-16,0-2 0,2 1 16,-1-2-16,0 0 0,0-14 0,3 15 0,-1-1 0,-1 1 15,-1-15-15,3 10 0,-1 2 0,1-1 0,0-2 16,0 0-16,0 0 0,-3-9 0,5 4 0,-2 2 0,0-1 0,-3-5 0,7 1 16,0 1-16,-1 0 0,4-4 0,-1-1 0,-1 0 0,-2-1 15,1 2-15,-1-1 0</inkml:trace>
  <inkml:trace contextRef="#ctx0" brushRef="#br0" timeOffset="94722.939">18312 8628 0,'0'0'0,"0"0"0,0 0 16,0 0-16,0 0 15,0 0 1,0 0-16,0 0 0,0 0 16,0 0-16,0 0 0,0 0 0,0 0 0,0 0 15,0 0-15,0 0 0,0 0 0,13-14 0,0-1 0,0 1 16,-13 14-16</inkml:trace>
  <inkml:trace contextRef="#ctx0" brushRef="#br0" timeOffset="94851.401">18678 8598 0,'0'0'0,"0"0"0,0 0 15,0 0 1,0 0-16</inkml:trace>
  <inkml:trace contextRef="#ctx0" brushRef="#br0" timeOffset="115181.677">18051 7887 0,'0'0'0,"0"0"0,0 0 15,0 0-15,0 0 16,47 5 0,-19-2-16,-28-3 15,0 0-15,0 0 0,0 0 16,15-7-16,-3 1 0,0 0 0,-12 6 0,0 0 0,8-3 0,-2-2 15,1 1-15,-7 4 0,16-9 0,0 2 0,0-2 16,-16 9-16,9-6 0,0 2 0,0-1 16,-9 5-16,14-9 0,0 1 0,0-1 0,-14 9 15,9-6-15,-3 2 0,2-1 0,-8 5 0,10-7 0,0 0 16,-1 0-16,-9 7 0,5-4 0,0 0 0,0 0 0</inkml:trace>
  <inkml:trace contextRef="#ctx0" brushRef="#br0" timeOffset="115957.356">18600 8331 0,'0'0'0,"0"0"0,0 0 0,0 0 15,0 0-15,0 0 16,0 0-16,0 0 16,0 0-16,0 0 0,0 0 0,0 0 0,0 0 15,0 0-15,0 0 0,3 13 0,0 0 16,0 1-16,-3-14 0,3 8 0,0 2 0,-1-1 15,-1-3-15,-1 0 0,0 0 0,0-6 0,0 3 16,0-1-16,0 2 0,0-4 16,0 0-16,0 2 0,0-2 0,3 0 0,-1 0 0,-1 0 0,-1 0 0,4 0 15,0 0-15,0 0 0,2-2 0,-1 2 0,-1 0 16,-4 0-16,6-5 0,-3 1 16,1 1-16,-4 3 0,7-5 15,-1-2-15,0 1 0,-6 6 0,9-8 0,-2 1 16,-1 1-16,2-3 15,0 2-15,0-1 0,-8 8 0,6-7 0,0 0 16,0 0-16,-6 7 0,7-6 0,-1 0 0,1 0 0,0-1 0,-1 1 0,0 0 16,-1 3-16,-2-2 0,0 1 0,-3 4 0,7-5 0,-1 0 0,0 1 0,-6 4 0,6-6 0,-1 3 15,0-2-15,0 1 0,1 1 0,-1 0 0,-5 3 0,3-4 0,1 3 0,-1-1 16,-3 2-16,1-2 16,1 0-16,-1 1 0,0 0 0,-1 0 0,0 0 0,0 1 15,0 0-15,0 0 0,0 0 0,0 0 0,0 0 0,0 0 16,0 0-16,1 0 0,-1 0 0,0 0 0,0 0 15,0 0-15,0 0 0,0 0 0,0 0 0,0 0 0,0 0 16,0 0-16,0 0 0,0 0 16,0 0-16,0 0 0,0 1 0,0-1 15,0 0-15,1 1 0,-1-1 0,0 0 0,0 0 0,-1 1 16,1-1-16,0 0 0,0 0 0,-3 3 16,1-3-16,0 0 0,-3 0 15,2-2-15,0 1 0</inkml:trace>
  <inkml:trace contextRef="#ctx0" brushRef="#br0" timeOffset="126001.667">13905 11356 0,'0'0'0,"0"0"0,0 0 16,0 0 0,0 0-16,0 0 0,0 0 15,0 0 1,0 0-16,0 0 0,0 0 0,0 0 0,0 0 0,0 0 15,0 0-15,-1 17 0,1-1 16,0 1-16,-2-6 0,2-1 0,0 0 16,0-10-16,-2 16 0,2-16 0,-1 15 0,1 0 0,0-15 0,-2 9 0,1-1 0,1-1 0,0-7 15,1 14-15,1-1 0,-1 1 16,-1-14-16,2 6 0,-2 3 0,1-3 0,-1-6 0,8 10 0,-3-2 16,0 1-16,-2-5 0,0 1 15,0-1-15,-3-4 0,12 3 0,-1 0 0,1-1 0,-12-2 0,8 1 16,-2 0-16,1 0 0,-7-1 0,12-5 15,2 1-15,-1 1 0,-13 3 0,7-3 0,0 0 0,0 1 16,-7 2-16,12-10 0,0-1 16,0 1-16,-12 10 0,6-6 0,0 0 15,1 0-15,-7 6 0,8-14 0,-2 0 0,2 1 0,-8 13 0,4-8 0,-1 0 0,1 2 16,-4 6-16,3-14 0,-1 1 0,-1 0 16,-1 13-16,2-7 0,-2 0 0,0 0 15,0 7-15,1-4 0,-1 3 0,0-2 16,0 3-16,1-9 0,-1 2 0,0-1 15,1 3-15,-1 1 0,0 0 0,0 4 0,0-2 16,0 0-16,0 1 0,0 0 0,0 1 0,0-1 0,0 1 0,0-1 0,0 1 16,0 0-16,0 0 0,-1 9 15,0-2-15,0 2 0,1-4 0,0 0 0,0 0 0,0-5 0,-5 15 0,2-1 0,0 1 16,3-15-16,-2 9 0,0-1 0,1 0 0,1-8 16,-2 21-16,2 0 0,0-1 15,0-8-15,0-1 0,0 0 0,0-11 0,0 26 0,-1-2 16,0 3-16,1-27 0,-1 24 0,1 0 15,-1 1-15,1-25 0,-2 30 0,1-1 0,0 1 0,-1 3 16,1-1-16,0 0 0,1-32 0,-2 27 16,1-1-16,-1 1 0,2-27 0,-1 14 0,1-1 0,-1-2 0,1-11 0,-2 21 15,-1-2-15,1 2 0,1-11 16,-2 1-16,2 1 0,1-12 16,-5 3-16,1-1 0,0 1 0,4-3 0,-3 1 0,1-1 0,0 1 15,2-1-15,-11 3 0,2 1 0,-1 0 0,10-4 0,-6 3 0,2-2 16,-1 1-16,-9-4 0,1 1 0,1 1 0,12 0 0,-6-2 0,-2 2 15,1-1-15,7 1 0,-11-6 0,0-1 16,0 1-16,11 6 0,-6-5 0,0 2 0,1-1 16,5 4-16,-5-8 0,-1-1 0,1 2 0,5 7 0,-3-5 15,1 1-15,0-1 0,7-7 0,0 0 0,1-2 16,-6 14-16,13-13 0,0-1 0,-1 1 0,-12 13 16,17-14-16,0 1 0,0 1 0,-17 12 0,21-12 15,-2 1-15,1 1 0,-20 10 0,21-11 0,0 0 16,0 0-16,-21 11 0,20-12 0,-1 0 0,0 1 15,-19 11-15,20-13 0,-1-1 0,-1 1 0</inkml:trace>
  <inkml:trace contextRef="#ctx0" brushRef="#br0" timeOffset="126239.362">14435 11640 0,'0'0'0,"0"0"0,0 0 0,0 0 0,0 0 15,54-6 1,-22 4-16,-32 2 0,0 0 16,0 0-16,16 2 0,-2-1 0,1 2 0,-15-3 15,8 2-15,0-1 0,-1 0 16,3-1-16,1-1 0,-2 0 15</inkml:trace>
  <inkml:trace contextRef="#ctx0" brushRef="#br0" timeOffset="126423.253">14458 11747 0,'0'0'0,"0"0"0,0 0 0,0 0 15,47-16-15,-5 5 16,-6 4-16,-7-2 16,-29 9-16,0 0 0,0 0 0,10-3 15,0-1-15,0-1 0</inkml:trace>
  <inkml:trace contextRef="#ctx0" brushRef="#br0" timeOffset="126911.586">15154 11373 0,'0'0'0,"31"-32"15,-1 1 1,-8 1-16,-6 0 15,-8 1-15,-11 0 16,3 29-16,0 0 16,0 0-16,-3-9 15,1 0-15,0 0 0,2 9 0,-7-7 0,3-1 16,-1 0-16,5 8 0,-7-5 0,-2-1 0,2 0 16,-1 3-16,1-1 0,0 0 15,7 4-15,-7-1 0,1-1 0,0 0 0,6 2 16,-8 3-16,1-2 0,0 0 0,-1 3 0,2 0 0,0-1 0,6-3 0,-7 8 0,2-1 15,-1-1-15,6-6 0,-6 9 0,1 0 0,0 0 0,0 3 0,0 0 16,1-3-16,4-9 0,-5 13 16,1 0-16,-1 0 0,0 1 0,1 2 0,0-2 0,4-14 0,-3 18 15,0-1-15,0 0 0,3-17 0,-3 18 16,0 0-16,1 0 0,-2 1 16,1-1-16,-1 1 0,4-19 0,-4 18 0,2 0 15,-1-1-15,0 1 0,1 0 0,1 0 16,1-18-16,-2 17 0,2 0 0,0 0 0,-1 0 0,0-1 0,0 1 15,0-7-15,1 1 0,0-2 0,0-9 0,1 15 0,0 1 0,0 0 0,0-2 0,-1 1 0,1-1 16,-1-14-16,-1 12 0,1-1 0,0 0 0,-1-3 0,0 1 16,0 0-16,1-9 0,-2 6 0,1 2 0,1-2 15,-3-5-15,3 2 0,-1-2 0</inkml:trace>
  <inkml:trace contextRef="#ctx0" brushRef="#br0" timeOffset="127142.759">14841 11656 0,'0'0'0,"0"0"0,0 0 16,0 0-16,59-20 15,-5 7 1,-8 7-16,-46 6 15,0 0-15,0 0 0,15-2 16,0 1-16,0-1 0,-15 2 0,14-3 0,0-1 0,0 1 0,-1-3 16,1 2-16,-2-1 0</inkml:trace>
  <inkml:trace contextRef="#ctx0" brushRef="#br0" timeOffset="127544.209">15623 11282 0,'0'0'16,"0"0"-16,0 0 0,0 0 15,0 0-15,-40 6 16,5 6-16,6 2 15,29-14-15,0 0 0,0 0 16,-7 9-16,-1-3 0,0 0 0,8-6 0,-8 10 0,1-2 0,0 1 16,-2 2-16,0 0 0,2-1 0,7-10 0,-6 13 15,0 0-15,-1 1 0,0 1 0,1 0 0,-2 0 16,8-15-16,-6 18 0,2-2 0,-1 1 0,1-2 0,0 1 16,0 0-16,4-16 15,-2 17-15,1 0 0,0 0 0,4 2 0,-2-2 16,1 1-16,1-2 0,0 1 15,0-1-15,-3-16 0,6 15 0,-1 1 16,-1 0-16,4-1 0,-1-1 0,-1 0 16,-6-14-16,11 15 0,-2-3 0,1 0 15,1 0-15,-1-2 0,0 0 0,-10-10 0,11 8 16,1 0-16,0-1 0,2-3 0,-1-1 0,0 1 0</inkml:trace>
  <inkml:trace contextRef="#ctx0" brushRef="#br0" timeOffset="127871.439">15958 11476 0,'0'0'0,"0"0"0,0 0 16,0 0-1,0 0-15,0 0 16,-28 35-16,28-35 0,0 0 16,0 0-16,-9 11 0,0 1 0,1-2 0,8-10 15,-10 12-15,3-2 0,-1 1 0,8-11 0,-7 11 0,1 0 0,0 0 16,-2 2-16,1-2 16,0 0-16,7-11 0,-7 11 0,0 0 0,0 2 0,0-4 15,0 1-15,0 1 0,7-11 0,-7 8 0,0 1 16,-1 0-16,2-2 0,0 1 0,-1 0 0,7-8 15,-6 5-15,1 0 0,-1-1 0,2-3 0,0 0 0,0-1 0</inkml:trace>
  <inkml:trace contextRef="#ctx0" brushRef="#br0" timeOffset="128176.879">15740 11540 0,'0'0'0,"0"0"0,0 0 0,0 0 16,0 0-16,0 0 16,0 0-16,0 0 0,0 0 15,0 0-15,0 0 0,0 0 0,0 0 0,0 0 0,13 8 16,0-2-16,0 1 0,0 2 0,-3-1 16,1 0-16,-11-8 0,9 8 0,-9-8 0,7 9 15,0 0-15,-1-1 0,-1 1 16,1-1-16,-1 0 0,-2 1 0,1 0 15,-4-9-15,5 8 0,-1 1 0,0 0 16,-4-9-16,4 7 0,-1 1 0,1-2 0,1 0 0,-2-2 16,0 1-16,-3-5 0,4 0 0,0 2 15,0-1-15,1-6 0,-1 1 16,0 1-16</inkml:trace>
  <inkml:trace contextRef="#ctx0" brushRef="#br0" timeOffset="128491.465">15986 11230 0,'0'0'0,"0"0"0,0 0 16,0 0 0,0 0-16,0 0 15,0 0 1,0 0-16,0 0 0,0 0 0,0 0 0,19 13 0,0 0 15,0 0-15,-6 1 0,-1 1 16,0 0-16,-12-15 0,9 16 0,-3 0 0,0 0 16,0 3-16,-1-1 0,-1 1 0,-4-19 0,4 22 15,-1-1-15,0-2 0,-1 5 0,-1 0 0,0 0 0,-1-24 0,-1 24 16,1 0-16,0 0 0,-3 0 0,2 1 0,-1 1 0,2-26 16,-5 24-16,0 0 15,1 2-15,-4-1 0,2-1 0,-1 0 0,-4 1 16,0-2-16,0 1 0,11-24 15,-17 20-15,2-1 0,-1-1 0,5-6 0,-1-2 0,2 0 0</inkml:trace>
  <inkml:trace contextRef="#ctx0" brushRef="#br0" timeOffset="135131.288">16344 12132 0,'0'0'0,"0"0"0,0 0 0,0 0 16,0 0-1,0 0-15,0 0 16,0 0-16,0 0 0,0 0 16,0 0-16,0 0 0,0 0 0,0 0 0,0 0 0,0 0 15,0 0-15,0 0 0,0 0 0,-18-2 0,0 1 0,2-1 0,16 2 16,-12 0-16,2 0 0,0-2 16,10 2-16,-21-1 0,1-1 0,1 1 0,7 1 15,2-2-15,-1 2 0,11 0 0,-36-2 0,2 0 16,0 1-16,34 1 0,-37-3 0,1 2 0,-1 0 0,37 1 15,-38-1-15,2-1 0,-1 0 0,-4 1 0,3-2 16,-1 1-16,39 2 0,-40-1 0,0 1 0,-1-1 16,41 1-16,-38-2 0,2 2 0,-1 0 0,37 0 0,-31 0 15,-1 0-15,0 0 16,32 0-16,-27 1 0,2 0 0,-2-1 16,15 1-16,0-1 0,0 0 15,12 0-15,-24 5 0,3-2 0,-1 1 0,22-4 0,-13 2 16,2 1-16,-1-2 0,12-1 0,-18 4 15,0-1-15,0 2 0,18-5 0,-28 3 0,2 0 0,0 1 0,-2 1 0,2-2 0,1 0 0,25-3 0,-12 3 16,-1-3-16,1 2 0,12-2 0,-19 3 0,2-1 16,0 0-16,17-2 0,-10 2 0,0-1 0,1 0 0,9-1 15,-3 1-15,0-1 0,0 1 0,3-1 0,-3 1 16,3-1-16,-2 0 0,1 0 0,1 0 0,0 0 16,0 0-16,0 0 0,0 0 0,0 0 0,0 0 0,0 0 15,0 0-15,0 0 0,0 0 16,0 0-16,0 0 0,0 0 0,0 0 0,0 0 15,0 0-15,7-2 0,-2 1 0,1 1 0,-3-1 16,0 1-16,1-1 0</inkml:trace>
  <inkml:trace contextRef="#ctx0" brushRef="#br0" timeOffset="135835.246">16359 12226 0,'0'0'0,"0"0"16,0 0-16,0 0 15,0 0-15,-49-6 16,20 3-1,-22 1-15,51 2 0,0 0 0,0 0 16,0 0-16,-9 0 0,0 0 16,0 0-16,9 0 0,-22 2 0,1 0 0,0-1 15,-3 2-15,1-2 0,-1 1 0,24-2 0,-24 1 0,0 1 0,0 0 16,24-2-16,-32 2 0,1-1 16,-1 1-16,-8 2 0,1-2 0,1 1 0,38-3 0,-39 2 0,0 1 0,1-2 15,38-1-15,-37 2 0,1-2 0,1 1 16,1-2-16,1 1 15,0 0-15,33 0 0,-16 0 16,0 0-16,1 0 0,-14-3 0,1 0 0,0 0 0,-3-1 0,0 2 0,0-2 16,31 4-16,-45-3 0,1-1 0,0 1 0,44 3 0,-49-2 15,2-1-15,-1 1 0,3-1 0,-1 0 0,0 0 16,46 3-16,-36-1 0,1-1 0,-1 1 0,36 1 0,-16-2 16,0 2-16,-1 0 0,17 0 0,-7-2 0,2 2 0,-1 0 0,-6-1 15,0 1-15,1-1 0,11 1 0,-6 0 0,-1-1 16,1 1-16,21-1 0,-2 1 15,0 0-15,-13 0 0,9-1 0,0 1 0,0 0 0,-5-2 16,-1 2-16,0 0 0,-3 0 0,2 0 16,-1 0-16,0 0 0,0 0 0,-1 0 0,0 0 15,0 0-15,0 0 0,0 0 0,0 0 0,0 0 0,0 0 16,0 0-16,0 0 0,0 0 0,0 0 0,0 0 16,0 0-16,0 0 0,0 0 0,4-1 0,0-2 0,0 2 15,-2-1-15,0 2 0,0-2 0</inkml:trace>
  <inkml:trace contextRef="#ctx0" brushRef="#br0" timeOffset="150403.505">10344 14341 0,'0'0'0,"0"0"0,0 0 0,0 0 0,0 0 15,0 0-15,-45 9 16,18-3-16,27-6 16,0 0-16,0 0 0,-17 2 0,3-2 0,-1 0 15,7 1-15,-1-1 0,0 0 16,9 0-16,-19-1 0,0 1 0,0 0 0,9 0 0,0 0 15,0 0-15,-17 0 0,2 1 0,-1-1 0,26 0 0,-27 2 16,0 0-16,0-1 0,0 0 0,0-1 0,0 2 0,-12-1 16,2 0-16,0 1 0,37-2 0,-38 1 0,1 0 15,0 0-15,4-1 0,0 1 0,0 1 0,-2-2 16,1 1-16,-2-1 0,36 0 0,-36 2 0,-1-1 0,0 1 16,2-1-16,0 1 0,0-2 0,1 3 15,1-1-15,0-1 0,-6 1 0,0-1 0,0 1 0,0 0 16,0 0-16,0-2 15,1 3-15,1-2 0,1 1 0,-6 0 16,1-1-16,0 1 0,-10 0 0,1 0 0,-2 0 0,-1 0 0,3-1 16,0 0-16,3 1 0,2 0 0,0 0 0,6 1 0,3-1 15,-2-1-15,4 2 0,1 0 0,-1-1 0,0-1 16,1 2-16,-1-1 0,1-1 0,2 2 0,-1-3 0,2 1 16,1-1-16,-2 0 0,0-1 0,1 1 0,-1-2 0,-1 0 15,0 1-15,0-1 0,-11 0 0,2-1 0,-1 2 16,-11-1-16,2-1 0,0 3 0,-3-3 0,0 2 15,1-1-15,7 2 0,0 0 0,0-1 16,9 1-16,-1 0 0,-1 0 0,3 1 0,1-1 0,1 0 16,-5 0-16,0 0 0,0 0 0,3 0 0,3 0 15,-3 0-15,5 0 0,-1 0 0,2 0 0,0-2 16,3 2-16,-2-1 0,-5 0 0,-2 1 0,2-2 0,-3 1 0,3 0 0,-1 0 0,4 1 16,1-1-1,0 1-15,5 0 0,-1 0 16,1 0-16,1 1 0,1-1 0,1 0 15,10 1-15,3-1 0,-2 0 0,-9 3 0,1-2 0,-1 0 0,-2 2 0,1-3 0,0 2 0,-2-1 16,1 2-16,0-3 0,9 3 0,2-3 16,1 0-16,-14 2 0,0-1 0,0 0 0,10 0 0,1 0 0,0-1 0,-11 0 15,0 1-15,0 1 0,10-2 0,2 1 0,0-1 16,-10 0-16,1 1 0,2-1 0,6 1 0,3-1 16,-1 0-16,-9 1 0,0-1 0,2 0 0,6 2 15,3-2-15,-1 0 0,-7 0 0,2 0 0,-1 0 16,8 1-16,-1-1 0,0 0 0,-4 2 0,1-2 15,-2 0-15,7 0 0,-1 1 0,1 0 0,-4 0 0,1-1 0,0 0 0,5 1 16,0-1-16,-1 1 0,-3 0 0,2-1 16,-1 0-1,3 1-15,1-1 0,0 0 0,2 0 0,1 0 16,-1 0-16,1 2 0,1-2 0,0 0 0,-2 0 0,2 0 16,0 0-16,0 0 0,0 0 0,0 0 0,-6 0 0,-3 2 15,2-1-15,1 0 0,2 0 0,0 0 0,4-1 0,0 0 0,0 0 16,-1 0-16,-1 1 0,1-1 0,-1 1 15,2-1-15,0 0 0,-1 0 0,1 0 0,0 0 16,0 0-16,0 0 0,0 0 0,0 0 0,0 0 0,0 0 16,0 0-16,0 0 0,0 0 0,0 0 0,0 0 15,0 0-15,0 0 0,0 0 0,0 0 0,0 0 16,0 0-16,0 0 0,-2 0 0,2 0 0,0 0 16,0 0-16,0 0 0,0 0 0,0 0 0,0 0 0,0 0 0,0 0 15,0 0-15,0 0 0,0 0 0,0 0 16,0 0-16,0 0 0,0 0 0,0 0 0,0 0 0,0 0 15,0 0-15,0 0 16,0 0-16,0 0 0,6-6 0,-2-1 0,1 1 16,-2 2-16,0 1 0,-1-1 0,0 2 0,0 1 15,0 0-15</inkml:trace>
  <inkml:trace contextRef="#ctx0" brushRef="#br0" timeOffset="151826.392">14142 11911 0,'0'0'0,"0"0"0,0 0 0,0 0 15,0 0 1,0 0-16,0 0 16</inkml:trace>
  <inkml:trace contextRef="#ctx0" brushRef="#br0" timeOffset="153281.623">15844 11925 0,'0'0'0,"0"0"0,0 0 0,0 0 16,0 0-1,0 0-15,0 0 16,0 0-16,0 0 0,0 0 0,-13 3 16,-1-2-16,1-1 0,13 0 0,-8 2 0,1-2 0,-2 1 15,9-1-15,-10-1 0,0 1 0,0 0 16,4 0-16,1-2 0,0 2 0,5 0 0,-12 0 0,0 2 16,1-2-16,11 0 0,-7 1 0,0-1 0,1 1 15,3-1-15,1 0 0,0 0 0,2 0 0,-15 0 0,1 0 16,0 0-16,14 0 0,-8-1 0,-1 1 15,2 0-15,7 0 0,-4 0 0,1 0 16,-1 0-16,3 0 0,0 0 0,0 0 0,1 0 0,-10-3 16,0 0-16,1 1 0,3 1 0,1-1 0,-1 1 15,4 0-15,-1 1 0,1-1 0</inkml:trace>
  <inkml:trace contextRef="#ctx0" brushRef="#br0" timeOffset="153761.777">15960 11866 0,'0'0'0,"0"0"15,0 0-15,0 0 16,0 0-16,0 0 16,-41 16-16,4-6 31,37-10-31,0 0 0,0 0 0,0 0 0,-11 4 0,1-2 15,1 2-15,-3-4 0,2 3 0,-1-2 0,0 1 16,0 0-16,0-1 0,11-1 0,-12 3 0,1-2 0,0 0 0,-1 0 0,1 0 16,0-1-16,11 0 0,-12 2 0,2-1 15,0 1-15,0 1 0,0 0 16,0-1-16,3 0 0,2 0 0,-1-2 0,-2 3 16,2-1-16,-2 0 0,8-2 0,-5 1 15,0 1-15,-1 0 0,-1-1 0,2 1 0,-1-2 0,6 0 0,-3 2 0,-1-2 16,-1 0-16,3 0 0,1 0 0,-1 0 0,2 0 15,-1 1-15,0-1 0,0 0 0,0 1 0,1 0 0,0 0 0,0-1 16,-2 0-16,2 0 0,0 0 0,0 0 0,0 0 16,0 0-16</inkml:trace>
  <inkml:trace contextRef="#ctx0" brushRef="#br0" timeOffset="164879.754">13899 12011 0,'0'0'0,"0"0"0,0 0 0,0 0 16,0 0-16,0 0 15,0 0 1,0 0-16,0 0 0,0 0 0,0 0 0,0 0 16,0 0-16,0 0 0,0 0 0,0 0 15,0 0-15,0 0 0,17-10 0,-1 0 0,2 1 0,-18 9 0,10-7 0,0 2 16,0-1-16,-10 6 0,14-4 15,0 0-15,0 0 0,-14 4 0,8-2 0,-1 0 0,-1 1 16,12-1-16,0 1 0,-1 1 0,-17 0 0,9-1 16,0 1-16,1 0 0,-10 0 0,16-1 0,1 0 15,-1-1-15,-16 2 0,10-1 0,-1 1 0,-1-1 0,-8 1 16,14-2-16,-2 0 0,2 0 0,-14 2 0,7-2 16,0 2-16,1 0 0,1-3 0,1 2 0,-1-1 15,-9 2-15,5 0 0,0 0 0,0-1 0,-5 1 0,2-1 16,0 1-16,-1 0 0,-1 0 15,1-1-15,0 1 0,0 0 0,0-3 16,1-1-16,-1 1 0</inkml:trace>
  <inkml:trace contextRef="#ctx0" brushRef="#br0" timeOffset="165180.265">13968 12033 0,'0'0'0,"0"0"15,0 0 1,37-11-16,-4 2 15,-4 3-15,-3 5 16,-3-4-16,-23 5 0,0 0 16,0 0-16,9-1 0,-1-1 0,1 2 0,-9 0 15,9-2-15,-2 2 0,1-1 0,2 1 0,-2-1 0,1 1 16,0-2-16,-3 0 0,2 1 0</inkml:trace>
  <inkml:trace contextRef="#ctx0" brushRef="#br0" timeOffset="173357">20899 5019 0,'0'0'0,"0"0"0,0 0 16,0 0-16,0 0 15,0 0-15,0 0 16,0 0-16,0 0 16,0 0-16,0 0 0,0 0 0,0 0 0,0 0 0,0 0 0,0 0 15,0 0-15,0 0 0,0 0 16,26-2-16,-1 1 0,0 0 0,-9 0 0,-1 0 15,-1-1-15,-14 2 0,23 5 0,-1-3 0,0 1 0,-9-1 16,-2-1-16,1 0 0,-12-1 16,25 3-16,-2-2 0,1 2 0,-24-3 15,25 2-15,0-1 0,0 1 0,-1-1 0,-1-1 0,0 1 0,-23-1 16,25-1-16,0 1 0,-1 0 0,-24 0 0,29 0 0,-3-1 0,0 0 16,-26 1-16,27-1 0,0-2 0,0 1 15,0-1-15,-2 0 0,1-1 0,-26 4 0,27-4 0,-2 1 16,1 0-16,-26 3 0,27-6 0,0 3 15,0-2-15,-13 2 0,-1 1 0,0-1 0,-13 3 16,27-6-16,-2 0 0,0-1 0,-25 7 0,14-3 0,0-1 0,0 1 16,7-1-16,0 1 0,0 0 0,-21 3 15,12-2-15,0 0 0,0 2 0,-12 0 16,4-2-16,0 2 0,0-1 0,-3 1 0,1 0 0,0 0 0,-2 0 16,4 3-16,1-1 0,-1-1 0,-1 1 0,0-1 0,-1 0 15,-2-1-15,-10-1 0,2 1 16,-1 0-16,2 0 0,2 0 0,0 0 0</inkml:trace>
  <inkml:trace contextRef="#ctx0" brushRef="#br0" timeOffset="174047.167">20682 5197 0,'0'0'0,"0"0"15,0 0-15,0 0 0,0 0 16,39 4-16,-14-2 16,19 1-16,-44-3 15,0 0-15,0 0 0,8 1 0,-1-1 16,1 0-16,-8 0 0,18 0 0,0 1 0,0 0 0,4-1 0,-1 1 16,0-1-16,-21 0 0,12 2 15,-3-2-15,2 0 0,-11 0 0,27 1 0,0-1 0,0 0 0,4-1 16,-1 1-16,0-2 0,-30 2 15,32-1-15,-1-1 0,-1 1 0,-30 1 0,30-3 0,0 3 16,-1-2-16,1 0 0,1 0 0,-1 1 16,-30 1-16,31-2 0,1 1 0,-2-1 0,-30 2 15,39-2-15,0 0 0,0 0 0,1-1 0,-1 1 0,-1 0 16,-38 2-16,39-2 0,0 0 0,-2 1 16,-4-2-16,-2 3 0,0-3 0,-31 3 0,15-1 0,0 0 0,-1 0 15,-14 1-15,22-3 0,0 3 0,0-2 0,-10 1 16,-1 0-16,1 1 0,-12 0 0,12-3 0,-1 1 0,0 1 15,-4-1-15,-1 1 0,-1 0 0,-5 1 16,2-1-16,0 1 0,1 0 0,-3 0 0,1 0 0,-1 0 16,0 0-16,1 0 0,-1 0 0,0 0 0,0 0 15,0 0-15,0 0 0,0 0 0,0 0 0,0 0 16,0 0-16,0 0 0,0 0 0,0 0 0,0 0 16,0 0-16,0 0 0,0 0 0,0 0 0,0 0 0,0 0 15,0 0-15,7-1 0,-1 1 0,0 0 16,-3 0-16,1 0 0,1 0 0,-4 0 0,1 0 15,-1 0-15,-1 0 0,2 0 0,-2 0 0,0 0 0,0 0 0,0 0 16,0 0-16,0 0 0,0 0 0,0 0 16,0 0-16,0 0 0,0 0 0,0 0 0,0 0 15,0 0-15,0 0 0,-5-5 0,1 0 0,0 1 0,4 4 0,-8-13 16,1 0-16,-1 0 0</inkml:trace>
  <inkml:trace contextRef="#ctx0" brushRef="#br0" timeOffset="177580.132">17340 11455 0,'0'0'0,"0"0"0,0 0 0,0 0 15,-5 40-15,1-17 16,-2 28 0,6-51-16,0 0 0,0 0 0,0 0 0,-2 10 15,1-1-15,1-1 0,0-8 0,2 17 16,0-1-16,1-1 0,-3-15 0,2 9 0,-1-1 0,1 0 15,-2-8-15,9 15 0,1-1 0,-1 1 0,-2-8 16,-2 1-16,1-1 0,-6-7 0,14 6 0,0-1 0,0 1 16,-14-6-16,9 4 0,-1-1 0,0-1 0,-8-2 0,13-5 15,1-1-15,-1 2 0,-13 4 0,9-4 16,-3 0-16,1 1 0,-7 3 0,11-12 0,-1 2 0,1-2 16,-11 12-16,6-7 0,-1 1 0,0 0 0,-5 6 15,7-16-15,-2 0 0,0 0 0,-5 16 0,3-8 0,0-1 16,1 1-16,-4 8 0,2-16 0,-2 2 15,1 0-15,-1 14 0,1-8 0,-1 0 0,0 0 16,0 5-16,0 0 0,0 0 0,0 3 0,0-2 16,0 2-16,0 0 0,0-1 0,0 1 15,0 0-15,0-2 0,0 2 16,0 0-16,0 0 0,1 3 0,0-3 0,0 2 16,0 0-16,-1-2 0,0 1 0,0-1 0,0 14 0,0 0 0,0-1 0,0-13 0,0 9 15,0-2-15,0 1 0,0-8 0,0 24 0,-1 0 16,0 0-16,1-24 0,-3 26 0,2-1 0,-1 2 0,-2-1 15,1-2-15,1 1 0,2-25 0,-4 28 0,1-3 16,0 2-16,3-27 0,-3 24 0,-1 2 0,1-1 16,3-25-16,-5 33 0,2-3 0,-1 3 0,4-33 15,-4 27-15,0 2 0,1-1 0,3-28 16,-1 15-16,-1-3 0,1 1 0,1-13 0,-2 15 0,1-1 0,0 1 16,1-15-16,-1 7 0,1 0 0,0-1 15,0-11-15,0 0 0,0 1 0,0 4 0,0-5 0,0 2 16,0 0-16,0 3 0,-7-10 0,-1 0 15,0 1-15,8 9 0,-6-6 0,1 0 0,0 1 16,5 5-16,-8-15 0,1 1 0,0-1 0,7 15 0,-4-9 0,0 2 0,1-1 16,3 8-16,-8-16 15,1 1-15,1 0 0,6 15 0,-4-9 0,0 1 0,0 0 0,4 8 16,6-17-16,-3 0 0,1 1 0,7-2 16,-1 0-16,0 2 0,-10 16 0,16-17 0,-2 1 0,-1 0 15</inkml:trace>
  <inkml:trace contextRef="#ctx0" brushRef="#br0" timeOffset="177780.33">17850 11628 0,'0'0'0,"0"0"0,0 0 0,0 0 15,45-11-15,-18 5 16,20 1-16,-47 5 16,0 0-16,0 0 0,0 0 0,10-1 15,-2 1-15,0 0 0</inkml:trace>
  <inkml:trace contextRef="#ctx0" brushRef="#br0" timeOffset="177943.49">17899 11771 0,'0'0'0,"0"0"0,56 1 0,-2-6 0</inkml:trace>
  <inkml:trace contextRef="#ctx0" brushRef="#br0" timeOffset="178363.504">18632 11338 0,'0'0'0,"0"0"0,21-37 16,-8 0-16,-12 11 16,-8 1-16,-5 7 15,-9 8 1,21 10-16,0 0 0,0 0 16,0 0-16,-9-2 0,1 0 0,1 0 0,-5 2 0,2 0 0,-1 0 15,11 0-15,-9 2 0,0 0 0,1 0 0,-1 5 0,-1-1 16,1-1-16,9-5 0,-10 11 0,2-2 15,-1 1-15,1 3 0,1 0 0,1 0 0,6-13 16,-5 16-16,0 1 0,0-1 0,2 3 0,0 0 0,0 1 16,3-20-16,-3 22 0,3-1 0,-1-1 0,0 3 15,1 0-15,0 0 16,0-23-16,0 25 0,0-1 0,0 1 16,-2 0-16,2 0 0,0 0 0,2 1 0,-2-2 0,0 1 15,0-25-15,-1 23 0,1 0 0,0-1 0,-3-4 16,3 1-16,-1 0 0,1-19 0,-2 13 0,0-1 15,1 0-15,-1-3 0,1-3 0,-1 0 0</inkml:trace>
  <inkml:trace contextRef="#ctx0" brushRef="#br0" timeOffset="178532.044">18316 11740 0,'0'0'0,"49"-22"0,3 4 16,0 1-16,8 2 16,-20 6-16,-40 9 15</inkml:trace>
  <inkml:trace contextRef="#ctx0" brushRef="#br0" timeOffset="178845.699">18938 11323 0,'0'0'0,"0"0"0,0 0 16,-41 15-16,3 8 16,8 5-1,2 8-15,3 6 16,25-42-16,0 0 0,0 0 15,-8 15-15,0 0 0,1-1 0,0 2 0,2 1 0,-1-1 16,6-16-16,-5 18 0,1-2 0,-1 1 0,3 1 0,1 0 0,0-1 0,1-17 0,2 17 16,-1 0-1,-1 1-15,3 0 0,0-1 0,0 1 0,-3-18 0,6 15 16,0 1-16,-2-2 0,3-1 0,-1 0 0,1 0 16,-7-13-16,9 8 0,-1 1 0,1-1 0,3-5 0,0 0 15,-1 1-15,4-7 0,-1 0 0,-2 0 0,-12 3 16,15-7-16,-2-2 0,1 0 0</inkml:trace>
  <inkml:trace contextRef="#ctx0" brushRef="#br0" timeOffset="179131.513">19178 11490 0,'0'0'0,"0"0"16,0 0-16,0 0 15,0 0-15,0 0 0,-21 42 16,-1-1-16,22-41 16,0 0-16,0 0 0,-7 14 0,1-1 15,0 1-15,0 0 0,0-1 0,1 0 0,-1 0 16,1 0-16,-1 1 0,6-14 0,-7 12 0,1 1 16,0-1-16,-1 0 0,1 1 0,0 0 0,6-13 0,-9 10 15,3-1-15,0 3 0,-1-7 0,-1 1 16,2-1-16,6-5 0,-6 3 0,0-1 0,2 1 15,-1-6-15,1 0 0,0 1 0,2-1 0,-1 1 0,1-1 16</inkml:trace>
  <inkml:trace contextRef="#ctx0" brushRef="#br0" timeOffset="179361.638">18960 11503 0,'0'0'0,"0"0"0,0 0 0,0 0 15,0 0-15,24 33 16,1 3-16,-25-36 16,0 0-16,0 0 0,8 13 0,-2-2 15,1 2-15,0 1 0,-1 1 0,-1-2 0,-5-13 0,6 13 0,-1-1 0,1 1 16,2 2-16,-1-2 16,0 1-16,-7-14 0,8 15 0,-2 0 0,2-1 0,0-3 15,-1 0-15,0-2 0,-7-9 0,8 6 16,-1-1-16,-1-1 0,3-2 0,-3-2 0,1 0 15</inkml:trace>
  <inkml:trace contextRef="#ctx0" brushRef="#br0" timeOffset="179847.795">19284 11236 0,'0'0'0,"0"0"0,0 0 15,39 45-15,-7 0 16,-11-5 0,-9 0-16,-6 2 0,-6-42 15,0 0-15,0 0 0,2 16 0,0-1 16,-1 0-16,1 0 0,-2 1 0,0-2 0,0-14 15,-1 17-15,1-1 0,0-1 0,-2 1 0,2 0 0,-1-1 16,-3-1-16,2 0 0,0 1 0,2-15 0,-6 14 16,3-1-16,0 0 0,0-2 0,0 1 0,0 0 15,-2 0-15,1-1 0,1 0 16,3-11-16,-4 11 0,1-2 0,0 1 0,-1-1 0,1 0 0,-1-1 0,1-1 16,0 0-16,1 1 0,2-8 0,-6 8 15,2-2-15,-2 1 0,2-1 0,0-1 0,0 2 16,0-2-16,0-1 0,1 0 0,3-4 0,-2 5 15,0 0-15,-1 0 0,0-2 0,0-1 16,0 1-16,1 0 0,-1-1 0,1 1 0,2-3 0,-2 1 0,-1 1 16,1 0-16,0-1 15,0 2-15,1-1 0,1-2 0,-2 1 0,2-1 0,-1 2 0,-1-2 0,2 0 16,0 1-16,0-1 0,0 0 0,0 0 16,0 0-16,0 0 0,0 0 0,0 0 0,0 0 0,0 0 0,0 0 15,0 0-15,0 0 0,0 0 0,0 0 0,0-3 0,0 2 16,0-2-16,0 1 0,0 0 0,0 1 0</inkml:trace>
  <inkml:trace contextRef="#ctx0" brushRef="#br0" timeOffset="191203.479">19374 12008 0,'0'0'0,"0"0"0,0 0 0,0 0 16,0 0-16,0 0 15,0 0 1,0 0-16,0 0 0,0 0 16,0 0-16,0 0 0,0 0 0,0 0 0,0 0 15,0 0-15,0 0 0,0 0 0,-6-5 0,2 0 0,-1 1 16,5 4-16,-4-3 0,2 1 0,-1-1 0,-4 2 15,-1 0-15,2 0 0,6 1 0,-5 0 0,1 0 16,1 0-16,3 0 0,-11 1 0,2 0 0,-1 0 16,4 0-16,1-1 0,0 2 0,5-2 0,-14 2 0,2 1 15,0-1-15,12-2 0,-8 2 16,1-1-16,1 1 0,-9 0 0,0-2 0,0 1 16,15-1-1,-9 0-15,1 2 0,1-2 0,7 0 0,-18 3 0,2-1 16,-1 1-16,17-3 0,-11 1 0,2 0 0,0 1 0,-10 2 15,2-3-15,0 2 0,17-3 0,-10 2 0,0-2 0,1 2 0,9-2 0,-16 3 16,0 0-16,0-1 0,7-1 0,0 0 0,1 1 0,4-1 0,1-1 16,0 0-16,0 0 0,3 0 0,-1 0 0,-1 0 0,2 0 15,0 0-15,0 0 0,0 0 0,0 0 0,-12 2 0,-2-2 0,1 0 16,13 0-16,-9 0 0,1 0 16,0 0-16,5 1 0,0-1 0,0 0 0,3 0 15,-2 0-15,1 0 0,0 0 0,0 0 0,1 0 16,0 0-16,0 0 0,0 0 0,0 0 0,0 0 15,0 0-15,0 0 0,0 0 0,0 0 0,0 0 16,0 0-16,0 0 0,0 0 0,0 0 16,0 0-16,-3-2 0,1 1 0,-1 0 15,2-1-15,-1 2 0,1 0 16,0-1-16,0 1 0,0 0 16,1-1-16,0 1 0,0 0 0,0 0 0,0 0 15,0 0-15,0 0 0,0 0 0,0 0 0</inkml:trace>
  <inkml:trace contextRef="#ctx0" brushRef="#br0" timeOffset="191840.284">19528 12106 0,'0'0'0,"0"0"0,0 0 0,0 0 15,0 0-15,0 0 16,0 0-16,0 0 16,0 0-16,0 0 0,0 0 15,0 0-15,-16 5 0,1-1 0,0 0 0,-2 0 0,0 0 16,0-1-16,17-3 0,0 0 0,-18 2 0,2-1 16,-1 2-16,-1-2 15,1 1-15,0-1 0,17-1 16,-20 1-16,0 0 15,1 0-15,-2-1 0,1 0 0,0 0 0,-1-1 0,1 1 16,-1 0-16,21 0 0,-18-1 0,0 1 0,-1 0 0,1-1 0,1 0 0,2 1 0,15 0 0,-17-1 16,2 0-16,1 0 0,-2 0 0,2-1 0,0 2 0,14 0 0,-12-1 0,1-1 0,0 2 15,0-2-15,1 1 0,0 1 0,10 0 0,-6 0 0,-1 0 16,1-2-16,1 1 0,1 1 0,1-1 0,3 1 16,-3 0-16,0-1 0,1 0 15,1 1-15,0 0 0,0 0 0,1 0 0,-1 0 0,1 0 0,0 0 0,0 0 0,0 0 16,0 0-16,-1 0 0,1 0 15,0 0-15,0 0 0,0 0 0,0 0 0,0 0 16,0 0-16,0 0 0,0 0 0,0 0 0,0 0 16,0 0-16,0 0 0,0 0 0,0 0 15,0 0-15,0 0 0,0 0 0,0 0 0,0 0 16,0 0-16,0 0 0,0 0 0,1 0 0,-1 0 0,0 0 16,1 0-16,-1 0 0,0 1 0,0-1 0,-2 2 0,0-1 15,1 1-15,-4-5 0,2 3 0,-2-1 0,1-1 16,2 2-16,0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2-09T06:29:14.264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20996 4860 0,'0'0'0,"0"0"0,0 0 16,0 0-1,0 0-15,0 0 16,0 0-16,0 0 16,0 0-16,0 0 0,0 0 0,0 0 15,0 0-15,0 0 0,0 0 0,0 0 0,0 0 16,0 0-16,4-1 0,-1 1 0,0-1 0,-3 1 0,3-1 16,-2 1-16,1 0 0,7 3 0,-2-3 0,1 2 15,-8-2-15,6 1 0,-2 0 0,1 1 0,-5-2 16,12 3-16,-3 0 0,2 1 0,-4-2 0,-2 0 15,0 0-15,-5-2 0,14 3 0,1-1 0,-2 1 16,-13-3-16,8 0 0,0 1 0,-1 1 0,-7-2 16,18 2-16,0-1 0,0-1 0,-8 1 0,0 0 0,0 0 15,-10-1-15,22-1 0,0 1 0,0 0 0,-22 0 16,12 0-16,0-1 0,-1 1 0,-11 0 0,25-4 16,0 1-16,0 1 0,-11 0 0,0 0 0,-2 0 15,-12 2-15,28-3 0,-2 2 0,1-1 0,-27 2 16,27-2-16,-1 0 0,0 1 0,-12 0 0,-2 0 0,0 0 15,-12 1-15,23-1 0,-2 0 0,-1 1 16,-20 0-16,13 0 0,-2 0 0,1 0 0,-12 0 0,18 0 16,-1 0-16,0 0 0,-7 0 0,-1 0 0,-1 0 15,-8 0-15,13-2 0,0 2 0,-1 0 0,-12 0 0,8 0 16,-2 0-16,0 0 0,-3 0 0,0 0 0,-1 0 16</inkml:trace>
  <inkml:trace contextRef="#ctx0" brushRef="#br0" timeOffset="531.265">21214 5175 0,'0'0'0,"0"0"0,38-16 16,2-1-16,4 9 15,-2 4 1,2 0-16,1-1 15,-45 5-15,0 0 0,0 0 0,16-3 16,-2 1-16,1 1 0,0-2 0,-2 2 0,2-1 0,-15 2 16,15-2-16,-2 1 0,1 0 0,1 0 0,-2 1 15,1-1-15,-1 3 0,0-2 0,-1 1 0,-12-1 0,12 0 16,-1 1-16,1-1 0,-1 2 0,-1-2 0,0 1 16,-10-1-16,11 1 0,-1-1 0,0 0 0,1-3 15,-1 2-15,2 0 0,-6-1 0,0 1 0,1 1 0</inkml:trace>
  <inkml:trace contextRef="#ctx0" brushRef="#br0" timeOffset="5301.789">22932 3534 0,'0'0'0,"0"0"0,0 0 0,0 0 16,0 0-16,0 0 31,0 0-31,0 0 16,0 0-16,0 0 0,0 0 0,-12-9 0,1 0 16,-1 1-16,5 3 0,0 0 0,0 0 0,7 5 15,-3-1-15,1-2 0,0 0 0,0 3 0,1-1 16,1 1-16,0 0 0,-12-5 0,0 1 0,0-1 15,12 5-15,-7-1 0,1-1 0,-1-1 0,3 2 0,2 0 16,0 0-16,2 1 0,-14 0 0,2 0 0,-2 0 16,6-2-16,1 2 0,0 0 0,7 0 0,-12 2 15,2-2-15,0 0 0,5 0 0,-1 0 0,1 0 16,5 0-16,-11 2 0,0 0 0,0 0 0,5 0 0,0-1 16,1-1-16,5 0 0,-11 6 0,0-1 15,0-1-15,4 0 0,1-1 0,1 0 0,5-3 0,-11 6 16,0-1-16,0 0 0,5-1 0,0-2 0,0 1 15,6-3-15,-13 7 0,2-1 0,-1 1 0,12-7 16,-7 5-16,1-1 0,0 0 0,-3 4 0,0 0 16,0-1-16,9-7 0,-5 4 0,1 0 0,1-1 0,3-3 15,-12 12-15,0 0 0,0-1 0,6-4 16,0-1-16,0 0 0,6-6 0,-11 13 0,0 0 16,0 0-16,5-7 0,0 0 0,0 1 0,6-7 0,-11 14 15,0 0-15,0-1 0,11-13 0,-6 8 0,0-1 0,0 2 16,-3 3-16,3 0 0,-1 0 0,7-12 0,-5 6 15,2 1-15,0 0 0,-4 9 0,1 1 0,0-1 16,6-16-16,-5 8 0,2 1 0,-1 0 0,4-9 16,-8 15-16,2 0 0,0 1 0,2-7 15,0-2-15,0 1 0,4-8 0,-6 15 0,0-1 0,1 0 0,1-6 16,1 0-16,0-1 0,3-7 0,-5 17 0,1-1 16,-1-1-16,3-7 0,0 1 0,-1-1 0,3-8 15,0 16-15,-1 0 0,-1 0 0,2-7 0,0-1 16,0 1-16,0-9 0,3 17 0,-2-1 0,0 0 15,-1-16-15,1 9 0,0 0 0,0 0 0,0 8 16,-1-2-16,1 0 0,-1-15 0,1 9 0,-1 0 0,0-2 16,0-7-16,1 17 0,0 0 0,0-1 15,0-7-15,-1 0 0,1 0 0,-1-9 0,3 13 0,0 1 16,1-2-16,-2-4 0,0-1 0,-1-1 0,-1-6 16,5 18-16,-1-1 0,1 0 0,-5-17 0,3 11 0,0-2 15,-1 0-15,5 5 0,-2 1 0,0-2 16,-5-13-16,5 7 0,-2 0 0,0 0 0,5 4 0,-1 0 15,0 0-15,-7-11 0,4 6 0,0 0 0,-1-1 0,-3-5 16,9 13-16,-3-1 0,1 1 0,-2-5 0,-2-2 16,1 0-16,-4-6 0,10 13 0,-1-1 0,-1 0 15,-8-12-15,5 7 0,0 0 0,0-2 0,-5-5 16,11 14-16,1 1 0,0-1 0,-6-6 0,0 0 16,0 0-16,-6-8 0,10 11 0,1 0 0,-2 0 15,-2-5-15,-2 0 0,1 0 0,-6-6 0,12 7 0,-2 1 16,1-1-16,-5-3 0,0 0 0,0-1 15,-6-3-15,16 5 0,-1 0 0,-1-1 0,-5-2 0,0 1 16,-1 0-16,-8-3 0,16 3 0,-1 1 0,-1-1 16,-4-2-16,-3 1 0,1-1 0,-8-1 0,17 5 15,0-1-15,0-1 0,-17-3 0,9 3 0,0-2 16,1 1-16,10-2 0,-2 0 0,1 0 0,-8-1 0,-1 1 16,1 0-16,8-1 0,0 1 0,0-1 0,-19 1 15,12 0-15,-3 0 0,1 0 0,8-4 0,-1 0 16,1 0-16,-9 1 0,0 2 0,0-1 0,10-3 0,-2 0 15,1 0-15,-6 1 0,-3 1 0,0 0 0,10-1 16,0 0-16,0 1 0,-9 0 0,1 2 0,-2-1 16,-9 2-16,21-7 0,-2-1 0,1 2 0,-10 1 15,1 1-15,-2 0 0,9-6 0,-3 0 0,0 1 16,-5 3-16,-2 1 0,-1 0 0,12-9 0,0 2 16,-1-1-16,-18 13 0,12-8 0,-2 1 0,0-1 0,6-7 15,-2 0-15,1 0 0,-8 6 0,2 1 0,-2-1 16,11-10-16,-1 1 0,0-1 0,-7 8 0,-1 0 15,0 1-15,-9 10 0,15-21 0,-2 0 0,0 1 16,-6 7-16,0 2 0,0 0 0,7-10 0,-2 0 0,1 0 16,-6 9-16,0 1 0,0-1 0,2-9 0,0 1 15,-1-1-15,-3 10 0,-1 0 0,1 0 0,1-9 16,0 0-16,0 0 0,-6 20 0,4-11 0,-1 0 16,0 0-16,0-10 0,0 0 0,0 1 0,-1 9 0,-1-1 15,1 1-15,1-8 0,-3 0 0,1 0 0,1 9 16,-2 0-16,0-1 0,-5-8 0,3-1 0,0 0 15,-1 9-15,2 0 0,-1 0 0,2 11 0,-3-16 16,-1-1-16,0 0 0,0 8 0,3 0 0,-1 0 16,-3-7-16,0 0 0,0 0 0,1 8 0,1-1 0,0 1 15,-8-5-15,2 0 0,0 0 0,3 6 0,0 0 16,1-1-16,-8-2 0,1 1 0,1-1 0,4 5 16,1 0-16,0-1 0,6 6 0,-14-9 0,2 0 15,-1 0-15,6 5 0,1-1 0,-1 0 0,-6-2 16,-2 0-16,1 0 0,6 3 0,1 0 0,0 0 15,-5-3-15,0 1 0,1-1 0,4 3 0,1 0 16,0 1-16,-6-3 0,-1 0 0,0-1 0,6 3 16,1 0-16,-1 1 0,-4-2 0,2-1 15,-2 1-15,5 2 0,2 0 0,-1 1 0,-8-4 0,1 2 0,-1-1 16,6 3-16,0 0 0,0 0 0,-4-2 16,0 0-16,1 0 0,3 1 0,2 2 0,-1-2 0,-4 1 0,2-1 15,-1 1-15,5 1 0,-1-1 0,0 1 0,5 1 16,-2 0-16,0 0 0,1 0 0,-7-3 0,-1 1 15,0 0-15,4 0 0,0 1 0,0 0 0,3 1 16,1-1-16,-1 1 0,1 0 0,1-1 0,-1 1 0,-6-2 16,0 2-16,1 0 0,3-1 0,-1 1 15,-1 0-15,4-2 0,-1 2 0,1 0 0,-1 0 0,2 0 16,0 0-16,0 0 0,0 0 0,0 0 0,0 0 16,0 0-16,0 0 0,0 0 0,0 0 0,0 0 0,0 0 15,0 0-15,0 0 0,0 0 0,0 0 16,0 0-16,-5 3 0,2-3 0,0 1 0,1 0 0,-1 0 15,1-1-15,0 1 0,1-1 0,1 0 0,-1 0 16,1 0-16,0 0 0,0 0 0,0 0 0,0 0 16,0 0-16,0 0 0,0 0 0</inkml:trace>
  <inkml:trace contextRef="#ctx0" brushRef="#br0" timeOffset="26684.5">3346 6803 0,'0'0'0,"0"0"0,0 0 15,0 0-15,0 0 16,0 0-16,0 0 15,0 0-15,0 0 16,0 0-16,0 0 0,0 0 0,0 0 0,0 0 0,0 0 16,0 0-16,0 0 0,0 0 0,0 0 0,0 0 15,7-8-15,0 1 0,-2-1 0,2 4 0,-4-1 0,0 0 16,-1 3-16,-1 0 0,2 0 0,-2 2 0,-1-1 16,0 1-16,0 0 0,0 0 0,0 0 0,40 4 15,-2 1-15,0-2 0,2 2 0,0-1 0,-3-1 16,-16-1-16,-2 0 0,0 0 0,6 0 0,0 0 0,1 0 15,-12-1-15,-1 1 0,-1-2 0,11 3 0,-1-1 16,2 0-16,-24-2 0,12 2 0,1-2 0,0 1 16,-13-1-16,8-1 0,2 1 0,-1 0 0,-4 0 15,-1 0-15,0 0 0,-4 0 0,3 0 0,-1 0 0,-1 0 16,-1 0-16,7-4 0,-1 1 0,1-1 0,-3 3 16,-1-2-16,1 2 0,-4 1 0,2-2 0,-1 2 15,1 0-15,-1-1 0,-1 1 0,0 0 0,0 0 0,0 0 16,0 0-16,0 0 0,0 0 0,0 0 0,0 0 15,0 0-15,0 0 0,0 0 0,0 0 0,0 0 16,0 0-16,0 0 0,0 0 0,0 0 0</inkml:trace>
  <inkml:trace contextRef="#ctx0" brushRef="#br0" timeOffset="29810.853">4377 6851 0,'0'0'0,"0"0"0,0 0 0,0 0 16,0 0-16,0 0 15,0 0-15,0 0 16,0 0-16,0 0 0,0 0 16,0 0-16,0 0 0,0 0 0,0 0 0,0 0 15,0 0-15,1 1 0,1-1 0,1 2 0,-3-1 16,0-1-16,1 1 0,-1-1 0,2 0 0,-2 0 16,0 0-16,0 1 0,0-1 0,0 0 0,0 0 0,0 0 15,0 0-15,0 0 0,0 0 0,0 0 0,0 0 16,0 0-16,0 0 0,0 0 0,0 0 0,0 0 15,0 0-15,0 0 0,0 0 0,0 0 0,0 0 0,0 0 16,0 0-16,0 0 0,0 0 0,0 0 0,0 0 16,0 0-16,0 0 0,0 1 0,0-1 0,0 0 0,2 0 15,-2 0-15,0 0 0,0 0 0,0 0 16,0 0-16,0 0 0,0 0 0,0 0 0,0 0 0,0 0 16,0 0-16,0 0 0,0 0 0,0 0 0,0 0 15,0 0-15,0 0 0,0 0 0,0 0 0,0 0 16,0 0-16,0 0 0,0 0 0,0 0 0,0 0 15,0 0-15,0 0 0,0 0 16,0 0-16,0 0 0,0 0 0,0 0 0,0 0 0,1 0 0,-1 0 0,2 0 16,-1 0-16,-1 0 0,0 0 0,0 0 0,0 0 15,0 0-15,0 0 0,0 0 0,0 0 0,0 0 16,7 0-16,-2 0 0,3 0 0,-5 0 16,1 0-16,0 0 0,-2 0 0,-2 0 0,1 0 0,-1 0 0,3 0 15,-3 0-15,0 0 0,0 0 0,0 0 0,0 0 16,0 0-16,10 0 0,0 0 0,1-1 0,-5 0 15,-1 1-15,1 0 0,-6 0 0,3-1 0,-1 1 16,0 0-16,9 1 0,-2-1 0,0 0 0,-9 0 0,6 1 16,0-1-16,-1 0 0,-5 0 0,9 1 0,-1-1 15,-1 0-15,-2 0 0,0 0 0,0 0 0,-5 0 16,9 0-16,1-1 0,1 0 0,-11 1 0,6-1 0,-1 1 16,1 0-1,5-1-15,0 1 0,-1 0 0,-10 0 0,5 0 0,1 0 0,0 0 0,-6 0 0,14 0 16,-1 0-16,-1 0 0,-3 0 0,-2 0 0,0 0 15,-7 0-15,14-2 0,-1 2 0,0-1 0,-13 1 0,9-2 16,-3 2-16,1 0 0,6-1 0,-2 1 0,1-1 16,-12 1-16,7-1 0,-2 1 0,1-1 0,-6 1 15,13-1-15,-3 1 0,2 0 0,-5-1 0,-2 1 16,1 0-16,3 0 0,-1 0 0,1 0 16,-9 0-16,6 1 0,-3-1 0,1 0 0,-4 0 15,3 0-15,-1 0 0,0 0 0,0 0 0,-2 0 0,0 0 0,0 0 0,0 0 16,0 0-16,0 0 0,0 0 15,0 0-15,0 0 16,8-1-16,-1 1 0,0 0 0,-7 0 0,5-2 16,0 2-16,-2-1 0,-1 1 0,0 0 0,0 0 15,-2 0-15,1 0 0,-1 0 0,1 0 0,-1 0 0,0 0 16,0 0-16,1 0 0,-1 0 0,0 0 0,0 0 16,0 0-16,0 0 0,0 0 0,0 0 0,0 0 15,0 0-15,0 0 0,0 0 0,0 0 0,0 0 0,0 0 16,0 0-16,0 0 0,0 0 0,0 0 15,0 0-15,0 0 0,0 0 0,0 0 0,-2-2 0,1 1 16,1 1-16,-2-1 0,2 0 0,-2 1 0,2 0 16,-1-1-16,1 1 0,0 0 0,0 0 0,0 0 15,0 0-15,0 0 0,0 0 0,0 0 0,0 0 0,0 0 16,0 0-16,0 0 0,0 0 0,0 0 0,0 0 16,0 0-16,0 0 0,0 0 0,0 0 0,0 0 15,0 0-15,0 0 0,0 0 0,0 0 0,0 0 0,0 0 16,0 0-16,0 0 0,0 0 0,0 0 0,0 0 15,0 0-15,0 0 0,0 0 0,0 0 0,0 0 16,0 0-16,0 0 0,0 0 0,0 0 0,0 0 16,0 0-16,0 0 0,0 0 0,0 0 0,0 0 0,0 0 15,0 0-15,0 0 0,0 0 0,0 0 0,0 0 16,0 0-16,0 0 0,0 0 0,0 0 0,0 0 16,0 0-16,0 0 0,0 0 0,0 0 0,0 0 15,0 0-15,0 0 0,0 0 0,0 0 0,0 0 0,0 0 16,0 0-16,0 0 0,0 0 0,0 0 0,0 0 15,0 0-15,0 0 0,0 0 0,0 0 0,0 0 16,0 0-16,0 0 0,0 0 0,0 0 0,0 0 0,0 0 16,0 0-16,0 0 0,0 0 0,0 0 0,0 0 15,0 0-15,0 0 0,0 0 0,0 0 0,0 0 16,0 0-16,0 0 0,0 0 0,0 0 0,0 0 0,0 0 16,0 0-16,0 0 0,0 0 0,0 0 0,0 0 15,0 0-15,0 0 0,0 0 0,0 0 16,0 0-16,0 0 0,0 0 0,0 0 0,0 0 0,0 0 15,0 0-15,0 0 0,0 0 0,0 0 0,0 0 16,0 0-16,0 0 0,0 0 0,0 0 0,0 0 0,0 0 16,0 0-16,0 0 0</inkml:trace>
  <inkml:trace contextRef="#ctx0" brushRef="#br0" timeOffset="39667.284">3348 6771 0,'0'0'0,"0"0"0,0 0 0,0 0 15,0 0-15,0 0 16,53 3-16,-22-1 16,-31-2-16,0 0 0,0 0 15,15 1-15,-1 1 0,-2-1 0,-12-1 0,7 2 0,0-1 16,0-1-16,8 3 0,-2-1 0,2 0 0,-15-2 15,8 2-15,-1-2 0,2 1 0,8 2 0,1-1 16,-1 0-16,-6-1 0,-1-1 0,1 2 0,-11-2 16,18 1-16,3-1 0,0 1 0,-11-1 0,1 0 0,1 0 15,-12 0-15,16-1 0,1 0 16,-1-1-16,-16 2 0,10 0 0,-1 0 0,-1 0 0,6-2 0,-2 1 16,2 1-16,-14 0 0,7-2 0,-1 1 0,2 1 15,-5 0-15,-2 0 0,2 0 0,-3 0 0,1 0 0,1 0 16,-2 0-16,6-3 0,-1 1 15,1 0-15,-6 2 0,5-1 0,-2 0 0,-1 0 0</inkml:trace>
  <inkml:trace contextRef="#ctx0" brushRef="#br0" timeOffset="64746.144">14472 8253 0,'0'0'0,"0"0"0,0 0 16,0 0-16,0 0 16,0 0-1,0 0-15,0 0 0,0 0 16,0 0-16,0 0 0,0 0 0,-14 7 0,0-2 0,0 1 16,14-6-16,-9 3 0,1 0 0,-1 0 0,9-3 0,-16 4 15,-2 1-15,1-2 0,17-3 0,-10 3 16,1-2-16,0 2 0,9-3 0,-24 2 0,2 1 0,-1 1 15,23-4-15,-24 5 0,0-1 0,0 1 0,24-5 0,-25 5 16,1-1-16,0 1 0,24-5 0,-26 5 16,-1 1-16,2-1 0,25-5 0,-29 6 0,1-1 0,-1 0 0,29-5 15,-30 5-15,1 1 0,1-1 16,28-5-16,-30 4 0,0 0 0,1 1 0,29-5 16,-28 3-16,1 1 0,-2 0 0,29-4 0,-28 2 15,1 1-15,0-1 0,27-2 0,-35 5 0,2-1 0,-1-1 16,34-3-16,-36 5 0,-2-1 0,1 0 0,37-4 15,-34 5-15,1-2 0,-1 0 0,34-3 0,-17 3 0,2-2 16,-1 1-16,16-2 0,-22 3 0,0-2 0,0 1 16,22-2-16,-11 2 0,-1-1 0,1-1 0,11 0 15,-9-1-15,3 1 0,0-1 0,6 1 0,-3-1 0,1 1 16,0 0-16,2 0 0,0 0 0,-9-3 16,2 0-16,0 0 0,1 0 0,3 3 0,-1-2 15,4 2-15</inkml:trace>
  <inkml:trace contextRef="#ctx0" brushRef="#br0" timeOffset="66143.445">17447 8126 0,'0'0'0,"0"0"16,0 0-16,0 0 16,0 0-16,0 0 15,-40 25 1,40-25-16,0 0 0,0 0 0,0 0 0,-8 5 16,1 0-16,0 0 0,7-5 0,-17 6 0,1 0 15,-1-1-15,17-5 0,-9 4 0,1-2 16,-1 1-16,9-3 0,-26 4 0,2-1 0,0-1 15,24-2-15,-27 2 0,0 0 0,-1 0 0,28-2 0,-28 1 0,0 1 0,1-1 16,27-1-16,0 0 0,-32 1 0,1 0 16,1 0-16,30-1 0,-35 2 0,1 0 0,0 0 0,-13 2 0,2 1 15,0-1-15,45-4 0,-46 7 0,-1-3 16,1 2-16,46-6 0,-35 6 0,1 0 0,0-1 0,0 4 0,1-3 16,1 1-16,32-7 0,-32 6 15,2-2-15,0 0 0</inkml:trace>
  <inkml:trace contextRef="#ctx0" brushRef="#br0" timeOffset="69875.911">14789 8762 0,'0'0'0,"0"0"16,0 0-16,0 0 16,0 0-1,0 0-15,0 0 16,0 0-16,0 0 0,0 0 0,0 0 0,-11 13 15,2-1-15,0 0 0,9-12 0,-6 8 0,0-1 16,0 2-16,6-9 0,-19 7 0,1 1 16,1-1-16,17-7 0,-21 8 0,0 0 0,0-1 0,21-7 15,-24 8-15,3 0 0,-1 0 0,22-8 0,-26 6 16,2 1-16,0 0 0,24-7 0,-27 7 16,0-1-16,0 0 0,27-6 0,-27 6 0,-1 0 0,0 0 0,28-6 15,-31 5-15,1 0 0,0-1 0,30-4 0,-32 4 0,1 0 0,-1 0 16,32-4-16,-31 4 0,1-1 15,1 0-15,-2 0 0,1 0 0,1 0 0,29-3 0,-28 4 0,0 0 16,0 0-16,28-4 0,-25 4 16,-1 0-16,1 0 0,25-4 0,-13 3 0,1-2 0,-1 1 0,13-2 15,-23 3-15,0 0 0,1-2 16,22-1-16,-13 2 0,1-1 0,1 0 0,11-1 0,-5 1 0,-1-1 16,2 1-16,4-1 0</inkml:trace>
  <inkml:trace contextRef="#ctx0" brushRef="#br0" timeOffset="70924.581">18179 8796 0,'0'0'0,"0"0"16,0 0-16,-41 11 16,17-4-1,-23-4-15,22-1 16,25-2-16,0 0 16,0 0-16,0 0 0,-23 1 0,1-1 0,-1 0 0,23 0 15,-25 3-15,1-2 0,0 1 0,24-2 16,-28 1-16,-1 1 0,2-2 15,27 0-15,-31 3 0,0-2 0,1 1 16,30-2-16,-47 3 0,0-1 16,1 1-16,46-3 0,-56 4 0,0-1 0,1 1 0,-4 1 0,1-1 15,0 0-15,58-4 0,-58 5 0,0 0 0,1 0 0,57-5 0,-58 5 0,1-1 0,-1 0 16,58-4-16,-57 6 0,-1-2 0,1 0 0,3 0 0,0 0 0,0 1 0,54-5 0,-48 3 16,2 2-16,-1-2 15,47-3-15,-38 3 0,0 0 0,0 1 0,38-4 0,-18 2 0,0-1 16,1 2-16,17-3 0,-19 3 0,0 0 0,0 1 0,10-2 15,-1-1-15,1 1 0</inkml:trace>
  <inkml:trace contextRef="#ctx0" brushRef="#br0" timeOffset="91014.225">5341 12072 0,'0'0'0,"0"0"0,0 0 15,0 0-15,0 0 16,0 0-16,0 0 0,0 0 16,0 0-16,0 0 0,0 0 0,0 0 15,0 0-15,0 0 0,-16 4 0,4 1 0,-3-1 0,7 0 0,-1-2 31,1 0-31,8-2 0,-12 2 0,1-1 0,0 1 16,5-1-16,0-1 0,1 0 16,5 0-16,-11-1 0,1 1 0,-2 0 0,5 0 0,2 0 15,0 0-15,-9 1 0,2-1 0,-2 1 0,14-1 0,-8 0 16,0 1-16,1-1 0,-8 1 0,2-1 0,-2 0 0,15 0 16,-8 0-16,-1 0 0,2 0 0,-11 0 0,3 0 15,-2-1-15,17 1 0,-11 0 0,3-1 0,0 1 0,-10-2 16,0 0-16,1 1 0,17 1 0,-8-1 0,-2 0 15,1 0-15,-12-1 0,3 1 0,-2-1 0,20 2 0,-11-1 16,-1 1-16,1-1 0,-11 0 0,1 0 0,1-1 16,20 2-16,-13 0 0,1-1 0,1 0 0,-13 0 15,3 1-15,-1-3 0,22 3 0,-14 0 16,3 0-16,0-1 0,-13 2 0,1-1 0,-1 0 0,24 0 0,-13 0 16,1 0-16,-1 0 0,-10 0 0,1 0 15,-1-1-15,10 0 0,2 1 0,-1-1 0,12 1 0,-24 0 16,2 0-16,-1 0 0,10-1 0,1 1 0,1 0 15,11 0-15,-24-4 0,3 2 0,0 0 0,-7-1 0,2 3 16,0-3-16,26 3 0,-25-3 0,1 1 0,-2 0 16,14 0-16,0 2 0,1-1 0,11 1 0,-21-2 15,-2 0-15,2 1 0,-2-1 0,1 0 0,-1 0 0,23 2 16,-12-1-16,2 1 0,-1-1 0,-13-2 0,4 2 16,-3-1-16,23 2 0,-12-1 0,0-1 0,0 1 15,7 1-15,1 0 0,-1 0 0,5 0 0,-16-3 16,1 0-16,0 0 0,6 1 0,1 1 15,-1 0-15,-7-2 0,0 1 0,-1-1 0,17 3 16,-9-2-16,0 1 16,1 0-16,-9-1 0,2 0 0,-1 1 0,16 1 0,-8-2 0,-1 1 0,2 1 15,-6-3-15,2 1 0,-2 0 0,13 2 16,-6-2-16,1 2 0,0 0 0,-4-2 0,1 1 0,1 1 16,2 0-16,1 0 0,-1-1 0,5 1 0,-1 0 0,-1 0 0,2 0 15,-2 0-15,2 0 0,0 0 0,-1 0 0,1 0 0,0 0 16,0 0-16,0 0 0,0 0 0,0 0 0,0 0 0,0 0 15,0 0-15,0 0 0,0 0 0,0 0 0,0 0 16,0 0-16,0 0 0,0 0 0,0 0 0,0 0 16,-4-2-16,0 0 0,0 1 0,1-1 0,0 2 15,1-1-15,1 1 0,1 0 0,0 0 0,-2-1 0,2 1 16,0 0-16,0 0 0,0 0 0,0 0 16,0 0-16,0 0 0,0 0 0,0 0 0,0 0 0,0 0 0,0 0 15,0 0-15,0 0 0,0 0 0,0 0 0,0 0 16,0 0-16,0 0 0</inkml:trace>
  <inkml:trace contextRef="#ctx0" brushRef="#br0" timeOffset="98868.063">3423 6729 0,'0'0'0,"0"0"0,0 0 0,0 0 0,0 0 15,0 0-15,0 0 16,0 0-16,0 0 16,0 0-16,0 0 0,0 0 0,0 0 0,0 0 15,0 0-15,0 0 0,0 0 0,-3 1 16,0-1-16,0 0 16,0 1-16,1-1 0,1 1 0,-1-1 0,1 0 0,1 0 0,0 0 0,-1 0 0,1 0 0,0 0 15,0 0 1,0 0-16,0 0 0,0 0 0,0 0 15,0 0-15,0 0 0,0 0 0,0 0 0,4 5 0,1 0 16,-1 0-16,-4-5 0,1 4 0,1-1 0,1 1 16,4 0-16,1 0 0,-2 1 0,-1-2 0,-2-1 15,1-1-15,-4-1 0,9 3 0,0-1 0,0 1 16,-3-2-16,-1 0 0,1 0 0,-6-1 0,2 1 16,0-1-16,0 0 0,10 2 0,0-1 0,-1 0 15,-11-1-15,8 2 0,0-2 0,-1 0 0,7 1 0,-1 0 16,1 0-16,-14-1 0,8 0 0,0 0 0,0 0 15,5 0-15,0 0 0,1 0 0,-14 0 0,8-2 16,-1 2-16,0 0 0,5 2 0,2-1 0,-1 0 0,-13-1 16,8 1-16,-2-1 0,1 0 0,7 0 0,-1 0 15,0 0-15,-13 0 0,8 0 0,0 0 0,-2 0 16,-6 0-16,13-1 0,1 1 0,0-1 0,-7 0 0,-1 1 16,2 0-16,-8 0 0,15-3 15,-2 0-15,-1 1 0,-12 2 0,9-1 0,-2-1 0,1 1 0,7-3 16,-4 1-16,2 0 0,-13 3 0,8-3 0,-1 1 15,-1 0-15,6-2 0,-1 1 0,-1 0 0,-10 3 16,8-2-16,-2 0 0,-1 0 0,-5 2 0,2-1 0,0 0 16,1 1-16,7-4 0,-1 1 15,0 0-15,-9 3 0,6-1 0,-1-1 0,0 0 0,-5 2 0,2 0 16,2-1-16,-2 1 0,-1-1 0,-1 1 0,0 0 0,1-1 16,-1 1-16,0 0 0,0 0 0,0 0 0,0 0 15,0 0-15,0 0 0,0 0 0,0 0 0,0 0 16,0 0-16,0 0 0,3-5 0,0-1 0,0 1 15,1 1-15,-3 2 0,0-2 0,1 3 16,-2 0-16,0-1 0,0 2 0,2 0 0,-2-1 0,0 1 0,0 0 16,0 0-16,0 0 0,0 0 0,0 0 15,0 0-15,-8-2 0,1 1 0,1 0 0,6 1 16,-6-2-16,3 2 0,-1-2 0,2 1 0,1 1 16,-1 0-16,1 0 0,1 0 0,0 0 0,0 0 15,0 0-15,0 0 0</inkml:trace>
  <inkml:trace contextRef="#ctx0" brushRef="#br0" timeOffset="118869.411">4723 11884 0,'0'0'0,"0"0"0,0 0 15,0 0-15,0 0 16,0 0-16,0 0 16,0 0-1,0 0-15,0 0 0,0 0 0,0 0 0,0 0 0,0 0 16,0 0-16,0 0 0,0 0 0,0 0 0,2-4 0,0 1 16,0 0-16,0 0 0,-2 2 0,1-1 0,0 1 15,-1 0-15,0 1 0,0 0 0,1-1 0,-1 1 16,0 0-16,0-1 0,0 1 0,0 0 0,0 0 0,0 0 15,0 0-15,0 0 0,0 0 0,0 0 0,0 0 16,0 0-16,0 0 0,0 0 0,0 0 0,0 0 16,0 0-16,0 0 0,0 0 0,0 0 0,-1-5 15,0 3-15,0-2 0,0 2 0,1 0 0,0 0 16,-1 2-16,1-1 0,0 0 0,0 1 0,0 0 16,0 0-16,0-1 0,0 1 0,0 0 15</inkml:trace>
  <inkml:trace contextRef="#ctx0" brushRef="#br0" timeOffset="125304.421">5147 12048 0,'0'0'0,"0"0"0,0 0 0,0 0 16,0 0-16,0 0 15,0 0-15,0 0 16,0 0-16,0 0 0,0 0 0,0 0 16,0 0-16,0 0 0,0 0 0,0 0 0,0 0 15,0 0-15,0 0 0,0 0 0,-6 1 0,2-1 16,0 1-16,4-1 0,-3 1 0,0-1 0,1 0 16,1 0-16,0 0 0,0 0 0,1 0 0,0 0 15,0 0-15,0 0 0,-9-1 0,1 0 0,0 0 16,2 1-16,3-1 0,-3 1 0,6 0 0,-8 1 0,1-1 15,-1 0-15,4 0 0,-1 0 0,1 0 0,4 0 16,-1 0-16,-1 0 0,1 0 0,-10 1 0,1-1 16,0 0-16,10 0 0,-7 0 0,1 0 0,0 0 15,-6 1-15,2-1 0,-1 1 0,11-1 0,-7 0 0,2 0 16,0 0-16,-8 0 0,4 0 0,-2 0 0,11 0 16,-5-1-16,-1 1 0,1 0 0,-8-1 15,1 0-15,0 1 0,12 0 0,-7 0 0,-1-1 0,1 1 16,-5 1-16,-2-1 0,0 1 0,14-1 0,-7 1 15,0-1-15,0 1 0,-8 2 0,0-2 0,1 1 0,14-2 16,-10 3-16,3-3 0,-2 2 0,-3-2 16,0 0-16,-1 0 0,13 0 0,-7 0 0,1 0 0,0 0 15,-9 1-15,3 0 0,-1 1 0,13-2 0,-8 1 16,1-1-16,-1 1 0,-7 1 0,0 0 0,-1-2 16,16 0-16,-8 1 0,-1 0 0,0-1 0,-5 1 0,0 0 15,0 1-15,14-2 0,-7 0 0,-1 0 16,0 0-16,-7 3 0,2-2 0,1 1 0,12-2 0,-9 1 15,2 0-15,0-1 0,-8 1 0,0 1 0,1-1 16,14-1-16,-8 0 0,0 1 0,1-1 0,-8 2 16,0-2-16,1 1 0,14-1 0,-9 1 0,2 0 15,1 0-15,-10 0 0,0-1 0,1 1 0,15-1 0,-10 1 16,1-1-16,1 0 0,-8-1 0,1 0 0,1 0 16,14 1-16,-10-1 0,1 1 0,0 0 0,-6 1 15,0-1-15,1 0 0,14 0 0,-10 1 0,3-1 16,-2 1-16,-8 1 0,-1-1 0,1 1 0,17-2 0,-10 1 15,1 0-15,0 1 0,-9-1 0,1 1 0,1-1 16,16-1-16,-10 1 0,2 0 0,-1-1 0,-11 1 16,2-1-16,1 0 0,17 0 0,-10 1 0,0-1 15,-1 0-15,-5-2 0,1 0 0,0 1 0,5 0 16,2-1-16,1 2 0,7 0 0,-16-3 0,3 3 0,-2-2 16,7 1-16,1 1 0,0-1 0,7 1 15,-14 0-15,1-1 0,0 1 0,6-1 0,0 1 0,-1 0 16,8 0-16,-12-2 0,0 1 0,2-1 15,2 2-15,2-1 0,0 1 0,-3-1 0,0 1 0,3-1 16,6 1-16,-6-1 0,1 1 0,1 0 0,-4 0 16,1 0-16,-2 0 0,9 0 0,-3 0 0,0 0 0,-2 0 15,4 0-15,0 0 0,-1 0 0,2 0 0,-2 0 16,2 0-16,0 0 0,-1 0 0,1 0 0,0 0 16,0 0-16,0 0 0,0 0 0,0 0 15,0 0-15,0 0 0,0 0 0,0 0 16,0 0-16,0 0 0,0 0 0,0 0 0,0 0 0,0 0 0,0 0 15,0 0-15,0 0 0,0 0 16,-4-3-16,-1 3 0,2 0 0,1-1 0,-1 1 0,1-1 0,0 0 0,0 1 16,2 0-16,-1 0 0,1 0 15,0 0-15,0 0 0,0 0 0,0 0 0,0 0 0,0 0 0,0 0 0,0 0 16,0 0-16,0 0 0,0 0 0,0 0 0,0 0 16,0 0-16,0 0 0,0 0 0,0 0 0,0 0 15,0 0-15,0 0 0,0 0 0,0 0 0,1 0 16,3-1-16,-3-1 0,2 2 0,-2 0 0,-1 0 15,2 0-15,-2 0 0,0 0 0,0 0 0,0 0 16,0 0-16,0 0 0,0 0 0,0 0 0</inkml:trace>
  <inkml:trace contextRef="#ctx0" brushRef="#br0" timeOffset="127074.626">5191 12084 0,'0'0'16,"0"0"-16,0 0 0,0 0 0,0 0 15,0 0-15,0 0 16,0 0 0,0 0-16,0 0 0,0 0 0,0 0 0,0 0 0,0 0 15,0 0-15,-14 5 0,-2-1 0,2-1 0,4 0 16,2-1-16,-1 0 0,9-2 0,-13 3 0,0-1 16,1 1-16,4-2 0,2 0 0,0 0 0,6-1 0,-14 0 15,0 0-15,-1 1 0,6 0 0,1-1 0,1 0 16,7 0-16,-18 3 0,3-2 0,0 1 0,4-1 15,3 0-15,0 0 0,8-1 0,-21 4 0,0-2 0,0-1 16,10 2-16,-2-1 0,2-1 0,11-1 0,-22 3 16,-1-1-16,0 0 0,10 0 0,1-1 0,0 0 15,12-1-15,-24 1 0,0 2 0,2-2 0,7 1 16,4-2-16,-2 1 0,13-1 0,-24 1 0,2 0 16,0-1-16,10 0 0,0 0 0,0 0 0,12 0 0,-19 0 15,1 0-15,-1 0 0,10 0 0,-1 0 0,-1 0 16,11 0-16,-14-1 0,2 1 0,0 0 0,4-1 15,3 1-15,-2 0 0,7 0 0,-4 0 0,2 0 0,0 0 16,-4 1-16,0-1 0,0 0 0,1 1 0,2-1 16,0 0-16,1 0 0,1 0 0,0 0 0,-1 0 15,2 0-15,0 0 0,0 0 0,0 0 0,0 0 16,0 0-16,0 0 0,0 0 0,0 0 0,0 0 0,0 0 16,0 0-16,0 0 0,0 0 0,0 0 0,0 0 15,0 0-15,0 0 0,2-3 0,0 0 0,1 0 16,-3 3-16,2-1 0,-1-1 0,0 0 0,0 1 0,-1 0 15,2 0-15,-2 1 0,0 0 0,0 0 0,0 0 16,0 0-16,0 0 0</inkml:trace>
  <inkml:trace contextRef="#ctx0" brushRef="#br0" timeOffset="131033.78">4713 6789 0,'0'0'0,"0"0"0,0 0 0,0 0 16,0 0-16,0 0 16,0 0-16,0 0 15,0 0-15,0 0 0,0 0 0,0 0 16,0 0-16,0 0 0,0 0 0,0 0 0,0 0 16,0 0-16,4 2 0,-2-1 0,-1 0 0,1 1 0,-2-2 15,1 1-15,1-1 0,-2 0 0,0 0 0,0 2 16,0-2-16,0 0 0,0 0 0,0 0 0,0 0 15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17T08:28:09.9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20866 1263 0,'0'0'0,"0"0"16,0 0-16,0 0 0,0 0 16,39 34-16,-17-15 15,16 40 1,-38-59-16,0 0 0,0 0 0,0 0 0,0 0 15,8 12-15,-2-2 0,0 1 0,3 11 0,-2-2 0,-1 1 0,-6-21 16,8 24-16,-3 0 0,0-2 0,-5-22 0,3 23 16,-3-1-16,1 1 0,-1-23 0,-3 23 0,2 0 15,-1-1-15,2-22 0,2 25 0,-1-1 0,0 0 0,-1-24 16,7 26-16,-3-2 0,1 1 0,2 2 0,0 1 16,-1-1-16,-6-27 0,8 26 0,0 1 0,0-1 15,-8-26-15,4 26 0,-1 0 0,0 0 0,3-3 0,-3 1 0,0 0 16,-3-24-16,1 11 0,1 1 15,-1-1-15,-1-11 0,-6 23 0,2 0 0,-2 1 16,3-12-16,0 2 0,0-2 0,3-12 0,1 19 16,0-1-16,0-1 0,-1-17 15,1 10-15,0-1 0,0 0 0,-1-9 16,0 4-16,0-1 0,0 1 0,1-3 16,-1 1-16,0-1 0,0-1 0,0 0 0,0 0 15,0 0-15,0 0 0,0 0 0,0 0 0,2 7 0,-1-2 0,1 1 0,-2-6 0,1 3 0,1 2 16,-2-4-16,1 1 0,-1 0 0,0-1 0,0-1 0,2-6 0,1-2 15,-1 1-15,0 3 0,-1-1 0,0 0 16,-1 5-16,1-12 0,1 0 0,-1 0 0,0 5 16,0 0-16,-1 0 0,0 7 0,-1-12 0,1-1 0,0 1 0,0 12 15,-2-8-15,2 2 0,0-1 0,-1-10 16,1 2-16,0 0 0,0 15 0,-2-9 0,2 0 16,0 0-16,0 9 0,3-17 0,-1-1 0,-1 1 15,-1 17-15,2-11 0,-1 2 0,2 0 16,2-12-16,-1 0 0,-1 0 0,-3 21 15,6-22-15,1-1 0,-1 0 0,-6 23 16,6-22-16,0 1 0,1-3 0,0 2 16,0 0-16,1 0 0,-8 22 0,7-23 15,-1 0-15,1 0 0,-7 23 0,11-23 0,-1 1 0,0-2 16,2 0-16,1-1 0,0 2 16,-13 23-16,13-26 0,2 1 0,-2 1 0,1 0 0,0 1 0,-1 1 0,-2-1 0,-1 2 0,-1-1 0,-9 22 15,6-10-15,-2-1 0,1 1 0,-5 10 0,6-20 0,0 2 0,0-1 16,-2 8-16,-1 1 0,0-1 0,-1 6 0,-1 2 15,0-1-15,0 4 0,-1-3 0,0 2 0,1 1 0,-1-1 16,0 1-16,-3-5 0,2-1 0,-1 0 0,0 3 16,1-1-16,0 0 0,0 2 0,1 1 0,0 0 15,0 1-15,0 0 0,0 0 0</inkml:trace>
  <inkml:trace contextRef="#ctx0" brushRef="#br0" timeOffset="401.424">20958 1828 0,'0'0'0,"0"0"0,0 0 0,0 0 15,0 0-15,0 0 16,0 0-16,0 0 16,0 0-16,0 0 15,0 0-15,24-6 0,-2 1 0,1 0 0,-8 1 16,-2 1-16,0-1 0,-13 4 0,0 0 15,25-3-15,-1 0 0,0-1 0,-11 2 0,-1 2 16,1-2-16,-13 2 0,23-2 0,-1 0 0,1 0 16,-11 0-16,0 1 0,0 0 0,-12 1 0,18-1 0,1-1 0,0 1 15,-9 0-15,-1 0 0,0-1 0,-9 2 16,12-1-16,0 1 0,0-1 0,-6 1 0,0 0 0,-1 0 16,-5 0-16,3 0 0,-2 0 0,2 0 0</inkml:trace>
  <inkml:trace contextRef="#ctx0" brushRef="#br0" timeOffset="682.68">21748 1711 0,'0'0'0,"0"0"0,0 0 0,0 0 0,0 0 15,0 0-15,-13 39 16,-7 6-1,20-45-15,0 0 0,0 0 0,0 0 16,-6 15-16,1 0 0,-1-1 0,-1 3 0,-1 0 16,0-1-16,0 0 0,0 0 0,0 0 0,8-16 0,-9 17 15,1-1-15,0-1 0,-1 0 0,0-2 0,1 0 16,-1 2-16,-1-3 0,1 2 0,-4-4 0,3-2 0,-1 2 16,11-10-16,-8 3 0,1 2 15,-2-2-15,5-4 0,-1 0 0,1 0 0,0-2 0,2 1 16,-1 0-16</inkml:trace>
  <inkml:trace contextRef="#ctx0" brushRef="#br0" timeOffset="903.563">21550 1822 0,'0'0'0,"0"0"0,0 0 0,0 0 16,38 48-16,3-5 15,-2-10-15,-6 0 16,-33-33-16,0 0 0,0 0 0,11 11 16,-3 1-16,1-3 0,-9-9 0,9 8 15,-2-1-15,2 2 0,-3-2 0,0 1 16,-1-1-16,-1-2 0,-1 0 0,0-1 0,-3-2 0,0-1 16,0 1-16</inkml:trace>
  <inkml:trace contextRef="#ctx0" brushRef="#br0" timeOffset="1639.101">22120 1414 0,'0'0'0,"0"0"0,0 0 0,0 0 0,57-6 15,-4 0-15,-5 2 16,-4-1 0,-44 5-16,0 0 0,0 0 0,15-3 0,-1 2 15,0 0-15,-1 0 0,-1 1 0,0-1 16,-3-2-16,2 1 0,-1-1 0,-2-1 0,0-1 0,0 1 15,0-1-15,1 2 0,-1 1 0,-8 2 16,6-2-16,-1 0 0,0 1 0,-2-1 0,-1 1 0,0 1 0,-1 0 16,0 1-16,0-1 0,-1 2 15,0-1-15,0 2 0,0-3 0,0 2 16,0 2-16,0-1 0,-1 3 0,1 0 0,0 0 0,1 1 16,-1 1-16,0-2 0,2 5 0,-1-1 0,0 1 0,-1-11 0,2 11 15,-1 2-15,0-2 0,1 4 0,0-1 16,-1 0-16,2 3 0,-1 1 0,1-1 0,-1 0 15,0 2-15,1-1 0,-3-18 0,3 19 0,0-2 0,0 1 16,-2 3-16,0-1 0,-1 1 0,0-2 0,-1 0 0,0 0 16,1 0-16,0 2 0,0-1 0,-1 0 0,1 1 15,0-1-15,0-20 0,-2 20 0,0-1 0,0-1 16,-1-2-16,2 1 0,0-2 0,4 1 0,-2 0 16,0 0-16,2 0 0,-2-2 0,1 1 0,1 0 0,0 0 15,0 1-15,-3-16 0,3 10 0,0 0 0,-2 2 16,1-5-16,-2-1 0,1 1 0,-1-1 0,0 1 15,0-1-15,-2 0 0,0-2 0,0 2 0,1-2 16,-1-1-16,1 0 0,1-3 0,-1 2 0,0-1 16,0 0-16,0-1 0,1 1 15,0 1-15,0-2 0,0 0 0,0 0 0,-2-4 0,2 2 0,0 1 16,-3-1-16,-1 1 0,0-1 0,4 2 0,-11-1 0,1 1 16,0-1-16,-3 0 0,-1 1 0,1-1 0,-2 0 0,0 0 15,1 1-15,-6 1 0,1 0 0,-1-1 0,20 0 0,-20 2 16,0 0-16,1 1 0,0-3 0,0 0 15,1 2-15,0-2 0,3 0 16,-2 0-16,3 1 0,0-1 0,0 0 0,14 0 0,-13 0 16,1 1-16,0-1 0,3 2 0,0-2 0,-1 0 15,10 0-15,-11 1 0,1-1 0,0 0 0,4-2 0,0 0 16,1-1-16,3-10 0,2 2 0,0-2 0</inkml:trace>
  <inkml:trace contextRef="#ctx0" brushRef="#br0" timeOffset="1916.968">22614 1803 0,'0'0'0,"0"0"0,0 0 0,0 0 0,0 0 16,-58 13 0,-12 6-16,-23 8 15,93-27-15,0 0 0,0 0 0,0 0 0,-28 11 16,-1-2-16,1 0 0,28-9 0,-14 4 16,0 1-16,0-1 0,9-2 0,-1 0 15,2 0-15</inkml:trace>
  <inkml:trace contextRef="#ctx0" brushRef="#br0" timeOffset="3329.927">22844 1745 0,'0'0'0,"0"0"0,0 0 0,0 0 15,0 0-15,0 0 16,0 0 0,-16 46-16,6-21 15,10-25-15,0 0 0,0 0 0,1 15 16,1-3-16,-1 3 0,-1-15 0,0 0 0,2 6 0,-1 1 16,-1 1-16,1 5 0,0-1 0,0 0 0,-1-12 0,1 7 0,-1 0 0,0-1 15,3 6-15,0-1 0,-1 0 0,-2-11 0,2 8 16,-1-3-16,1 1 0,9 2 0,0 0 15,0-1-15,-11-7 0,7 4 0,-1 0 0,0-1 0,6-3 16,-1 0-16,1 0 0,-12 0 0,6-1 16,0 1-16,0 0 0,-6 0 0,12-11 0,-2 2 0,0-1 15,-4 3-15,-1 1 16,1 0-16,-6 6 0,11-16 0,-1 1 0,0 0 0,-3 4 0,-2 3 0,1 0 0,-6 8 16,7-16-16,0 2 15,0 0-15,-3 5 0,0 1 0,-1 1 16,-3 7-16,2-13 0,-1 0 0,1 2 15,-2 11-15,1-8 0,-1 2 0,0-1 16,0 5-16,0-1 0,0 1 0,0 2 0,-1-8 0,0 2 0,0-2 16,1 5-16,-1 0 0,0-1 0,0 1 0,1 2 0,0-1 0,0 2 0,0-1 15,0 1-15,0-2 0,0 2 0,0 0 0,0 0 0,0 0 0,0 0 16,0 0-16,-2 9 0,1 0 0,1-1 0,-1-2 16,0-2-16,0 1 0,4 7 0,-2 0 0,1 0 15,-2-12-15,2 7 0,-1-1 0,-1 0 0,6 11 0,-2 0 16,0 0-16,-4-17 0,3 9 0,-2 0 15,1 0-15,-2-9 0,4 24 0,-1-2 16,0 2-16,0-11 0,-1-1 0,-1 1 0,-1-13 0,-3 25 0,-2-1 16,1 0-16,1-10 0,1-2 15,0 1-15,2-13 0,-4 23 16,2 1-16,0-2 0,-1-10 0,2 1 16,0 0-16,1-13 0,-4 19 0,1 0 15,0-1-15,0-8 0,1 0 0,0-1 16,2-9-16,-7 14 0,2-2 0,0 0 15,2-5-15,0-1 0,-1 1 0,4-7 0,-11 9 0,2-2 0,0 2 0,3-4 16,1-2-16,-1 0 0,-6 0 0,-1-2 0,1 0 0,12-1 0,-7 1 0,0 0 0,1 0 0,-5-5 0,0 3 0,1-1 16,10 2-16,-6-1 0,1 0 0,-1 0 0,-4-5 15,0 1-15,0-1 0,10 6 0,-6-3 0,1 1 0,0 0 16,5 2-16,-5-12 0,-1 4 0,2-2 0,2 4 0,-1 1 16,1 1-16,2 4 0,3-13 0,-1 2 15,1-1-15,-1 6 0,-1-1 0,1 2 0,-2 5 16,12-16-16,-2 1 0,2 0 0,-6 7 0,0-1 15,0 0-15,-6 9 0,12-20 0,0 1 0,-1 1 16</inkml:trace>
  <inkml:trace contextRef="#ctx0" brushRef="#br0" timeOffset="3872.112">23277 1903 0,'0'0'0,"0"0"0,0 0 16,0 0-16,46-16 15,-16 7-15,11 6 16,-19 1-1,-22 2-15,0 0 0,0 0 0,0 0 0,3 0 16,0 0-16,-1 0 0,-1 0 0,0 0 0,0 0 0,0 0 16,-1 0-16,0 0 0,0 0 0,0 0 0,0 0 15,0 0-15,5 0 0,-1 0 0,0 2 0</inkml:trace>
  <inkml:trace contextRef="#ctx0" brushRef="#br0" timeOffset="4050.363">23263 2025 0,'0'0'0,"0"0"16,0 0-16,0 0 0,0 0 16,0 0-16,60-3 15,-3 0 1,-57 3-16,0 0 0,0 0 0,18-2 0,-3 1 0,0 1 16,2-4-16,-2 3 0,-1-2 0,0 0 0,-2 0 0,1-2 15,-2 0-15,0 0 0,-1 1 0</inkml:trace>
  <inkml:trace contextRef="#ctx0" brushRef="#br0" timeOffset="6281.311">23972 1548 0,'0'0'16,"0"0"-16,27-32 0,-10 13 0,0-1 16,-8 11-16,5-14 15,-6 9 1,-8 14-16,0 0 16,0 0-16,0-12 0,-1 1 0,0-1 0,0 5 15,1 1-15,-1-1 0,1 7 0,-10-10 0,1 0 16,-1 0-16,5 5 0,0-1 0,0 1 0,5 5 0,-3-3 15,0 2-15,1-2 0,2 3 0,-1 0 16,1-1-16,0 1 0,-10-2 0,1 0 0,1 2 0,8 0 0,-6-1 16,2 1-16,-1-1 0,-3 8 0,2-2 0,0 1 15,6-6-15,-4 3 0,0 2 0,0-2 0,0 6 16,-1 0-16,0 0 0,5-9 0,-2 4 0,-1 1 16,1 0-16,-4 11 0,0-1 0,-1 0 15,7-15-15,-3 9 0,0 0 0,0-1 0,0 15 0,2 0 16,-1-2-16,2-21 0,0 24 0,-1-1 0,0 0 0,3 0 0,-2 0 15,1-1-15,-1-22 0,1 12 16,0-2-16,-1 1 0,8 11 0,-1-1 16,0-1-16,-7-20 0,4 13 0,0-2 0,-1 0 0,-3-11 0,9 16 15,-3 1-15,0-1 0,-3-7 0,1-2 0,1 1 0,-5-8 0,-6 18 16,1-2-16,1 1 0,0-6 0,1-3 0,0 1 16,3-9-16,-3 5 0,2-2 15,0 0-15</inkml:trace>
  <inkml:trace contextRef="#ctx0" brushRef="#br0" timeOffset="6461.276">23793 1914 0,'0'0'0,"0"0"0,31-25 16,6 7-16,-3-1 15,2 1-15,-2-8 16,-1-9-16,-33 35 15,0 0-15,0 0 0,9-13 0,0 1 0,0-1 16</inkml:trace>
  <inkml:trace contextRef="#ctx0" brushRef="#br0" timeOffset="6763.625">24073 1726 0,'0'0'0,"0"0"16,0 0-16,-2 43 0,3-2 0,-2-10 15,13-11 1,0-8-16,1 1 15,-13-13-15,0 0 0,0 0 0,4 3 16,-1-1-16,0 1 0,-1-5 0,-1 2 0,1 0 0,3-3 16,-1-1-16,0 1 0,-4 3 0,5-6 0,-1 1 15,1-1-15,2-2 0,-2 0 0,0 0 0,3-4 0,-2 2 16,0-2-16,-2 1 0,1 0 0,0-1 0,-1 3 16,0-1-16,0 1 0,0 5 0,-2-2 0,1 1 15,-2 3-15,1 0 0,-1-1 0,-1 3 16,0 0-16,0 0 0,0 0 0,-1 3 0,1-3 0,0 3 0,0 3 0,0-1 15,0 0-15,1 3 0,0-1 0,0 0 16,1 0-16,0 1 0,-1-1 0,-1 2 0,0 0 0,0 0 16,0-9-16,0 9 0,0 0 0,0 0 0,1-4 15,0 0-15,-1 0 0,3-8 0,0 0 16,1 0-16,-4 3 0,0 0 0,0 0 0</inkml:trace>
  <inkml:trace contextRef="#ctx0" brushRef="#br0" timeOffset="7081.216">24330 1752 0,'0'0'16,"0"0"-16,0 0 0,0 0 0,16 46 15,-7-10-15,-4-15 16,-5-16-16,0-5 16,0 0-16,0 0 0,-3 0 0,2 0 0,0 0 0,1-3 15,-1 1-15,0-1 0,-3-15 0,1 1 16,-1 1-16,7 15 0,0-1 0,0 2 0,1-3 0,2 1 15,-2 0-15,-4 2 0,7-5 0,-2 0 0,1-1 0,-1 0 16,1 0-16,-1 1 0,2-3 0,-2 3 0,0-1 16,3 2-16,-2 3 0,0-2 0,-1 2 15,-1 1-15,-1-1 0,3 4 0,-3 0 0,1-1 0,0 5 16,0-1-16,-1 0 0,-3-6 16,6 8-16,-3-2 0,1 1 0,1-1 15,-2 0-15,0 1 0,-6 1 0,3-1 0,-1 1 16,-4-1-16,2 0 0,0-1 0,0-2 0,0-1 0,-1-1 0,2-4 0,0-1 15,1 1-15,1 2 0,0 0 0,0 0 0</inkml:trace>
  <inkml:trace contextRef="#ctx0" brushRef="#br0" timeOffset="7301.056">24599 1656 0,'0'0'0,"0"0"0,0 0 0,-4 51 15,10-8-15,3-15 16,1-6-16,-2-3 16,-8-19-16,0 0 0,0 0 15,3 6-15,-1 0 0,0 0 0,3-2 0,-2 0 16,1 0-16,-4-4 0,8 3 0,-2-1 0,0 0 0,3-4 16,0 0-16,-1 1 15,0-7-15,1 3 0,-1 0 0,1-6 0,0 1 0,-2-1 0</inkml:trace>
  <inkml:trace contextRef="#ctx0" brushRef="#br0" timeOffset="7500.73">24773 1501 0,'0'0'0,"0"0"0,0 0 0,0 0 15,18 66-15,-3-3 16,-8-18-16,-5 0 15,-5-9-15,3-36 0,0 0 0,0 0 16,-3 12-16,0-2 0,0 1 0,-5 1 16,2 0-16,0 0 0,-3-1 0,2 0 0,0-1 0,1-8 0,-2-1 15,1 1-15</inkml:trace>
  <inkml:trace contextRef="#ctx0" brushRef="#br0" timeOffset="7767.802">24817 1704 0,'0'0'16,"0"0"-16,0 0 0,0 0 0,0 0 15,48-23-15,-12 2 16,-12 11 0,-24 10-16,0 0 0,0 0 0,6 0 0,0 0 0,0-2 15,-1 2-15,0 0 0,0 0 0,3 2 0,-2-1 16,0 2-16,-1 1 0,-1 0 0,0 1 0,-1 3 0,0-2 15,0 0-15,-1-2 0,-1 1 0,1-1 0,-1 0 16,0-2-16,0 0 0,-1-2 0,0 0 0,0 0 0,1 1 16,-1-1-16,0 1 0,-3 12 0,0-1 0,1 2 0,0-4 15,0-1-15,-1 1 0,3-8 0,0-2 16,0 1-16,0-7 0,0 2 0,0-1 16</inkml:trace>
  <inkml:trace contextRef="#ctx0" brushRef="#br0" timeOffset="7878.764">25070 1576 0,'0'0'0,"0"0"0,0 0 0,0 0 15</inkml:trace>
  <inkml:trace contextRef="#ctx0" brushRef="#br0" timeOffset="8181.722">25177 1669 0,'0'0'0,"0"0"0,0 0 0,0 0 0,0 0 16,0 0-16,4 59 15,0-16-15,3-18 16,-7-25-16,0 0 0,0 0 0,3 5 16,0 0-16,0-1 0,2 0 0,-1-2 0,0 1 0,-4-3 15,0 0-15,0 0 0,7-2 0,-2 1 0,0 1 0,2-6 16,-1 1-16,0 1 15,1-4-15,0 2 0,-1 0 0,0-3 0,-2 1 0,1 0 16,-1-3-16,-2 4 0,1-2 0,-3 9 0,0 0 0,0 0 0,0-15 16,1 0-16,0 1 0,-3 3 0,-1 1 0,1-1 15,-2 4-15,0 1 0,1-1 0,-1 4 0,0 0 0,1 0 16,-2 5-16,0-2 0,0 1 0,0-1 0,0 3 16,-1-2-16,-2 2 0,1 2 0,0-2 0,0 1 0,1 0 15,0 0-15,3-4 0,2 0 0,-1 0 0,5-4 16,-1-1-16,0 2 0</inkml:trace>
  <inkml:trace contextRef="#ctx0" brushRef="#br0" timeOffset="8523.874">25465 1622 0,'0'0'0,"20"36"15,-5-4-15,-15-32 0,7 35 0,-7-35 16,0 24-1,0-24-15,0 13 0,0-13 16,0 0-16,0 0 0,0 1 0,0 0 0,0-1 16,2-2-16,-2 1 0,0 0 0,4-1 0,-1-2 15,-1 2-15,5-2 0,-2 1 0,0-1 0,3-2 16,-2 1-16,0 0 0,3-2 0,-1 1 0,-1 1 16,-7 5-16,0 0 0,0 0 0,12-5 0,-3-1 0,2 0 15,-2 3-15,-1 1 0,1 0 16,-4 2-16,1 0 0,0 0 15,0 3-15,-2 0 0,1 1 0,-3 0 0,0 1 0,1 1 0,-3-6 0,0 0 0,0 0 16,1 15-16,-1 0 0,0-1 16,-4 2-16,1-1 0,0 0 0,-4-1 15,1 0-15,-2-1 0,-2 0 0,0-1 16,1 0-16,-3-4 0,1 0 0,1 0 0,10-8 0,0 0 16,0 0-16</inkml:trace>
  <inkml:trace contextRef="#ctx0" brushRef="#br0" timeOffset="10849.899">21646 1045 0,'0'0'0,"0"0"0,0 0 0,0 0 16,0 0-16,0 0 16,-24-37-1,10 13-15,14 24 0,0 0 16,0 0-16,0 0 0,-10-6 0,1-1 0,0 2 15,3 1-15,1 1 0,-1 1 0,6 2 0,-2-2 0,0 2 0,-1-1 0,-6-5 16,-2 1-16,1 0 0,10 5 16,-6-3-16,0 1 0,0-2 0,-9 0 0,3 3 15,-2-3-15,14 4 0,-7-1 0,0 1 0,-1-2 0,-8 4 16,-1-1-16,1 1 0,16-2 0,-9 0 0,-1 2 0,1-1 16,-11 2-16,1 2 0,1-1 0,18-4 15,-11 2-15,1-1 0,0 2 0,-11 0 16,2 0-16,0 0 0,19-3 0,-11 2 15,0-1-15,0 0 0,-11 7 0,1-1 0,-1 1 0,22-8 0,-11 5 16,-1-1-16,0-1 0,-9 10 0,0-2 0,1 1 0,20-12 0,-11 7 16,0 0-16,0-1 0,-8 7 0,1-1 0,-1 0 15,19-12-15,-19 14 0,1-1 0,0 1 0,18-14 16,-9 6-16,0 1 0,1-1 0,-10 10 0,1 1 16,0-2-16,17-15 0,-10 9 0,1 0 15,0 0-15,-9 11 0,2-1 0,-1 1 0,17-20 0,-9 11 16,0-1-16,0 0 0,9-10 15,-9 22-15,0-2 0,0 1 0,-1 3 0,2-1 0,-1 0 16,9-23-16,-5 11 0,1 0 0,1 2 0,3-13 0,-9 23 0,2-1 0,0 1 16,7-23-16,-7 25 0,1 2 0,0-2 15,2-12-15,1 0 0,0-1 0,3-12 16,-6 27-16,-1-2 0,1 1 0,6-26 16,-4 14-16,1 0 0,0 0 15,0 10-15,0 0 0,0 0 0,3-24 16,1 24-16,-1 0 0,0 0 15,0-24-15,1 12 0,0 0 0,-1-1 16,0-11-16,6 22 0,-2-1 0,1 0 0,-5-21 0,3 12 0,-1 0 0,0 0 0,6 10 16,0-2-16,-1 3 0,-7-23 0,6 12 0,-2 0 0,0-1 0,-4-11 0,10 22 0,0 0 15,-1-2-15,-9-20 0,6 12 0,0-1 0,-1 0 0,-5-11 0,12 22 16,-1 1-16,-1-2 0,-10-21 0,7 12 0,-1 0 16,0 0-16,8 5 0,0 0 0,0 0 0,-14-17 15,8 10-15,0-1 0,-1 0 0,-7-9 16,18 16-16,-3-2 0,0 0 0,-5-5 0,-2-1 0,1-1 15,7 6-15,0 0 0,-1 0 0,-6-7 0,-1 0 0,0 1 0,9 1 16,-1-1-16,-1 1 0,-6-2 16,-1-3-16,1 0 0,-9-3 0,17 7 15,1-2-15,0 1 0,-8-3 0,0 0 16,-1 0-16,7 1 0,1-2 0,-2 2 16,-5-3-16,-2 1 0,1 0 0,8-1 0,-1 1 15,1-2-15,-8 0 0,0 0 0,1 0 0,7 0 16,1 0-16,0-2 0,-7 2 0,-2-1 0,0 1 0,-9 0 0,20-4 0,-2 2 0,0-2 15,-9 3-15,2-1 0,-1 0 0,6-4 0,0-2 0,0 2 0,-6 2 0,-1-1 16,0 1-16,9-5 0,-1 0 0,1 0 0,-9 4 16,0 0-16,1 0 0,7-7 0,-3 0 15,1 0-15,-15 12 0,7-6 0,1 0 16,0-2-16,9-5 0,-2-1 0,0 1 0,-6 4 0,0 2 0,-1-1 16,8-8-16,-2 1 0,1-1 0,-7 6 0,1 2 15,-1 0-15,7-8 0,-1 2 0,0-2 0,-14 16 16,9-8-16,-1 1 0,0-2 15,3-9-15,0 1 0,0-1 0,-4 8 0,-1-1 0,-1 1 16,5-6-16,-2-1 0,0 2 0,-2 5 0,-2 1 16,0 1-16,3-11 0,1 0 0,0 0 0,-8 19 0,4-10 15,-1-1-15,1 1 0,2-9 0,-1 1 0,1-1 0,-3 9 16,0 0-16,-1 0 0,5-11 0,-1 1 0,-1 1 16,-2 8-16,0 0 0,1 0 0,-4 11 0,3-21 0,0 2 15,0-2-15,0 9 0,-2 1 0,1 0 16,-2-9-16,1-1 0,0 3 0,0 6 0,-1 2 0,0-1 0,1-8 15,1-2-15,-2 1 0,2 8 0,-2 3 16,0-4-16,0 13 0,-5-20 0,2-2 0,-1 2 0,2 8 16,-1 0-16,1 1 15,-4-12-15,0 1 0,1 0 0,0 11 16,2-2-16,0 2 0,-4-11 0,2-1 0,-1 1 0,3 9 0,0 1 0,0 0 0,-9-10 16,3 1-16,-2 0 0,4 8 15,2 3-15,-1-1 0,-11-8 0,-1-1 0,0 2 0,18 18 16,-22-16-16,0 2 0,1-1 0,-4 4 0,0 2 15,0-1-15,-5 8 0,1 0 0,1 0 0,-4 3 0,1-1 0,1 0 0,1-1 16,1 0-16,0-1 0</inkml:trace>
  <inkml:trace contextRef="#ctx0" brushRef="#br0" timeOffset="12101.304">22314 2607 0,'0'0'0,"0"0"0,0 0 0,0 0 0,0 0 15,0 0-15,0 0 16,44 18-1,-44-18-15,0 0 0,0 0 0,8 1 16,1 4-16,0-1 0,-9-4 0,10 0 0,1 1 0,0-1 16,-4 0-16,-1 0 0,-1 0 0,-5 0 0,13-7 15,-3 1-15,1 0 0,-5 1 0,0 1 0,0 1 0,-6 3 16,10-6-16,-1 0 0,1 1 0,-5 1 0,0 2 16,-1-1-16,-4 3 0,2-1 0,0 0 0,0 0 15,-1 0-15,0 1 0,-1 0 0,0 0 0,0 0 16,0 0-16,0 0 0,0 0 0,0 0 0,0 0 0,6 2 0,-1 1 15,-1 0-15,-1-2 16,0 1-16,0-1 0,-1 0 0,-1-1 0,-1 1 0,0-1 0,2 10 16,-2-1-16,0 0 0,1-3 0,-1-1 15,0 1-15,0-6 0,2 13 0,-1 1 0,1-1 0,-1-6 16,0 0-16,0 0 0,-1-7 0,-2 17 0,2-1 0,0-1 16,0-6-16,0 0 0,0 0 15,0-9-15,-2 18 0,1-1 0,-1 0 0,1-7 0,0-1 16,0 0-16,1-9 0,-1 20 0,-1 0 15,1 1-15,0-9 0,0-1 0,0-1 0,1-10 0,-2 18 0,1-1 0,-1 0 16,1-7-16,0-1 0,0 0 0,1-9 16,4 14-16,-2 0 0,1-2 0,-3-12 0,2 8 15,0-1-15,-1 0 0,1-3 0,-2-2 0,0 0 0,0-2 16,1 7-16,-1 1 0,1-1 0,0-2 0,-1-2 16,0 2-16,0-4 0,0 1 0,0 0 0,0-1 15,0-1-15,0 1 0,0-1 0,0 0 0,0 0 0,0 0 16,0 0-16,0 0 0,0 0 0,0 0 0,0 0 15,0 0-15,0 0 0,0 0 0,0 0 0,0 0 0,0 0 16,-3-3-16,1 1 0,1 0 0,-1 0 0,1 1 0,-1-1 16,-9-3-16,2 1 0,-1 0 0,5 2 15,0 0-15,0 0 16,-9 0-16,1 1 0,1-1 0,5 1 16,0-1-16,1 2 0,6 0 0,-14 0 0,0 0 15,0 0-15,14 0 0,-7 0 0,0 0 0,-1 0 0,-7 0 0,1 0 0,0 0 16,14 0-16,-8 0 0,1 0 0,-1 0 0,-7 2 15,1-1-15,1-1 0,13 0 0,-9 2 0,2-2 0,-1 1 0,0-9 16,2 2-16,0-1 0,2 3 0,1-1 0,0 2 0</inkml:trace>
  <inkml:trace contextRef="#ctx0" brushRef="#br0" timeOffset="12318.948">22594 2890 0,'0'0'0,"0"0"0,0 0 0,0 0 16,0 0-16,0 0 15,0 0-15,0 0 16,0 0-16,0 0 0,0 0 0,-23 3 16,1 0-16,1 0 0,21-3 0,-14 3 0,1-1 15,1-1-15,-5 3 0,1 0 0,1 0 0,15-4 0,-9 2 16,1 0-16,-1 0 0,5-1 0,2 1 15,0-2-15</inkml:trace>
  <inkml:trace contextRef="#ctx0" brushRef="#br0" timeOffset="13039.73">22815 2861 0,'0'0'0,"0"0"0,0 0 0,0 0 16,24 35-16,1-14 15,-10-10-15,-4-1 16,-1-4-16,-10-6 16,0 0-16,0 0 0,7 1 0,-2 1 15,1 0-15,-2-1 0,0-1 0,0 1 16,2-3-16,-1 0 0,-1 0 0,3-1 0,-1 1 0,0 0 15,-6 2-15,7-4 0,0 0 0,0 0 0,1 1 0,1 0 16,-2-1-16,0-2 0,0 1 0,-1-1 0,-2 0 0,-1 1 16,0 0-16,-3 5 0,7-5 0,-3 1 0,1-1 15,-1 1-15,-1 0 0,2 0 16,-2 2-16,-1 0 0,0 0 0,0 0 0,-1 1 0,-1 1 16,2-1-16,-2 0 0,0 1 0,0-1 0,0 1 0,0 0 0,-2 1 15,2 1-15,0-1 0,0 1 0,-1 0 0,0 0 16,1 3-16,0-1 0,0 1 0,1 1 0,-1-1 15,0 0-15,1 1 0,-1 2 0,0-2 0,0 3 0,0 0 16,0 0-16,1 1 0,0-1 0,0 1 0,-1-10 0,1 11 16,0 1-16,0-1 0,-4 1 0,3 0 15,-1 0-15,-2 0 0,1-1 0,1 1 0,-1 0 0,2-1 16,0 0-16,2 1 0,-2 0 0,0-1 16,0-11-16,2 11 0,-1 0 0,0-1 0,-3 1 15,2-2-15,0 1 0,-1 1 0,1 0 0,-1-1 0,-2 0 16,0-1-16,-1 1 0,4-10 15,-3 9-15,0-2 0,0 1 0,-1-1 0,-1 0 0,0 0 0,-1-3 16,1-1-16,1 1 0,0-2 0,1-1 0,1 1 16,-2-2-16,1 1 0,0 1 0,3-2 0,-4-3 15,1 1-15,-2 1 0,-2-1 0,1-1 0,0 0 16,-2 1-16,1-1 0,1 1 0,0-2 0,0-1 0,1 2 16,1-2-16,1 1 0,0 0 0,3 4 0,-3-5 15,1-1-15,1 2 0,-2-1 0,0-1 0,1 0 0,1-2 16,0 0-16,0 0 0,3 1 0,-2 1 0,1-2 15,4-1-15,1 0 0,0 0 0,-6 9 0,8-10 16,-1-1-16,0 2 0,5-2 0,-1 0 0,0 1 0,-11 10 16,13-11-16,-2 1 0,1-1 0,1 0 0,0 1 15,0 0-15,0-2 0,0 2 0,1 0 0,-14 10 16,13-12-16,-2 1 0,1-1 0,-3 2 0,0 1 16,1 1-16,-1 2 0,1 1 0,-1 1 0</inkml:trace>
  <inkml:trace contextRef="#ctx0" brushRef="#br0" timeOffset="13241.964">23286 2944 0,'0'0'0,"0"0"0,0 0 0,0 0 0,0 0 16,0 0-16,50 3 15,-20 0 1,-30-3-16,0 0 0,0 0 0,11-3 16,0 0-16,0 0 0,-11 3 0,0 0 0,0 0 15</inkml:trace>
  <inkml:trace contextRef="#ctx0" brushRef="#br0" timeOffset="13395.492">23401 3078 0,'0'0'0,"0"0"0,41-2 0,-41 2 0,52 0 15,-5-10-15,-47 10 16,56-29-16</inkml:trace>
  <inkml:trace contextRef="#ctx0" brushRef="#br0" timeOffset="14195.847">23857 2763 0,'0'0'0,"0"0"0,0 0 0,0 0 0,0 0 16,0 0-1,0 0-15,-36 48 16,36-48-16,0 0 0,0 0 0,-9 16 0,2-2 16,-1 1-16,3-4 0,2 2 15,0-3-15,2 2 0,1-3 0,0 0 0,3 0 16,-2-1-16,1 0 0,2-2 0,0 2 0,0-2 15,2 3-15,-3-3 0,1 1 0,2-1 0,-1-1 0,0 0 0,-5-5 0,7 3 16,-1-1-16,0 1 0,2-1 0,-1-2 16,2 0-16,0-1 0,0-1 0,0-1 0,0 0 15,2 0-15,-1 0 0,-1-3 0,0 0 16,-1 2-16,2-6 0,-2 2 0,0 2 0,3-5 0,-2 1 0,0-1 16,0 2-16,0 0 0,0 0 0,-9 9 0,6-8 15,0 1-15,-1-1 0,2 2 16,-1 1-16,-1 1 0,-1-1 0,-1 3 0,0-1 0,-1 2 0,-1 0 0,1 0 15,-1 1-15,-1 0 0,0-1 0,-3 5 0,0 0 0,0 0 0,-2 1 0,2 0 16,0 1-16,-1-1 0,1 0 0,0-1 16,-2 4-16,1-1 0,1-1 0,3-6 0,-4 8 15,0 0-15,0 2 0,1-1 0,1-1 16,0-1-16,3 2 0,-1-1 0,0 1 0,5-4 16,-1-1-16,-1 0 0,2-2 0,-1 0 0,-1 0 0,6-1 15,-3 0-15,0 2 0,-6-3 0,9-3 0,-2 1 16,1 1-16,0-2 0,-1-2 15,-1 1-15,3-4 0,-2 1 0,0 1 16,0-3-16,-1 0 0,0 1 0,0-1 0,-3-1 16,2 3-16,-2-2 0,-1 1 0,0-1 0,0 2 15,-1 1-15,1 0 0,-4-1 0,1 1 0,0 1 16,0 0-16,-1 1 0,1 0 0,-3 2 0,-1 0 0,2 0 0,-5 2 0,1 0 16,0 0-16,-3 2 0,1 0 0,-1-1 0,0 3 0,0 0 15,1-1-15,-2 3 0,1-1 0,0 0 0,1-4 16,3-1-16,-1 2 0,2-4 0,2 2 0,-1-1 15</inkml:trace>
  <inkml:trace contextRef="#ctx0" brushRef="#br0" timeOffset="14585.849">24194 2799 0,'0'0'0,"0"0"0,0 0 16,35 40-16,-9-7 15,-14-11-15,-8-3 16,-4-8-16,-8-1 16,8-10-16,0 0 0,0 0 0,-2 2 0,0 0 15,-1-1-15,2-2 0,1 0 0,0 0 0,-1-3 16,1 2-16,0 0 0,0-3 0,0 1 0,0 0 16,2-2-16,-2 2 0,0-2 0,3 0 0,-1-2 0,0 1 15,3-1-15,-2 2 0,0-2 0,3 0 0,-1 1 16,1-2-16,1 1 0,-2 2 0,0-2 0,3 1 15,-2 2-15,1-1 0,-7 6 0,8-4 0,-2 1 16,0-1-16,1 4 0,1 0 0,0 0 0,-2 4 0,1 0 16,-1-1-16,0 4 0,1 0 0,1-1 0,-2 3 15,0-1-15,0 0 0,-1 1 0,-1 0 16,1-1-16,-2-1 0,-1 3 0,1-3 0,-5 2 16,2 0-16,0-2 0,-4 1 0,1-2 0,0 2 15,0-2-15,0-1 0,0 1 0,-1-1 0,1-2 16,1 0-16,-2-2 0,2-1 0,0 0 0,0-2 0,1 2 15,-1-1-15,2 1 0,0 0 0,0 0 0</inkml:trace>
  <inkml:trace contextRef="#ctx0" brushRef="#br0" timeOffset="14852.631">24645 2735 0,'0'0'15,"0"0"-15,0 0 0,0 0 0,0 0 16,0 0-16,0 0 15,-36 21-15,36-21 0,0 0 16,0 0-16,-8 5 0,2 0 0,-2-1 0,5-2 16,0 1-16,0-2 0,3-1 0,0 0 0,0 0 0,-1 15 0,0-1 15,0 1 1,0-4-16,0 0 0,0 1 0,0-4 16,0 0-16,0 0 0,0-1 0,0-1 0,-1 0 0,-1-1 0,2 1 15,-1-2-15,-2 1 0,-1-2 0,1 1 0,-3-2 0,2 2 0,0-2 16,-1 1-16,1-2 0,1 2 0,-1-4 0,1 1 15,1 0-15,-1-3 0,1 0 0,1 1 0,0-5 0,2 1 16,0 1-16,3-5 0,1 1 0,-1 2 0,3-7 16,-1 3-16,0-2 0</inkml:trace>
  <inkml:trace contextRef="#ctx0" brushRef="#br0" timeOffset="15049.964">24766 2611 0,'0'0'0,"0"0"0,0 0 0,0 0 0,18 51 16,-10-2 0,-6-6-16,-1-2 0,-7-1 15,6-40-15,0 0 0,0 0 16,-4 14-16,0-1 0,1 0 0,3-13 0,0 0 0,0 0 16,-4 9-16,2 0 0,-1-2 0,3-7 15,0 0-15,0 0 0,-2 5 0,1-2 0,1 1 0</inkml:trace>
  <inkml:trace contextRef="#ctx0" brushRef="#br0" timeOffset="15235.636">24683 2813 0,'0'0'0,"0"0"0,0 0 0,52-8 0,0 3 15,-12 5 1,1-3-16,-9-8 15,-32 11-15,0 0 0,0 0 0,9-6 0,1 2 0,-1 0 16,0-1-16,0 0 0,0 0 0,-2 2 0,-2 1 0,1-1 16</inkml:trace>
  <inkml:trace contextRef="#ctx0" brushRef="#br0" timeOffset="15581.355">25054 2736 0,'0'0'15,"0"0"-15,-37 16 0,-4 2 0,11 0 16,9 0-16,5 4 16,7-1-1,9-21-15,0 0 0,0 0 0,1 6 0,-1-1 0,0-1 16,3-1-16,0 2 0,-1-1 0,3 0 0,0-1 16,-1 0-16,2-2 0,0 1 0,1-1 0,1-2 0,0 0 0,1 0 15,1-1-15,-1 0 0,-1 0 0,1-3 16,-2-1-16,0 2 0,-1-2 0,0 0 0,-1 0 0,3-1 15,1 1-15,0 0 0,-1-1 0,-1 0 0,0 1 0,-1 0 16,0 2-16,1-2 0,-3 3 16,-1 0-16,1 1 0,-2 0 0,-1 2 0,1 0 0,0 3 0,-1-1 0,-1 0 15,3 3-15,-3 1 16,1 0-16,2 2 16,-1 1-16,-1-2 0,2 1 0,0-2 15,0 0-15,-1 0 0,1 1 0,0-1 0,-1 0 16,-1 0-16,1-1 0,-1-1 0,-1-2 0,1 2 0,1-5 15,-2 0-15,0 0 0,1-4 0,0 1 0,0 0 0,2-3 0,1 0 0,1 1 16</inkml:trace>
  <inkml:trace contextRef="#ctx0" brushRef="#br0" timeOffset="15959.69">25287 2803 0,'0'0'16,"0"0"-16,0 0 0,0 0 0,0 0 15,0 0-15,0 0 0,0 0 16,0 0-16,0 0 16,0 0-16,0 0 0,0 0 0,0 0 0,0 0 0,0 0 15,0 0-15,0 0 0,0 0 0,0 0 0,0 0 16,2-5-16,-1 0 0,0 1 0,2-2 0,-1 1 0,0-1 0,1 0 16,-1-1-1,1 2-15,0 1 0,-3 1 0,1 0 0,-1 3 0,0 0 0,0 0 0,1-2 16,0 0-16,-1 1 0,9-1 0,-2 0 0,1 0 15,1 3-15,-2 1 0,0-1 0,-3 2 16,0 1-16,0-1 0,0 3 0,-1-1 0,0-1 0,3 4 16,-3-2-16,1 0 0,-1 2 0,1-1 15,-1-1-15,-4 1 0,1-2 0,0 2 0,-4-2 16,-1-1-16,1 1 0,-2-2 0,1 0 0,-1 1 16,-1-4-16,2 1 0,0 0 0,-2-6 0,1 3 0,0-2 0,2-3 15,1 1-15,0-1 0,0-2 0,2 1 0,-1-1 16,2 4-16,-1 0 0,0 0 0,0 2 0,1 0 0,0 1 15</inkml:trace>
  <inkml:trace contextRef="#ctx0" brushRef="#br0" timeOffset="16141.913">25533 2501 0,'0'0'0,"0"0"15,0 0-15,31 49 0,0-2 16,-11-3-16,-10-5 15,-10-39-15,-1 42 16,1-42-16,0 0 0,0 0 0,-6 11 0,0-1 0,-1 0 0,-2-1 0,1-1 16,0 0-16,-2-1 0,1-1 15,-2 0-15,0-3 0,0-1 0,0-1 0,11-1 16,0 0-16,0 0 0</inkml:trace>
  <inkml:trace contextRef="#ctx0" brushRef="#br0" timeOffset="16253.797">25601 2723 0,'0'0'0,"0"0"0,45 17 0,-2-5 15,-6-29-15</inkml:trace>
  <inkml:trace contextRef="#ctx0" brushRef="#br0" timeOffset="17243.351">25657 2470 0,'0'0'0,"0"0"0,0 0 0,0 0 0,0 0 15,0 0-15,0 0 16,0 0-16,0 0 16,0 0-16,0 0 0,0 0 0,0 0 0,0 0 15,0 0-15,0 0 0,0 0 0,0 0 16,-8 22-16,1 1 0,1-1 0,6-22 0,-5 14 16,1-1-16,0 1 0,-3 5 0,2 1 0,-1-1 15,3-8-15,0 0 0,0-1 16,3-10-16,-5 18 0,-1-1 0,0 0 0,3-7 15,0-1-15,0 1 0,-1 3 0,-1 1 0,0 1 0,5-15 16,-3 8-16,1 0 0,0 0 0,-1 1 0,1 1 0,0 1 0,0-5 16,2-1-16,-1 0 0,1-5 0,-1 2 0,1-1 0,0 1 15,5 2-15,1 1 0,-1-2 0,-1 0 0,-1-1 16,0 1-16,-3-3 0,0 0 0,0 0 0,12-3 16,1 0-16,-1 1 0,-4 0 0,-1 1 0,0 0 15,9-4-15,-1-1 0,-1 1 0,-4 2 0,-3-1 0,1 2 16,5-2-16,-1 0 0,1-1 0,-6 2 0,-1 0 15,0 1-15,-3 1 0,0 1 0,-1-1 16,-1-1-16,-1 2 0,1 0 16,0 0-16,-1 0 0,0 0 0</inkml:trace>
  <inkml:trace contextRef="#ctx0" brushRef="#br0" timeOffset="17401.456">25561 2725 0,'0'0'0,"0"0"0,0 0 0,43-11 16,-2 4-16,-2 3 15,-3-4-15,-36 8 16,55-21-16,-55 21 0</inkml:trace>
  <inkml:trace contextRef="#ctx0" brushRef="#br0" timeOffset="27618.776">12476 3543 0,'0'0'0,"0"0"0,0 0 15,0 0-15,0 0 16,40-7 0,-16 2-16,-24 5 0,0 0 15,0 0-15,0 0 0,13-3 0,0-1 16,1 1-16,-14 3 0,7-2 0,0 0 0,0 1 0,9-2 15,-1 1-15,-1-1 0,-14 3 0,9-3 0,0 3 0,0-2 0,-9 2 16,20-3-16,0 2 0,0-1 0,-20 2 16,24-2-16,-3 1 0,1-1 0,-22 2 0,22-2 0,0 2 15,-1 0-15,2-1 0,-2 0 0,0 0 16,-21 1-16,24-1 0,-1-1 0,0 1 16,-23 1-16,32-2 0,-1 2 0,0-1 0,-31 1 0,36-2 15,0 2-15,-1-2 0,-35 2 0,35 0 0,-1 0 0,0 0 16,-34 0-16,32-1 0,1 1 0,-2 0 0,-31 0 15,29-2-15,0 1 0,-1 1 0,-28 0 16,30-2-16,-1 0 0,1 1 0,-16 0 16,0 1-16,0-1 0,-14 1 0,42-2 0,0 0 15,0 0-15,-42 2 0,55-2 0,2-2 16,-2 2-16,1-1 0,-2 0 16,0 1-16,-54 2 0,45-2 0,-1 2 0,0-1 0,-44 1 0,34-1 0,0 1 0,-1 0 15,-33 0-15,28 0 0,-1 1 0,0-1 16,-3 1-16,0 0 0,0 0 0,2 0 15,-2-1-15,1 1 0,-25-1 0,29 3 0,-1-3 0,0 0 0,-28 0 16,31 1-16,1 1 0,-1-2 0,-31 0 0,41 2 16,-1-2-16,-1 1 0,4 0 0,1-1 0,-1 0 0,-43 0 0,41-1 0,-1 1 0,1 0 15,-2-1-15,-3 1 0,2 0 0,-38 0 0,44-2 16,0 2-16,-1 0 0,11 0 0,-1-2 0,1 1 16,-54 1-16,57 0 0,0-2 0,-1 0 15,-4 2-15,0-1 0,-1 1 0,-51 0 0,41-1 16,0 1-16,0 0 0,-22 0 0,0 0 15,-1 0-15,-18 0 0,28 2 0,0-1 0,0 2 0,-13-3 0,-2 3 16,1-3-16,-14 0 0,29 2 0,-1-1 16,0 0-16,0 1 0,-1-2 0,0 0 0,-27 0 0,28 0 15,-1-2-15,0 2 0,0-4 0,0 4 0,-1-3 0,11 1 16,-3 0-16,1 0 0,-35 2 0,45-2 16,-3 0-16,0 0 0,-42 2 0,42-2 0,-3 1 0,1 0 15,-3 2-15,0-1 0,-1 0 0,-1 0 0,-2 1 16,1-1-16,-34 0 0,34 1 0,1 0 0,-2 1 15,3-2-15,-2 0 0,1 0 0,-35 0 0,39 1 0,-1-1 16,0 1-16,7 0 0,0 0 0,0 0 0,-45-1 0,44 1 16,-1 0-16,1 0 0,-4 1 0,0-1 15,-1 1-15,-39-2 0,34 0 0,-1 2 16,1-1-16,-34-1 0,41 3 16,-3-1-16,1 0 0,16 0 0,-1 1 15,-1-1-15,2 2 0,-1-2 0,0-1 0,-54-1 0,49 3 0,0 0 0,0 0 16,-7 0-16,1-1 0,0 1 15,-6-1-15,0 1 0,0 0 0,-37-3 0,31 2 0,-1 1 0,1-1 0,-5 0 16,0 2-16,-1-3 0,0 2 0,-1-1 0,0-1 0,-24-1 0,12 2 16,-1-2-16,1 1 0,-6-1 0,-3 0 15,1 0-15</inkml:trace>
  <inkml:trace contextRef="#ctx0" brushRef="#br0" timeOffset="30357.18">21862 4150 0,'0'0'0,"0"0"0,0 0 0,0 0 15,0 0 1,0 0-16,0 0 16,0 0-16,0 0 0,0 0 0,0 0 15,0 0-15,0 0 0,0 0 0,0 0 0,-10 14 16,0-3-16,0 3 0,10-14 0,-7 7 0,1 1 0,-1 1 16,-6 9-16,1 3 15,1-2-15,11-19 0,-7 11 0,1 0 0,0 1 16,6-12-16,-12 19 0,2 1 0,-1-1 0,6-7 0,0-1 0,0-1 15,5-10-15,-10 14 0,2 0 0,1 1 0,1-7 16,2 0-16,0-1 0,3-4 0,-1 0 0,1-1 16,1-2-16,-2 1 0,2 0 0,0 1 0</inkml:trace>
  <inkml:trace contextRef="#ctx0" brushRef="#br0" timeOffset="30605.201">21678 4224 0,'0'0'0,"0"0"0,0 0 0,0 0 0,0 0 16,0 0-1,34 43-15,7 7 16,-41-50-16,0 0 16,0 0-16,10 13 0,0-3 0,-1 1 15,0-2-15,0-2 0,-1 1 0,4 3 0,-2 0 0,1 0 0,-11-11 16,8 10-16,-1 0 0,2 0 0,-2-3 0,-1 1 15,0-2-15,1-1 0,-3 0 0,1-2 0,-5-3 16,5 2-16,-1-2 0,0 1 0,-1-1 0,-1 0 16,0 0-16</inkml:trace>
  <inkml:trace contextRef="#ctx0" brushRef="#br0" timeOffset="30778.418">22114 4317 0,'0'0'0,"0"0"0,0 0 16,0 0-16,0 0 16,45-18-16,-14 6 15,-17 5 1,-14 7-16,0 0 0,0 0 0,2-2 0,-1 2 0,1-2 16</inkml:trace>
  <inkml:trace contextRef="#ctx0" brushRef="#br0" timeOffset="30896.188">22142 4415 0,'0'0'0,"0"0"0,0 0 0,0 0 0,0 0 16,0 0-16,53 8 15,4-14 1,-16-6-16,-41 12 0</inkml:trace>
  <inkml:trace contextRef="#ctx0" brushRef="#br0" timeOffset="31351.472">22451 4061 0,'0'0'0,"0"0"0,0 0 0,0 0 16,43-22-1,-7 7-15,-6-3 16,-9 6-16,-21 12 0,0 0 0,0 0 16,6-5-16,0 0 0,0 0 0,0 0 15,-1 0-15,0 1 0,0 0 0,-2 1 0,1-1 16,-2 2-16,-1 0 0,1 1 0,-1 4 0,-1-1 16,1 1-16,-1-3 0,1 2 0,-1 2 0,0-1 0,-2 4 15,1-1-15,0 1 0,1-7 0,-1 7 0,1 0 16,-1-1-16,-1 7 0,-1-2 0,0 1 0,1 1 0,1-1 15,-1 1-15,3 1 0,0 0 0,-1 1 16,0-15-16,4 16 0,-1 0 0,1 0 0,0 1 0,-1-2 16,0 1-16,-1 1 15,-1-1-15,1-1 0,-2-15 0,1 15 0,-1 0 0,1-1 0,1-1 0,-2-3 16,2 1-16,-4-2 0,2-1 0,0 1 0,0-9 0,-3 7 0,0 0 16,0 0-16,-2 0 0,0-1 15,-1-1-15,-2-1 0,2-1 0,-2 1 0,-2-2 16,1 2-16,-2-2 0,11-2 0,-10 3 0,0-3 15,1 3-15,-2-2 0,0-1 0,0 1 0,2-3 0,1-1 16,0 3-16,8 0 0,-7-6 0,1 3 0,-1-3 16,3 3-16,0 0 0,1 0 0</inkml:trace>
  <inkml:trace contextRef="#ctx0" brushRef="#br0" timeOffset="31718.414">22732 4189 0,'0'0'0,"0"0"0,0 0 0,3 58 16,-3-58-16,0 58 16,3-26-1,3-21-15,-6-11 16,0 0-16,0 0 0,0 0 0,4 3 0,0 0 0,0-1 0,1-1 15,-1 2-15,0-2 0,1-2 0,-1-2 0,1 0 0,-5 3 16,8-6-16,-2 0 0,0 1 0,1-4 0,-1 1 16,-1-1-16,1-2 0,-1 0 0,1 0 0,-6 11 15,4-10-15,-1 0 0,0 1 16,-1-1-16,-1 1 16,0-1-16,-4 3 0,3-1 0,-1 1 0,1 7 0,-5-6 0,-1 2 15,0-2-15,0 3 0,0-1 0,1 1 0,-3 1 0,1 1 0,0 0 0,7 1 0,-8 0 16,1 0-16,1 0 0,-1 0 0,2 0 0,1 0 0,1-3 0,1 1 15,1 0-15,0-3 0,0 4 0,1-1 16</inkml:trace>
  <inkml:trace contextRef="#ctx0" brushRef="#br0" timeOffset="32135.393">22909 3935 0,'0'0'0,"0"0"0,0 0 0,0 0 16,0 0 0,5 74-16,-1-14 15,1-10-15,-4-9 0,-1-41 16,0 0-16,0 0 0,1 10 0,-1 0 16,0 0-16,4-2 0,-2 1 0,0-2 0,1 0 0,-3 0 0,1-1 15,1 0-15,-1 0 0,1 0 0,0-3 0,-1 1 16,-1 0-16,3-3 0,-1 1 0,-1 0 0,-1-2 0,3 1 15,-3 0-15,1-1 0,1-1 0,1 0 0,-1 1 16,2-5-16,0 1 0,1-1 0,-1-2 0,1 2 16,-1-2-16,-4 7 0,8-9 0,-2 1 0,0-1 0,2 2 0,-1-1 15,-1 2-15,0 0 0,0-1 0,0 2 16,-6 5-16,8-2 0,-1-1 16,0 0-16,0 3 0,-2 0 0,0 0 0,1 4 15,-3-1-15,1 0 16,1 4-16,-2 0 0,0-1 0,-3-6 0,5 9 0,-2-3 15,0 1-15,-1 1 0,0 0 0,-1-1 0,-2 1 16,1 0-16,0 0 0,-2-2 0,1 0 0,1-1 16,0-5-16,0 4 0,0 0 0,0 0 0,0-3 0,0-1 0,0 0 0,1-3 0,0-1 15,0 0-15,-1 0 0,1 0 0,0 0 0,0 2 0,-1 0 0,0 1 0</inkml:trace>
  <inkml:trace contextRef="#ctx0" brushRef="#br0" timeOffset="32449.894">23270 4147 0,'0'0'0,"0"0"0,16 42 16,2-4-16,-11-9 15,-10-12-15,-1-4 16,2-8-16,2-5 16,0 0-16,0 0 0,-2-1 0,2 1 15,0 0-15,3-4 0,-1 2 0,-1 0 0,3-4 0,-2 0 0,0 0 0,4-1 0,-3 0 16,1 1-1,-4 6-15,5-8 0,-2 0 0,1-1 0,1-1 0,-1 0 0,0 1 0,3-1 16,-2 0-16,1 1 0,1 1 0,-2 1 0,0-1 0,-5 8 0,9-4 16,-1 0-16,0 0 15,2 1-15,-2 3 0,1 0 0,0 4 0,0 1 0,1-1 16,-4 5-16,0-1 0,0 1 0,-6-9 0,8 12 16,-2-2-16,1 1 0,-1 4 0,0-1 0,-1 0 15,-2 0-15,-1 1 0,0 0 0,-4-3 0,1 0 16,0-1-16,-4-1 0,1-1 0,0 0 0,-3-2 0,1 0 15,1 0-15</inkml:trace>
  <inkml:trace contextRef="#ctx0" brushRef="#br0" timeOffset="37515.28">22007 4739 0,'0'0'0,"0"0"0,0 0 0,0 0 16,0 0-16,0 0 15,0 0-15,-49 31 16,49-31-16,0 0 0,0 0 16,-11 7-16,1-2 0,0 1 15,10-6-15,0 0 0,-15 16 0,-1 1 0,0-1 0,7-4 16,0-4-16,1 1 0,8-9 0,-14 20 0,1-1 0,0 0 0,13-19 15,-9 10-15,3 0 0,-2 1 0,8-11 0,-13 18 0,-1-1 16,1 1-16,4-8 0,3-1 0,-1 0 0,7-9 0,-10 13 16,1-1-16,-1-1 0,10-11 0,-5 8 15,1-2-15,-1 0 0,5-6 0,-3 2 0,2 0 0,-1 0 16,-2-7-16,1 1 0,0-1 16</inkml:trace>
  <inkml:trace contextRef="#ctx0" brushRef="#br0" timeOffset="37718.892">21714 4841 0,'0'0'0,"0"0"0,0 0 15,0 0-15,0 0 16,0 0 0,0 0-16,36 55 15,-36-55-15,0 0 0,0 0 0,0 0 0,10 16 16,-1-1-16,2 2 0,-11-17 0,11 10 15,0 1-15,0 0 0,3-2 0,-2 0 0,1 1 0,-13-10 0,14 7 0,-1-1 16,0 1-16,-1-4 0,0-1 0,-1 1 0</inkml:trace>
  <inkml:trace contextRef="#ctx0" brushRef="#br0" timeOffset="37916.276">22128 4933 0,'0'0'0,"0"0"0,0 0 0,45-11 15,-8 5 1,0 1-16,-1 2 16,-13 1-16,-23 2 0,0 0 0,0 0 0,3 0 15,0 0-15,0 0 0</inkml:trace>
  <inkml:trace contextRef="#ctx0" brushRef="#br0" timeOffset="38052.854">22192 5037 0,'0'0'0,"0"0"0,0 0 0,0 0 16,0 0 0,48 9-16,-5-13 15,-43 4 1,0 0-16</inkml:trace>
  <inkml:trace contextRef="#ctx0" brushRef="#br0" timeOffset="38262.168">22563 4771 0,'0'0'0,"0"0"0,0 0 0,28 54 0,-9-6 15,-6 0 1,0-7-16,-15 0 16,2-41-16,0 0 0,0 0 0,-1 12 15,1 0-15,-1-1 0,-1-5 0,2 2 0,0-1 16</inkml:trace>
  <inkml:trace contextRef="#ctx0" brushRef="#br0" timeOffset="38537.289">22568 4672 0,'0'0'0,"0"0"0,0 0 16,56 9-16,-14 6 0,-18 6 15,-7-3-15,-11 2 16,-6-20 0,0 0-16,0 0 0,0 0 0,1 6 0,-1 0 0,0 1 0,-2-1 0,1 0 15,-1-1-15,-5 1 0,2 0 16,-1 0-16,6-6 0,-7 6 0,2 0 0,0-1 16,-1-1-16,1-3 0,-1 2 0,3-1 0,0-2 0,-1 0 15</inkml:trace>
  <inkml:trace contextRef="#ctx0" brushRef="#br0" timeOffset="38899.954">22887 4906 0,'0'0'0,"0"0"0,0 0 16,0 0-16,17-40 15,-9 11-15,-8 13 16,-4 7-16,4 9 0,0 0 16,0 0-16,-3 0 0,0-1 0,1 1 15,2 0-15,-6 4 0,2-2 0,-1 0 0,-3 4 0,1-1 0,1-1 16,-3 2-16,2 0 0,-1-2 0,1 4 16,0 0-16,0-1 0,7-7 0,-6 8 0,0-1 0,1 1 15,1-1-15,2 1 0,0 0 0,3 0 0,-1-1 16,0 0-16,0-7 0,3 8 0,-2 0 0,1-2 15,2 2-15,1-1 0,0-1 0,5 0 0,-2-2 16,1 1-16,4-4 0,1 3 0,-1-2 0,-13-2 16,14-1-16,-1 1 0,0 0 0,1-6 15,-2 1-15,0-2 0,1-2 16,-1 0-16,1-1 0</inkml:trace>
  <inkml:trace contextRef="#ctx0" brushRef="#br0" timeOffset="39135.276">23103 4644 0,'0'0'0,"0"0"0,0 0 15,14 52-15,2-2 16,-3-5-1,-12-3-15,1-5 16,-2-37-16,0 0 16,0 0-16,-3 14 0,2-1 0,-1-1 0,-2 1 0,0-2 0,0 1 0,-1-3 0,2 0 0,0 1 0,2-7 15,-1 2-15,1-2 0,1-3 0,1 0 0,-1 0 0,0 0 16</inkml:trace>
  <inkml:trace contextRef="#ctx0" brushRef="#br0" timeOffset="39299.772">23098 4927 0,'0'0'0,"0"0"0,0 0 15,45-16-15,-4-1 16,-7-4-16,-5-2 16,-29 23-16,0 0 15,0 0-15,0 0 0,0 0 0</inkml:trace>
  <inkml:trace contextRef="#ctx0" brushRef="#br0" timeOffset="39563.972">23297 4846 0,'0'0'0,"0"0"0,0 0 15,0 0-15,0 0 16,0 0-16,47-18 16,-12 3-16,-35 15 0,0 0 15,0 0-15,7-6 0,-1-1 0,-1 1 16,-1 0-16,-1 1 0,0-1 0,-3 6 0,3-3 0,-3 0 15,2 1-15,-4-2 0,1 2 0,0 0 0,-3 1 0,2 1 0,0 0 16,-4 3-16,0 1 0,1-1 0,5-3 0,-6 2 16,1 1-1,0 1-15,-1 1 0,2 1 0,0 0 0,1 2 0,-1-1 0,-1 1 16,2-1-16,0 0 0,0 0 0,3-7 0,-2 7 0,1 1 0,1-1 16,5 1-16,-1 1 0,2-2 0,-1-1 15,0-1-15,0 1 0,-5-6 0,9 0 0,-3 2 0,0-1 16,2-4-16,0 0 0,0 0 0,-2 0 15,-1 0-15,-1 0 0</inkml:trace>
  <inkml:trace contextRef="#ctx0" brushRef="#br0" timeOffset="39865.71">23530 4779 0,'0'0'0,"0"0"0,0 0 0,0 0 16,23 40-16,-7-4 15,-4-9-15,-9-6 16,-3-21-16,0 0 0,0 0 0,0 5 0,0 1 16,0-1-16,0-5 0,-1 5 0,1-2 0,0 1 15,-1-1-15,1-1 0,0 0 0,-1 0 0,1-2 0,0 1 16,1-3-16,-1 1 0,0-1 0,-1-4 0,1 3 0,0 0 16,0-2-16,0 2 0,0-1 0,0 3 15,0 0-15,0-1 0,0-8 0,0 0 0,0 1 16,4-3-16,0 0 0,0-1 0,2 1 0,-1 1 15,-1-1-15,-4 12 0,8-11 0,-1 1 0,0-2 0,2 3 16,0 0-16,-1-1 0,3 2 0,-3 2 16,0-2-16,1 3 0,-1-1 0,-1 1 0</inkml:trace>
  <inkml:trace contextRef="#ctx0" brushRef="#br0" timeOffset="50853.543">23854 3840 0,'0'0'0,"0"0"0,0 0 0,0 0 0,0 0 15,0 0 1,0 0-16,0 0 0,0 0 15,0 0-15,0 0 0,0 0 16,0 0-16,0 0 0,0 0 0,0 0 16,0 0-16,0 0 0,12-3 0,0 0 0,-2 1 15,-10 2-15,8-2 0,-2 0 0,0 0 0,2 6 0,0-1 0,0 0 16,-3 1-16,-1-2 16,0 0-16,-4-2 0,6 3 0,0 1 0,0 1 15,-6-5-15,5 3 0,-2-1 0,0 0 0,0 4 0,0 0 16,0 0-16,-3-6 0,2 3 0,-1 1 15,1 0-15,-1 5 0,-1 1 0,0-1 0,0-9 16,0 6-16,0-1 0,0 1 0,-5 7 0,2 0 0,0-2 16,3-11-16,-3 8 0,2-2 0,-1 2 0,2-8 0,-10 17 15,3 0-15,-1 1 0,2-8 0,2-1 0,-1 1 16,5-10-16,-9 18 0,-1 0 0,1-1 0,3-7 0,1 0 16,0-1-16,5-9 0,-5 16 0,0 2 0,1-1 15,0-7-15,3-2 0,-1 2 0,2-10 16,-1 14-16,1 0 0,0 0 0,0-14 0,-1 7 15,1 0-15,0 1 0,5 1 0,0 1 0,0 0 0,-5-10 0,4 5 0,-1 1 0,0-2 16,8 3-16,-1-1 0,0-1 0,-10-5 16,7 3-16,-2 2 0,0-2 0,9-5 15,-2 1-15,1 0 0,-13 1 0,6-2 16,2 0-16,-1 2 0,5-4 0,-1 1 0,-1-1 0,-10 4 16,8-3-16,-3 1 0,0 1 0,-2-1 0,-1 2 15,-1 0-15,0-2 0,0 2 0,0 0 0,0 0 0,-1 0 16,0 0-16,0 0 0,0 0 0,0 0 0,0 0 0,0 0 15,0 0-15,0 0 0,0 0 0,0 0 0,0 0 16,-6 11-16,2-2 0,1 0 0,3-9 0,-3 6 16,0 0-16,1 0 0,0 6 0,-1-2 0,1 1 0,2-11 15,-2 6-15,1 0 0,1-1 0,-4 8 0,1 0 16,0 1-16,3-14 0,-2 7 0,0 0 0,1 0 16,-1 10-16,2 0 0,0 0 15,0-17-15,0 10 0,0-2 0,0 2 0,2 7 0,-1 0 16,0 0-16,-1-17 0,1 10 0,-1 0 0,0-1 15,0-9-15,8 17 0,-2 0 0,1 1 0,-3-7 0,0-2 16,0 0-16,-4-9 0,1 18 0,0 0 0,0 0 16,0-7-16,-1-1 0,0-1 0,0-9 15,1 17-15,-1 0 0,0 0 0,0-8 0,0 0 0,0 0 16,0-9-16,-4 13 0,2-2 0,0 1 0,-1-6 16,2 0-16,-1 0 0,2-6 0,0 3 0,-1-1 15,0 0-15,0-1 0,1 0 0,0 0 0,0-1 0,-10 8 16,2-1-16,-1 2 0,3-6 0,0 2 0,1-1 0,5-4 15,-12 7-15,2-3 0,0 2 0,3-3 0,2-1 16,0 2-16,-12-7 0,1 1 16,1-1-16</inkml:trace>
  <inkml:trace contextRef="#ctx0" brushRef="#br0" timeOffset="53021.43">24183 4137 0,'0'0'16,"0"0"-16,0 0 0,-3 42 0,1-17 16,9 11-16,-2-18 15,-3-11 1,-2-7-16,0 0 0,0 0 0,1 1 0,-1 0 15,0-1-15,0 0 0,0 1 0,0-1 16,0 0-16,5 1 0,-1 0 16,1-1-16,-1 1 0,-2-1 0,0 1 0,9-8 15,-3 1-15,0 1 0,-1 1 0,-3 0 0,1 2 0,8-7 16,-2 2-16,1-1 0,-5 3 16,-1 1-16,1 0 0,-7 4 0,11-9 0,-2-1 15,2 1-15,-6 4 0,0 0 0,1 1 0,-6 4 16,3-2-16,-1 0 0,-1 0 0,0 1 0,0-1 0,0 2 15,-1 0-15,0 0 0,0 0 0,0 0 0,0 0 0,0 0 16,0 0-16,0 0 0,0 0 0,0 0 0,-1 13 0,0 0 16,0-1-16,0-3 0,1-2 0,0 0 15,-1 13-15,0-2 0,1 0 0,0-18 0,-1 11 0,1-1 16,0 1-16,1 8 0,1-1 0,-1 1 0,-1-19 16,2 10-16,-1 0 0,-1 0 15,3 8-15,0 0 0,-1 0 0,-2-18 16,1 11-16,1-2 0,0 1 0,-1 4 0,-1-1 0,0 0 15,0-13-15,0 7 0,0 1 0,0-2 0,-6 5 0,2 0 0,0-1 0,4-10 16,-2 7-16,0-1 0,0 0 0,-9 3 0,2-2 0,-1 1 0,10-8 0,-6 5 16,2-1-16,-1 0 0,-7 1 15,1-2-15,-1 0 0,6-1 0,0-1 0,-1 1 0,7-2 0,-8-6 0,0 2 16,-1-2-16,4 3 0,1 0 16,0 0-16</inkml:trace>
  <inkml:trace contextRef="#ctx0" brushRef="#br0" timeOffset="53863.947">24691 4116 0,'0'0'0,"0"0"0,0 0 16,0 0-16,0 0 15,0 0-15,-18 39 16,7 1-16,11-40 0,0 0 16,0 0-16,-4 12 0,1 1 15,0-2-15,0 2 0,1-4 0,0 1 0,3 0 16,-1 1-16,0-1 0,1-1 0,0 0 15,0 0-15,-1-9 0,1 6 0,-1 1 0,0 1 0,4-4 0,-2 1 0,0-2 16,6 0-16,-2-1 0,0 0 0,1-5 0,-1 2 16,0-2-16,1-1 0,0-2 0,-1 1 0,1-3 15,1 1-15,-1 0 0,-1-4 0,0-1 0,0 2 16,-3 1-16,0 1 0,0 0 0,-1 4 0,-1-1 0,1 2 16,5-16-16,-2 0 0,0 0 0,2-5 0,-1 2 15,-1 1-15,0 2 0,-2 1 0,0-1 0,-1 6 0,-1-1 16,0 1-16,0 1 0,-1 3 0,0-2 15,0 4-15,0-1 0,0 1 0,-1 3 0,1 0 16,0 0-16,-1 2 0,1 1 0,0 0 0,-1-1 16,1 2-16,0 0 0,-5 3 15,2-2-15,-1 1 0,-4 5 0,2-2 0,0 1 0,6-6 16,-6 9-16,3 0 0,-2-1 0,0 2 0,0 2 16,1-3-16,-1 6 0,0-1 0,1-1 15,0 2-15,1-1 0,0 0 0,2 1 0,1-1 0,0 1 0,1-1 16,-1-2-16,0 1 0,1 0 0,-1 1 15,0-1-15,0-2 0,0-2 0,0 1 0,-2-2 0,2-2 0,0 0 16,0-4-16,0-1 0,0 0 0,0-5 0,0 1 16,0 0-16,0 3 0,0 0 0,0 0 0</inkml:trace>
  <inkml:trace contextRef="#ctx0" brushRef="#br0" timeOffset="54163.937">24904 4142 0,'0'0'0,"0"0"0,0 0 0,0 0 15,0 0-15,7 54 16,-2-6-16,-1-15 16,-2-16-16,-2-17 0,0 0 0,0 0 15,0 3-15,0 0 16,0 0-16,0-1 0,0-1 0,0 1 16,1-2-16,-1 0 0,0 0 0,2-5 0,-2 1 15,1-1-15,2-2 0,-1 1 0,-1-2 0,5 0 0,-2-2 16,0 1-16,-1-1 0,1-1 0,0 0 0,0 0 15,-1-1-15,0 1 0,0 1 0,-2 1 0,1-1 0,-2 4 16,1-1-16,0 1 0,-3 2 0,2-1 0,0 2 16,0 2-16,-1 0 0,0 1 0,-2 1 0,0 1 0,0 0 0,-4 2 15,1 0-15,0 0 0,0-1 0,-1 1 16,1-1-16,6-3 0,-6-1 0,0 1 16,1 0-16,1-3 0,0 0 0,0 1 15</inkml:trace>
  <inkml:trace contextRef="#ctx0" brushRef="#br0" timeOffset="54777.793">25069 4147 0,'0'0'0,"0"0"0,0 0 0,0 0 0,0 0 15,34-22-15,-34 22 16,28-26-16,-28 26 15,19-27-15,-19 27 0,0 0 16,0 0-16,4-7 0,-2 1 0,1 0 0,-3 6 0,0 0 16,0 0-16,-2-3 0,2 0 0,0-1 0,-3 3 15,0 0-15,0 0 0,0 3 0,-1-2 0,1 1 16,-1 4-16,0-1 0,0-1 0,-2 3 0,3-1 0,-1 0 16,-3 2-16,2-1 0,-1 1 0,1 2 15,1 0-15,-1-1 0,2 2 0,0 0 0,0 0 0,2-1 0,-1 0 16,1 1-16,0-1 0,0 0 0,1-1 0,2 0 0,-1-1 15,-1 0-15,7 0 0,-2-2 0,-1 0 0,3 1 0,-2 0 16,1-2-16,-2-1 0,0 1 0,-1-2 0,-3-2 16,0 0-16,0 0 0,2 1 0,-1 0 0,1 0 15,-2-1-15,0 0 0,0 0 0,1 0 0,-1 1 16,2-1-16,17-10 0,0 0 0,0-1 16,0-4-16,1 1 0,-1-1 0,-3 3 15,-1-1-15,0 0 0,-4 4 0,0-1 0,0 1 16,-1 1-16,0 2 0,0-1 15,-2 0-15,-1 2 0,0 0 0,-3-1 0,-1 3 16,0-1-16,0 1 0,-3 1 0,1-1 0,1 1 16,-2 2-16,0 0 0,-2 0 0,2 0 0,0 0 0,-6 4 15,1-3-15,0 1 0,-2 1 0,1 0 0,-1 1 0,0 0 0,1 1 16,0 1-16,1-1 0,1-1 0,1 2 0,0-1 16,2 2-16,-1-1 0,4 2 0,-2 1 0,0-2 15,2 1-15,0-1 0,-1 1 0,2-2 0,-1 0 0,-1 1 16,3-2-16,0 1 0,-1-1 0,0 2 0,0-3 0,-1 2 15,2-1-15,-1-1 0,0 2 16,-3-6-16,0 0 0,0 0 0,3 3 0,-1 0 0,-1 0 0,0-1 0,0-1 16,0 0-16,0-1 0,-1 2 0,0-2 15,0 0-15,0 0 0,0 2 0,-11-4 0,1 0 0,0 2 16,1-5-16,1 0 0,0 0 0,8 5 16,0 0-16,0 0 0</inkml:trace>
  <inkml:trace contextRef="#ctx0" brushRef="#br0" timeOffset="55160.517">25477 4090 0,'0'0'16,"0"0"-16,0 0 0,0 0 0,9 45 16,-3-19-16,-3-16 15,-3-6-15,0-4 16,0 0-16,0 0 15,0 0-15,0 0 0,0 0 0,-3 4 0,0-1 0,0-2 0,0 1 16,1-1-16,1 1 0,-1-1 0,2-1 0,0 1 0,-1-9 0,1 1 16,0 0-16,0 2 0,0 1 0,0 0 0,6-9 15,-3 3-15,2-2 0,-2 6 0,-1 0 0,0 0 16,-2 6-16,9-7 0,0-2 0,0 1 16,-3 5-16,-2 0 0,1-2 0,4 5 15,0 0-15,1 0 0,-10 0 0,6 0 0,-1 0 0,0 2 0,3 6 0,0-1 0,0 0 16,-4-2-16,0-1 15,0 1-15,-3-3 0,1-1 0,-1 1 0,0-1 0,-1-1 16,0 1-16,0-1 0,0 0 0,0 0 0,1 0 16,-1 0-16,0 0 0,-4 11 0,2-2 0,0 1 15,0-2-15,1-3 0,-1 1 0,-4-6 0,0 2 0,1-1 16,0-2-16,2 1 0,0 0 0,1-10 16,1 1-16,0 0 0,1 9 0,0 0 0,0 0 0</inkml:trace>
  <inkml:trace contextRef="#ctx0" brushRef="#br0" timeOffset="55376.188">25719 3890 0,'0'0'0,"0"0"0,0 0 0,0 0 0,0 0 16,20 65-16,-13-11 16,-9-12-16,-6-3 0,8-39 15,0 0-15,0 0 0,-4 12 0,1 0 0,0-1 0,0 0 16,2-1-16,-1 0 0,0-1 0,2 0 15,0-3-15,0 0 0,0-1 0,0-1 0,0-1 0,0-2 16,0 1-16,4-4 0,-3 2 0,1-1 0,0-3 0,0 2 0,1-1 16,-3 3-16,0 0 0,0 0 15</inkml:trace>
  <inkml:trace contextRef="#ctx0" brushRef="#br0" timeOffset="55519.815">25702 4057 0,'0'0'0,"0"0"0,0 0 0,0 0 0,0 0 0,39-27 16,-39 27 0,37-38-16,-20 7 15,-17 31-15,0 0 0,0 0 0,5-11 0,-1 1 16,-1 1-16,-3 9 0,0 0 0,0 0 16</inkml:trace>
  <inkml:trace contextRef="#ctx0" brushRef="#br0" timeOffset="55687.115">25620 3694 0,'0'0'0,"0"0"15,0 0-15,0 0 0,0 0 0,31 54 16,-2 1-16,-16-3 16,-12-9-16,-1-43 15,0 0-15,0 0 0,-7 17 0,2-2 16,0 0-16,5-15 0,0 0 0,0 0 0</inkml:trace>
  <inkml:trace contextRef="#ctx0" brushRef="#br0" timeOffset="56981.106">24244 4794 0,'0'0'0,"0"0"16,0 0-16,0 0 0,0 0 15,0 0-15,-32 40 16,13-15-16,6 14 16,13-39-16,0 0 0,0 0 0,-2 7 0,-1 0 15,0 0-15,9 3 16,-3-1-16,0-2 0,-3-7 0,3 5 0,-1 0 0,0 0 0,6 2 16,-3 1-16,0-2 0,-5-6 0,4 4 0,-1 1 0,0-1 15,10-9-15,-3 1 0,1 0 0,-11 4 0,6-3 0,0 0 0,1 1 16,4-13-16,1 1 15,0 0-15,-12 14 0,8-9 0,-2 0 0,0 2 0,7-13 16,-1-1-16,0 1 0,-5 9 16,0-1-16,0 1 0,-7 11 0,7-18 0,-2 0 15,1 0-15,-2 9 0,-2 0 0,1-2 0,-3 11 16,0-14-16,0 1 0,0-1 16,0 6-16,0 2 0,0-2 15,0 8-15,0-3 0,0 1 0,0 0 16,0-1-16,0 3 0,0-1 0,0 0 0,0 1 0,0 0 15,0 0-15,-1 4 0,1-1 16,0-1-16,0 0 0,0-1 0,0 1 0,-2 13 0,2-1 0,0 0 0,0-14 0,-1 9 16,1-1-16,0 1 0,-2 8 0,0 0 0,1 0 0,1-17 0,-1 9 0,1 0 0,0 0 0,-1 4 0,0 1 15,1-2-15,0-12 0,-1 8 0,1-1 0,0-1 0,-1-4 16,1 1-16,0 0 0,0-3 0,0 1 0,0-1 0,0 0 16,0 2-16,0-2 0,0 0 0,0 0 15,0 0-15,0 0 0,3 1 0,0 0 0,1-1 16,-2 1-16,0-1 0,-1 1 0,-1-1 0,7-9 15,-2 1-15,1 0 0,-2 3 0,-1-1 0,0 3 16,4-6-16,0 0 0,0 1 0,-7 8 16,4-4-16,-1 0 0,1 0 0,8 1 0,-2 1 15,0-2-15,-10 4 0,6-1 0,0 0 0,0-1 16,6 8-16,-1-1 0,-1-1 16,-10-4-16,7 3 0,-1 0 0,-1 0 15,2 6-15,-1 0 0,1 0 0,-7-9 0,4 6 16,-1-2-16,0 1 0,-1 6 0,-1 0 0,1 0 0,-2-11 0,1 6 0,-1-1 15,1 1-15,0-4 0,-1 0 0,0 0 0,0-1 0,0 0 0,0-1 16,0 0-16,4-1 0,-2 0 0,0 1 0,0-1 0,-1 1 16,1-1-16</inkml:trace>
  <inkml:trace contextRef="#ctx0" brushRef="#br0" timeOffset="57339.97">24866 4739 0,'0'0'0,"0"0"0,0 0 0,0 0 0,0 0 15,0 0-15,0 0 16,-54 40-16,21-17 16,33-23-16,0 0 0,0 0 0,0 0 15,-13 12-15,3 0 0,-1-1 0,4-3 0,2-3 16,-1 3-16,6-8 0,-8 9 0,2-3 0,0 3 0,2-4 0,1-1 16,0 1-16,3-5 0,-3 1 0,3 2 0,-1-2 15,11 1-15,-1-2 0,-1 0 0,-8 0 16,6 0-16,0 0 0,-1 0 0,7-8 0,-1 1 0,0 1 0,-11 6 15,7-5-15,-1 1 0,-1 0 16,6-7-16,0 2 0,0-2 0,-11 11 0,6-5 0,-1-1 0,0 0 0,-2 4 16,-1-1-16,1 2 15,-3 1-15,1-1 0,-1 0 0,0 0 0,9 4 16,-2-1-16,1 0 0,-8-2 0,6 2 0,-3-1 0,1 2 0,0 6 16,0 2-16,0-1 0,-4-10 15,3 6-15,-1 0 0,-1 0 0,3 5 16,-2-2-16,0 1 0,-2-10 0,2 7 15,0-2-15,0 1 0,-1-3 0,-1-2 0,0 1 0,6-5 0,-1-2 16,1 2-16,-2 1 0,-1-1 0,0 1 0</inkml:trace>
  <inkml:trace contextRef="#ctx0" brushRef="#br0" timeOffset="58335.378">24977 4786 0,'0'0'0,"0"0"0,0 0 15,0 0-15,0 0 16,23 41-16,-11-5 15,-9-13-15,-3-23 0,0 0 16,0 0-16,-3 4 0,2-1 0,-1 1 16,-1-3-16,0 1 0,0-2 15,0-2-15,2 1 0,-1 0 16,-1-4-16,0 0 0,0 1 0,0-1 0,0 1 16,1-2-16,2 6 0,2-7 0,-2 1 15,0-1-15,5-2 0,-1-1 0,1 1 0,-1-2 0,0 1 0,0-2 16,3 0-16,-1 1 15,-1 0-15,2 1 0,-2 0 0,0 1 0,2 2 16,-1-1-16,-1 0 0,3 5 16,-2 0-16,0-1 0,3 4 0,-1 0 15,1 1-15,-2 4 0,0-1 0,1 0 0,-8-4 0,6 7 0,0 1 0,-1-1 0,2 1 0,-2-1 0,0 1 0,-1-1 0,0 2 16,-1-3-16,-2 3 0,1-2 0,-1 0 0,1 0 0,-2-1 0,0-1 16,0-1-16,0-1 0,0 0 15,0 0-15,0-2 0,0 0 0,0-2 16,0 0-16,0 1 0,3-4 0,-3 0 0,1 2 15,1-4-15,-1 1 0,1 1 16,6-4-16,-2 2 0,0 0 0,4-3 0,-2 3 16,0-3-16,2 0 0,-1 1 0,1 1 15,-1-2-15,0 2 0,0-1 0,0 0 16,-1 1-16,0-2 0,-3 3 16,0 0-16,-1 0 0,0 2 15,-2 1 1,-1-2-16,1 4 0,-2-1 0,1 1 0,-1 2 15,0-1-15,0 0 0,-5 3 16,0 2-16,2-1 0,-4 1 0,1 0 16,-1 0-16,-2 3 0,1-1 0,-1 0 0,1 1 15,1-2-15,-1 1 0,-1-1 0,0 0 0,0 0 0,3-1 0,0-2 16,0 0-16,2 0 0,2-3 0,-1 3 0,5-3 0,-1 0 0,-1 0 16,5 0-16,-1 0 0,0 0 0,1-1 0,-1 1 0,1-2 15,1 2-15,0 0 0,-1-1 0,1 0 0,0 1 0,-1 0 0,0 1 16,0-1-16,-1 0 0,6 3 0,-2-2 0,1 2 0,0 0 0,-3 3 0,1-3 0,2 0 0,-1 0 15,0-1-15,-1 5 0,1 1 0,0 0 0,-8-8 0,6 13 0,-1 0 0,1 0 0,-2 4 16,0-2-16,-1 2 0,-3-1 0,0 0 0,0 0 0,1-2 0,-1 0 0,0 1 0,-1-2 0,1 1 0,0-1 16,0-13-16,-2 11 0,1 1 0,0-1 0,-5-1 0,1-1 0,0 0 0,5-9 0,-6 7 0,0 1 15,0-2-15,0 0 0,1-2 16,-1 1-16,-2-2 0,1-2 0,0 1 16,7-2-16,-6 0 0,0-2 0,0 2 0,-4-4 0,2 1 15,-1 0-15,3-3 0,0 1 0,0-1 0,2-1 16,0-2-16,1 1 0,3 8 15,-1-9-15,1 1 0,0-1 0,2-3 0,-1 1 0,1 1 0,5-1 16,-2-1-16,0 2 0,-5 10 0,9-14 0,-1 2 16,-1-1-16,4-1 0,-2 1 15,1-1-15,-10 14 0,13-14 0,0-2 0,-1 1 16,3 1-16,-3 0 0,2-1 0,1 1 0,-2 2 16,0-3-16,-13 15 0,14-12 0,-1-1 0,0-1 0,-1 2 15,-1 0-15,1 1 0,-2 2 0,-1-1 0,-1 0 0,-8 10 0,5-7 16,1 0-16,-2 1 0,-3 2 0,-1 2 0,0-1 0,-2 3 0,-1 0 15,0 0-15,0 4 0,0-1 0,1 1 0,-3 2 16,0-1-16,0 0 0,5-5 0,0 0 0,0 0 16,-10 10-16,1 1 0,-1-2 0,3-1 0,1-1 15,-1 0-15,4-2 0,0 1 0,0 0 16,0 0-16,3-2 0,-1 1 0,0 0 0,1-1 0,0 0 0,2 1 0,-1-1 16,1 1-16,1-2 0,0 0 15,0 2-15,6-3 0,-2 0 0,0 1 0,5-1 16,-1-1-16,1-1 0,1-3 0,-1 1 0,-1 0 15,3-3-15,-1-1 0,-1 0 0,2 2 0,-1-1 0,1 2 16</inkml:trace>
  <inkml:trace contextRef="#ctx0" brushRef="#br0" timeOffset="62335.524">2039 4225 0,'0'0'0,"0"0"0,0 0 0,0 0 0,0 0 16,0 0-16,0 0 15,0 0-15,27-30 0,-27 30 16,0 0-16,0 0 0,6-6 16,-1 0-16,1 0 0,6-6 0,-1-2 0,0 2 15,-11 12-15,13-16 0,1-1 0,-2 1 0,4-5 0,0 2 16,-1-1-16,3-1 0,1-1 0,0 0 15,3-3-15,1 2 16,-2-2-16,2 4 0,0 0 0,-1-1 16,0 4-16,-1 1 0,1-1 0,-22 18 15,21-17-15,-1 1 0,-1-1 0,-7 9 0,-3 0 0,0 0 16,-9 8-16,17-13 0,-1 1 0,0-2 0,-5 7 0,-3 1 0,1 0 0,-9 6 0,10-9 0,-1 1 0,3 1 0,-8 2 16,1 2-16,-1-1 0,0 3 0,-3-1 15,1 1-15,-2 1 0,8-7 0,0 3 0,0-2 16,-3 2-16,-1 1 15,0 1-15,-4 2 0,4-5 0,-2 1 0,0-1 0</inkml:trace>
  <inkml:trace contextRef="#ctx0" brushRef="#br0" timeOffset="74849.815">3221 6455 0,'0'0'0,"0"0"0,0 0 15,50-1-15,-20 1 16,13-3-16,-20 2 16,29-1-1,-52 2-15,0 0 0,0 0 0,10-1 0,0 0 16,-1 0-16,-9 1 0,24 0 0,-2-1 16,1 0-16,-9 1 0,-2-1 0,1 1 0,-13 0 0,26-2 0,-2 2 15,0-1-15,-24 1 0,25 0 0,-1 0 0,0 0 0,-1-1 0,1 1 16,-2-2-16,-22 2 0,26 0 15,-2 0-15,2-1 0,0-1 0,-1 2 0,1 0 0,-26 0 16,37-3-16,0 2 0,0-1 0,-37 2 0,36-1 16,0 0-16,-1 0 0,-35 1 0,33-2 0,-2 2 15,-1-1-15,0 1 0,0 0 0,0-1 0,-30 1 16,14 0-16,-1 0 0,2 0 0,-15 0 0,39 1 16,-3 0-16,3 0 0,10 1 0,-1-1 0,0 0 0,-48-1 15,50 2-15,-1-1 0,1 0 0,1 1 16,2 0-16,0-1 0,-53-1 0,56 2 0,0 0 15,0 0-15,-56-2 0,55 2 0,0-1 0,0-1 0,-55 0 0,50 1 16,-2 1-16,0-1 0,-6-1 0,-1 0 0,0 0 16,-6 0-16,1 0 0,-1-1 0,-35 1 0,31-2 15,-2 1-15,0 1 0,1-2 0,0 0 0,-1 0 0,-29 2 16,31-1-16,1-1 0,-2 1 0,4-1 0,-1-1 0,-1 2 16,-32 1-16,37-2 0,0 1 0,-1 0 15,-1 0-15,-1 1 0,0-1 0,-34 1 0,32 0 16,-2 0-16,1 0 0,-4-1 0,0 1 15,0-1-15,-27 1 0,24-1 0,0 1 0,0-1 0,-24 1 0,13-1 16,-2 1-16,1 0 0,-12 0 0,27-2 16,-3 1-16,2 0 0</inkml:trace>
  <inkml:trace contextRef="#ctx0" brushRef="#br0" timeOffset="77680.245">2674 7258 0,'0'0'0,"0"0"0,0 0 0,0 0 16,0 0-1,0 0-15,57-12 16,-23 6 0,-34 6-16,0 0 0,0 0 0,17-1 0,2-1 15,-2 2-15,-7 0 0,-1 0 0,0 0 0,-9 0 0,23-2 0,-2 0 16,2 1-16,1 0 0,-2 1 0,2-2 0,-24 2 16,12-1-16,-1 1 0,1 0 0,17-3 0,1 2 0,-1-2 15,-29 3-15,18-1 0,-3 0 0,3 0 16</inkml:trace>
  <inkml:trace contextRef="#ctx0" brushRef="#br0" timeOffset="80841.689">3542 7314 0,'0'0'0,"0"0"0,0 0 0,0 0 15,0 0-15,0 0 16,50-1-1,-19 0-15,-31 1 16,0 0-16,0 0 0,0 0 0,15 2 0,1-2 16,-2 1-16,-4 0 0,-3-1 0,2 0 15,-9 0-15,15 2 0,0-2 0,1 1 16,-16-1-16,8 1 0,0-1 0,0 0 0,8-2 0,-2 1 0,2 0 0,5-1 16,-2 0-16,1 0 0,-20 2 0,10-1 15,0 0-15,1 1 0,-11 0 0,19-5 16,-2 2-16,2 0 0,-8 0 0,-2 2 0,2-1 0,-11 2 15,16-2-15,-1 0 0,-1 0 0,-14 2 0,9-1 0,-1 0 16,1 0-16,-6 1 0,0-2 0,0 2 0,-3 0 16,2 0-16,-2 0 0,2 0 0,-2 0 0,0 0 0,0 0 0,0 0 15,0 0-15,0 0 0,0 0 0,1 0 0,-1 0 16,0 0-16,8-1 0,-3 1 0,1 0 0,-1 0 16,-2 0-16,2 0 0,-5 0 0,1 0 0,1 0 15,0 0-15,0 0 0,-2 0 0,0 0 0,0 0 0,0 0 16,0 0-16,0 0 0,0 0 0,0 0 15,0 0-15,0 0 0,0 0 0,0 0 0,0 0 0,0 0 0,0 0 16,0 0-16,0 0 0,0 0 0</inkml:trace>
  <inkml:trace contextRef="#ctx0" brushRef="#br0" timeOffset="87259.923">6415 7181 0,'0'0'0,"0"0"0,0 0 16,0 0-1,0 0-15,0 0 16,0 0-16,0 0 16,0 0-16,0 0 0,0 0 0,0 0 0,0 0 0,0 0 15,0 0-15,0 0 0,0 0 0,0 0 0,12 7 16,-1 0-16,-1-2 0,-10-5 0,8 4 15,-2-1-15,0 0 0,-6-3 0,12 0 0,-1 0 0,0 0 16,-11 0-16,7-1 0,-1-1 16,0 2-16,-6 0 0,12 0 0,-1 0 0,0 0 15,-11 0-15,7 0 0,-1 0 0,-2 0 16,-4 0-16,11-2 0,0 2 0,0-1 0,-11 1 0,7 0 0,-2 0 16,1 0-16,-6 0 0,3-2 0,-1 2 0,-1 0 0,-1 0 0,1-1 0,0 1 15,-1 0-15,2 0 0,-2 0 0,0 0 16,0 0-16,0 0 0,0 0 0,0 0 0,0 0 0,0 0 15,0 0-15,0 0 0,0 0 0,0 0 0,0 0 16,0 0-16,0 0 0,0 0 0,0 0 0,1 0 0,1 0 16,-1-1-16,-1 1 0,3-1 0,-3 1 15,0 0-15,1 0 0,-1 0 0,0 0 16,1 0-16,-1 0 0,0 0 0</inkml:trace>
  <inkml:trace contextRef="#ctx0" brushRef="#br0" timeOffset="90841.931">2725 7319 0,'0'0'0,"0"0"0,0 0 0,48-21 16,-18 9-16,13 2 15,-20 4-15,24 6 16,-47 0-16,0 0 0,0 0 0,9 0 0,-1 0 16,0 0-16,-8 0 15,15 2-15,-2 0 0,0 0 16,-6-2-16,1 1 0,-1 1 0,-7-2 15,10-3-15,2 2 0,-2-1 0,-3 1 16,-1-1-16,-2 2 0</inkml:trace>
  <inkml:trace contextRef="#ctx0" brushRef="#br0" timeOffset="91951.631">3548 7393 0,'0'0'0,"0"0"0,0 0 0,0 0 16,0 0-16,0 0 15,0 0-15,0 0 16,0 0-16,0 0 0,0 0 0,0 0 16,0 0-16,0 0 0,15-1 0,1 1 0,0 0 15,-16 0-15,9 0 0,1 0 0,-1 0 0,5 0 16,-2 0-16,1 0 0,-5 0 0,-2 0 0,1 0 15,-7 0-15,14 0 0,0 0 0,-1 0 0,-6 0 16,2 0-16,-2 0 0,-7 0 0,17-1 0,0-1 0,-2 0 16,-4 0-16,-3 1 0,0 1 0,-3 0 0,-2 0 15,0 0-15,-3 0 0,16-2 0,-3 1 0,1 1 16,-4-1-16,-2 0 0,0 0 0,-8 1 0,17 0 0,0 0 0,0-2 16,-6 1-16,-3 1 0,2 0 15,-10 0-15,10-1 0,0 1 0,0 0 0,-5-1 0,1 1 16,0-1-16,-6 1 0,1 0 0,1 0 15,0 0-15,-1 0 0,0 0 0,-1 0 16,0 0-16,0 0 0,0 0 0,0 0 16,0 0-16,0 0 0,0 0 0,2 0 0,-2 0 0,0 0 15,0 0-15,0 0 0,0 0 0,0 0 0,0 0 0,0 0 16,3 0-16,2-1 0,-1 1 0,1-2 0,-4 2 0,2 0 16,-2 0-16,1 0 0,-2 0 0,1 0 0,-1 0 0,0 0 0,0 0 15,0 0-15,0 0 0,0 0 0,0-1 16,0 1-16,0 0 0,0 0 0,0 0 0,0 0 15,0 0-15,0 0 0,0 0 0</inkml:trace>
  <inkml:trace contextRef="#ctx0" brushRef="#br0" timeOffset="94330.896">6367 7218 0,'0'0'0,"0"0"0,0 0 0,0 0 15,0 0-15,0 0 16,0 0-1,0 0-15,0 0 0,0 0 0,0 0 0,0 0 16,0 0-16,0 0 0,0 0 0,0 0 0,0 0 16,0 0-16,0 0 0,12 1 0,1 0 0,-1 0 15,-12-1-15,9 2 0,-2-1 0,0-1 0,-7 0 0,13 0 16,-2 0-16,1 0 0,-12 0 16,0 0-16,9 0 0,-4 0 0,2 0 0,-7 0 0,12 0 15,0 1-15,0-1 0,-3 1 0,-4-1 0,1 0 0,-6 0 16,13 1-16,-1 0 0,1-1 0,-13 0 0,8 0 0,-2 0 0,0 0 0,-6 0 15,13 1-15,1 1 0,-2-2 0,-12 0 16,9 0-16,-3 1 0,1-1 0,-7 0 0,5 1 16,-3-1-16,0 0 0,-2 0 0,2 0 0,-2 0 15,1 0-15,-1 0 0,2 0 0,-2 0 0,0 0 0,0 0 16,0 0-16,0 0 0,0 0 0,8 1 0,-1 0 0,-1 1 0,-6-2 16,5 0-16,-1 0 0,1 2 15,-5-2-15,1 1 0,2-1 0,-2 0 0,0 0 16,0 0-16,-1 0 0,0 0 15,0 0-15,0 0 0,1 0 0,-1 0 0,0 0 0</inkml:trace>
  <inkml:trace contextRef="#ctx0" brushRef="#br0" timeOffset="112570.317">4999 7399 0,'0'0'0,"61"3"0,-23-2 0,29-5 16,4-2-1,-37 4-15,39-6 16,-73 8-16,0 0 0,0 0 0,0 0 0,24-2 15,0-1-15,0 1 0,-24 2 0,13-2 0,-2 1 0,1 0 16,10-2-16,-1 2 0,1-2 0,-22 3 16,11-2-16,1 1 0,-2-1 0,-10 2 15,22-1-15,-3-1 0,0-1 0,-19 3 0,11 0 0,1 0 16,-1-3-16,-11 3 16,16 0-16,-1-1 0,0 1 0,-15 0 0,9-1 15,-1 1-15,-1 0 0,-7 0 0,14 2 0,-3-2 0,1 0 0,-12 0 0,6 1 16,0 1-16,1-2 0,-4 0 15,-1 0-15,0 0 0</inkml:trace>
  <inkml:trace contextRef="#ctx0" brushRef="#br0" timeOffset="114024.784">6040 8731 0,'0'0'0,"0"0"16,0 0 0,45-2-16,-18 1 15,16-4 1,-19 3-16,-24 2 15,0 0-15,0 0 0,17-3 0,-1 1 0,1-1 16,-17 3-16,9-2 0,0 1 0,0 0 16,-9 1-16,24-2 0,-3 2 0,0 0 0,-21 0 0,14-2 15,-3 2-15,0 0 0,-11 0 0,27 0 16,-3 0-16,2 0 0,-26 0 0,25 2 0,1-2 0,-1 0 16,-25 0-16,26 2 15,-4-1-15,2 0 0,-24-1 0,26 2 0,-1 0 0,1-1 16,-26-1-16,28 2 0,-1-2 0,0 0 0,-27 0 0,27 0 0,1 1 15,0-1-15,-28 0 0,31 1 0,-1 0 0,-1 0 0,12 0 0,-1 0 0,0 0 16,-40-1-16,48 2 0,1-1 0,0-1 16,-49 0-16,54 1 0,1 0 0,-1 0 0,1 0 15,1-1-15,-2 0 0,-54 0 0,53 2 0,-1-2 0,-1 0 16,-1 0-16,-2 0 0,0 0 0,-48 0 16,44 1-16,1-1 0,-1 0 0,-3-1 0,-2 1 15,1 0-15,-40 0 0,38-2 0,-2 2 0,1 0 16,-1-1-16,1 1 0,0-1 0,-37 1 0,39-1 0,0 1 0,0 0 15,-2 1-15,-1-1 0,0 0 0,-36 0 0,36 2 16,0-2-16,0 2 0,3-1 16,-3 1-16,2-2 0,-38 0 0,52 3 0,-2-2 0,1 1 15,3-1-15,-1 1 0,1-1 0,-6 1 0,0-2 0,0 0 16,-48 0-16,0 0 16,45 0-16,-1 0 0,1 0 0</inkml:trace>
  <inkml:trace contextRef="#ctx0" brushRef="#br0" timeOffset="115516.36">14399 8712 0,'0'0'0,"0"0"0,0 0 16,-46-7-1,19 3-15,-33 6 16,-6 0-16,66-2 0,0 0 16,0 0-16,0 0 0,-24 0 15,1 2-15,0-2 0,23 0 0,-24 2 0,0-1 0,0-1 16,24 0-16,-35 2 0,2-1 16,0 1-16,33-2 0,-45 1 0,1 1 0,1 0 0,43-2 15,-51 1-15,1 1 0,1-1 0,49-1 0,-49 0 0,2 0 16,-1 0-16,48 0 0,-43 0 0,0 0 15,0 0-15,-2 0 0,1 0 16,0 0-16,44 0 0,-51 0 16,1 0-16,1 0 0,49 0 0,-52 1 15,1-1-15,1 0 0,-7 1 0,0 0 16,1 0-16,56-1 0,-61-1 0,2 0 0,0 0 0,-5 4 0,1-3 16,0 0-16,63 0 0,-69 1 0,1 0 0,0 0 0,68-1 0,-67 3 0,1-3 15,0 1-15,2 1 0,-2-1 0,1 1 0,65-2 0,-76 2 0,1-1 0,0 0 16,-8 2-16,0-1 0,0 0 0,83-2 0,-83 2 0,0 0 15,0 1-15,83-3 0,-80 3 0,2 0 0,-1 0 0,7 1 16,-1-1-16,0-1 0,73-2 0,-70 3 0,-1 0 16,1 0-16,1 0 0,3 0 0,-1 0 0,67-3 0,-65 3 15,0 0-15,1 1 0,5 1 0,1-2 0,0 0 16,58-3-16,-50 4 0,1 0 0,-1-1 0,11 1 16,0 1-16,2-2 0,37-3 15,-19 3-15,2-2 0,0 1 0,17-2 0,-24 5 16,3 0-16,-1 0 0,11-3 15,-1 2-15,0-1 0,12-3 0,-27 5 0,-1 1 0,-1-1 0,-3 1 0,1-2 16,0 2-16,31-6 0,-31 5 0,0-1 16,0 1-16,15-2 0,1 0 0,0-1 0,15-2 0,-5 2 0,0-2 15,-1 0-15,8-3 0,-1 2 0,1-2 0,-2 3 16,20-9-16,-2 3 0,1-1 0</inkml:trace>
  <inkml:trace contextRef="#ctx0" brushRef="#br0" timeOffset="121655.819">12963 14368 0,'-59'24'0,"-30"16"0,0-1 0,1-2 16,-3-28-16,91-9 15,-111 0-15,54 0 16,57 0-16,0 0 0,0 0 16,-21 0-16,2 0 0,-1 0 0</inkml:trace>
  <inkml:trace contextRef="#ctx0" brushRef="#br0" timeOffset="131241.597">11944 10171 0,'0'0'0,"0"0"15,0 0-15,0 0 16,0 0 0,0 0-16,0 0 15,0 0-15,0 0 0,0 0 0,-16-4 0,2 0 16,0 0-16,14 4 0,-8-2 0,-1 0 0,1 0 0,8 2 15,-16-2-15,2 1 0,-1 0 16,15 1-16,-9-1 0,1 0 0,1 1 0,7 0 0,-20-1 0,1 0 16,0 0-16,19 1 0,-12 0 0,2-1 15,0 1-15,10 0 0,-27 0 0,3 0 0,-1 0 0,25 0 16,-26 0-16,1 0 0,0 0 0,25 0 0,-27 0 0,1 1 0,0-1 16,26 0-16,-29 1 15,2 0-15,0-1 0,27 0 0,-36 2 0,2 0 0,0-2 16,34 0-16,-38 2 0,0 0 0,0 0 15,38-2-15,-45 3 0,0-3 0,0 1 0,45-1 0,-49 2 0,0 1 16,1 0-16,1-2 0,1 1 0,-1 1 16,47-3-16,-43 3 0,1-1 0,0 1 0,42-3 15,-37 2-15,0 1 0,1-1 0,36-2 16,-36 3-16,1 1 0,-1-2 0,-12 1 0,1 1 0,1 0 0,-8 0 0,0-1 16,1 1-16,53-4 0,-50 4 0,1-1 15,-2 0-15,14-1 0,-1 0 0,2-1 0,36-1 16,-31 2-16,2-1 0,1 0 0,1 0 15,1-1-15,0 0 0,26 0 0,-27 0 0,2 0 0,-1 0 16,-7 2-16,-1-2 0,1 1 0,33-1 0,-43 0 0,0 1 0,0-1 16,-10 2-16,1-2 0,0 1 0,52-1 0,-47 1 0,-1 0 0,1-1 15,47 0-15,-37 0 0,0 0 0,0 0 16,37 0-16,-31 0 0,1 0 0,-2 0 16,32 0-16,-30-1 0,0 1 0,-1-1 15,0 0-15,0 1 0,0 0 0,1 1 0,0-1 0,-1 0 16,31 0-16,-27 1 0,0-1 0,0 0 0,13 1 15,2-1-15,-2 0 0,14 0 0,-24 0 0,0 0 16,0 1-16,10 0 0,2-1 0,-1 1 0,13-3 0,0 1 16,0 1-16,0 0 0,2-1 0,0 1 0,-1-1 15,0 0-15,0 1 0,0 0 16,-1 0-16,9-4 0,0 1 16,0-1-16,-3 3 0,-1-2 15,1 2-15,-3 0 0,-2 1 0,1-1 0,-2 1 0,1-1 16,-1 1-16,1 0 0,-1 0 0,0 0 0,0 0 0,1 0 0,-1 0 15,0 0-15,0 0 0,0 0 0,0 0 0,-5-2 0,1 0 0,-1 1 0,2-1 0,0 1 16,1 1-16,1-1 0,0 1 0,0-2 0,0 2 0,1 0 0,0 0 16,0 0-16,0 0 0,0 0 0,0 0 15,0 0-15,0 0 0,0 0 0</inkml:trace>
  <inkml:trace contextRef="#ctx0" brushRef="#br0" timeOffset="138520.122">13443 10366 0,'0'0'0,"0"0"16,0 0 0,0 0-16,0 0 15,0 0-15,0 0 16,0 0-16,0 0 0,0 0 0,0 0 16,0 0-16,0 0 0,0 0 0,0 0 0,0 0 0,0 0 15,0 0-15,-5 16 0,2 0 0,0-1 16,3-15-16,-3 9 0,1 0 0,1 1 0,-4 8 15,2-2-15,0 1 0,3-17 0,-2 9 16,0 0-16,0 1 0,2-10 0,4 15 0,-3 1 16,1 0-16,-2-16 0,2 8 0,-1 0 0,0 0 0,-1-8 0,7 13 0,1 1 15,0-2-15,-8-12 0,4 8 0,0-1 0,0 0 16,-4-7-16,13 6 0,-3 1 0,1-2 0,-11-5 16,8 4-16,-1-3 0,-1 3 0,-6-4 0,13-4 15,0 1-15,-1 1 0,-12 2 0,8-4 0,-1 4 0,0-3 0,6-6 16,1 0-16,-2-1 15,-12 10-15,8-6 0,-1 1 0,0 0 0,-7 5 16,9-13-16,1 0 0,-1-1 16,-9 14-16,6-7 0,-2-1 0,1 2 0,-5 6 0,6-15 0,0 3 15,1-3-15,-7 15 0,3-6 0,0-2 0,0 2 0,-3 6 16,2-13-16,-1 3 0,-1-1 0,0 11 0,1-6 16,-1 0-16,0 0 0,0 6 0,0-3 15,0 2-15,0-1 0,1 1 0,-1 0 0,0 1 0,0 0 16,0-1-16,0 1 0,0 0 0,0 0 0,0 0 0,0 0 15,0 0-15,-2 3 0,2-3 0,0 2 16,0-2-16,0 1 0,0-1 0,0 2 0,0-2 16,0 12-16,1 0 0,0-1 0,-1-11 0,1 7 0,-1 0 0,0-1 0,1 15 15,1-3-15,0 2 0,-2-20 0,1 10 0,-1 2 16,1-3-16,-1-9 0,2 24 0,0-1 0,-1 0 16,-1-23-16,2 14 0,-1-1 0,-1 0 0,0-13 15,0 22-15,-1 1 0,0-1 0,0-9 0,1-1 16,-1 0-16,1-12 0,-3 22 0,1-2 0,-1 2 15,3-22-15,-3 11 0,3 0 0,-1-1 16,1-10-16,-7 17 0,2-3 0,0 2 16,5-16-16,-5 9 0,2-1 0,0 0 15,3-8-15,-10 10 0,-1 0 0,1-1 0,10-9 16,-6 5-16,0-1 0,1 2 0,5-6 0,-11 2 0,0-1 0,0-1 0,11 0 0,-7 1 16,1-1-16,1 0 0,5 0 0,-9-5 0,1 0 0,0 0 0,8 5 0,-5-3 15,1 0-15,0-1 0,4 4 16,-5-9-16,0 0 0,1 0 0,4 9 0,-4-6 15,2 0-15,-1 1 0,3 5 0,3-12 0,0-1 0,0 1 16,-3 12-16,2-6 0,-1 0 0,1-1 0,-2 7 16,13-16-16,-1 2 0,-1 0 0,-11 14 15,7-9-15,0 3 0,0-3 0,-7 9 0,18-15 16,-2-2-16,0 1 0,-5 7 0,-3 0 0,1 2 0</inkml:trace>
  <inkml:trace contextRef="#ctx0" brushRef="#br0" timeOffset="138756.617">13919 10546 0,'0'0'0,"0"0"0,0 0 16,0 0 0,35-21-16,-14 8 15,10 8 1,-31 5-16,0 0 0,0 0 0,0 0 0,7-1 15,-3 1-15,1-1 0,-5 1 16,3 0-16,-2 0 0,1 0 0,-2 0 0,10-2 0,-1 0 0,0 1 16,-3-1-16,-1 1 0,0 0 0,-5 1 0,3 0 0,-1 0 15,-1-1-15</inkml:trace>
  <inkml:trace contextRef="#ctx0" brushRef="#br0" timeOffset="138905.019">13921 10609 0,'0'0'0,"0"0"0,0 0 16,0 0-16,45 6 15,-2-3 1,-4-4-16,-39 1 0,0 0 16,0 0-16,14-3 0,-2-2 0,1 1 0</inkml:trace>
  <inkml:trace contextRef="#ctx0" brushRef="#br0" timeOffset="139317.596">14572 10323 0,'0'0'0,"0"0"0,0 0 0,9-45 16,-9 13-16,-8 11 16,-5 6-1,13 15-15,0 0 0,0 0 0,-5-3 0,0 0 0,0 1 16,5 2-16,-7 1 0,2-1 0,1 1 16,-1 1-16,2 1 0,-2-2 0,5-1 0,-6 6 0,0-2 15,0 1-15,0 1 0,2 1 0,-1-1 16,5-6-16,-4 10 0,1-2 0,-2 1 0,5-9 0,-2 12 0,0 0 0,-1-1 15,3 2-15,0 1 0,0-1 0,0-13 16,3 14-16,-1 1 0,-1 0 0,-1-15 0,4 17 16,-2-1-16,-1-1 0,3 2 0,-2-1 0,0 0 15,-2-16-15,1 17 0,-1-1 0,0 1 0,3-1 16,-1 1-16,-1-1 0,-1-16 0,2 14 0,-1 1 0,1-2 0,-2-13 16,-2 14-16,2-1 0,0 0 15,-2-1-15,1 1 0,0-2 0,1-11 0,-2 9 0,1 0 16,-1-2-16,-2-3 0,2-2 15,0 1-15</inkml:trace>
  <inkml:trace contextRef="#ctx0" brushRef="#br0" timeOffset="139501.957">14290 10615 0,'0'0'0,"0"0"15,0 0-15,0 0 16,0 0-16,0 0 15,76-15-15,-76 15 0,0 0 16,0 0-16,0 0 0,24-4 16,0-1-16,0 2 0,-2 0 0,-1-1 0,0 0 0,-21 4 0,21-6 15,-1 1-15,0-1 0</inkml:trace>
  <inkml:trace contextRef="#ctx0" brushRef="#br0" timeOffset="139840.601">14884 10243 0,'0'0'0,"0"0"15,0 0-15,-52 27 16,14 3-16,11 1 15,13 4 1,14-35-16,0 0 0,0 0 0,0 0 0,-6 16 16,2-3-16,1 0 0,2 2 0,0-1 15,0-1-15,1-13 0,0 15 0,-1-1 16,0 0-16,3 1 0,-2-1 0,1 1 0,-1-15 0,3 15 0,-1 0 0,1-1 0,-3-14 16,5 15-16,-1-2 15,1 1-15,1-2 0,-2 0 0,2 1 16,-6-13-16,8 10 0,-1-1 0,0 1 15,1-5-15,0 1 0,0 0 16,-8-6-16,10 2 0,-1-2 0,1 0 0</inkml:trace>
  <inkml:trace contextRef="#ctx0" brushRef="#br0" timeOffset="140121.243">15160 10375 0,'0'0'0,"0"0"16,0 0-16,0 0 0,0 0 15,0 0-15,-18 52 16,18-52-16,0 0 16,0 0-16,-6 17 0,0-1 0,0 0 15,6-16-15,-6 14 0,1-1 0,1 0 0,4-13 0,-6 13 0,1 0 16,0 0-16,-2-1 0,1 0 0,0 0 15,6-12-15,-7 12 0,1 0 0,0 0 0,0-2 16,0 0-16,1 0 0,5-10 0,-5 9 0,0 0 0,-1-2 16,0-2-16,1-1 0,0 0 0,0-1 0,2-2 0,0 0 15,1 0-15,1-1 0,-1 1 0</inkml:trace>
  <inkml:trace contextRef="#ctx0" brushRef="#br0" timeOffset="140355.303">14952 10465 0,'0'0'0,"0"0"0,0 0 15,0 0-15,0 0 16,0 0-16,0 0 16,0 0-16,0 0 0,0 0 15,0 0-15,19 13 0,1-2 0,-1 1 0,-3 0 0,1 0 16,-1 0-16,-16-12 0,11 12 0,1 1 0,0-1 15,-3 0-15,-1-1 0,1 1 0,-9-12 0,7 12 0,1 0 0,0-1 16,-1-1-16,0-1 0,-1 2 0,-6-11 16,8 7-16,-3 0 0,0 0 0</inkml:trace>
  <inkml:trace contextRef="#ctx0" brushRef="#br0" timeOffset="140730.422">15244 10259 0,'0'0'0,"0"0"0,45 4 16,-4 9-1,-8 13-15,-5 11 16,-4 8-16,-24-45 16,0 0-16,0 0 0,8 17 0,-1 1 0,-1-2 15,-6-16-15,6 19 0,-1 0 16,-1-2-16,-1 3 0,-1-1 0,-1 0 0,-1-19 0,3 21 0,-1 0 16,-1-1-16,-3 3 0,1-3 0,1 2 0,0-22 15,-6 21-15,2 0 0,-1-2 0,-3 4 0,1-3 16,1 1-16,6-21 0,-12 21 0,1 1 0,0-1 0,-6 0 0,1 0 15,-1 0-15,-7 0 0,0-1 0,0-1 0,-2-3 0,1-2 16,-1 1-16,-1-7 0,1-2 0,0 1 16</inkml:trace>
  <inkml:trace contextRef="#ctx0" brushRef="#br0" timeOffset="144618.751">14701 10928 0,'0'0'16,"0"0"-16,0 0 0,0 0 16,0 0-16,0 0 15,13 47 1,-13-47-16,0 0 0,0 0 0,0 0 16,3 10-16,-1 1 0,1-3 0,-3-8 0,0 15 15,0-2-15,0 1 0,0-14 16,-1 7-16,1-1 0,0 2 0,0-8 0,-1 18 15,1-1-15,0-1 0,-1-5 0,1-3 16,0 2-16,0-10 0,2 15 0,-2 0 0,0-1 0,0-14 0,1 9 16,-1 0-16,0-3 0,0-6 0,1 5 0,-1-3 0,0 0 15,0 0-15,0-1 0,0-1 0</inkml:trace>
  <inkml:trace contextRef="#ctx0" brushRef="#br0" timeOffset="144865.676">14573 11125 0,'0'0'0,"0"0"0,0 0 0,0 0 16,0 0-16,0 0 15,0 0-15,0 0 16,0 0-16,0 0 0,0 0 0,8 10 16,1 1-16,-2-1 0,1 1 0,0-2 0,-1 0 15,-7-9-15,9 9 0,0 1 0,-2-2 0,2 1 16,0-1-16,-1 2 0,-8-10 0,8 7 15,-1-1-15,0 2 0,1-2 0,0-2 0,-1 1 0,-7-5 0,7 1 0,1 0 16,0-1-16,0-2 0,0-2 0,-2 2 16,3-5-16,0 1 0,-1-1 0,-8 7 0,10-8 0,-3-1 15,1 0-15</inkml:trace>
  <inkml:trace contextRef="#ctx0" brushRef="#br0" timeOffset="145017.357">14881 11104 0,'0'0'0,"0"0"0,0 0 0,0 0 15,0 0-15,0 0 16,0 0-16,0 0 16,0 0-16,0 0 0,0 0 15,-12 18-15,2 1 0,0-1 0,10-18 0,-12 19 0,2 0 16,-2-1-16,12-18 0,-11 16 0,-1 1 0,1-2 16</inkml:trace>
  <inkml:trace contextRef="#ctx0" brushRef="#br0" timeOffset="145781.284">14596 11462 0,'0'0'0,"0"0"0,0 0 0,0 0 0,0 0 16,0 0-16,15 48 16,-7 0-1,-8-48-15,0 0 0,0 0 16,1 12-16,1-1 0,-1 1 0,-2-3 0,1 0 15,0 0-15,0-9 0,-1 8 0,0-1 0,1 2 16,-2-4-16,2-1 0,0 0 0,-1-1 0,0 2 0,0-2 0,1-3 0,-1 2 16,1-1-16,-1 1 15,1-2-15,0 0 0,0 0 0,0 0 0,1-3 16,-1-2-16,1 2 0,1-5 0,1 1 0,-1-1 0,1-2 0,-1 0 16,0-1-16,-2 11 0,3-12 0,-1 1 15,1 1-15,0-2 0,0 3 0,0-2 0,-3 11 16,5-7-16,-1-2 0,0 2 0,2 1 0,-1 0 0,-1 1 0,5 2 15,-2 0-15,0 0 0,-7 3 0,7 0 0,-1-1 0,0 1 0,2 3 0,0 1 0,0-2 16,0 3 0,0 1-16,0-1 0,-8-5 0,7 8 0,0-1 0,-1 2 15,0 0-15,-1 1 0,1 0 0,-6-10 0,4 8 0,0 0 16,-1 0-16,0-1 0,0 0 0,1 1 16,-4-8-16,3 6 0,-1-1 0,-1 1 0,1-2 0,-2-1 15,1 0-15,1-2 0,-2 1 16,0-2-16,0 0 0,0 1 0,0-1 0,0 0 15,-2-4-15,1 1 0,1-2 0,0 5 0,0-8 0,0 0 16,0 0-16,1-3 0,1 0 0,-1 0 0,-1 11 0,2-13 16,1 3-16,-1-1 0,2 2 0,0-1 0,0 0 0,-4 10 15,4-7-15,1-1 0,0 0 0,0 3 0,1 0 0,-1-1 16,-5 6-16,7-4 0,-2 1 0,0 0 16,1 1-16,1 1 0,-1-1 0,-6 2 0,7 2 0,-1-1 15,1 0-15,-1 3 0,0 0 0,0 0 0,-6-4 16,6 7-16,-1-1 0,1-1 0,-3 4 15,2-1-15,-1 0 0,-4-8 0,0 9 0,1 0 16,0 1-16,-3-2 0,2 1 0,0 0 0,0-9 0,-2 9 16,0-2-16,-1 1 0,0-2 0,0 3 0,0-3 15,3-6-15,-3 5 0,1-1 0,-1-1 0,2 0 0,-1-2 16,0 1-16,1-1 0,0 0 0,0 0 16</inkml:trace>
  <inkml:trace contextRef="#ctx0" brushRef="#br0" timeOffset="146101.911">15079 11483 0,'0'0'0,"0"0"15,0 0-15,9 40 16,-3-17-16,3 8 16,-5-15-16,-4-16 15,0 0-15,0 0 0,0 0 0,2 2 16,-2 0-16,0 0 0,0-2 0,0 0 0,0 1 0,0-1 0,9 5 15,0-2-15,0 3 0,-9-6 0,5 2 0,1-1 16,-1 2-16,-5-3 0,12-6 0,-1 0 16,0 1-16,-11 5 0,7-4 0,-1 0 15,0 0-15,-6 4 0,7-14 0,-2 0 0,1 0 0,-3 6 0,0 0 16,-1 0-16,-2 8 0,-2-10 0,2 1 0,-1-1 16,1 10-16,-2-5 0,2 1 0,-1 0 0,1 4 15,-8-4-15,-1 0 0,2 1 0,7 3 0,-5-2 16,1 0-16,-1 1 0,5 1 0,-15 0 0,2 1 0,0 0 15,5-1-15,0 1 0,1-1 0,7 0 0,-11 0 16,1-1-16,-1 1 0,5-2 0,1 2 0,0 0 0</inkml:trace>
  <inkml:trace contextRef="#ctx0" brushRef="#br0" timeOffset="146337.023">15367 11268 0,'0'0'0,"0"0"0,0 0 16,0 0 0,0 0-16,21 43 0,-11 3 15,-10-5 1,0-41-16,0 0 0,0 0 0,1 13 0,-1 1 0,0-2 16,1 1-16,-1 1 0,0-2 0,0-12 0,1 13 15,-1 1-15,0-2 0,-2 1 0,1-2 0,0 1 0,-1 0 16,1 1-16,-1-2 0,-1-2 0,2-1 15,-1 0-15,1-4 0,-1 0 0,1-1 0</inkml:trace>
  <inkml:trace contextRef="#ctx0" brushRef="#br0" timeOffset="146483.963">15343 11505 0,'0'0'0,"0"0"16,0 0-16,51-17 15,2-5-15,-10-7 0,-16-6 16,-6-7 0,-21 42-16,0 0 0,0 0 0</inkml:trace>
  <inkml:trace contextRef="#ctx0" brushRef="#br0" timeOffset="146853.735">15516 11224 0,'0'0'0,"0"0"16,0 0-16,0 0 0,0 0 15,4 48 1,-1 2 0,-3-50-16,0 0 0,0 0 0,0 0 0,2 16 15,-1 1-15,1-1 0,-1-1 0,-1 0 0,1 0 16,0-1-16,-1-1 0,0 1 0,0-14 0,1 13 0,-1-2 16,1 1-16,1-3 0,-1-1 0,0 2 0,-1-10 0,1 5 0,-1-1 15,1 0-15,0 0 0,-1-2 0,0-2 0,0 0 16,0 0-16,0-2 0,0 2 0,3-7 0,-2 1 0,1 0 15,-2 6-15,3-9 0,0 1 0,0-2 16,3 2-16,-1 0 0,0 0 0,-5 8 0,8-7 16,-1 1-16,0 0 0,1 3 0,1-2 15,-2 2-15,-7 3 0,9-2 0,-1 2 0,0-2 0,2 4 16,-1 0-16,-1 0 0,-8-2 0,9 6 0,-1-2 16,0 1-16,2 3 0,-2-1 0,-1 0 0,-7-7 0,7 9 15,-3-1-15,1 1 0,-4-1 0,-1 0 16,0-1-16,0-7 0,0 8 0,0 0 0,0 0 15,-3-3-15,1-1 0,0 1 16,0-3-16,0-1 0,1 1 0</inkml:trace>
  <inkml:trace contextRef="#ctx0" brushRef="#br0" timeOffset="147117.313">15827 11493 0,'0'0'0,"0"0"0,0 0 0,0 0 0,41-19 16,-5-1-1,-15 3-15,-5-4 16,-16 21-16,0 0 0,3-4 16,0-1-16,0 1 0,-3 4 0,-1-5 0,1-1 0,0 1 0,-3 1 0,1-2 15,1 2-15,1 4 0,-6-2 0,3-1 0,-1 1 16,-3 2-16,1 0 0,0 0 0,6 0 16,-7 5-16,1-2 0,0 0 0,-3 3 15,2 0-15,0-1 0,1 2 0,-1 0 0,1 1 0,6-8 16,-5 10-16,1-1 0,-1 1 15,1 0-15,3 2 0,-1-3 0,2-9 0,3 12 0,-2-2 0,1 1 16,3 0-16,-1-2 0,1 1 0,-1-4 0,-1-1 16,1 1-16,6-3 0,-2 0 0,1 0 0,2-5 0,-1 2 0,0 0 15</inkml:trace>
  <inkml:trace contextRef="#ctx0" brushRef="#br0" timeOffset="147495.975">16058 11407 0,'0'0'0,"0"0"0,0 0 16,0 0-16,0 0 0,0 0 15,29 32 1,-9 1-16,-20-33 16,0 0-16,0 0 0,3 13 0,1-2 15,-1 0-15,-3-11 0,-2 11 0,2-1 16,0 1-16,-1-2 0,-2 0 0,2 0 0,1-9 0,-4 7 15,2-1-15,0 0 0,-1-1 0,0-2 0,0 1 0,3-4 0,-4 1 16,1 0-16,0 0 0,-1-2 0,1 0 0,0 0 0,3 1 0,-3-4 0,0 2 16,-1 0-16,2-5 0,1 2 15,-1-1-15,2 6 0,2-8 0,-2-1 16,1 0-16,1-1 0,-1 0 0,1 0 0,-2 10 0,5-12 16,-2 0-16,0 2 0,2 1 0,0-1 0,0 1 0,-5 9 15,7-8-15,-1 0 0,0 0 0,1 1 0,-1 1 16,0 0-16,-6 6 0,6-3 0,-1-2 15,-1 2-15,1-1 0,-2 1 0,1 0 16,-4 3-16,4-5 0,-1 2 16,0-1-16,0 0 0,-1-1 0,0 1 15,1-2-15,-2 1 0,1 0 0</inkml:trace>
  <inkml:trace contextRef="#ctx0" brushRef="#br0" timeOffset="148770.202">16719 11230 0,'0'0'0,"0"0"0,0 0 0,0 0 16,0 0-16,-22 45 15,9-18 1,13-27-16,0 0 0,0 0 0,-4 17 16,-1-1-16,1 0 0,4-16 0,-2 9 0,-1-1 15,0 1-15,5 6 0,-1-1 0,2 1 0,-3-15 0,1 8 16,0 0-16,0 0 0,-1-8 0,5 10 16,-1 2-16,1 0 15,-5-12-15,4 6 0,-1 0 0,-1-1 0,7 0 0,-2 0 16,2 1-16,-9-6 0,4 3 0,1-2 0,-1 1 0,-4-2 15,12-6-15,-2-1 0,0 0 0,-10 7 0,6-5 0,0 1 16,-1 0-16,-5 4 0,6-16 0,-2 0 0,1 0 0,-5 16 16,2-9-16,0 0 0,1 0 0,-7-6 0,2-1 15,-1 2-15,3 14 0,-2-9 0,1 0 0,-1 2 0,2 7 16,-7-11-16,1-1 0,0 0 0,6 12 0,-5-6 16,2 0-16,0 0 0,3 6 0,-10-9 0,1 0 0,0 0 15,9 9-15,-5-4 0,1-1 0,-1 1 0,3 2 16,0-1-16,0 3 0,2 0 0,-1-11 0,1 3 15,0-1-15,0 9 0,1-5 0,-1 0 0,0 0 16,0 5-16,11-8 0,0 0 16,0 1-16,-4 2 0,-1 1 15,1 1-15,-7 3 0,21-6 0,0 0 0,0 2 16,-21 4-16,13-4 0,-1 1 0,-1 1 0,-11 2 16,21-9-16,-1 1 0,-1 1 0,-19 7 0,11-5 0,-1 1 0,0 0 15,-10 4-15,18-13 0,-1 2 0,0 0 0,-17 11 0,10-8 0,-1 3 0,-1-2 0,-8 7 16,9-15-16,-1 1 0,1-1 0,-9 15 15,5-9-15,-2 2 0,1-1 0,-8-5 0,2-1 0,0 1 16,2 13-16,-3-8 0,1 1 0,0-1 0,2 8 16,-10-6-16,0 1 0,-1 0 0,11 5 0,-6-4 0,0 3 15,0-3-15,6 4 0,-11 6 0,1-1 0,0-1 0,10-4 0,-5 4 16,-1-1-16,0 0 16,6-3-16,-6 19 0,0 0 0,-1 1 0,7-20 15,-4 24-15,0-1 0,1 0 0,3-23 0,-2 27 16,2-1-16,0-1 0,0-25 0,2 28 0,-2-1 15,0 0-15,0-27 0,1 26 0,0 2 16,0 1-16,-1-29 0,3 25 0,-2 1 0,1-2 0,-1-11 16,0-1-16,0 0 0,-1-12 0,-1 23 0,1 1 0,0-1 0,0-23 15,-2 13-15,2-1 0,0 0 0,0-9 0,-1 0 16,0 0-16,1-3 0,-1 0 0,1 0 0,0 0 0</inkml:trace>
  <inkml:trace contextRef="#ctx0" brushRef="#br0" timeOffset="148935.275">16880 11317 0,'0'0'0,"0"0"0,0 0 15,0 0-15,53-13 16,-22 4 0,16 1-16,-47 8 0,0 0 15,0 0-15,0 0 0,9-2 16,-2 1-16,1-1 0</inkml:trace>
  <inkml:trace contextRef="#ctx0" brushRef="#br0" timeOffset="149359.966">17725 11091 0,'0'0'0,"0"0"0,0 0 16,0 0-16,0 0 0,0 0 15,0 0 1,-18 40 0,18-40-16,0 0 0,0 0 0,-7 13 0,2-1 15,-1 0-15,6-12 0,-6 11 0,0 0 0,0-1 16,-2 0-16,1 1 0,1 0 0,6-11 0,-6 10 0,0 2 16,0-1-16,0 1 0,1 0 0,0 0 0,5-12 15,-6 11-15,1 1 0,-1-1 0,0 0 16,0 1-16,1-2 0,5-10 15,-5 11-15,0-1 0,-1 0 0,1-3 0,2-1 16,0 0-16,-3 2 0,0-2 0,1 2 0,-3-3 0,2-1 0,0 0 16,2-2-16,0 1 0,0-2 0</inkml:trace>
  <inkml:trace contextRef="#ctx0" brushRef="#br0" timeOffset="149601.438">17425 11157 0,'0'0'0,"0"0"0,0 0 0,0 0 15,0 0 1,0 0-16,55 43 16,-55-43-16,0 0 0,0 0 15,16 18-15,0 0 0,1 0 0,-17-18 0,13 21 16,0-3-16,1 0 0,-4 3 0,0-1 0,0 1 15,-1 1-15,-1-1 16,-1 2-16,-7-23 0,9 21 0,1 1 0,-1-1 0,2-3 16,0 0-16,0-2 0</inkml:trace>
  <inkml:trace contextRef="#ctx0" brushRef="#br0" timeOffset="151593.58">13302 10834 0,'0'0'0,"0"0"16,0 0-16,0 0 16,0 0-16,0 0 15,52-18 1,-52 18-16,0 0 0,0 0 0,0 0 16,12-4-16,-2 0 0,0 0 0,6 2 0,0 1 0,0 0 15,-16 1-15,9-1 0,-1 1 0,1 0 16,-9 0-16,19-2 0,0-1 0,-1 1 0,-18 2 0,12-3 15,-3 2-15,1 0 0,-10 1 0,20-4 0,0 2 16,-1-1-16,-19 3 0,11-2 0,0 1 0,0 0 0,7-2 0,-1 1 16,0 0-16,-17 2 0,9-2 0,0 2 0,1-1 15,-10 1-15,11-2 0,1 0 16,-1 1-16,-3 1 0,-3-2 0,0 2 0,-5 0 0,3-1 16,-1 1-16,-1 0 0,-1 0 0,1-1 15,0 1-15,0 0 0,0 0 0,-1 0 0,0 0 0,0 0 0,0 0 0,0 0 16,0 0-16,0 0 0,0 0 0,0 0 15,0 0-15,0 0 0,0 0 0,0 0 16,0 0-16,0 0 0</inkml:trace>
  <inkml:trace contextRef="#ctx0" brushRef="#br0" timeOffset="152528.379">13261 10796 0,'0'0'0,"0"0"15,0 0-15,0 0 16,0 0 0,0 0-16,0 0 15,0 0-15,0 0 0,0 0 0,0 0 16,0 0-16,0 0 0,0 0 0,0 0 0,0 0 0,0 0 16,0 0-16,14 5 0,-1 1 0,0 0 0,-1-3 0,1 1 15,-1-1 1,-12-3-16,12 2 0,-1-2 0,1 2 0,1 0 0,-1-1 0,-1 0 0,-11-1 15,14 1-15,1-1 0,-2 2 0,-13-2 0,17 0 0,-1 0 0,-1 0 16,2 0-16,-2 0 0,0 0 16,-15 0-16,18 0 0,-2 0 0,1 0 0,-2 0 0,0 0 0,1 0 15,-16 0-15,14 0 16,0 0-16,-1 0 0,-13 0 0,13-3 16,-2 2-16,1 0 0,-3 1 0,1 0 0,-1 0 15,-9 0-15,8-1 0,-1 1 0,0 0 0,-2-1 0,1 0 0,-1 0 16,-5 1-16,5 2 0,-1-2 15,1 0-15,-5 0 0,4 1 0,-1-1 0,-1 0 0,0 0 16,-1 0-16,0 0 0,-1 0 0,1 1 0,-1-1 16,0 0-16,0 0 0,0 0 0,0 0 0,0 0 0,0 0 0,0 0 0,0 0 0,0 0 15,0 0-15,0 0 0,0 0 0,0 0 16,0 0-16,0 0 0,0 0 0,0 0 16,0 0-16,0 0 0,0 0 0,0 0 0,0 0 15,0 0-15,0 0 0,0 0 0,0 0 16,0 0-16,0 0 0,0 0 0,0 0 0,0 0 0,0 0 0,0 0 15,0 0-15,0 0 0,0 0 0,0 0 16,0 0-16,0 0 0,0 0 0,0 0 0,0 0 16,0 0-16,0 0 0,0 0 0,0 0 0,0 0 0,0 0 0,0 0 0,0 0 15,0 0-15,0 0 0,0 0 0,0 0 0,0 0 0,0 0 0,0 0 0,0 0 16,0 0-16,0 0 0,0 0 16,0 0-16,0 0 0,0 0 0,0 0 0,0 0 0,0 0 0,0 0 15,0 0-15,0 0 0,0 0 0,0 0 0,0 0 16,0 0-16,0 0 0,0 0 0,0 0 15,0 0-15,0 0 0,0 0 0,0 0 0,0 0 0,0 0 0,0 0 16,0 0-16,0 0 0,0 0 0,0 0 16,0 0-16,0 0 0,0 0 0,0 0 0,0 0 15,0 0-15,0 0 0,0 0 0,0 0 0,0 0 16,0 0-16,0 0 0,0 0 0,0 0 0,0 0 0,0 0 16,0 0-16,0 0 0,0 0 0,0 0 0,0 0 15,0 0-15,0 0 0,0 0 0,0 0 16,0 0-16,0 0 0,0 0 0,0 0 15,0 0-15,0 0 0,0 0 0,0 0 0,0 0 0,0 0 0,0 0 0,0 0 16,0 0-16,0 0 0,0 0 0,0 0 0,0 0 0,0 0 16,0 0-16,0 0 0,0 0 0,0 0 15,0 0-15,0 0 0,0 0 0,0 0 0,0 0 0,0 0 16,0 0-16,0 1 0,0 0 0,0 2 0,-1-3 16,1 1-16,0-1 0</inkml:trace>
  <inkml:trace contextRef="#ctx0" brushRef="#br0" timeOffset="153570.949">13285 10843 0,'0'0'0,"0"0"0,0 0 0,0 0 16,0 0-16,0 0 15,40-5 1,-40 5-16,0 0 0,0 0 0,0 0 0,8-1 0,-1-2 16,1 3-16,-8 0 0,12-3 0,0 2 0,-2 0 15,-10 1-15,7-1 0,-2 0 0,0-1 0,-5 2 16,15-3-16,-2 1 0,1-2 0,-6 4 0,0-1 0,0-1 16,-8 2-16,16-3 0,0 0 0,0 0 0,-16 3 0,9-2 15,0 1-15,0-1 0,-9 2 0,15-2 16,0 0-16,1-1 0,-8 1 0,1 1 0,0-1 15,-9 2-15,15-2 0,0 0 0,-1 1 16,-14 1-16,9-1 0,-2 0 0,1 0 16,-8 1-16,3-1 0,0 0 0,1 1 0,-4 0 0,1 0 15,0 0-15,0 0 0,9 1 16,1-1-16,-2 0 0,-9 0 0,7 0 0,-1 0 16,-1 0-16,-1 1 0,-2-1 0,1 0 0,-3 0 0,0 0 0,1 0 0,0 0 0,0 0 0,-1 0 15,0 0-15,0 0 0,-9 0 0,0 0 0,-1 0 16,5 0-16,-1 0 0,0 0 0,6 0 0,-10-2 15,1 0-15,-1 1 0</inkml:trace>
  <inkml:trace contextRef="#ctx0" brushRef="#br0" timeOffset="153786.419">13395 10872 0,'0'0'0,"0"0"16,0 0-16,0 0 15,0 0 1,0 0-16,0 0 16,0 0-16,0 0 0,0 0 0,0 0 0,0 0 15,0 0-15,0 0 0,0 0 0,0 0 0,0 0 0,0 0 16,18 1-16,-2 1 0,0-1 0,0 0 0,-1-1 0,1 0 16,-16 0-16,14-1 0,-1 0 0,0 0 15</inkml:trace>
  <inkml:trace contextRef="#ctx0" brushRef="#br0" timeOffset="154501.509">14330 10719 0,'0'0'0,"0"0"0,0 0 15,0 0-15,0 0 16,0 0-16,0 0 15,0 0 1,0 0-16,0 0 0,0 0 0,0 0 16,0 0-16,0 0 0,0 0 0,0 0 0,0 0 15,0 0-15,18-2 0,0 0 0,0 0 0,-2 1 0,0-1 16,1 1-16,-17 1 0,15-1 16,1 1-16,-1-1 0,1 2 0,0-1 0,0 1 15,-16-1-15,17 1 0,-1-1 0,0 0 0,2 0 0,-1 0 16,0 0-16,-17 0 0,19 1 0,-1-1 0,0 0 0,1-1 15,-1 1-15,0 0 0,-18 0 0,20-1 0,-1 0 0,1 1 16,-1 0-16,0 0 0,0 0 0,-19 0 0,21 0 0,-1 0 16,0 0-16,0-1 0,-1 0 0,1 1 15,-20 0-15,21-2 0,0 1 0,0-1 0,-21 2 16,21-2-16,-1 1 0,0-1 0,0 4 0,0-2 0,0 0 16,-20 0-16,20 0 0,-2 0 0,0 1 0,-3-1 15,0 0-15,0 0 0,-15 0 0,13 2 0,1-1 16,0 0-16,-14-1 0,12 1 0,-2-1 0,0 0 15,-1 0-15,1-1 0,-1 0 0,-9 1 0,7-1 16,1 1-16,-1 0 0,-1 1 0,-1-1 0,1 0 16,-6 0-16,3 0 0,0 1 0,0-1 0,-3 0 15,1-2-15,-1 1 0,0 0 0,-2 0 0,2 1 0,0-2 16</inkml:trace>
  <inkml:trace contextRef="#ctx0" brushRef="#br0" timeOffset="155419.805">14331 10789 0,'0'0'0,"0"0"15,0 0-15,0 0 0,0 0 16,0 0-1,0 0-15,55 5 16,-55-5-16,0 0 0,0 0 16,16 2-16,1-1 0,-1 0 0,-16-1 0,15 1 0,-2 0 15,0-1-15,-13 0 0,15 1 16,0 0-16,0-1 0,-6 1 0,0 0 0,1-1 0,-10 0 16,20 2-16,-2-2 0,0 0 0,-18 0 0,22 1 0,0-1 15,0 0-15,-22 0 0,22 0 0,-1 0 16,0 0-16,-21 0 0,23 0 0,1 0 0,-1 0 0,8 0 15,2 0-15,-2 0 0,-31 0 0,31 0 0,-1 1 16,-1-1-16,-29 0 0,27 2 0,-1-2 0,-1 1 0,-25-1 0,23 1 16,-2 0-16,1-1 0,0 2 0,-2-2 0,0 0 0,-20 0 15,20 1 1,-3-1-16,1 0 0,-18 0 0,17 2 0,-1-1 0,-1-1 0,-15 0 16,16 0-16,-2 0 0,0 0 0,-14 0 15,12 1-15,-2 0 0,1-1 0,-11 0 0,4 1 16,0-1-16,0 0 0,-4 0 0,3 0 0,0 0 0,-1 0 0,2 2 15,-1-1-15,-1-1 0,-2 0 0,1 0 0,1 1 16,-1 0-16,-1-1 0,3 1 0,-3 0 16,1-1-16,0 1 0,0-1 0,-1 0 0,0 0 15,1 1-15,-1-1 0,0 0 0,1 0 0,-1 0 0,0 0 16,0 0-16,0 0 0,0 0 0,0 0 0,-1 0 16,1 0-16,0 0 0,0 0 0,0 0 0,0 0 0,0 0 0,0 0 15,0 0-15,0 0 0,0 0 0,0 0 0,0 0 16,0 0-16,0 0 0,0 0 0,0 0 0,0 0 0,0 0 15,0 0-15,0 0 0,0 0 0,0 0 16,0 0-16,0 0 0,1 0 0,-1 0 0,0 0 0,0 0 16,0 0-16,0 0 0,0 0 0,0 0 15,0 0-15,0 0 0,0 0 0,0 0 0,0 0 16,0 0-16,0 0 0,0 0 0,0 0 0,0 0 0,0 0 16,0 0-16,0 0 0,0 0 0,0 0 0,0 0 15,1 0-15,-1 0 0,0 0 0,0 0 0,0-1 0,0 1 16,0 0-16,0 0 15,0 0-15,0 0 0,0 0 0,0 0 0,0 0 0,0 0 0,0 0 16,0 0-16,0 0 0,0 0 0,0-1 0,0 1 0,0 0 0,0 0 0,0 0 0,0 0 16,0 0-16,0 0 15,0 0-15,0 0 0,1 0 0,-1 0 0,0 0 16,0 0-16,0 0 0,0 0 0,0 0 0,0 0 0,0 0 16,0 0-16,0 0 0,2-1 0,-2 1 0,0 0 0,1-4 15,0 0-15,0 0 0</inkml:trace>
  <inkml:trace contextRef="#ctx0" brushRef="#br0" timeOffset="157335.51">14749 11860 0,'0'0'0,"0"0"0,0 0 15,0 0-15,0 0 16,0 0-16,0 0 16,0 0-16,0 0 15,0 0-15,0 0 0,0 0 0,0 0 16,0 0-16,0 0 0,0 0 0,0 0 0,0 0 0,16-7 16,0 0-16,0 0 0,-16 7 0,9-3 0,0-1 15,0 0-15,-9 4 0,15-4 0,-1 2 0,0-2 16,-14 4-16,8-2 0,-2 2 0,2-1 0,8 0 0,-1 1 15,-1-1-15,-14 1 0,9 0 0,-2 0 0,2 0 16,-9 0-16,23-1 0,-1 1 0,0-2 0,-8 1 0,-1 1 16,-1 0-16,-12 0 0,26-1 0,-2 0 0,1 0 0,-25 1 15,34-1-15,-2-1 16,1 0-16,-33 2 0,32-1 0,-1-2 0,1 2 16,-32 1-16,31-2 0,-1 1 15,1-1-15,1-1 0,1 3 0,-1-1 0,-32 1 0,34-2 16,-1 0-16,-1 1 0,-32 1 0,32-1 0,-3-1 0,0 2 15,-2-1-15,-1 1 0,0-1 0,-26 1 0,24 0 0,-1 0 0,-1 0 0,-22 0 16,27 0-16,0 0 0,0 0 0,-27 0 16,41 0-16,-2 0 0,0 0 0,-39 0 0,42 0 15,-3 0-15,0 0 0,-3-1 0,0 1 0,0 0 0,-36 0 16,27-2-16,2 2 0,-1-1 0,-28 1 0,12-2 16,2 1-16,-1 1 0,-13 0 0,30-2 0,-1 1 0,0-2 0,-29 3 15,31-2-15,-2 1 0,0-1 16,-2 1-16,-2-2 0,1 2 0,-26 1 0,23 0 0,-1 0 15,1-1-15,-23 1 0,24-1 0,0 1 0,1 0 16,-25 0-16,31 0 0,-1 0 16,1 0-16,9 0 0,0 0 0,1 0 0,-41 0 0,38 0 15,1 0-15,0 0 0,-39 0 0,31 1 0,-1-1 0,2 0 0,-32 0 16,25 1-16,-1-1 0,1 0 0,-12 1 0,-3-1 0,2 0 0,-12 0 16,19 2-16,1-1 0,1-1 15,-21 0-15,12 1 0,-2-1 0,1 1 0,-11-1 0,17 1 0,0 0 16,0-1-16,-7 2 0,-1-2 15,-1 0-15,-8 0 0,15 0 0,-2 0 0,1 1 16,-14-1-16,8 0 0,-1 0 0,0 0 0,-7 0 0,3 0 16,-1 0-16,1 0 0,-2 0 0,0 0 0,0 0 0,-1 0 15,12 2-15,-1-2 0,0 0 0,-4 0 16,-1 0-16,1 0 0,-7 0 16,9 0-16,-1 0 0,1 0 0,-5 0 0,1 0 15,-1 0-15,-2 0 0,-1 0 0,1 0 16,0 0-16,-2 0 0,0 0 0,0 0 0,7 0 0,-2 0 0,0 0 0,0 0 0,-1 0 0,-1 0 15,-2 0-15,1 0 0,-1 0 0,1 0 16,-2 0-16,0 0 0,0 0 0,0 0 0,0 0 0,0 0 16,0 0-16,0 0 0,0 0 0,0 0 0,0 0 15,0 0-15,0 0 0,0 0 0,0 0 0,0 0 16,0 0-16,0 0 0,0 0 0,0 0 0,0 0 16,0 0-16,0 0 0,0 0 0,0 0 0,0 0 15,3 0-15,-2 0 0,1 0 0,0-2 0,-1 2 0,-1 0 16,3 0-16,-3 0 0,0 0 0,0 0 0,0 0 15,0 0-15,0 0 0,0 0 0,0 0 0</inkml:trace>
  <inkml:trace contextRef="#ctx0" brushRef="#br0" timeOffset="165171.678">13160 12364 0,'0'0'0,"0"0"0,0 0 0,0 0 16,0 0 0,0 0-16,0 0 15,0 0-15,0 0 0,0 0 0,0 0 16,0 0-16,0 0 0,0 0 0,0 0 16,0 0-16,0 0 0,0 0 0,3 0 0,-1 0 0,1 0 15,-2 0-15,1 0 0,-1 0 0,1 7 0,1 0 16,0-1-16,-3-6 0,1 4 0,0 1 0,0-1 0,2 9 15,-1 0-15,0 0 0,0-5 0,-1-1 16,0 1-16,-1-8 0,4 16 0,-1-1 0,1 0 0,-4-15 16,2 9-16,-1 1 0,1-2 0,2 10 15,-1-1-15,0 0 0,-3-17 0,5 25 0,0-2 0,-1 0 16,-1-9-16,0-2 0,-1 0 16,-2-12-16,1 5 0,0 0 0,0-1 0,4 10 15,-1 1-15,0 0 0,-4-15 0,3 7 16,-1 1-16,0 0 0,3 5 15,-1-2-15,0 1 0,-4-12 0,2 7 0,0-1 16,1 0-16,0 4 0,0 1 0,1-2 16,-4-9-16,2 6 0,-1 0 15,1-1-15,-2-3 0,1 0 0,0 1 0,-1-3 0,1 0 0,-1 1 0,0-1 0,0 1 0,0-1 0,0 0 16,0 0-16,0 0 0,0 0 0,0 0 0,6 1 0,-2 0 0,1 1 16,0-1-16,-2-1 0,0 0 0,1-7 0,-2-1 0,0 1 0,-2 7 0,2-6 15,-1 1-15,1 1 0,1-11 0,0 1 16,0 0-16,-3 14 0,3-8 0,-1 1 0,-1-1 0,7-13 15,-3 2-15,0 0 0,-5 19 0,6-22 0,0 1 16,0 0-16,-6 21 0,3-10 0,-1-1 16,0 0-16,6-10 0,-1-1 0,0 1 0,-7 21 0,9-27 15,0 0-15,-1-1 0,1 2 0,-2 1 16,0 1-16,-7 24 0,3-12 0,1-1 16,1 1-16,-5 12 0,6-21 15,0 2-15,0-2 0,0 9 0,-3 1 0,0 1 0,-3 10 16,3-14-16,1 2 0,0-1 0,-4 13 0,4-7 15,-3 2-15,1-1 0,-2 3 0,1 0 0,0 1 0,-1 2 16,1-1-16,-1 1 0,0-2 0,0 2 0,0 0 0,0 0 0,0 0 16,0 0-16,0 0 0,0 0 0,0 0 0,0 0 0,0 0 0,0 0 15,0 0-15,0 0 0,-2 6 0,1 0 0,-1 1 0,2-7 0,-1 3 16,0 1-16,0-1 0,-3 5 16,3-2-16,-1 1 0,1-3 0,0 0 0,0 0 15,0-4-15,1 2 0,0-1 0</inkml:trace>
  <inkml:trace contextRef="#ctx0" brushRef="#br0" timeOffset="165696.017">12986 12675 0,'0'0'0,"0"0"0,0 0 0,0 0 15,49-24-15,-20 8 16,20 7-16,-23 5 16,-26 4-16,0 0 0,0 0 0,0 0 15,21-5-15,-1 1 0,-2 2 16,-6 0-16,-2 0 0,1-1 0,-11 3 0,23-1 16,-2-2-16,0 1 0,-9 0 0,0 1 0,-1 1 0,-11 0 15,23-3-15,0 0 0,-1 1 0,-8 1 0,-3 0 0,1 0 16,-12 1-16,17-1 0,0-2 0,-1 3 15,-7-1-15,0 0 0,0 1 0,-9 0 0,3-1 16,0 1-16,0 0 0,-1 0 0,-1 0 0,0 0 0,0 0 16,-1 0-16,0 0 0,0 0 0,0 0 0,0 0 15,0 0-15,0 0 0,0 0 0,0 0 0,0 0 0,0 0 16,0 0-16,6-1 16,0 0-16,0 0 0,-2 0 0,0-1 0,0 2 15,-2 0-15,-1 0 0,0 0 0,-1 0 0,1 0 0,-1 0 16,0 0-16,1 0 0,-1 0 0,0 0 0,0 0 0,0 0 15,0 0-15</inkml:trace>
  <inkml:trace contextRef="#ctx0" brushRef="#br0" timeOffset="166162.666">13973 12550 0,'0'0'0,"0"0"0,0 0 0,0 0 15,0 0-15,0 0 16,0 0-16,0 0 16,0 0-16,0 0 0,0 0 0,0 0 15,0 0-15,0 0 0,0 0 0,0 0 0,0 0 16,0 0-16,-10 12 0,1 0 0,0 0 0,0 0 16,1-1-16,1 0 0,-2-1 0,3 0 0,0-1 15,-1 1-15,1-2 0,0 2 0,6-10 16,-7 10-16,0 0 0,0-2 0,0 2 0,0-2 15,0-1-15,0 3 0,0 1 0,1-2 0,0 0 0,0 0 16,0 0-16,6-9 0,-6 8 0,0 0 0,1 0 0,-2 1 0,1-1 16,1-1-16,0-1 0,0 0 15,0-1-15,0-1 0,0-1 0,-1 0 0,1 0 0,1-1 16,-1 1-16,5-3 0,-3 0 0,1 0 0,0 0 16,-1-3-16,2 1 0,0 2 0,1-6 0,0 1 0,0 0 15</inkml:trace>
  <inkml:trace contextRef="#ctx0" brushRef="#br0" timeOffset="166521.756">13718 12514 0,'0'0'0,"0"0"0,0 0 0,0 0 16,0 0-16,0 0 15,0 0-15,0 0 16,0 0-16,0 0 0,0 0 0,0 0 0,0 0 0,0 0 16,0 0-16,0 0 0,0 0 0,8 14 15,-2 0-15,0-1 0,2 0 0,-1-1 0,0 2 16,0-2-16,0 0 0,0 0 0,-1 0 16,0 0-16,0-1 0,-6-11 0,8 13 0,-2-2 0,0 1 15,0 1-15,1-1 0,-1 1 16,2-3-16,-2 0 0,0 1 0,1-1 0,-2 0 0,1 0 15,-6-10-15,6 9 0,-3-1 0,1-1 0,0 2 0,0-1 0,-1 1 0,0-1 0,0 0 16,0 0-16,0-1 16,-1 1-16,0-1 0,-2-7 0,2 7 15,-1-1-15,0 1 0,-3-5 16,2-1-16,0 2 0</inkml:trace>
  <inkml:trace contextRef="#ctx0" brushRef="#br0" timeOffset="177701.322">14585 12343 0,'0'0'16,"0"0"-16,0 0 0,0 0 15,5 49-15,-3-20 16,1 24-16,-2-25 16,-1-28-16,0 0 0,0 0 15,-2 21-15,1-2 0,-1 1 0,1-9 0,0 0 0,-1 0 16,2-11-16,-1 20 0,1-1 0,0 2 0,0-21 16,0 10-16,0 1 0,0 0 0,-3 8 15,1-1-15,-1 0 0,3-18 0,-1 9 0,-1 0 0,1 1 16,-2-5-16,1 0 0,-1-1 0,3-4 0,-3 3 0,3-3 15,-1 2-15</inkml:trace>
  <inkml:trace contextRef="#ctx0" brushRef="#br0" timeOffset="178235.367">14581 12287 0,'0'0'0,"0"0"0,0 0 0,0 0 16,0 0 0,0 0-16,0 0 15,39 33-15,-39-33 0,0 0 16,0 0-16,10 12 0,0 1 16,-1 0-16,-2-2 0,-1-1 0,0 0 0,0 2 15,-1-1-15,1-2 0,-6-9 0,6 11 0,-2-3 0,1 2 16,2-1-16,-2 0 0,0 0 0,0-3 0,-1 1 0,1-1 15,-2-2-15,0 1 0,0-2 0,0-1 0,-1-1 0,-1 2 0,-1-3 16,1 0-16,0 1 0,0-1 0,2-3 0,-3 0 16,1-1-16,3-5 0,-2 3 0,0-1 0,3-4 15,-2 2-15,0-1 0,-3 10 0,7-13 0,-3 1 16,1-1-16,0 2 0,0-1 0,0 1 0,0-2 0,-1 0 16,1 1-16,1 0 0,-2 1 0,1 0 0,-5 11 15,5-11-15,-1 2 0,0 0 0,1 0 0,-1 2 0,1-1 16,-1 2-16,-1 0 0,0 0 15,1 3-15,-2 1 0,1 0 0,-3 2 0,2-2 16,0 2-16,0-1 0,1 2 0,0-1 16,-1 0-16,0 4 0,0-1 0,-1 1 0,2 3 15,-1 0-15,1 1 0,-3-8 0,3 9 0,0 0 0,0 0 0,0 3 16,-3 0-16,1 1 0,2 1 0,-1 1 16,-1 0-16,1 3 0,-2-2 0,1 1 0,-1-17 0,1 18 0,-1-3 15,0 3-15,-1-2 0,0 1 0,1 0 0,-2-1 16,2 0-16,0 0 0,-1-2 0,1 0 0,-1-1 0,1-13 15,-2 13-15,0 0 0,1-1 0,-1-2 0,2 1 16,0-2-16,3-4 0,-1-1 0,-1 1 0,3-7 0,-2-1 16,0 0-16</inkml:trace>
  <inkml:trace contextRef="#ctx0" brushRef="#br0" timeOffset="178611.542">15060 12490 0,'0'0'0,"0"0"0,0 0 0,0 0 0,0 0 0,0 0 16,-3 54-1,3-54-15,1 62 16,-1-62-16,0 0 0,0 0 0,3 16 0,-1-1 16,-1-1-16,3-1 0,-1-3 0,1 0 0,0 0 0,1-1 15,-1 0-15,-4-9 0,7 8 0,-1-2 0,-1 2 16,2-5-16,-2 2 0,1-2 0,1 0 0,-1-2 15,1 1-15,0-5 0,-1 0 0,1 2 0,-7 1 0,7-7 16,-1 2-16,0-1 0,-1-5 0,0 2 0,0 0 16,-1-4-16,-1 2 0,0-1 0,-2-1 15,-1 0-15,0 0 0,0 13 0,-1-13 16,1 2-16,-1-1 0,-4 0 0,2 0 0,-1 1 0,-4 1 0,3 1 16,0 0-16,-3 0 0,0 0 0,1 2 0,0 2 15,-1 0-15,2-1 0,6 6 0,-9-3 0,0 0 0,0-1 0,2 1 16,-1 2-16,0-1 15,2 2-15,0-1 0,1 0 0,0 1 0,2 0 0,-1 0 16,4 0-16,-3 3 0,1-1 0,0 1 0,3 0 0,0 0 0,-1 0 0,4-3 0,-2 0 16,1 0-1</inkml:trace>
  <inkml:trace contextRef="#ctx0" brushRef="#br0" timeOffset="178901.617">15381 12215 0,'0'0'0,"0"0"0,0 0 0,19 39 16,-4 6-1,-4 5-15,-8 8 16,-1 7-16,-2-65 15,0 0-15,0 0 0,2 21 0,-2 0 0,0-2 0,-2 3 0,2-1 0,0 0 16,2-1-16,-2 0 0,0-1 16,0 1-16,1-1 0,0 0 0,-2-3 0,1-1 0,0 1 15,-3-2-15,2 0 0,-1-1 0,2-13 0,-3 7 16,1-1-16,0 2 0,-3-11 0,3 0 16,0 1-16</inkml:trace>
  <inkml:trace contextRef="#ctx0" brushRef="#br0" timeOffset="179057.433">15336 12523 0,'0'0'0,"0"0"0,0 0 0,0 0 0,0 0 16,43-27-16,-7 3 16,-5-5-1,-4 0-15,-27 29 0,0 0 16</inkml:trace>
  <inkml:trace contextRef="#ctx0" brushRef="#br0" timeOffset="179501.536">15514 12200 0,'0'0'0,"0"0"0,0 0 0,0 0 15,18 62 1,0 3-16,-9-3 0,-4 0 15,-5-62-15,0 0 0,0 0 16,1 18-16,1 1 0,-1-2 0,2 4 0,-3-2 0,1 0 16,-1-19-16,4 19 0,-1 0 0,1-1 0,-2-1 0,-1 0 15,-1-1-15,2-1 0,-2 0 0,0-1 16,1-4-16,0 0 0,0 0 0,0-3 0,-1-1 0,1 0 0,-1-6 16,2 3-16,-2-1 0,0 2 15,-1-7-15,0 2 0,0-1 0,1-7 0,0 3 16,0-3-16,2 0 0,-2-3 0,0 3 15,3-4-15,-1-1 0,0 1 0,-2 13 0,6-13 0,-3 0 16,1 1-16,-1 2 0,0-1 0,0 0 0,3 2 0,-2 1 0,0-1 0,1 4 0,0-1 16,1 1-16,-6 5 15,7-5-15,-2 1 0,0 0 0,1 2 0,-2 0 16,1 0-16,-2 0 0,1 2 0,0 0 0,3 3 16,-3-1-16,1 1 0,0 1 0,-1 0 0,0 0 0,-4-4 15,4 7-15,-1-2 0,0 2 0,-1 2 0,0 0 16,1 0-16,0 2 0,-2 0 15,1-1-15,-2 1 0,0 0 0,0-1 0,-1-1 0,0 1 16,0-1-16,1-9 0,0 6 0,0 0 0,0 0 0,3-6 16,0 1-16,0 1 0,3-7 0,0 1 0,0 1 15,0-6-15,-1 0 0,0 0 0</inkml:trace>
  <inkml:trace contextRef="#ctx0" brushRef="#br0" timeOffset="179801.348">15952 12605 0,'0'0'15,"0"0"-15,0 0 0,0 0 0,0 0 16,39-23-16,-9 0 0,-12 2 16,-18 21-1,0 0-15,0 0 0,5-7 0,-2 0 0,0 2 0,-1-3 16,-1 1-16,0-1 0,-1 8 0,0-6 0,0-2 0,0 2 16,-2 0-16,1 2 0,-1-1 0,-2 1 0,0 0 15,0-1-15,-1 4 0,0-1 0,1 1 0,4 1 0,-8 1 16,2-1-16,0 0 0,-3 3 0,3-2 0,0 3 0,0 0 15,0 0-15,1 1 0,1 4 0,-1-2 16,1 1-16,4-8 0,-4 10 0,1 0 16,0 0-16,1-1 0,2 0 0,-1 1 15,3 0-15,-1 0 0,0-2 16,2 2-16,0-1 0,0 0 0,3 1 0,-3 0 16,1-2-16,-4-8 0,6 9 0,0-1 0,-1 1 0,2-3 15,0 0-15,0 0 0,2-1 0,1-2 0,-1 1 0,1-4 0,0 0 0,0 0 16,-2-2-16,-2 1 0,1 0 0</inkml:trace>
  <inkml:trace contextRef="#ctx0" brushRef="#br0" timeOffset="180182.765">16162 12478 0,'0'0'0,"0"0"0,0 0 15,0 0-15,0 0 16,0 0-16,0 0 15,51 27 1,-51-27-16,0 0 0,0 0 0,15 12 0,-2-2 16,1 1-16,-5 0 0,-9-11 0,9 12 0,0-2 15,-3 3-15,0-2 0,0-1 0,-6-10 16,6 11-16,-3 0 0,1-1 0,-2-1 0,1-2 0,-1 1 0,-1 0 0,-1-1 0,0-1 16,-3 0-16,3-2 0,-1 1 0,-4-2 15,2 0-15,0-1 0,3-2 0,-5 0 0,1 0 0,0 0 0,-1-4 16,1 0-16,0 0 0,0-1 0,0-1 15,0 0-15,0-3 0,2 2 0,0 0 0,0-3 16,2-1-16,0 1 0,0 10 0,1-9 0,0 0 16,0 0-16,2-1 0,0 0 0,0 0 0,3 0 15,-3 1-15,1-1 0,1 3 0,-1-2 0,1 3 0,-5 6 16,5-7-16,-2 0 0,0 0 0,2 1 16,-1 0-16,0 1 0,1-2 0,-2 1 15,0 1-15,1-2 0,-1 1 0,0 0 16</inkml:trace>
  <inkml:trace contextRef="#ctx0" brushRef="#br0" timeOffset="180738.94">16987 11964 0,'0'0'0,"0"0"0,0 0 16,0 0 0,0 0-16,-40 14 15,0 6-15,12 5 16,28-25-16,0 0 0,0 0 0,-10 11 16,2 1-16,-1-2 0,0 4 0,1 0 0,0-1 15,0 4-15,-1-2 0,0 0 0,0 4 0,-2 0 16,1 0-16,10-19 0,-9 22 0,0 0 15,1-1-15,-2 5 0,1-2 0,0 0 0,0 4 16,2-1-16,-1-1 0,2 2 0,0-1 0,0-1 0,1 0 16,0 0-16,0 0 0,2 1 0,0-2 0,1 1 0,1-1 15,1-1-15,-1-1 0,1-23 0,2 23 0,-1-1 0,0-1 0,2 1 16,-1-2-16,0 1 0,6 0 0,-2-2 16,0 0-16,2 0 0,0-3 0,0 1 0,1-3 0,-1 1 15,-1-2-15,3 0 0,-2-1 0,1-1 0,0 0 16,-1-1-16,-1 1 0,3-1 0,-2-2 0,0 1 0,-8-9 15,8 7-15,0-1 0,1 1 0,-1-2 0,-1 1 16,2-2-16,-1-3 0,-1 1 0,2 0 0,-2-5 16,0 1-16,0-2 0,2-2 0,-2-1 0,1-1 15</inkml:trace>
  <inkml:trace contextRef="#ctx0" brushRef="#br0" timeOffset="181261.568">17430 12318 0,'0'0'0,"0"0"0,0 0 0,0 0 16,31-38-16,-7 9 16,-12 6-16,-6 4 15,-6 19-15,0 0 0,0 0 16,0 0-16,0-6 0,0-1 0,0 3 0,-1-2 16,0 0-16,0 1 0,-2-1 0,1 0 0,0 1 15,2 5-15,-4-4 0,0-1 0,1 0 0,-4 1 0,2 0 0,1 1 0,-2 0 0,1 2 16,-1-1-16,-1 3 0,1 1 15,0-2-15,6 0 0,-9 2 0,2 0 0,0-1 16,-1 3-16,1 1 0,1-2 0,-3 5 0,2-2 16,0 1-16,7-7 0,-8 8 0,1 1 0,0-1 15,0 4-15,2-2 0,-1 0 0,0 3 0,-1 0 0,1-2 16,1 4-16,1 0 0,-1-2 0,5-13 0,-6 15 16,3-1-16,-1 1 0,1 1 0,0 1 0,0 0 0,-1-1 15,3-1-15,-1 2 0,1-1 0,0-1 0,0 0 16,0 0-16,1-1 0,0 0 0,1 1 15,-1-1-15,0 1 0,0-15 0,2 13 0,-1 1 16,1-1-16,-2-1 0,0 1 0,0 0 0,-2-1 0,2-1 0,0 0 16,-1-2-16,-1 0 0,1-1 0,-2-1 0,1 0 15,1-2-15,-2 0 0,3-2 0,-1 0 0,0 0 16,0-2-16,0 0 0</inkml:trace>
  <inkml:trace contextRef="#ctx0" brushRef="#br0" timeOffset="181463.3">17116 12587 0,'0'0'0,"0"0"0,0 0 0,0 0 15,0 0-15,0 0 16,0 0-16,0 0 16,0 0-16,0 0 0,0 0 15,0 0-15,0 0 0,0 0 0,22-4 0,-1-2 16,0 2-16,1-1 0,-2 2 0,0 0 0,-2-1 15,-2 2-15,1-1 0,-17 3 0,15-4 0,0 0 16,0 0-16,-1-2 0,0 0 0,0 1 0</inkml:trace>
  <inkml:trace contextRef="#ctx0" brushRef="#br0" timeOffset="181810.849">17752 12224 0,'0'0'0,"0"0"0,0 0 15,0 0-15,0 0 16,-38 41-16,4-2 16,12-3-1,22-36-15,0 0 0,0 0 0,0 0 0,-8 15 0,2-3 16,-2 0-16,1 2 0,1-1 0,0 1 0,0 2 0,3 1 0,-1-2 15,-1 3-15,1-1 0,-1 0 0,2 1 16,1-1-16,0 1 0,3-2 0,-1-1 0,0 1 16,0-16-16,3 14 0,-2 1 0,1-2 0,3 3 0,-2-3 15,0 1-15,2-1 0,0-1 0,0 0 16,1 0-16,0-3 0,0 3 0,3-5 0,-2 1 0,-1 0 0,3-5 0,-2 1 16,0 0-16,-7-4 0,10-2 15,-2 0-15,0 2 0,2-7 0,-2 0 16,1 0-16</inkml:trace>
  <inkml:trace contextRef="#ctx0" brushRef="#br0" timeOffset="182081.266">17923 12355 0,'0'0'0,"0"0"15,0 0-15,0 0 16,0 0-16,0 0 15,0 0-15,0 0 16,0 0-16,0 0 0,0 0 0,-6 15 0,-1-3 16,1 3-16,0-2 0,0 0 0,-1 0 0,2 0 15,0-1-15,1 1 0,4-13 0,-5 13 16,0 0-16,1 1 0,0 0 0,0 1 0,0 1 16,-2-1-16,3 0 0,-1-1 0,-1-1 0,1-1 0,-1 0 15,0-1-15,1 2 0,-1-3 0,-2 0 0,3-1 0,-1-1 0,5-8 16,-4 5-16,-1-1 0,0 1 15,2-6-15,1 1 0,0 0 0,-2-5 0,2-1 0,-1 1 16,0-5-16,2 1 0,-1-1 0</inkml:trace>
  <inkml:trace contextRef="#ctx0" brushRef="#br0" timeOffset="182318.303">17764 12459 0,'0'0'0,"0"0"15,0 0-15,0 0 0,0 0 16,0 0 0,27 44-16,-9-4 15,-18-40-15,0 0 0,0 0 0,0 0 0,0 0 16,6 12-16,-2 0 0,1 0 0,3-2 0,-2 0 0,0-1 0,-6-9 0,0 0 0,0 0 16,10 14-16,-1 1 0,0-1 15,-2-5-15,1 1 0,0-1 0,-2-5 0,-1-1 16,0 2-16,1-8 0,0 1 0,-1 0 0</inkml:trace>
  <inkml:trace contextRef="#ctx0" brushRef="#br0" timeOffset="182699.928">17973 12078 0,'0'0'0,"0"0"15,0 0-15,0 0 0,37 40 16,-7 1-16,-7 5 16,-5 0-1,-18-46-15,0 0 0,0 0 0,6 17 0,0 2 0,1-2 16,-1 2-16,0 1 0,-1-1 0,-1 1 0,2-1 15,-2 0-15,1 3 0,-2-2 0,0 0 16,-3-20-16,4 21 0,-2 0 0,1 0 0,-4 0 16,1 0-16,0-1 0,-4 2 0,1-1 0,1 1 15,-4-2-15,1-1 0,-1 0 0,6-19 16,-10 17-16,2-1 0,-1 2 16,-3-4-16,0-1 0,2-1 0,-4 0 15,2-1-15,0 0 0,0-4 16,-1 0-16,1-1 0,-1-5 0,2 0 0,-1 0 15</inkml:trace>
  <inkml:trace contextRef="#ctx0" brushRef="#br0" timeOffset="184684.609">18466 12730 0,'0'0'0,"0"0"0,0 0 16,0 0-16,15 42 16,-6-18-16,12 27 15,-10-24 1,-11-27-16,0 0 0,0 0 0,0 0 0,-2 21 0,2 1 0,0-1 16,0-8-16,-1-2 0,0 0 0,1-11 0,-13 24 15,1 0-15,0 0 0,5-12 0,-1 2 0,2-1 16,6-13-16,-17 15 0,1 0 0,0 0 0</inkml:trace>
  <inkml:trace contextRef="#ctx0" brushRef="#br0" timeOffset="185381.063">19013 12287 0,'0'0'0,"0"0"0,0 0 0,0 0 0,0 0 15,0 0-15,0 0 16,-14 47-16,14-47 0,0 0 16,0 0-16,-6 15 0,1 0 0,1 2 0,-2-4 15,-1 1-15,1-1 0,0 2 16,-1-2-16,1 1 0,6-14 0,-6 14 16,-1 0-16,-1 0 0,-1 1 0,2 1 15,-1-1-15,-1 2 0,3-2 0,-2 1 0,1-2 0,1 0 0,-2-1 16,2 0-16,0-1 15,0 2-15,-1-5 0,0 3 0,0-2 0,7-10 0,-8 7 16,1 0-16,0-1 0,1-3 0,1-2 0,0 1 0,0-8 16,1 2-16,-1-1 15,1 1-15,2 0 0,-1 0 0</inkml:trace>
  <inkml:trace contextRef="#ctx0" brushRef="#br0" timeOffset="185623.36">18799 12341 0,'0'0'0,"0"0"0,0 0 0,0 0 0,0 0 0,0 0 15,0 0-15,0 0 16,0 0-16,0 0 0,0 0 0,0 0 16,0 0-16,0 0 0,12 14 0,0-1 0,-1 1 0,-11-14 15,11 13-15,0 0 0,0 0 0,-1 1 0,0-1 0,-1 0 16,-1 1-16,1-1 15,0-1-15,0 2 0,-1 0 0,-1-1 0,-7-13 0,9 14 16,-1-1-16,-1 1 0,2-1 0,-3 1 0,1 1 0,0-2 16,0-1-16,0 1 0,1-5 0,-2 0 0,0-2 15,-1-2-15,-1-1 0,2-2 0,-6-1 0</inkml:trace>
  <inkml:trace contextRef="#ctx0" brushRef="#br0" timeOffset="186404.743">19166 11754 0,'0'0'0,"0"0"16,0 0-16,0 0 0,0 0 15,0 0-15,0 0 16,0 0-16,0 0 0,0 0 15,0 0-15,0 0 0,0 0 0,0 0 0,0 0 16,0 0-16,0 0 0,0 0 0,14 8 0,0-1 0,-1 0 16,-13-7-16,12 7 0,-1 1 15,1-1-15,-3 2 0,1 0 0,-10-9 0,9 8 16,-9-8-16,9 13 0,-1-1 0,0 0 0,-8-12 16,10 15-16,-2-1 0,0-1 0,4 3 0,-3-2 0,0 0 15,-9-14-15,12 18 0,-1-3 0,-1 3 0,1 0 0,-1 0 16,-1 1-16,-9-19 0,11 20 15,-1 0-15,0 1 0,-2-2 0,1-1 0,0 2 0,-9-20 16,5 11-16,-1 2 0,2 0 0,3 9 0,-1 0 0,1 0 16,-9-22-16,9 25 0,-2 1 0,2-1 0,-3 0 0,0 0 15,0-1-15,-6-24 0,6 25 0,-1 0 0,-1 0 0,-1 0 16,0 0-16,1 0 0,-2-10 0,-1 0 16,0 0-16,-1-15 0,1 26 0,-1-1 15,0 0-15,0 1 0,0 1 0,0 0 0,0-27 16,-2 25-16,1-1 0,-1 2 15,-2-2-15,1-1 0,1 1 0,2-24 0,-4 24 0,0-2 16,0 2-16,-3-3 0,1 1 0,0-1 0,-1-1 16,-1 0-16,2-1 0,6-19 0,-9 18 0,1 1 0,1 0 0,-2-3 15,0 1-15,1-1 0,8-16 0,-9 17 0,2-2 0,-1 1 0,-2-2 0,3-1 16,-1 2-16,8-15 0,-7 12 0,0 1 16,0-2-16,-1 1 0,2-2 0,0 1 0,-1-1 15,1 1-15,1-1 0,5-10 0,-5 8 0,1 1 0,0-2 0,0-1 16,1 2-16,0-3 0,3-5 0,-3 5 15,0-1-15,0 0 0,1 1 0,-1-1 0,0-1 0,1 0 16,1-1-16,1 0 0,0-2 0,-3 3 16,3-1-16,-1 1 0,-1 0 0,2-2 0,0 1 0,0 0 0,-1 0 15,0 0-15,-3-5 0,2 1 0,0 0 0,-2-3 16,2 0-16,0 1 0,2 4 0,-2-8 0,1 0 16,-1 0-16</inkml:trace>
  <inkml:trace contextRef="#ctx0" brushRef="#br0" timeOffset="200224.579">6331 7283 0,'0'0'0,"0"0"0,0 0 0,0 0 15,41-15-15,-17 7 16,16 4-1,-40 4-15,0 0 0,0 0 16,0 0-16,6-1 0,1 1 0,0 0 0,-7 0 0,13-3 0,0 0 16,-1 1-16,-12 2 0,7-1 0,0-2 0,0 2 0,-7 1 15,11-5-15,1 1 0,0 0 16,-12 4-16,7-3 0,-1 1 0,0-1 0,-6 3 0,10-2 0,-1 1 16,1-1-16,-10 2 0,6 0 0,-1-2 0,-1 2 15,-4 0-15,3-1 0,-3 1 0,2 0 0,-1 0 16,0 0-16,0 0 0,-1 0 0,4 3 0,1 0 0,-1 0 15,-4-3-15,4 2 0,-2 0 0,1 0 0,-1-1 16,-1-1-16,-1 2 0,0-2 0,0 0 0,0 0 16</inkml:trace>
  <inkml:trace contextRef="#ctx0" brushRef="#br0" timeOffset="201190.005">7162 7369 0,'0'0'0,"0"0"0,0 0 16,0 0-16</inkml:trace>
  <inkml:trace contextRef="#ctx0" brushRef="#br0" timeOffset="207380.031">5608 13195 0,'0'0'0,"0"0"0,0 0 0,0 0 16,0 0-16,0 0 16,0 0-16,0 0 15,0 0-15,0 0 0,0 0 16,0 0-16,0 0 0,0 0 0,0 0 0,0 0 0,0 0 0,4 6 16,-2-1-16,1-1 0,0 0 15,-2-1-15,1-1 0,-2-2 0,0 2 0,1-1 0,0-1 16,2 1-16,-3 0 0,0-1 0,0 0 0,0 0 15,0 0-15,0 0 0,0 0 0,0 0 0,0 0 0,0 0 16,0 0-16,0 0 0,0 0 16,0 0-16,0 0 0,0 0 0,0 0 0,0 0 0,0 0 15,0 0-15,0 0 0,0 0 0,0 0 0,0 0 0,0 0 16,0 0-16,0 0 0,1-3 0,-1-1 0,0 0 16,0 4-16,1-2 0,-1 0 0,0 1 15,0-1-15,0 2 0,0-1 0,0 1 0,0-1 16,0 1-16,0 0 0,0 0 0,0 0 0,0 0 0,0 0 15,0 0-15,0 0 0,-7-6 0,0 0 0,0 0 0,3 2 16,-1 1-16,1-1 0,4 4 0,-1-1 0,-1 0 0,1-1 16,-7 1-16,0 1 0,1-2 0,7 2 15,-5 0-15,1 0 0,-1 0 0,-3-3 0,0 1 16,0 0-16,8 2 0,-6-2 0,2 2 0,1-2 0,-9 1 16,0-1-16,1 1 0,11 1 0,-7-1 0,1 0 15,0 0-15,6 1 0,-13-1 0,-1 1 16,-1 0-16,6-2 0,3 2 0,-1 0 15,7 0-15,-15 2 0,0-2 0,1 0 0,5 0 0,1 0 0,1 0 16,7 0-16,-17-2 0,0 2 0,0 0 0,17 0 16,-10 0-16,1 0 15,-1 0-15,-7 0 0,1 0 0,-1 0 16,17 0-16,-10 0 16,1 0-16,1 0 0,-11 3 0,3-1 0,-1 0 15,17-2-15,-10 2 0,1-2 0,-1 1 16,10-1-16,-17 0 0,1 0 0,-1 0 0,8 0 0,1 0 15,-1 0-15,9 0 0,-14 0 0,0 1 0,1 0 0,6-1 0,0 0 0,1 0 0,6 0 0,-11 1 0,3 0 0,-1 0 0,4 0 0,2-1 16,-3 1-16,6-1 0,-1 1 0,-1-1 0,1 0 16,-1 0-16,2 0 0,-1 0 0,1 0 0,0 0 0,0 0 15,0 0-15,0 0 0,0 0 0,0 0 0,0 0 16,0 0-16,0 0 0,-1 0 0,1 0 0,0 0 0,0 0 16,0 0-16,0 0 0,0 0 0,0 0 15,0 0-15,0 0 0,0 0 0,0 0 0,0 0 0,0 0 16,0 0-16,-2 1 0,0-1 0,1 0 15,1 0-15,-2 0 0,2 0 0,0 0 16,-2 2-16,2-2 0,0 0 0,5-5 0,1 1 16,0 1-16,-2 0 0,-1 1 0,0 0 0,-1 0 15,0 2-15,-2-2 0,0 2 0</inkml:trace>
  <inkml:trace contextRef="#ctx0" brushRef="#br0" timeOffset="208043.311">5583 13213 0,'0'0'0,"0"0"0,0 0 0,0 0 15,0 0-15,0 0 16,0 0-16,0 0 15,0 0-15,0 0 0,0 0 0,-16 3 16,1-2-16,1 0 0,4 0 0,2 0 0,0 1 0,8-2 16,-13 2-16,-1 0 0,2-1 0,5 0 15,0 0-15,1 0 16,-9 1-16,1 2 0,-1-2 0,15-2 0,-8 2 16,-1-2-16,2 2 0,-12-1 0,0-1 15,1 2-15,7-2 0,1 0 0,0 0 0,10 0 0,-21 0 0,1 0 16,0 0-16,9 0 0,0 0 0,-1 0 0,12 0 0,-23 0 15,1-2-15,1 2 0,-6-1 0,0 0 0,2 1 0,11-1 0,1 1 0,0 0 0,13 0 16,-7 0-16,3 0 0,0 0 0,-12-2 16,3 1-16,1-1 0,3 0 0,1 1 0,1 0 0,7 1 15,-5 0-15,2 0 0,2 0 0,-7-2 16,-1 1-16,2 1 0,7 0 0,-5-2 0,0 2 0,1 0 16,1-1-16,1 1 0,1 0 0,-1 0 0,2 0 15,0 0-15,-1 0 0,1 0 0,0 0 0,0 0 16,0 0-16,0 0 0,0 0 0,0 0 0,0 0 15,0 0-15,0 0 0,0 0 0,0 0 0,0 0 0,0 0 16,0 0-16,0 0 0,0 0 0,0 0 16,0 0-16,0 0 0,0 0 15,0 0-15,0 0 0,-1 0 0,1 0 16,0 0-16,0-1 0,0 1 0,0 0 0,-2 0 0,2 0 0,0 0 16,0 0-16,0 0 0,0 0 0,0 0 0,0 0 15,0 0-15,0 0 0,0 0 0,0 0 0,0 0 0,0 0 0,0 0 0</inkml:trace>
  <inkml:trace contextRef="#ctx0" brushRef="#br0" timeOffset="210444.077">5579 13238 0,'0'0'0,"0"0"0,0 0 0,0 0 0,0 0 16,0 0 0,0 0-16,0 0 0,0 0 0,0 0 15,0 0-15,0 0 0,-15 2 16,-1-2-16,2 0 0,5 1 0,2-1 0,-2 1 0,-3 0 0,2-1 15,0 0-15,5 2 0,1-2 0,-2 0 16,6 0-16,-11 0 0,-2 0 0,2 0 0,4 0 0,0 0 16,1 0-16,-9 1 0,3-1 0,-2 0 15,14 0-15,-8 2 16,1-2-16,0 0 0,-6-2 0,-1 1 16,-1 1-16,7-2 0,1 2 0,-2 0 0,9 0 15,-15-3-15,0 3 0,-1-1 0,8 0 0,-1 0 0,0 0 0,-7-1 16,0 2-16,0-2 0,16 2 0,-9-1 0,0 1 0,0-1 0,-5-1 0,1 2 15,-1 0-15,14 0 0,-8-1 0,0 1 0,0-1 0,-3 2 16,0-1-16,1 0 0,3 1 0,0-1 0,2 0 16,5 0-16,-9 0 0,1 0 0,0 0 0,4 1 0,-1-1 15,1 0-15,2 0 0,0 0 0,1 0 16,1 0-16,-2 0 0,2 0 0,0 0 0,0 0 0,0 0 16,0 0-16,0 0 0,0 0 0,0 0 0,0-1 0,2-1 15,-2 0-15,0 0 0,0 2 0,0 0 16,1-2-16,-1 2 0,0 0 0</inkml:trace>
  <inkml:trace contextRef="#ctx0" brushRef="#br0" timeOffset="212381.11">15379 10780 0,'0'0'0,"0"0"16,0 0-16,0 0 0,0 0 15,0 0 1,0 0-16,0 0 0,0 0 16,0 0-16,0 0 0,-15 1 0,0-1 0,0 1 0,6 0 15,1-1-15,0 0 0,8 0 0,-20 0 16,2 0-16,0 0 0,18 0 0,-9 0 0,-2 0 0,1 0 0,10 0 15,-24 0-15,0 0 0,1-1 0,23 1 16,-25-1-16,1 1 0,-1-1 0,25 1 0,-23 0 16,-1 0-16,1 0 0,23 0 0,-23 1 0,0 0 0,-1 0 0,24-1 0,-24 2 15,0 0-15,1 0 0,23-2 0,-26 4 16,2-1-16,0 0 0,24-3 0,-25 3 16,0-1-16,1 1 0,24-3 0,-24 3 0,2-2 15,-1 1-15,1 0 0,0-2 0,0 0 0,22 0 16,-10 1-16,-1-1 0,2 0 0,9 0 15,-23-3-15,2 3 0,0-2 0,21 2 0,-13-1 0,1-1 16,1 1-16,11 1 0,-19-1 0,1-2 0,0 1 16,18 2-16,-9-1 0,-1 0 0,1-1 0,9 2 0,-14-1 15,0 0-15,0 0 0,14 1 0,-8-1 0,2 1 16,-2-1-16</inkml:trace>
  <inkml:trace contextRef="#ctx0" brushRef="#br0" timeOffset="212953.501">15378 10780 0,'0'0'0,"0"0"15,0 0-15,0 0 16,0 0-16,-52-11 15,22 5 1,30 6-16,0 0 0,0 0 0,0 0 16,-19 0-16,1-1 0,0 1 15,18 0-15,-10-2 0,0 2 0,0 0 0,10 0 0,-24 3 0,0-1 16,0-1-16,24-1 0,-27 2 0,1-1 0,1 1 16,25-2-16,-27 2 0,3-2 0,-1 1 0,25-1 0,-26 0 15,1 0-15,0 0 0,25 0 0,-26 0 0,0-1 0,1 1 0,25 0 0,-26-2 16,1 0-16,0 1 15,25 1-15,-25-3 0,1 1 0,0-1 0,24 3 0,-23-3 0,1 0 0,-1-1 16,23 4-16,-12-3 0,2 2 16,-2-1-16,-9-1 0,1-2 0,1 2 0,19 3 15,-12-2-15,1-1 0,0 1 0,11 2 0,-14-2 16,0 1-16,0 0 0,14 1 0,-7-1 0,0 0 0,0 1 16,7 0-16,-10 1 0,2 0 0,-1-1 0,9 0 15,-5 0-15,1 1 0,0-1 0,4 0 0,-1 0 16,-1 0-16,0 0 0,2 0 0,-2 1 15,2-1-15,0 0 0</inkml:trace>
  <inkml:trace contextRef="#ctx0" brushRef="#br0" timeOffset="-200245.124">13342 10876 0,'0'0'0,"0"0"0,0 0 16,0 0-1,0 0-15,0 0 16,0 0-1,0 0-15,0 0 0,0 0 0,0 0 16,0 0-16,0 0 0,0 0 0,0 0 0,0 0 0,0 0 0,0 0 16,-3 2-16,2 0 0,-1 0 0,2-1 0,-1 1 15,0-2-15,1 0 0,-1 1 0,1-1 0,0 0 16,0 2-16,0-2 0,0 0 0,0 0 0,0 0 16,0 0-16,0 0 0,0 0 0,0 0 0,0 0 15,0 0-15,0 0 0,0 0 0,0 0 0,0 0 0,0 0 16,0 0-16,0 0 0,10 0 0,-1 0 0,0 0 0,-2 0 0,-2 0 15,0 0-15,-5 0 0,12-2 0,-3 2 16,0-1-16,-9 1 0,6 0 0,-1 0 0,0-1 16,-5 1-16,14-2 0,-2 2 0,1-1 0,-13 1 0,7 0 15,0-1-15,0 0 16,7 1-16,-2-2 0,0 2 0,-12 0 0,9-1 16,-3 1-16,0 0 0,-6 0 0,13-1 0,-2 1 0,1-1 15,-12 1-15,6 0 0,0 0 16,1 0-16,-7 0 0,11-1 0,-1 0 15,0 0-15,-4 1 0,-2 0 0,2 0 0,-6 0 0,3 0 0,-2 0 0,1 0 16,-2 0-16,8-2 0,-1 0 0,0 2 0,-7 0 0,5 0 0,-1 0 0,1-1 16,-5 1-16,3-2 0,-2 2 0,1 0 15,-1 0-15,-1 0 0,0 0 0,0 0 0,1 0 0,-1 0 0,0 0 16,0 0-16,0 0 0,0 0 16,0 0-16,0 0 0,0 0 0,0 0 0,0 0 0,0 0 15,0 0-15,0 0 0,0 0 0,0 0 0,0 0 16,0 0-16,0 0 0,0 0 0,0 0 0,0 0 0,0 0 0,0 0 15,0 3-15,0 1 0,0-3 0,0-1 16,0 2-16,0 0 0,0-1 16,0-1-16,0 1 0,0 0 0,0-1 0,0 0 15,0 0-15</inkml:trace>
  <inkml:trace contextRef="#ctx0" brushRef="#br0" timeOffset="-199558.279">13310 10822 0,'0'0'0,"0"0"0,0 0 16,0 0-16,0 0 16,0 0-1,0 0-15,0 0 0,0 0 0,0 0 16,0 0-16,0 0 0,0 0 0,0 0 0,0 0 0,0 0 15,0 0-15,16-6 0,0 1 0,-1 0 0,-15 5 0,15-5 16,-3 2-16,2-1 0,-1 2 16,-2 2-16,1-1 0,-12 1 0,11 0 0,1 0 0,-1 0 15,0 1-15,0-1 0,0 0 0,-11 0 0,12 0 16,0 0-16,0 1 0,-2 0 0,1-1 0,0 0 16,-11 0-16,11-1 0,-2 1 0,1 0 15,0 0-15,-1 0 0,0 0 0,-9 0 0,9 0 16,0 0-16,-1 0 0,-1 1 0,2-1 0,-2 0 15,-7 0-15,7 1 0,0 0 0,0-1 0,-7 0 0,5 0 0,0 0 16,0 0-16,0-1 0,-2 0 0,0 0 0,-3 1 0,3-1 16,-1 0-16,0-1 15,0 2-15,0 0 0,-1-1 0,-1 1 0,3 0 0,-2 0 0,1 0 0,0 0 16,-1 0-16,-1 0 0,0 0 0,2 1 0,-2-1 16,0 0-16,0 0 0,1 0 0,-1 1 0,0 0 0,1 0 15,-1 0-15,0 1 0,0-2 0,-3 3 16,0 0-16,0 0 0,-2-3 0,0 0 0,2 0 15</inkml:trace>
  <inkml:trace contextRef="#ctx0" brushRef="#br0" timeOffset="-188981.483">14689 10875 0,'0'0'0,"0"0"0,0 0 0,0 0 16,0 0 0,0 0-16,0 0 15,0 0-15,0 0 16,0 0-16,0 0 0,0 0 0,0 0 0,0 0 0,0 0 15,0 0-15,0 0 0,0 0 0,0 0 16,0 0-16,0 0 0,0 1 0,0-1 16,0 0-16,0 0 0,1 0 0,-1 0 0,0 0 0,0 0 15,0 0-15,0 0 0,0 0 0,0 0 0,0 0 0,0 0 16,0 0-16,0 0 0,0 0 0,0 0 0,2 8 0,1-1 0,-1 1 16,0-3-16,-1 0 0,0-2 0,-1-3 15,0 2-15,1-1 0,0 2 0,-1-3 16,3 9-16,-2 1 0,1 0 0,-2-10 0,1 5 0,0 0 15,0 1-15,0 6 0,-1 0 0,1 0 0,-1-12 16,2 6-16,-2 0 0,0 0 0,0-6 0,-2 14 16,2-2-16,0 0 0,0-12 15,-1 7-15,1-1 0,0 1 0,0-7 0,2 14 0,-1-1 16,-1 1-16,0-14 0,1 6 16,0 2-16,0-1 0,1 5 0,-1-1 0,-1 0 0,0-11 0,2 7 0,-1 0 15,-1-1-15,0-6 0,3 9 16,-2-2-16,1 1 0,-2-8 0,1 6 0,0-2 0,0 0 0,-1-4 0,0 2 0,0 0 0,0 0 15,0-2-15,1 0 0,-1 1 0,0-1 0,-1 6 0,1 0 16,0 0-16,0-6 0,0 4 0,0 0 16,0 0-16,-1-4 0,1 2 0,0 0 0,0-2 0,0 0 15,0 1-15,0-1 0,0 1 0,0-1 16,0 0-16,0 0 0,0 0 0,0 0 0</inkml:trace>
  <inkml:trace contextRef="#ctx0" brushRef="#br0" timeOffset="-188615.176">14499 11078 0,'0'0'0,"0"0"0,0 0 16,0 0-16,0 0 15,0 0-15,0 0 16,32 24-16,-32-24 16,0 0-16,0 0 0,8 7 0,0-1 0,-1 0 15,-4-5-15,0 2 0,0 0 0,-3-3 16,7 7-16,-2-1 0,1 1 0,2-1 0,-1 2 15,-1 0-15,-6-8 0,6 7 0,1 1 0,-1-2 0,0 2 0,0-1 16,1-1-16,-7-6 0,7 8 0,-1-2 0,2 0 16,-1 1-16,-1-2 0,2 0 0,-8-5 15,6 6-15,-1-1 0,0 1 0</inkml:trace>
  <inkml:trace contextRef="#ctx0" brushRef="#br0" timeOffset="-188178.322">14900 11067 0,'0'0'0,"0"0"0,0 0 16,0 0-16,0 0 0,-34 31 16,3-3-1,5-2 1,26-26-16,0 0 0,0 0 0,-9 8 0,-1 1 0,1-1 16,-1 0-16,2-2 0,0 3 0,8-9 0,-8 6 15,2 2-15,0-1 0,0 0 0,0 0 0,1 0 16,5-7-16,-5 7 0,1 0 0,0 0 0,0-2 0,2-1 15,0 1-15,2-5 0,-2 4 0,1-1 0,-1 0 0,1 0 0,-1 0 16,1 0-16,1-3 0,-2 3 16,1-3-16,0 2 0,0-1 0,1 0 0,0 0 15,0-1-15,-1 1 0,1-1 0,0 0 0,0 0 0,0 0 16,0 0-16,0 0 0,0 0 0,0 0 16,0 0-16,0 0 0,0 0 0,0 0 0,0 0 0,0 0 15,0 0-15,0 0 0,-1-2 0,0 2 0,0-1 0,-2-2 0,1 0 16,1 0-16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13:33:41.8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8325 9190 0,'0'0'0,"0"0"16,87-6-16,18 2 15,6-4-15,88 0 16,46 0 0,-245 8-16,0 0 0,0 0 0,0 0 15,93-4-15,-2-1 0,0 3 0,-91 2 0,83-5 16,0 0-16,2 0 0,-11 2 0,-2 0 0,2-1 0,-74 4 15,74-3-15,0-1 0,1 0 0,-8 1 16,1 1-16,-4-1 0,-64 3 0,55 0 0,-2 0 0,0 0 16,-28 0-16,0 0 0,0 0 0,-25 0 0,29 3 15,-2 1-15,1 0 0,-28-4 0,15 3 0,-1-1 16,0-2-16,-14 0 0,-10 4 0,1-4 0,0 1 16</inkml:trace>
  <inkml:trace contextRef="#ctx0" brushRef="#br0" timeOffset="15028.75">8830 9249 0,'0'0'0,"0"0"0,0 0 0,0 0 0,0 0 16,0 0-1,14 83 1,-14-83-16,0 0 0,0 0 0,0 0 0,3 16 16,0 0-16,0 1 0,-3-17 0,2 27 0,0-1 0,2 2 0,-4-28 15,3 15-15,-3-1 0,0 0 0,0-14 16,-7 30-16,3-1 0,1 1 0,3-30 0,-3 15 16,1 2-16,-1-1 0,2-8 0,0-2 0,-1 1 0,2-7 0,0 2 0,0 0 15,0 0-15</inkml:trace>
  <inkml:trace contextRef="#ctx0" brushRef="#br0" timeOffset="15292.64">8596 9593 0,'0'0'0,"0"0"0,0 0 16,0 0-16,44 63 15,-5-12 1,-3-14-16,-36-37 0,0 0 0,0 0 16,0 0-16,8 11 0,1-2 0,0 0 0,1-6 15,-2-1-15,-1 0 0,2-4 0,0 0 0,-3-1 16,2 1-16,-6-1 0,2-1 0</inkml:trace>
  <inkml:trace contextRef="#ctx0" brushRef="#br0" timeOffset="15442.529">9040 9576 0,'0'0'0,"0"0"0,0 0 15,0 0-15,0 0 16,-58 63-1,9-6-15,49-57 16,0 0-16,0 0 0</inkml:trace>
  <inkml:trace contextRef="#ctx0" brushRef="#br0" timeOffset="16526.7">7840 10030 0,'0'0'0,"0"0"0,0 0 16,0 0-1,72-54-15,-28 22 16,34 56 0,-78-24-16,0 0 0,0 0 0,0 0 0,16 7 0,-2-1 15,-1-1-15,-13-5 0,15 20 0,-1-1 0,-1 0 0,-13-19 16,11 12-16,-5-2 0,1 1 0,-7 6 16,0-2-16,0 3 0,0-18 0,-3 10 0,3-1 0,0 0 15,0-9-15,0 3 0,0 0 0,0 0 0,0-3 16,0 0-16,0 2 0,0-1 0,0-1 0,0 1 15,0-1-15,0 0 0,-13 5 0,4 2 0,-2 1 16,11-8-16,-5 3 0,-3 0 0,2 2 0,6-5 16,-6-14-16,1 0 0,-2 2 0,3 3 0,2 2 0,-2 0 15,4 7-15,4-20 0,-2-1 0,0 2 0,-2 19 16,4-12-16,-3-1 0,1 3 0,-2 10 0,13-18 16,1 1-16,-3-1 0,-2 7 0,-1 2 0,-1 0 15,-4 6-15,0 1 0,-1-3 0</inkml:trace>
  <inkml:trace contextRef="#ctx0" brushRef="#br0" timeOffset="16834.558">8354 10041 0,'0'0'0,"0"0"16,0 0-16,54-37 15,-20 5-15,-17 14 16,-11 8 0,-6 10-16,0 0 0,0 0 0,0-2 0,0 2 0,0-2 15,0 2-15,-6 2 0,3-2 0,1 0 0,-4 3 16,-1 1-16,1 1 0,6-5 0,-9 9 0,-2 0 16,1 0-16,-1 1 0,2 1 0,0-2 0,9-9 15,-8 16-15,1-2 0,-4 1 0,4 1 0,2 0 16,0 2-16,5-18 0,0 12 0,0 2 0,0 1 0,4-4 0,1 1 0,-1-2 15,-4-10-15,12 9 0,-2-4 16,0 1-16,0-3 0,-4 1 0,1-2 0,-3 1 16,0-3-16,-1 0 0</inkml:trace>
  <inkml:trace contextRef="#ctx0" brushRef="#br0" timeOffset="17092.628">8829 9972 0,'0'0'0,"0"0"15,0 0 1,0 0-16,0 0 16,-42 51-16,23-5 15,19-46-15,0 0 0,0 0 0,0 0 16,2 14-16,-2-2 0,0 0 0,8 0 0,-2 0 16,0-2-16,-6-10 0,12 14 0,-3-3 0,-1 0 0,0 1 0,1-2 0,0 1 15,-9-11-15,5 11 0,0-1 16,1 1-16,-6-11 0,3 9 0,-3-1 0,1 1 15,-2-2-15,1-2 0,0 2 0,0-7 0,-7 6 0,3 0 16,1 0-16,-3-1 0,0-1 0,-1-1 16,7-3-16,-6-3 0,0-1 0,0 2 0,-1-4 0,3 3 15,2 0-15</inkml:trace>
  <inkml:trace contextRef="#ctx0" brushRef="#br0" timeOffset="17407.291">9059 10066 0,'0'0'0,"0"0"0,0 0 15,0 0 1,0 0-16,-9 63 16,-1-3-16,10-60 15,0 0-15,0 0 0,-3 14 0,3 2 0,0-4 16,3-1-16,-1-2 0,1 0 0,-3-9 0,6 10 16,-1-2-16,-2-2 0,5-1 0,-2-3 0,2 0 15,-8-2-15,11-2 0,0 0 0,0 0 0,-11 2 0,14-8 16,-1 0-16,-1 0 0,-1-4 0,0 1 0,0-1 15,-11 12-15,10-18 0,-3 2 0,0-1 0,-7 17 0,5-15 16,-2 1-16,-1-2 0,-4 6 0,2-1 16,0 1-16,0 10 0,-8-11 0,-1 2 0,2 0 15,-7 3-15,3 0 0,0 1 0,11 5 0,-17-4 0,2 3 16,0-1-16,15 2 0,-16-2 0,-1 2 0,2-2 16,2-1-16,-1 1 0,1 2 0,13 0 0,-5-9 15,-3 2-15,2 0 0,10-3 0,-3-1 0,0 0 16</inkml:trace>
  <inkml:trace contextRef="#ctx0" brushRef="#br0" timeOffset="17607.102">9351 9737 0,'0'0'0,"0"0"0,0 0 16,6 64-1,-1 20-15,-3-5 16,-2-2-16,0-77 0,0 0 15,0 0-15,0 27 0,0 0 0,0 0 0,0-27 16,-4 25-16,4-1 0,0 3 0,0-27 0,4 21 16,-4 0-16,2-2 0,2-3 0,0-1 0,0 0 0,-4-15 15,6 5-15,-1-1 0,0 1 0</inkml:trace>
  <inkml:trace contextRef="#ctx0" brushRef="#br0" timeOffset="17942.175">9559 10094 0,'0'0'0,"0"0"0,0 0 16,0 0-16,0 0 16,8 61-1,-1-10-15,1-12 16,-8-39-16,0 0 0,0 0 0,3 6 16,0 1-16,0 1 0,-3-8 0,4 3 0,-4 0 0,3 0 15,-1-6-15,2 2 0,1 0 0,-5 1 0,5-7 16,1 2-16,1-2 0,-7 7 0,9-11 0,0 4 15,0-2-15,0-3 0,0 0 0,-1 1 0,-8 11 0,8-11 16,-1 0-16,-1 1 0,-6 10 0,4-7 16,-1 2-16,3-2 0,-6 5 0,2-2 0,-1 1 0,-1 3 15,1 3-15,-1-1 0,0 0 0,0-2 0,2 5 16,-2 2-16,0-1 0,4 4 0,-4-1 0,0 3 16,0-12-16,2 14 0,-1 1 0,0 0 0,-1-15 15,4 11-15,-3 0 0,1 1 0,-2-12 0,4 9 0,-1 0 16,-1 0-16,6-3 0,-6-3 0,2 0 0,-4-3 15,7-1-15,-1-2 0,0 1 0,-3-3 0,3 2 0,-2-1 16</inkml:trace>
  <inkml:trace contextRef="#ctx0" brushRef="#br0" timeOffset="18147.593">9988 9803 0,'0'0'0,"0"0"15,0 0-15,6 84 16,0 1 0,-4-16-16,-5-6 15,3-63-15,0 0 0,0 0 0,-3 20 16,3-3-16,-2 1 0,-5-4 0,1 2 0,-1-4 16,7-12-16,-8 7 0,4-3 0,0 3 0,-1-5 15,1-2-15,0 3 0</inkml:trace>
  <inkml:trace contextRef="#ctx0" brushRef="#br0" timeOffset="18424.82">9840 10117 0,'0'0'0,"0"0"15,0 0-15,0 0 16,0 0-16,90-45 16,-7 7-1,-9 1-15,-74 37 16,0 0-16,0 0 0,20-11 0,-2 1 0,1 0 15,-4 5-15,-2-2 0,-1 0 0,-12 7 0,7-3 0,0 1 16,-1 0-16,-2 0 0,0 1 0,-1 1 0,-3 0 16,5 5-16,-2-3 0,-1 1 0,-2-3 0,5 9 15,0-1-15,0 0 0,-6 5 0,1 0 0,0 0 16,0-13-16,0 16 0,-3-2 0,2 1 0,-4 3 16,2-2-16,1 1 0,2-17 0,-4 18 0,1 0 0,-1-2 15,4-16-15,-5 11 0,2 1 0,-1-2 0,0-5 16,3-3-16,-1 0 0,0-3 0,2 1 0,0 0 15</inkml:trace>
  <inkml:trace contextRef="#ctx0" brushRef="#br0" timeOffset="18538.558">10170 9873 0,'0'0'0,"0"0"0,0 0 0,0 0 16</inkml:trace>
  <inkml:trace contextRef="#ctx0" brushRef="#br0" timeOffset="18864.658">10492 10011 0,'0'0'0,"0"0"0,0 0 0,0 0 15,-8 83 1,1-27-16,6-26 16,1-30-16,0 0 0,0 0 0,0 5 15,0-1-15,0-1 0,0-3 0,5-1 0,-1-1 16,-1 2-16,6-7 0,-4-2 0,2 3 0,-7 6 16,7-13-16,-1 0 0,0 1 0,3-1 0,-1-1 15,-1-1-15,-7 15 0,6-16 0,-1 1 0,0 0 16,-1-3-16,-2 4 0,-2-2 0,0 16 0,-6-12 0,0-1 15,0 0-15,6 13 0,-11-10 0,2 2 0,-1-1 16,-4 2-16,2 1 0,0-2 0,12 8 0,-19-2 16,1 2-16,1-2 0,-2 4 0,2-2 0,1 1 15,16-1-15,-17-3 0,4 1 0,-1-1 0,5-1 0,3 1 16,0-1-16</inkml:trace>
  <inkml:trace contextRef="#ctx0" brushRef="#br0" timeOffset="19198.737">10712 9879 0,'0'0'0,"0"0"0,0 0 0,28 84 15,-19-15 1,-12-30 0,-7-15-16,10-24 0,0 0 0,0 0 0,0 0 0,-2 4 15,-1 1-15,0-2 0,1-2 16,2 0-16,0 0 0,0-1 0,0-3 0,0 2 15,0-3-15,2-3 0,-2 0 0,0 2 0,0 5 16,6-15-16,2 3 0,-3 0 0,9-5 0,-3 1 16,0-2-16,-11 18 0,15-17 0,-1 0 0,-1 0 0,4 4 15,-2 0-15,2 0 0,-17 13 0,16-7 0,-3-2 16,1 2-16,-4 4 0,-1 2 0,-1 0 0,-8 1 16,10 4-16,-1 1 0,1-2 0,-10-3 0,7 11 15,1-1-15,-1 1 0,-1 5 0,-3 0 0,1-2 0,-4-14 16,-1 19-16,-1-1 0,1 0 0,1-18 0,-5 21 15,1-3-15,1 1 0,-7-2 0,1-2 0,1 2 16,-1-7-16,3-1 0,-1 0 0</inkml:trace>
  <inkml:trace contextRef="#ctx0" brushRef="#br0" timeOffset="19773.449">11900 9716 0,'0'0'0,"0"0"15,0 0-15,0 0 16,0 0-16,0 0 15,-6 91 1,6-91-16,0 0 0,0 0 0,0 0 0,0 30 16,0-1-16,0 1 0,-4-2 0,3 2 0,-1 0 0,2-30 15,4 28-15,-3 1 0,1-1 0,-2-28 0,6 29 16,-4 0-16,2-1 0,1-3 0,-3 0 0,1-1 16,-3-24-16,-1 16 0,1 0 0,0 1 0,0-17 15,-5 3-15,0 0 0,0 2 0</inkml:trace>
  <inkml:trace contextRef="#ctx0" brushRef="#br0" timeOffset="20067.576">11518 9563 0,'0'0'0,"0"0"0,0 0 15,66-59-15,15 23 16,-7 45-16,10 21 16,-84-30-16,0 0 0,0 0 0,0 0 15,24 14-15,-1-1 0,1 0 0,-24-13 0,17 14 16,0-2-16,1 1 0,-9 1 0,2 3 0,0-2 0,-11-15 16,1 15-16,2 1 0,-1-1 0,-2-15 0,-2 17 0,-1-1 0,2-2 15,-18 5-15,2-1 0,-1 0 0,18-18 16,-19 14-16,0 0 0,0 1 0,-3-1 0,1-1 0,0 0 15,21-13-15,-21 7 0,0-1 16,2 0-16</inkml:trace>
  <inkml:trace contextRef="#ctx0" brushRef="#br0" timeOffset="20442.354">12050 9942 0,'0'0'0,"0"0"0,0 0 0,0 0 0,0 0 16,0 0 0,73-9-16,-2 25 15,-21 19 1,-50-35-16,0 0 0,0 0 0,0 0 0,12 13 0,1 1 15,-1-2-15,-5 0 0,0-3 0,-1 2 0,-6-11 16,2 10-16,-2 1 0,2-1 0,-4-1 0,2 0 0,-2 0 16,2-9-16,-5 4 0,3 1 0,-1-2 0,3-3 15,-5 3-15,1-3 0,1 0 0,-2 3 0,1-3 16,1 1-16,3-1 0,-7-4 0,1 0 0,0 0 16,6 4-16,-9-9 0,1 0 0,1 1 0,1-7 15,2 3-15,0 0 0,4 12 0,-1-16 0,1 2 0,0 0 0,0 14 0,9-16 16,0 5-16,-1-1 0,9-3 15,-4 3-15,1 0 0,-14 12 0,24-12 0,-3-2 16,0 1-16</inkml:trace>
  <inkml:trace contextRef="#ctx0" brushRef="#br0" timeOffset="20725.984">12567 9852 0,'0'0'0,"0"0"15,0 0-15,-16 66 16,-3-3-1,4-21-15,15-14 16,0-28-16,0 0 0,0 0 0,2 6 16,0 1-16,-1-2 0,-1-5 0,8 2 0,-1 1 0,1 0 15,0-3-15,1 0 0,-1 1 0,-8-1 16,12-2-16,-2-3 0,0 1 0,2-5 0,-1 1 0,0-1 16,-11 9-16,8-9 0,-1-2 0,1 1 0,-8 10 15,1-13-15,0 3 0,1-1 0,-5 1 0,2 1 16,1 0-16,0 9 0,-8-9 0,5 2 0,-1-2 0,4 9 15,-8-8-15,4 2 0,-1-1 0,-8 3 0,3 1 16,0-2-16,10 5 0,-12-4 0,2-1 0,0 2 16,10 3-16,-7-4 0,-1 0 0,1 0 0,3-2 15,2 2-15,2-3 0</inkml:trace>
  <inkml:trace contextRef="#ctx0" brushRef="#br0" timeOffset="21028.578">12867 9776 0,'0'0'0,"0"0"15,0 0-15,0 0 16,0 0-16,-29 60 16,3-9-1,26-51-15,0 0 0,0 0 0,-4 10 0,0 0 16,1 0-16,3-10 0,3 9 0,-2-1 0,1 0 16,3 1-16,-3-4 0,0 2 0,-2-7 0,12 2 0,-2 1 15,0 1-15,-10-4 0,13 0 0,1 0 0,-1 0 16,2-2-16,-3 0 0,0-1 0,-12 3 0,12-9 15,-4 0-15,1 2 0,-9 7 0,5-13 0,-1 3 16,-1-1-16,-3 11 0,-2-10 0,1-1 0,-1 1 16,-5 2-16,-1 2 0,1 0 0,7 6 0,-11-8 0,-1 2 15,1-1-15,11 7 0,-12-6 0,1 2 0,0 0 16,3 0-16,1 0 0,-1 0 0,8 4 0,-5-7 16,3 0-16,-1 2 0,3 5 0,9-12 0,-3 0 0,0 1 0,11-2 0,-1-1 15,0 2-15</inkml:trace>
  <inkml:trace contextRef="#ctx0" brushRef="#br0" timeOffset="21265.663">13278 9573 0,'0'0'0,"0"0"16,0 0-16,11-63 15,-26 3 1,-26 25-16,-4 22 16,45 13-16,0 0 0,0 0 0,0 0 0,-15 4 15,3-2-15,0-2 0,12 0 0,-15 5 0,3-1 16,0-1-16,0 9 0,1-1 0,1 0 0,10-11 0,-7 19 15,1-3-15,0 0 0,6-16 0,-2 23 16,1 0-16,0-1 0,5 5 0,-2 0 0,0 0 16,-2-27-16,11 33 0,-3 0 0,1 1 0,-9-34 15,10 31-15,-3 1 0,1-1 0,1-1 0,-3-1 0,0 1 16,-6-30-16,1 22 0,0 0 0,1-1 0,-2-21 16,-4 10-16,2 1 0,-1-2 0,3-9 0</inkml:trace>
  <inkml:trace contextRef="#ctx0" brushRef="#br0" timeOffset="21391.39">12946 9949 0,'0'0'0,"0"0"15,0 0-15,0 0 16,0 0-16,91-37 16</inkml:trace>
  <inkml:trace contextRef="#ctx0" brushRef="#br0" timeOffset="21686.367">13572 9746 0,'0'0'0,"0"0"0,0 0 0,-75 8 0,7 16 15,25 5 1,23 0-16,15 2 15,5-31-15,0 0 0,0 0 0,0 0 0,4 13 16,-1 0-16,1-1 0,-4-12 0,6 13 0,-1 0 0,0-2 16,8 1-16,-2-3 0,0 3 0,-11-12 0,11 9 15,1 2-15,-2 0 0,-10-11 0,9 9 16,0-1-16,-1 1 0,-6 0 0,-1 0 0,0 0 0,-1-9 16,-6 6-16,0-2 0,-1 1 0,7-5 0,-13 3 15,1-2-15,-1 2 0,-6-6 0,2 2 0,0 0 16,17 1-16,-14-10 0,0 3 0,1 1 0,5-8 15,2 1-15,0 1 0,6 12 0,0 0 0</inkml:trace>
  <inkml:trace contextRef="#ctx0" brushRef="#br0" timeOffset="21885.582">14018 9757 0,'0'0'0,"0"0"0,0 0 16,13 83-16,-6-8 16,-7-18-16,-7-13 15,-6-23 1,13-21-16,0 0 0,0 0 0,0 0 0,-4 2 16,2-2-16,0 0 0,2 0 0</inkml:trace>
  <inkml:trace contextRef="#ctx0" brushRef="#br0" timeOffset="22003.897">14073 9551 0,'0'0'0,"0"0"0,0 0 0</inkml:trace>
  <inkml:trace contextRef="#ctx0" brushRef="#br0" timeOffset="22306.965">14259 9914 0,'0'0'0,"0"0"0,0 0 15,0 0 1,0 0-16,0 0 16,0 0-16,0 0 15,0 0-15,0 0 0,0 0 0,0 0 0,0 0 0,0 0 16,0 0-16,0 0 0,0 0 0,5-23 0,-3 0 15,1 2-15,-3 21 0,14-19 0,-3-1 0,0 2 16,-11 18-16,19-15 0,-3 0 0,0 1 0,3 6 16,-2 2-16,0-1 0,-17 7 0,21 4 0,0-1 0,-2-2 0,2 11 15,0-1-15,1 1 0,-22-12 0,14 15 16,0 0-16,0 0 0,-5-4 0,-3-1 0,0-1 16,-4-3-16,1-1 0,-1 0 0,-2-5 0,-6 18 15,1 1-15,0 0 0,-6 1 0,1 1 0,0-1 16,10-20-16,-10 13 0,1 0 0,1-1 0,8-12 15,-3 4-15,2-3 0,0 1 0</inkml:trace>
  <inkml:trace contextRef="#ctx0" brushRef="#br0" timeOffset="22789.647">15003 9773 0,'0'0'0,"0"0"0,35 77 15,-13-15 1,-12-23-16,-7-18 16,-2-12-16,-1-9 15,0 0-15,0 0 0,0 0 0,0-2 0,0 2 0,0-2 16,-1-1-16,1 1 0,0-2 0,0 4 0,-5-11 0,3 1 0,-1 0 16,3 10-16,-1-13 0,1-2 15,0 2-15,10-5 0,-2 1 0,1 1 0,-9 16 0,15-18 16,-3 1-16,1-1 0,-13 18 0,17-9 0,0 0 15,1-1-15,-2 8 0,0 0 0,0-1 0,-16 3 16,19 7-16,-2 0 0,0-2 0,-17-5 0,15 14 16,0 0-16,0 1 0,0 2 0,0-1 0,0-1 15,-15-15-15,9 13 0,0-2 0,0 1 0,-9-12 0,6 9 16,-3-4-16,1 2 0,0-5 0,-3 0 16,0 1-16,-1-3 0,2 0 0,-2 0 0,0 0 0,0 0 15,6-7-15,-4 1 0,1 0 0,-1-3 0,0 0 16,1 0-16,-3 9 0,3-15 0,-1 2 0,0-2 15,-2 15-15,7-17 0,-3 2 0,2-1 0,9 0 0,-3 2 16,0 0-16,-12 14 0,18-9 0,-3 1 16,0-1-16,-15 9 0,18-6 0,-2-1 0,1 3 0,1 3 15,-2 1-15,1-2 0,-17 2 0,17 10 0,-1-4 16,0 3-16,-5 3 0,1 2 0,-1-1 0,-11-13 16,10 17-16,-1-1 0,-1 2 0,-8-18 0,1 17 0,1-1 15,-1 1-15,-6-4 0,2-2 0,1 1 0,2-12 0,-4 7 16,0-3-16,1 1 0</inkml:trace>
  <inkml:trace contextRef="#ctx0" brushRef="#br0" timeOffset="23179.218">16158 9677 0,'0'0'0,"0"0"0,0 0 15,-89 8-15,12 15 16,16 10 0,13 6-16,48-39 0,0 0 15,0 0-15,-11 12 0,2 0 0,0-1 0,9-11 16,-4 10-16,2-1 0,0 0 0,2-9 0,3 9 16,1 0-16,0-2 0,-4-7 0,12 5 0,-2-2 0,0 1 0,9-5 0,-2 0 15,0 0-15,-17 1 0,23-4 16,-4-2-16,2 2 0,-21 4 0,19-11 0,0 0 15,0 1-15,-2-4 0,0 1 0,1 1 0,-18 12 16,14-12-16,1 0 0,0 1 0,-15 11 0,9-7 0,0-2 16,0 3-16,-4 4 0,-1-2 0,-1 2 0,-3 2 15,3 0-15,-2 1 0,0 0 0,-1-1 0,-4 8 16,2-1-16,0-1 0,-4 4 0,3-1 0,-1 2 16,4-11-16,-4 10 0,0 1 0,1-1 0,0 1 15,3-2-15,0 2 0,0-11 0,6 10 0,-2-1 0,0-2 16,2 0-16,-1-4 0,0 1 0,-5-4 0,10-4 15,-2 1-15,-1-1 0</inkml:trace>
  <inkml:trace contextRef="#ctx0" brushRef="#br0" timeOffset="23366.598">16488 9420 0,'0'0'0,"0"0"0,0 0 16,33 76-1,-3 5-15,-21-8 16,-12-5-16,3-68 16,0 0-16,0 0 0,-6 21 0,3 0 0,-1-1 0,4-20 15,-13 21-15,2-3 0,0 0 0,-5-8 0,2 0 16,0-1-16,14-9 0</inkml:trace>
  <inkml:trace contextRef="#ctx0" brushRef="#br0" timeOffset="23514.264">16304 9725 0,'0'0'0,"0"0"16,0 0-16,91-35 15,-6-4 1,-19-10-16,-31 19 16</inkml:trace>
  <inkml:trace contextRef="#ctx0" brushRef="#br0" timeOffset="23840.111">16692 9369 0,'0'0'0,"0"0"0,0 0 16,0 0 0,0 0-16,-6 64 15,-3 1 1,9-65-16,0 0 0,0 0 0,0 0 0,-4 24 0,2-1 16,2 0-16,0-23 0,0 20 0,0-1 0,0 0 15,3 2-15,0 0 0,-1-1 0,-2-20 0,3 18 0,-2-4 16,0 3-16,-1-17 0,2 11 0,-2-2 0,2 2 15,-2-11-15,1 3 0,0 2 0,1-1 0,-1-4 16,-1 0-16,0 0 0,0 0 0,4-9 0,-1 2 16,1 0-16,-4 7 0,12-11 0,-2 2 0,1-1 0,-11 10 15,13-13-15,1-2 0,-1 4 0,1-1 0,-2 0 16,1-1-16,-13 13 0,12-7 0,-1 0 0,1 0 16,-12 7-16,11 0 0,-1 0 0,-1 2 0,0 3 15,-3 2-15,0 0 0,-6-7 0,7 11 0,-2-1 0,0-1 16,-5-9-16,2 12 0,0-2 0,-1 1 0,-1-2 15,0 1-15,0-2 0,0-8 0,-1 9 0,1-2 0,0 0 16,0-7-16,0 4 0,0-1 0,0-3 16,5-3-16,-1-2 0,2 1 0</inkml:trace>
  <inkml:trace contextRef="#ctx0" brushRef="#br0" timeOffset="24053.415">17268 9566 0,'0'0'0,"0"0"0,0 0 0,0 0 16,0 0-16,0 0 16,0 0-16,0 0 15,0 0-15,0 0 0,0 0 0,0 0 16,-9 24-16,2-2 0,-1 0 0,3-2 0,1-3 16,-2 0-16,6-17 0,0 18 0,0-4 0,0 3 0,0-17 0,-3 16 0,1-2 15,1-1-15,1-13 0,-11 14 16,1-1-16,0-1 0,-7-7 0,1 0 0,-1 0 15,17-5-15</inkml:trace>
  <inkml:trace contextRef="#ctx0" brushRef="#br0" timeOffset="31611.504">12600 8279 0,'0'0'0,"0"0"0,0 0 0,0 0 0,0 0 16,0 0-1,-63-30-15,24 10 16,39 20-16,0 0 0,0 0 0,-6-2 16,1-2-16,1 1 0,1 3 0,2 0 0,-1-2 15,2 2-15,0 0 0,0 0 0,0 0 0,-26-4 16,3-1-16,-1 3 0,24 2 0,-14-2 0,-1-1 0,2 0 16,13 3-16,-21-6 0,0 1 0,0 2 0,21 3 15,-11-4-15,-1 1 0,1 1 0,-11-4 0,2 2 16,0-2-16,20 6 0,-11-3 0,-1 0 0,1 0 15,11 3-15,-25-2 0,1 1 0,0-1 0,24 2 0,-15 0 16,3 0-16,0 0 0,12 0 0,-29-1 0,0 1 16,0 0-16,29 0 0,-17 0 0,2 0 0,0 0 0,15 0 0,-32 0 15,3 0-15,-4 0 0,33 0 16,-18 0-16,1 0 0,1 0 0,-16 0 0,2-1 16,0-1-16,30 2 0,-17 0 0,0 0 0,0 0 15,17 0-15,-34 3 0,0-2 0,0-1 0,34 0 0,-19 2 16,1-1-16,0 1 0,18-2 0,-34 4 0,2-1 15,-1 1-15,33-4 0,-18 1 0,0 2 0,1-2 16,17-1-16,-31 5 0,0-1 0,1-2 0,30-2 16,-16 3-16,0 1 0,-1-3 0,17-1 0,-29 7 0,0-1 15,-2 2-15,15-4 0,0 0 0,0-1 0,16-3 16,-29 9-16,2-4 0,0 2 0,27-7 0,-17 6 16,4-2-16,-4 0 0,17-4 0,-22 5 0,0 2 15,1-1-15,8-2 0,2 0 0,1 0 0,10-4 0,-25 12 16,1-2-16,2 1 0,22-11 0,-14 8 0,2-1 15,0-2-15,12-5 0,-20 14 0,-2-1 0,1 0 16,21-13-16,-12 6 0,1 1 0,0 0 0,11-7 16,-14 14-16,0-1 0,3 0 0,11-13 0,-8 9 0,0-2 0,1 0 15,7-7-15,-9 16 0,3 2 16,-3-4-16,9-14 0,-3 9 0,-1 0 0,0-1 0,4-8 0,-4 20 16,1-4-16,-1 1 0,4-17 0,-3 9 0,2 0 0,0 0 0,1-9 15,-3 17-15,0 0 16,1 0-16,2-17 0,-2 10 0,0-1 0,2 0 15,0-9-15,-2 20 0,1-1 0,0-1 0,1-18 16,-3 12-16,3-2 0,0 1 0,0-11 0,7 18 16,-4-1-16,0 1 0,-3-18 0,4 9 0,-1 0 0,-1 0 15,-2-9-15,12 17 0,-1-1 0,0-1 0,-5-7 16,0-1-16,1 2 0,-7-9 0,12 17 0,1-1 16,-1 0-16,-12-16 0,7 9 0,0-1 0,-1 1 0,-6-9 15,13 15-15,0 2 0,-1-1 0,-12-16 0,8 9 16,-1-1-16,1 0 0,-8-8 0,22 14 0,-1 3 15,0 0-15,-21-17 0,14 9 0,-2-1 0,0-1 16,-12-7-16,27 12 0,-3 0 0,-1 0 0,-23-12 16,15 6-16,-2 0 0,2 0 0,-15-6 0,29 12 15,-1-1-15,1 1 0,-29-12 0,16 6 0,1 0 0,-1-1 16,-16-5-16,32 10 0,-2-1 0,0-2 0,-30-7 16,19 5-16,-4-1 0,2 1 0,20-1 0,0 1 0,1 1 0,-38-6 0,21 3 15,-2 0-15,1-1 16,-20-2-16,40 2 0,1 0 0,-2 1 0,-39-3 15,39 3-15,0-2 0,0 2 0,-39-3 0,38 0 0,-1 2 16,2-2-16,-39 0 0,34 3 0,1-3 0,0 1 16,-1-2-16,0 1 0,0 0 0,-34 0 0,34-3 15,0 1-15,0 0 0,-17 1 0,-1 1 0,0-1 16,-16 1-16,36-6 0,-1 2 0,0-1 0,-35 5 0,21-3 16,-2 0-16,0 0 0,14-4 0,-1-1 0,1 0 15,-33 8-15,17-4 0,0 1 0,1-2 0,12-9 16,2 1-16,-1 0 0,-31 13 0,18-9 0,-3 3 15,2-2-15,8-5 0,0-2 0,1 1 0,-26 14 16,13-7-16,1 0 0,-1-1 0,15-6 0,-3-2 0,-1 2 16,-24 14-16,17-8 0,-4-1 0,1 1 0,-14 8 0,25-21 0,-3 2 15,1-1-15,-8 8 0,-3 2 16,0-1-16,-12 11 0,12-21 0,1 0 0,-1 0 16,-12 21-16,7-12 0,-1 0 0,0 0 0,1-12 0,-4 0 15,0-2-15,-3 26 0,3-12 0,-2-4 0,1 2 16,-8-7-16,3-2 0,0 0 0,3 23 0,-6-12 15,4-1-15,-1 2 0,3 11 0,-19-24 0,1 0 16,0 1-16,-6-1 0,-1 0 0,0-1 0,25 25 16,-32-19-16,0 1 0,-1-1 0,-3-1 0,3 0 15,-1 1-15,34 19 0,0 0 0,-35-23 0,1 1 0,-1-1 16</inkml:trace>
  <inkml:trace contextRef="#ctx0" brushRef="#br0" timeOffset="35586.632">8594 10899 0,'0'0'0,"0"0"0,0 0 0,0 0 0,-6 76 16,1-28 0,14 34-16,-6-40 15,-3-42-15,0 0 0,0 0 0,0 0 16,1 27-16,1-1 0,-1 1 0,-1-27 0,1 14 15,-1 1-15,0-2 0,0-13 0,0 6 0,0 1 0,0-2 16,0-3-16,0-1 0,0 1 0,0 0 0,0-2 16,0 0-16,0 0 0</inkml:trace>
  <inkml:trace contextRef="#ctx0" brushRef="#br0" timeOffset="35832.581">8586 11024 0,'0'0'0,"0"0"0,0 0 16,0 0-1,0 0-15,53-83 16,-5 34 0,-48 49-16,0 0 0,0 0 0,15-5 0,-2-1 0,-1 0 15,-12 6-15,15 3 0,-3 0 0,0 0 0,1 5 0,-1-1 16,1 0-16,-13-7 0,13 16 0,-4-3 0,1 2 16,-2 1-16,-1 1 0,1 0 0,-8-17 0,6 18 15,-1 1-15,-1 0 0,0 2 0,0-3 0,0 1 16,-4-19-16,3 20 0,-3-2 0,0-1 0,-3 2 0,3-1 0,0 0 0,0-18 15,-4 12-15,0 2 0,0-2 16,0-5-16,2-1 0,-1 1 0,2-4 0,-2-1 16,3 1-16</inkml:trace>
  <inkml:trace contextRef="#ctx0" brushRef="#br0" timeOffset="36001.655">8625 11113 0,'0'0'0,"0"0"0,0 0 0,0 0 16,90-36-16,-5-1 15,-14 11 1,-26 12-16</inkml:trace>
  <inkml:trace contextRef="#ctx0" brushRef="#br0" timeOffset="36164.256">9231 10984 0,'0'0'0,"0"0"0,0 0 0,0 0 16,0 0-16,0 0 15,23 85-15,-11-8 16,-12-77-16,0 0 0,0 0 16,0 0-16,-2 20 0,2 0 0,0-1 0,-6-4 0,-1-3 15,1 1-15,6-13 0,-8 10 0,-1-3 0,0 2 16,1-5-16,4-1 0,-2 1 0</inkml:trace>
  <inkml:trace contextRef="#ctx0" brushRef="#br0" timeOffset="36328.604">9090 11308 0,'0'0'0,"0"0"0,0 0 0,0 0 15,84 5 1,-4-2-16,-19-4 15,-61 1-15,0 0 0,0 0 0,19-5 0,0 0 16,-3 3-16,-2-5 0,-1 0 0,1 1 0</inkml:trace>
  <inkml:trace contextRef="#ctx0" brushRef="#br0" timeOffset="36492.632">9073 11034 0,'0'0'0,"0"0"15,0 0-15,0 0 16,0 0 0,0 0-16,104-46 15,-104 46-15,0 0 0,0 0 0,34-14 0,1 2 16,0-1-16,-35 13 0,21-8 0,0 2 0,1-3 0</inkml:trace>
  <inkml:trace contextRef="#ctx0" brushRef="#br0" timeOffset="36692.422">9799 11077 0,'0'0'0,"0"0"0,0 0 0,21 69 0,4 2 16,-9-10-1,-6-1-15,-8-4 16,-2-56-16,0 0 0,0 0 0,0 0 15,-3 12-15,2 1 0,-1-2 0,0-6 0,-1-1 16,1 2-16</inkml:trace>
  <inkml:trace contextRef="#ctx0" brushRef="#br0" timeOffset="36946.978">9829 11061 0,'0'0'0,"0"0"0,0 0 0,0 0 0,0 0 16,67-35-16,-3 28 16,-10 19-1,-54-12-15,0 0 0,0 0 0,14 8 0,-1 1 0,1-1 16,-14-8-16,11 13 0,0-3 0,1 3 0,-6 0 16,-1-2-16,-1 0 0,-4-11 0,0 12 0,-2 0 15,1-1-15,-4-1 0,0-1 0,0 0 0,5-9 16,-11 7-16,2 0 0,0 0 0,-4-4 0,-1 1 15,1 0-15,13-4 0,-19 0 0,4 0 0,-2 0 0,0-9 16,1 0-16,0 0 0</inkml:trace>
  <inkml:trace contextRef="#ctx0" brushRef="#br0" timeOffset="37142.024">10053 10788 0,'0'0'0,"0"0"0,0 0 0,0 0 0,0 0 15,62 27-15,-9 15 16,-15 12 0,-38-54-16,0 0 0,0 0 0,10 18 0,-1 0 0,0-1 15,-9-17-15,6 21 0,-2-1 0,0-1 0,-4-19 16,4 21-16,-1 0 0,-1 0 0,-2-1 0,0-1 16,0 1-16,0-20 0,-2 15 0,2-2 0,0 1 15</inkml:trace>
  <inkml:trace contextRef="#ctx0" brushRef="#br0" timeOffset="37532.304">10638 11092 0,'0'0'0,"0"0"0,0 0 16,0 0-16,0 0 16,-25-66-1,-11 22-15,-5 26 16,41 18-16,0 0 0,0 0 0,-14 2 15,-1 0-15,2 0 0,13-2 0,-14 5 0,1 3 16,1-2-16,12-6 0,-10 11 0,-1-1 0,-1 1 16,1 1-16,4 0 0,0 0 0,7-12 0,-4 13 0,0-1 15,1-1-15,3-11 0,4 12 0,-1-1 0,-1-1 16,7-1-16,-3-1 0,0 1 0,-6-9 0,10 4 16,-1 0-16,1 0 0,5-7 0,-2 3 0,2-1 15,-15 1-15,15-8 0,-1 0 0,0 0 0,0-2 16,-2 0-16,0-1 0,-2 4 0,-1 0 0,-1 0 15,-8 7-15,7-5 0,-3 4 0,0-2 0,-1 2 0,-2-1 16,1 2-16,0-1 0,-2 1 0,0 0 0,0-1 16,0 1-16,0 0 0,4 2 0,-3 1 0,1-1 15,-2-2-15,3 7 0,-2 0 0,1 0 0,1 3 16,1 0-16,0 1 0,-4-11 0,4 10 0,0 2 0,0-2 16,-4-10-16,7 8 0,1 2 0,-1-1 0,1-3 15,-1-1-15,1 0 0,-4-1 0,2-3 0,-1 1 16</inkml:trace>
  <inkml:trace contextRef="#ctx0" brushRef="#br0" timeOffset="37852.086">10844 11022 0,'0'0'0,"0"0"0,0 0 0,0 0 15,19 71-15,-6-11 16,-7-25-1,-4-19-15,-2-16 0,0 0 0,0 0 16,0 0-16,-2 1 0,2 0 0,-2-1 0,0-2 16,2 1-16,0 0 0,0 1 0,0-7 0,0 2 15,0-2-15,4-2 0,-1 1 0,-1 0 0,-2 8 0,6-12 16,-2 1-16,0-1 0,-4 12 0,6-15 0,1 2 16,0-3-16,-2 6 0,0-1 0,0 1 0,-5 10 15,5-6-15,0 0 0,-1 1 0,-4 5 0,6-3 16,-1 1-16,-1 2 0,5 2 0,0-2 0,0 2 15,-9-2-15,12 6 0,-2-1 0,1 1 0,-3 4 0,0 0 16,1 1-16,-9-11 0,6 15 0,-2-1 0,0-3 16,-4-11-16,2 12 0,-1-3 0,1 1 0,-5-4 15,3-1-15,0 0 0</inkml:trace>
  <inkml:trace contextRef="#ctx0" brushRef="#br0" timeOffset="38194.389">11219 10988 0,'0'0'0,"0"0"16,0 0 0,0 0-16,0 0 15,30 70-15,-15-5 16,-15-65-16,0 0 0,0 0 16,1 13-16,-1-2 0,0 0 0,0-11 0,-3 6 0,3-1 0,0-1 0,-2-3 15,1-1-15,0 0 16,1 0-16,-2-5 0,-1 3 0,0 0 0,3-5 15,0 1-15,0 0 0,0 6 0,1-11 0,1 1 16,-1 1-16,1 0 0,-2 0 0,0 2 0,6-7 0,0 0 16,-2 0-16,-4 14 0,8-12 0,-3 1 0,0 0 15,-5 11-15,5-6 0,-2 0 0,1-2 0,2 7 0,-2 1 0,1-1 16,-5 1-16,9 3 0,-1 2 16,1 0-16,-9-5 0,12 9 0,-1 0 0,-1 0 0,-1 3 15,0-1-15,0 0 0,-9-11 0,3 14 0,1 0 16,0-2-16,-4-12 0,4 14 0,-3-3 0,1 1 15,-4-5-15,2-1 0,0 1 0,0-7 0,-2 1 16,-1-1-16,1 0 0</inkml:trace>
  <inkml:trace contextRef="#ctx0" brushRef="#br0" timeOffset="38352.609">11592 10970 0,'0'0'0,"0"0"0,18 64 15,3 2 1,-15-14-16,-4-19 16,-10-27-16,8-6 15,0 0-15,0 0 0</inkml:trace>
  <inkml:trace contextRef="#ctx0" brushRef="#br0" timeOffset="38486.982">11576 10864 0,'0'0'0,"0"0"0,0 0 16,0 0-16,0 0 15</inkml:trace>
  <inkml:trace contextRef="#ctx0" brushRef="#br0" timeOffset="38783.682">11793 11107 0,'0'0'0,"0"0"0,0 0 0,0 0 0,0 0 15,0 0-15,0 0 16,0 0 0,0 0-16,0 0 0,0 0 0,0 0 0,0 0 15,0 0-15,0 0 0,0 0 0,0 0 0,0 0 16,-1-28-16,1 2 0,0-1 0,0 27 0,4-23 0,-2 3 15,0-1-15,6 6 0,-1 3 0,1 0 0,-8 12 16,12-8-16,0 4 0,3-2 0,-3 5 0,0 1 16,2 0-16,-14 0 0,12 4 0,2 3 0,0-2 15,1 7-15,-2-1 0,1 1 0,-14-12 0,11 10 16,-1 2-16,0 0 0,-2 4 0,-1-2 0,-1 1 16,-6-15-16,4 15 0,-3 1 0,0-2 0,-1-14 0,-4 13 15,2-1-15,0 0 0,-1-5 0,1 0 0,-1-1 16</inkml:trace>
  <inkml:trace contextRef="#ctx0" brushRef="#br0" timeOffset="39241.409">12322 10938 0,'0'0'0,"0"0"0,0 0 16,47-46 0,-22 18-1,-59 63-15,13-10 16,21-25-16,0 0 0,0 0 0,-4 2 15,0 1-15,0 0 0,4-3 0,-1 2 0,-1-1 0,2-1 0,-8 3 16,2 2-16,-1-4 0,7-1 0,-7 8 16,1-2-16,0 0 0,1 1 0,1-3 0,0 1 15,4-5-15,0 5 0,0-1 0,0 1 0,6-4 16,-1-1-16,1 3 0,-6-3 0,11-4 0,-3 2 16,1 1-16,5-4 0,-3 2 0,0 0 0,-11 3 0,12-6 0,-1 0 0,-2 0 0,-9 6 15,10-7-15,0-1 16,0 2-16,-2 0 0,-1 0 0,1 0 0,-8 6 15,3-3-15,0 0 0,-1 1 0,-2 2 0,2 7 0,1-3 16,0-1-16,-2 11 0,-1-2 0,0-2 16,0-10-16,4 20 0,0-2 0,-1 0 0,-3-18 0,4 19 15,0-1-15,0 2 0,-2 0 0,-2 0 0,0-1 16,0-19-16,-2 24 0,2-3 0,0 1 0,-3 0 16,2-1-16,-1 0 0,2-21 0,-5 21 0,3-3 15,0 1-15,2-19 0,-4 17 0,2-4 0,1 4 16,-4-8-16,2 0 0,-1 3 0,4-12 0,-5 6 0,2 0 15,1 0-15,-5-8 0,1 2 0,0 0 0,6 0 16,-6-5-16,0 0 0,0-1 0,0-4 0,2-1 16,0 2-16,4 9 0,-4-17 0,1 4 0,1-4 15,6-4-15,-2 3 0,1-1 0,-3 19 0,10-21 16,-2 1-16,1-1 0</inkml:trace>
  <inkml:trace contextRef="#ctx0" brushRef="#br0" timeOffset="85979.671">18093 8227 0,'0'0'0,"0"0"0,0 0 0,0 0 16,0 0-1,0 0-15,0 0 16,0 0-16,0 0 0,0 0 16,0 0-16,0 0 0,0 0 0,0 0 0,0 0 0,0 0 15,0 0-15,0 0 0,0 0 0,-35-4 0,1 3 16,1-1-16,33 2 0,-21-2 0,1 2 0,0-2 16,20 2-16,-37-5 0,0 2 0,-1 2 0,38 1 15,-38-5-15,0 3 0,2 1 0,36 1 0,-38-3 0,2 0 16,0 0-16,36 3 0,-39-2 0,1 1 0,0 0 15,38 1-15,-44 1 0,3-1 0,0 0 0,41 0 0,-44-1 16,1 1-16,-1 0 0,44 0 0,-49 4 16,1-1-16,1 0 0,47-3 0,-52 3 0,1 3 15,0-3-15,51-3 0,-57 7 0,1-2 0,1 2 16,-8 1-16,3-2 0,-1 2 0,61-8 0,-75 8 0,1 1 16,-1-1-16,-12 1 0,3-3 0,-1 3 0,85-9 15,-82 8-15,1 1 0,0-2 0,81-7 0,-72 9 16,0 0-16,0 0 0,8-1 0,-1-1 0,1 0 15,64-7-15,-57 8 0,2-2 0,-1 0 0,-5 3 0,2-1 16,-1-2-16,60-6 0,-66 8 0,0-1 0,0-1 16,6-3-16,3 1 0,0 1 0,57-5 0,0 0 15,-27 2-15,0-2 0,-1 1 0</inkml:trace>
  <inkml:trace contextRef="#ctx0" brushRef="#br0" timeOffset="92079.552">4477 11802 0,'0'0'0,"0"0"0,0 0 0,0 0 16,0 0-16,0 0 15,0 0-15,0 0 16,0 0-1,0 0-15,0 0 0,0 0 0,0 0 0,0 0 0,0 0 16,0 0-16,0 0 0,0 0 0,1 21 0,-1-3 16,0 0-16,0-18 0,1 11 0,-1 2 0,0-1 0,-2 13 0,-1 1 15,1 1-15,2-27 0,-2 13 16,0 2-16,1-1 0,-5 21 0,3-3 0,-2 2 16,5-34-16,-1 17 0,-2 1 0,1 1 0,-2 12 0,2 0 0,-1-1 0,3-30 15,0 19-15,-2-3 0,2 0 16,-5 16-16,2-2 0,2 2 0,1-32 0,-2 18 15,-1-1-15,3 0 0,-5 6 0,4 2 0,0-2 16,-1-9-16,2-2 0,-2 1 0,2-8 0,0 0 0,0 0 16</inkml:trace>
  <inkml:trace contextRef="#ctx0" brushRef="#br0" timeOffset="92552.392">4903 11889 0,'0'0'0,"0"0"0,0 0 0,-51 47 16,0 2-16,2-5 15,2-5-15,-5-6 16,3 3-16,49-36 0,0 0 16,0 0-16,-17 10 0,1 1 0,2-1 0,14-10 15,-17 9-15,4 0 0,-4-2 0,6 1 0,-3-2 16,3 0-16,0 0 0,3-4 0,0 0 0,-1 0 16,5 0-16,-3-1 0,7-1 0,-5 0 0,2 0 0,0 0 0,2 3 15,-1-2-15,2 1 0,-2 1 0,2 0 0,0-2 16,5 1-16,-2 4 0,3-3 0,0 3 15,-1-4-15,0 2 0,6-1 0,-5 2 0,2-1 16,3 1-16,0-1 0,-2-1 0,2 6 0,-1-3 16,1 2-16,-11-8 0,9 10 0,-1-1 0,1-1 0,1 4 15,-1 0-15,-2 0 0,5 1 0,-4 2 0,-1-2 16,5 0-16,-1-3 0,-2 2 0,-9-12 0,10 11 16,-1 1-16,1-1 0,-1-1 0,1-1 0,0 0 0,0-2 15,-5 0-15,1-2 0,0-6 0,0 1 16,-2 0-16,2-7 0,-1 1 0,-1-2 0,1 1 0,-2 2 15,-1-1-15</inkml:trace>
  <inkml:trace contextRef="#ctx0" brushRef="#br0" timeOffset="92969.929">4900 12167 0,'0'0'0,"0"0"0,0 0 0,0 0 16,0 0-16,0 0 15,9 64-15,-1-2 0,-2-17 16,-6-45 0,0 0-16,0 0 0,0 12 0,0 1 0,0-1 0,-4-1 15,3-1-15,0-1 0,-2 1 0,0-3 0,3 2 16,-2-6-16,2 1 0,-2 1 0,0-3 0,2 0 16,0 0-16,0-1 0,0 0 0,0 0 0,2-6 15,-2 1-15,0 1 0,0 3 0,0-11 0,0 2 0,0 0 16,2-3-16,-2 0 0,0 0 0,0 0 0,2-1 15,-2 1-15,8 1 0,-1-1 0,-4 0 0,7 2 16,-4-2-16,2 1 0,3-1 0,-5 3 0,1 0 16,-7 9-16,12-10 0,-6 1 0,1 1 0,2 2 15,-1 0-15,-2 0 0,-1 3 0,-1 1 0,0-2 0,4 2 16,-2 2-16,0 0 0,4 6 0,-5-3 0,1 2 16,0 3-16,0-1 0,-4 1 0,1 2 0,-1 1 15,2-2-15,-2 4 0,-2-1 0,2 0 0,-4 3 16,0-3-16,2 3 0,0-15 0,-5 14 0,1-2 15,2 1-15,-4-2 0,3 1 0,0-2 0,1 1 16,2-1-16,-3 0 0,1-3 0,0-2 0,2 2 0,-2-9 16,2 1-16,0 1 0,2-8 0,1 1 0,1 1 15</inkml:trace>
  <inkml:trace contextRef="#ctx0" brushRef="#br0" timeOffset="93289.784">5313 12176 0,'0'0'0,"0"0"0,0 0 0,0 0 16,-16 73-1,5-13-15,11-15 16,6-6-16,3-17 16,-9-22-16,0 0 0,0 0 0,7 4 0,-2-1 15,-2 1-15,-3-4 0,11 3 0,-7-1 0,3 0 16,1-4-16,1 2 0,1 0 0,-1-5 0,-2 2 0,2 0 15,0-6-15,-1 1 0,3-1 0,-5-1 0,-2 0 16,3-1-16,-3 1 0,0 1 0,0-2 0,0 2 16,-1 3-16,-3-1 0,2 2 0,-2 1 0,0-1 0,-2-2 0,-1 2 15,0-1-15,0-1 0,0-1 16,-2 2-16,-6 0 0,3 3 0,-1-3 0,-6 4 0,0 1 16,1-2-16,-5 7 0,4-2 0,0-1 0,0 6 15,0-3-15,1-1 0,3 1 0,1-2 0,0 1 16,5-3-16,2 0 0,-1 0 0</inkml:trace>
  <inkml:trace contextRef="#ctx0" brushRef="#br0" timeOffset="93712.337">5709 12220 0,'0'0'0,"0"0"0,0 0 0,0 0 0,0 0 16,0 0-16,-9 77 15,-2-10-15,7-32 16,4-35-16,0 0 0,0 0 0,0 6 0,0-1 16,0 0-16,2-3 0,0-2 0,1 2 0,1-2 0,-2 0 0,0 0 15,4-4-15,-3 2 0,1-1 0,-4 3 16,10-6-16,-5 3 0,1-2 0,4-4 0,-1 3 16,-1-1-16,6-3 0,-3 0 0,0 3 0,-4 1 15,0 1-15,1 0 0,-4 1 0,0 1 0,-2 3 16,0-2-16,-1 0 0,0 0 0,2 4 0,-3-2 0,0 0 0,2 4 0,-2-1 15,0-3-15,0 0 16,4 9-16,-2-1 0,-2-2 0,6 0 0,-6 0 0,2-2 16,1 2-16,-2-3 0,0 3 0,3-1 0,-2-1 15,1 0-15,3-2 0,2 1 0,-4-1 0,5-1 0,-3-1 16,1 0-16,-3 0 0,2 0 0,-2 0 16,-4 0-16,7-3 0,-3 0 0,0 1 0,4-5 0,-3 1 15,1 0-15,-2-3 0,-1 3 0,1 0 0,2-3 16,-2 2-16,0 0 0,-1-1 0,-1 0 0,-2-1 15,2-3-15,-2 3 0,0 0 0,0 9 0,-2-12 16,0 1-16,2 1 0,-8-3 0,4-1 0,1 2 16,-5 3-16,3-2 0,0 1 0,0-1 0,1 1 0,-2-1 0</inkml:trace>
  <inkml:trace contextRef="#ctx0" brushRef="#br0" timeOffset="93937.579">6158 11874 0,'0'0'0,"0"0"0,0 0 0,0 0 0,0 0 16,0 0-1,0 0-15,0 72 0,-5 6 16,5-78 0,0 0-16,0 0 0,-2 24 0,1-1 0,0 2 0,-1-2 15,-1 0-15,0 2 0,3-1 0,0-2 0,0 2 16,0-24-16,0 21 0,0 1 0,0-1 0,0-7 15,0-2-15,0 0 0,0-6 0,0 0 0,0 0 16</inkml:trace>
  <inkml:trace contextRef="#ctx0" brushRef="#br0" timeOffset="94230.735">6389 12279 0,'0'0'0,"0"0"16,0 0-16,0 0 15,0 0-15,52-65 16,-17 11-16,-18 20 16,-17 34-16,0 0 0,0 0 0,2-7 15,-2 0-15,0 2 0,0 5 0,0-7 0,0 3 16,0-2-16,-2 3 0,0 2 0,0-3 0,-3 4 16,1 0-16,-2 0 0,6 0 0,-11 5 0,5-3 0,-3 0 15,-3 7-15,1-1 0,0 1 0,11-9 0,-15 13 16,3 1-16,-1-2 0,0 3 0,3 0 0,-2-1 15,6 2-15,1-1 0,-2 0 0,7-15 0,-3 16 16,2 1-16,1-2 0,-3-3 0,3-3 0,0 3 0,11 1 16,0 0-16,-2-2 0,10-1 0,-3-3 0,-1 1 15,-2-4-15,-2-1 0,0 0 0</inkml:trace>
  <inkml:trace contextRef="#ctx0" brushRef="#br0" timeOffset="94648.773">6985 11747 0,'0'0'0,"0"0"0,17 93 0,-9 3 15,-10-8-15,-6-12 16,4-13-16,-2-12 15,6-51-15,0 0 0,0 0 0,0 0 16,-1 14-16,1 0 0,0-1 0,1-4 0,0 0 16,1 1-16,1-3 0,-3-3 0,0 3 0,0-7 0,0 0 15,0 0-15,0 0 0,0-8 0,0 3 0,0-2 16,-2-1-16,1 5 0,-1-5 0,-2-4 0,0-4 16,-3 3-16,7 13 0,-7-14 0,-2 2 0,0-2 15,-3 4-15,1 1 0,0-2 0,-4 6 0,2-2 0,3 1 16,10 6-16,-19-3 0,4 3 0,1-1 0,-4 4 15,0 0-15,2-1 0,-1 2 0,0 2 0,1-2 16,16-4-16,-16 9 0,0-1 0,1 0 0,0 2 16,2-1-16,-2 2 0,15-11 0,-8 13 0,-1-4 15,1 4-15,3-3 0,-1-1 0,3 1 0,3 2 0,0-1 16,0-1-16,0-10 0,6 15 0,2-4 0,-4 1 16,14-5-16,-4-1 0,-1 2 0,-13-8 0,20 0 15,-1-2-15,-1 2 0</inkml:trace>
  <inkml:trace contextRef="#ctx0" brushRef="#br0" timeOffset="95288.458">7385 11999 0,'0'0'0,"0"0"0,0 0 16,0 0-16,-72 25 15,3 3 1,14-1-16,16 2 15,39-29-15,0 0 0,0 0 0,0 0 0,-11 9 16,3-2-16,2 2 0,2 0 0,0 0 0,1 0 16,3-9-16,3 8 0,-2 1 0,0 0 0,11 3 15,-3-3-15,1 3 0,-10-12 0,19 9 0,-2 0 16,2 3-16,3-1 0,-3-1 0,1 1 0,-20-11 0,21 11 16,0 0-16,0 1 0,-1 0 0,-1 0 0,-3 2 15,-1 2-15,-1-1 0,1 0 0,-15-15 0,12 18 16,-1-1-16,0 1 0,-5 0 0,-2 0 0,0 1 15,-4-19-15,-1 17 0,-2 1 0,3 0 0,-11 1 0,3-1 16,2 1-16,6-19 0,-10 16 0,1-2 0,1 1 16,-3-5-16,2 1 0,1-1 0,-3-1 0,3-4 15,-1 2-15,9-7 0,-8 4 0,0-1 0,1 1 16,-5-4-16,3 0 0,1 0 0,8 0 0,-7-4 0,-2 1 16,1 1-16,2-7 0,1 2 0,0-1 0,2-3 15,3-3-15,-3 1 0,3-6 0,3 1 0,-3 0 16,4 0-16,0 1 0,1-1 0,-5 18 0,14-17 15,-3-4-15,0 4 0,5 0 0,2-1 0,0 1 16,-18 17-16,22-21 0,-1 0 0,2 2 0,2-1 0,0-1 16,-3 0-16,-22 21 0,25-21 0,0 0 0,0 0 15,-2 0-15,0 1 0,-1-1 0,-22 21 0,21-22 16,-1 1-16,-2 0 0,-18 21 0,15-19 0,2 0 16,-1 1-16,-7 4 0,-2-1 0,1 2 0,-8 13 15,0-13-15,0 1 0,0 1 0,-6 6 0,2 1 0,-1-2 16,5 6-16,-15 1 0,2 1 0,2-2 0,-7 5 15,3 0-15,1-1 0,-5 6 0,4-1 0,0 0 16,15-9-16,-13 7 0,2 1 0,-1 0 0,12-8 16,-6 9-16,1 0 0,0 1 0,3-1 0,0 2 15,2-2-15,0-9 0,5 12 0,1-2 0,-2 3 16,9-3-16,-2 2 0,-3-1 0,-8-11 0,23 13 0,-2 1 16,1-1-16,-22-13 0,28 12 0,-1 0 0,-2 3 15,6-6-15,-1 0 0,0 0 0,-30-9 0,32 3 16,-1-3-16,-2 0 0</inkml:trace>
  <inkml:trace contextRef="#ctx0" brushRef="#br0" timeOffset="98322.62">8376 11863 0,'0'0'0,"0"0"0,13 73 15,-5-28-15,-2 55 16,-4-44-16,-1 51 16,-1-107-16,0 0 0,0 0 15,0 20-15,0 1 0,0-3 0,0-18 0,-3 33 16,-1-3-16,0 3 0,4-33 0,-2 17 0,-1 0 15,1 0-15,-1-11 0,3 0 0,0 0 0,0-6 0,0 3 16,0 0-16,0 0 0</inkml:trace>
  <inkml:trace contextRef="#ctx0" brushRef="#br0" timeOffset="98584.557">8364 12220 0,'0'0'0,"0"0"0,0 0 0,69 31 16,-9 6-1,-21 7-15,-21-4 16,-18-40-16,0 0 0,0 0 16,3 14-16,-3-1 0,3-1 0,-3-12 0,-7 14 0,5-1 15,-1 1-15,-8 0 0,1-1 0,1-1 0,9-12 16,-13 11-16,-2-1 0,1-1 0,14-9 0,-16 7 15,0 0-15,0-2 0,-2-3 0,1 1 0,0 0 16,-1-9-16,4 1 0,-1 1 0,15 4 0,-15-11 16,3 1-16,0 1 0</inkml:trace>
  <inkml:trace contextRef="#ctx0" brushRef="#br0" timeOffset="99096.581">8866 12160 0,'0'0'0,"0"0"0,0 0 15,0 0-15,0 0 16,0 0-16,0 0 16,0 0-16,0 0 0,0 0 0,0 0 15,0 0-15,0 0 0,0 0 0,0 0 0,0 0 0,0 0 16,0 0-16,-36 23 0,1-2 0,2 0 15,5 3-15,5-2 0,-1 1 0,24-23 0,-11 19 16,0 0-16,0-1 0,6-4 0,2 0 0,0 0 0,3-14 16,8 10-16,-1-1 0,-4 0 0,11-3 0,-3 0 15,0 0-15,-11-6 0,14 2 0,-2-1 0,1 1 16,2-7-16,0 2 0,0-1 0,4-4 0,-2 1 16,-2 1-16,-15 6 0,15-12 0,-1 1 0,-3 2 0,0-6 15,1 0-15,-1 0 0,-11 15 0,7-15 0,-2 0 16,2 0-16,-5 3 0,0 3 0,1-3 0,-3 12 15,-3-12-15,3 0 0,0 1 0,-2 1 0,0 1 16,0 0-16,2 9 0,-2-8 0,-1 3 0,1-2 16,-4 2-16,2 0 0,0 2 0,4 3 0,-7-3 0,1 3 0,2 0 0,-3 4 15,1-2-15,0 1 0,1 3 16,0 0-16,2 0 0,3-6 0,-3 12 0,-1-3 16,2 0-16,3 6 0,0-2 0,0-1 0,-1-12 0,6 17 0,-3-5 0,2 3 15,4 1-15,-2-2 16,1 3-16,-8-17 0,10 13 0,-1 2 0,0-3 0,0 0 15,0 2-15,0-2 0,-9-12 0,12 11 0,-3 1 0,0-1 16,3 0-16,-4-1 0,1-1 0,-9-9 16,10 5-16,-1-2 0,-3 0 0,1-2 0,-5-1 15,2 0-15</inkml:trace>
  <inkml:trace contextRef="#ctx0" brushRef="#br0" timeOffset="99450.86">9404 12124 0,'0'0'0,"0"0"0,0 0 0,0 0 16,0 0 0,0 0-16,0 0 0,0 0 15,0 0 1,0 0-16,0 0 0,-23 6 0,4 1 0,-1-2 0,20-5 0,-12 9 0,3-1 15,0-2-15,6 3 0,3 0 16,0 0-16,0-9 0,6 9 0,-3 1 0,1-1 16,4 5-16,1-2 0,-3 0 0,-6-12 0,9 14 15,-3-4-15,0 2 0,0 0 0,0 0 0,-3-3 0,-3-9 16,4 12-16,0-3 0,-1 0 0,-6-2 0,3 3 16,0-1-16,0-9 0,-8 7 0,5-1 0,-3 2 15,-2-4-15,-1 1 0,2-2 0,7-3 0,-11 4 16,2 0-16,0 0 0,-4-1 0,1-3 0,1 2 0,11-2 15,-12-2-15,3-1 0,-2 1 0,1-2 0,2-1 16,-1 1-16,4 1 0,0-2 0,1 2 0</inkml:trace>
  <inkml:trace contextRef="#ctx0" brushRef="#br0" timeOffset="99843.509">9797 12211 0,'0'0'0,"0"0"0,0 0 16,0 0-16,0 0 15,0 0 1,0 0-16,0 0 16,0 0-16,0 0 0,0 0 0,0 0 0,0 0 0,0 0 15,0 0-15,0 0 0,0 0 0,-23-7 0,1 0 16,-1 0-16,23 7 0,-18 0 0,-1 0 0,2 0 16,5 8-16,-1 1 0,1-3 0,4 6 0,1 0 0,-1 0 15,8-12-15,-3 13 0,0 1 0,0 0 0,7 2 16,-2-4-16,-2 2 0,0-14 0,11 13 0,-7-1 0,3 1 0,7 0 0,-3-3 15,2 1-15,-13-11 0,18 7 16,0-1-16,1-1 0,6-1 0,-4-1 16,1-1-16,-22-2 0,27-3 0,0 0 0,-1 0 0</inkml:trace>
  <inkml:trace contextRef="#ctx0" brushRef="#br0" timeOffset="100318.925">10420 12159 0,'0'0'0,"0"0"0,0 0 16,0 0-16,-66-8 15,8 16-15,6 14 16,52-22-16,0 0 16,0 0-16,-15 12 0,2-1 0,1-2 0,12-9 0,-13 15 0,1-3 0,0-1 0,2 5 15,0-3-15,0 1 0,10-14 16,-6 14-16,2 0 0,0 0 0,6 1 0,0 0 15,-1 0-15,-1-15 0,10 13 0,-2 0 16,-1 0-16,7-4 0,-1 0 0,1 0 0,-14-9 0,16 5 16,-1-1-16,0 0 0,4-6 0,-3 0 0,0 0 15,-16 2-15,20-10 0,-2 0 0,1 0 0,1-6 0,-2 2 0,0-1 16,-18 15-16,18-25 0,-1 3 16,-1-2-16,2-5 0,-3 1 0,2-1 0,-17 29 15,11-31-15,0 0 0,0 0 0,-4-2 0,1 0 0,-1-1 16,-7 34-16,6-32 0,-3 1 0,2 1 0,-8 4 15,1 1-15,1-1 0,1 26 0,0-19 0,0 0 16,0 0-16,0 19 0,-2-13 0,0-1 0,1 2 16,-2 3-16,0 0 0,0 0 0,0 4 0,1 0 15,2 0-15,0 5 0,-4 3 0,2-3 0,0 1 0,2-1 16,-3 8-16,2 1 0,0 0 0,-4 8 0,2-1 16,1 0-16,2-16 0,-4 23 0,0 0 0,1 1 15,0 3-15,2 1 0,1-2 0,0-26 0,1 30 16,-1-1-16,0 1 0,1 0 0,-1 0 0,0 2 15,0-32-15,2 28 0,-2-2 0,0 1 0,-2-9 0,2 1 16,0-2-16</inkml:trace>
  <inkml:trace contextRef="#ctx0" brushRef="#br0" timeOffset="106702.37">11610 12015 0,'0'0'0,"0"0"0,0 0 16,0 0 0,0 0-16,0 0 15,0 0-15,0 0 16,0 0-16,0 0 0,-26-11 0,0 1 0,0 1 16,26 9-16,-16-7 0,1 2 0,1-2 0,14 7 15,-27 7-15,1-2 0,0 0 0,26-5 0,-14 4 0,1 1 16,-1 0-16,14-5 0,-10 16 0,1 0 0,1 0 15,8-16-15,-6 11 0,3-3 0,-1 1 0,4-9 16,17 18-16,-2 0 0,0 2 0,-15-20 0,11 9 16,-2 2-16,0-1 0,-9-10 0,24 21 0,-2-1 15,-2 0-15,-8-9 0,0 0 0,-1 0 0,-11-11 0,12 14 16,-1 0-16,2-1 0,-13-13 0,6 8 0,-2-1 16,2-1-16,-6-6 0,3 3 0,-1 0 0,-1 0 15,-1-3-15,-18 9 0,3 2 0,0-2 0,15-9 16,-10 4-16,1 2 0,1 0 0,3-4 0,1 1 15,1-2-15,2-1 0,-1 0 0,1 2 0,0-1 0,1-1 16,0 0-16,0 0 0,0 0 0,0 0 0,-19 0 16,2 0-16,0 0 0</inkml:trace>
  <inkml:trace contextRef="#ctx0" brushRef="#br0" timeOffset="106978.499">11760 11691 0,'0'0'0,"0"0"0,0 0 0,0 0 16,18 91-16,-10 10 16,-13 1-16,-5-3 15,10-99-15,0 0 0,0 0 0,0 0 16,-3 33-16,1-1 0,-1-1 0,-3 0 0,2 0 15,0-1-15,1 1 0,-1-1 0,1 1 0,3-31 16,-2 30-16,1-2 0,0 0 0,2-1 0,0-4 16,1 3-16,-2-26 0,3 13 0,-2-1 0,2 2 15,-3-10-15,1 1 0,0 0 0</inkml:trace>
  <inkml:trace contextRef="#ctx0" brushRef="#br0" timeOffset="107529.94">11953 12101 0,'0'0'0,"0"0"0,0 0 0,0 0 15,0 0-15,-15 62 16,-6-14 0,0-25-16,21-23 0,0 0 15,0 0-15,-6 6 0,2-4 0,1 0 0,3-2 0,-4 2 0,2-2 16,1 3-16,0-3 0,1 0 0,0 0 0,0 0 15,2-8-15,0-1 0,-1 2 0,5-7 0,-2 1 16,0 1-16,-4 12 0,10-18 0,-3 3 0,1-1 16,5 0-16,1 3 0,-1-1 0,-13 14 0,18-10 15,-4 1-15,3 0 0,0 4 0,-2 3 0,0 0 0,-15 2 16,17 1-16,0 0 0,0-1 0,-1 9 0,0-5 16,0 2-16,-16-6 0,13 12 0,0-1 0,-1 0 15,-3 3-15,-3 0 0,0 0 0,-6-14 0,5 14 16,-1-2-16,-1 0 0,1-2 0,-2-1 0,-2 0 0,0-9 0,3 5 0,-3-2 15,0 1-15,1 0 0,-1-3 16,0 2-16,0-3 0,0 1 0,0-1 0,0 1 16,-1-2-16,1 1 0,0 0 0,0 0 0,-3-9 15,3 2-15,0 2 0,3-13 0,-3 5 0,0-2 16,0 15-16,7-18 0,-2 1 0,1 2 0,6-1 16,-2 1-16,0 1 0,-10 14 0,16-11 0,-1 1 0,0 1 15,-15 9-15,18-7 0,1 1 0,0-1 0,-1 7 16,-2 0-16,1 0 0,-17 0 0,16 5 0,-3 1 0,1-1 15,-3 4-15,0 0 0,0 1 0,-11-10 16,12 15-16,-3 0 0,0-1 0,-5 2 0,1 1 16,0-2-16,-5-15 0,2 15 0,0-2 0,-1 1 0,-2-1 15,1-2-15,0 1 0,0-12 0,-6 10 0,0 1 16,2-2-16,4-9 0,-7 8 0,1-1 0,0-1 16,-1-8-16,1 1 0,2 0 0,4 1 0,2-8 15,0-1-15,-2 0 0,3 3 0,0-1 0,-1 0 16</inkml:trace>
  <inkml:trace contextRef="#ctx0" brushRef="#br0" timeOffset="107775.237">12890 12040 0,'0'0'0,"0"0"0,0 0 15,0 0 1,0 0-16,0 0 16,0 0-16,0 0 15,0 0-15,0 0 0,0 0 0,0 0 0,0 0 0,0 0 16,0 0-16,0 0 0,0 0 0,0 0 0,-14 14 15,3 2-15,0 0 0,11-16 0,-5 19 0,0-1 0,0 0 16,8 0-16,-1-3 0,0 2 0,-2-17 0,4 15 16,0-1-16,0-2 0,-4-12 0,3 11 0,0-1 15,0 1-15,-1-4 0,-1-2 0,0 1 0,-1-6 16,-1 8-16,0-1 0,-1-2 0,0-1 0,0 1 16,-1-1-16,3-4 0,-5-3 0,2 1 0,-1 0 0,0-4 15,3-2-15,0 2 0</inkml:trace>
  <inkml:trace contextRef="#ctx0" brushRef="#br0" timeOffset="107873.475">13064 12242 0,'0'0'0,"0"0"16,0 0-16,0 0 15,0 0 1</inkml:trace>
  <inkml:trace contextRef="#ctx0" brushRef="#br0" timeOffset="112012.754">4549 13374 0,'0'0'0,"0"0"0,0 0 0,0 0 16,0 0 0,0 0-16,0 0 15,0 0-15,0 0 16,0 0-16,0 0 0,0 0 0,0 0 0,0 0 0,0 0 16,0 0-16,0 0 0,0 0 0,0 0 0,-4 18 15,3 3-15,-1 0 0,0-9 0,2-1 0,0 0 16,-2-6-16,2 0 0,0-1 0,-7 26 0,3 0 15,-2 0-15,6-30 0,-6 36 0,1-3 0,-1 4 0,1-20 16,3 1-16,-2-1 0,4-17 0,-8 38 0,4-2 16,0 1-16,-1-16 0,1-2 0,2 1 0,2-20 0,-5 31 0,-1 2 15,0-3-15,4-13 0,0-1 16,-1 0-16,2-9 0,0 0 0,-1-1 0,2-3 0,0-1 16,0 0-16,0-1 0,0-1 0,0 0 0</inkml:trace>
  <inkml:trace contextRef="#ctx0" brushRef="#br0" timeOffset="112252.59">4375 13367 0,'0'0'0,"0"0"0,0 0 0,0 0 0,0 0 0,72-59 16,8 16-1,-3 25-15,-9 6 16,-68 12-16,0 0 0,0 0 16,27-3-16,-1 1 0,1-2 0,-2 4 0,1 0 0,-2 0 0,1 2 15,-2 0-15,2-1 0,-5 3 16,-1-1-16,0-1 0,-19-2 0,13 4 0,-1 0 16,1-1-16</inkml:trace>
  <inkml:trace contextRef="#ctx0" brushRef="#br0" timeOffset="112434.953">4447 13739 0,'0'0'0,"0"0"0,0 0 0,0 0 15,95-14-15,-1-9 16,-14-14-16,-80 37 15,0 0-15,0 0 0</inkml:trace>
  <inkml:trace contextRef="#ctx0" brushRef="#br0" timeOffset="112764.579">4824 13740 0,'0'0'0,"0"0"0,0 0 0,0 0 16,0 0-16,-9 71 15,7-10-15,7-16 16,16-17-16,-21-28 16,0 0-16,0 0 0,7 6 0,0-1 0,2 1 0,0-3 15,-2-3-15,2 0 0,2-2 0,-2-1 0,1 0 16,-10 3-16,12-8 0,-2-1 0,1 1 0,-3-7 16,0 3-16,1-2 0,-3-2 0,2-2 0,-3 2 15,-1-3-15,-2 0 0,0 1 0,-2 3 0,-2 3 0,2 0 16,0 12-16,-8-14 0,2 3 0,0-1 0,-5 1 15,1 1-15,1 0 0,-9 3 0,3 0 0,1-1 16,-2 5-16,0-1 0,2 1 0,-4 4 0,3 0 0,1 0 16,-2 3-16,-2 3 0,2-3 0,16-4 0,-14 8 0,-1 1 15,0-2-15,4-3 0,3 3 0,-1-4 16,13-5-16,-2 1 0,-2 0 0,11-5 0,-2 0 16,0 2-16,-1 0 0,-2 0 0,3 1 0</inkml:trace>
  <inkml:trace contextRef="#ctx0" brushRef="#br0" timeOffset="113070.582">5121 13674 0,'0'0'0,"0"0"0,0 0 0,0 0 15,0 0-15,76-3 16,-22 13-16,-16 10 16,-38-20-16,0 0 0,0 0 15,10 12-15,-1-3 0,-1 3 0,-2 2 0,-1 0 0,-1 0 16,-2 1-16,0 0 0,-2 0 0,0-3 0,0 0 15,0 0-15,0-12 0,-4 12 0,2-1 0,0 1 16,-1-3-16,1-2 0,-2 2 0,-1-4 0,0 1 16,1 1-16,4-7 0,-5 4 0,3-1 0,0 0 15,-1-1-15,2 0 0,-1-1 0,1 0 0,1 0 0,0-1 16,0-4-16,0 1 0,0-2 0,0 5 0,1-11 16,-1 1-16,0 1 0,6-5 0,-2 0 0,-2 1 0,7-4 0,-3 0 0,0 0 15,5-1-15,-3 1 16,3-2-16,2 6 0,1-1 0,-3-2 0,4-1 15,0 1-15,0-1 0,1 2 0,-3 0 0,1 2 0,0-1 16,-3 0-16,3 2 0</inkml:trace>
  <inkml:trace contextRef="#ctx0" brushRef="#br0" timeOffset="113623.469">5646 13656 0,'0'0'0,"0"0"0,0 0 0,0 0 0,0 0 16,14 69-16,-6-11 15,-10-12 1,0-11-16,2-35 0,0 0 0,0 0 0,-2 8 16,2 0-16,0-2 0,-2-2 0,2-1 0,0 0 15,-3-1-15,3-1 0,0-1 0,0 0 0,0-3 16,-2-1-16,0 1 0,2-6 0,0 0 0,0 2 16,4-9-16,-1 2 0,-1 1 0,2-2 0,-2 0 15,0 0-15,-2 15 0,7-16 0,-2-1 0,-2 2 0,3 0 16,1 3-16,-2-1 0,4-1 0,0 2 15,-3-1-15,6 4 0,-3 1 0,-2-1 0,4 4 0,-2 1 16,0 0-16,0 4 0,-2 0 0,1 0 0,0 6 16,-1-1-16,-1 0 0,-6-5 0,9 9 0,-3-2 15,2 2-15,-3 2 0,1 3 0,-2-2 0,0 2 16,-1 0-16,3 0 0,-6-1 0,3 2 0,0 0 16,-1-3-16,1-3 0,-3 2 0,0-11 0,2 8 0,-2-1 15,0 0-15,2-2 0,-2-3 0,0 2 0,0-3 16,0 1-16,0-1 0,0 0 0,0-1 0,0 2 15,0-2-15,0 0 0,0 0 0,3-4 0,1-1 16,-2 2-16,4-9 0,0-1 0,-2 2 0,7-6 16,-2 1-16,0-2 0,5 0 0,-1-1 0,1 0 0,-1 3 15,2 0-15,-2-1 0,3 6 0,-2 0 0,0 0 16,-14 11-16,15-6 0,-2 2 0,1 1 0,-1 3 16,1 0-16,0 0 0,-1 3 0,-1 1 0,-1 1 15,-11-5-15,8 10 0,0-1 0,-1 0 0,0 5 0,-3-1 16,2 3-16,-3 0 0,1 0 0,0-1 0,-7 3 0,3-1 0,0-1 15,0-16-15,-2 18 0,-4 0 16,3-1-16,0-1 0,1-2 0,0-1 0,-3 1 16,2-1-16,2-1 0,1-12 0,0 8 0,0-1 15,0 0-15,4-7 0,1 0 0,-1 0 0,2-2 0,-3 1 16,1-1-16,-2 2 0,1-2 0,0 2 0</inkml:trace>
  <inkml:trace contextRef="#ctx0" brushRef="#br0" timeOffset="114032.215">6671 13611 0,'0'0'0,"0"0"0,0 0 16,0 0-16,0 0 15,0 0-15,-71 9 16,2 12 0,69-21-16,0 0 0,0 0 0,-17 12 0,1-1 15,0-1-15,5 4 0,-1-2 0,1 1 0,4-1 0,0 0 16,-1-1-16,8-11 0,-5 12 0,3 1 0,-1-1 15,6-3-15,-3 0 0,0 0 0,4-6 0,-1 2 0,1-2 16,-4-3-16,11 1 0,-2-1 0,0 0 16,0-2-16,-1 1 0,0 0 0,3-13 0,1 2 0,-1 0 15,-11 12-15,10-18 0,0 2 0,0 0 0,1-3 16,0 1-16,-2 1 0,-9 17 0,9-13 0,-2-1 16,-2 3-16,0 1 0,-1 0 0,1 0 0,-4 4 0,0 0 15,1 1-15,0 2 0,-2 0 0,0 0 16,0 3-16,2-2 0,-2 1 0,0 1 0,0 0 0,0 0 15,0 0-15,0 5 0,0-2 0,0 1 16,0 5-16,3 0 0,-3-1 0,1 7 0,0-1 0,1 0 16,-2-14-16,4 16 0,-1-2 0,0 2 0,0 1 15,0 1-15,-1-1 0,-2-17 0,7 16 0,2-1 16,-3 0-16,3 0 0,-1-3 0,-4 0 0,8-3 16,-6-1-16,2-2 0,2-8 0,-1 2 0,0-2 0,-1 0 0,-4-1 15,2-1-15,0 2 0,-5 1 0,1 0 0</inkml:trace>
  <inkml:trace contextRef="#ctx0" brushRef="#br0" timeOffset="114204.506">7012 13284 0,'0'0'0,"0"0"15,0 0-15,0 0 16,0 0-16,0 0 16,0 0-1,0 0-15,0 0 0,0 0 0,5 32 0,-1-1 0,0 0 0,-4-31 0,0 37 0,0-2 16,0 0-16,-2 1 0,2 1 15,-2 0-15,-4 3 0,1-1 0,0 3 16,0-6-16,1 0 0,1 0 0,0-15 0,2 2 0,-1-2 16</inkml:trace>
  <inkml:trace contextRef="#ctx0" brushRef="#br0" timeOffset="116028.749">7591 13213 0,'0'0'0,"0"0"0,0 0 0,0 0 16,0 0 0,0 0-16,0 0 15,0 0-15,0 0 16,0 0-16,0 0 0,14 27 0,0-1 0,-1 1 0,-3-12 15,-3 0-15,0 0 0,-2-9 0,-1 1 0,-2-1 16,-2-6-16,11 38 0,0-2 0,-2-1 0,-9-35 16,8 21-16,-4 0 0,3-1 0,7 17 0,-1-2 15,1 0-15,-14-35 0,9 20 0,-3-1 0,1-1 0,7 12 16,-3-1-16,2-1 0,-13-28 0,8 17 0,-1-1 16,-1-1-16,-4-9 0,1 0 0,-1 0 0,0-6 0,-2 3 0,0-1 0,0-2 15</inkml:trace>
  <inkml:trace contextRef="#ctx0" brushRef="#br0" timeOffset="116266.585">8011 13120 0,'0'0'0,"0"0"0,0 0 0,0 0 0,0 0 15,-19 74-15,0 6 16,5 2-16,3-4 16,11-78-16,0 0 0,0 0 15,-4 27-15,1 0 0,1 0 0,-2 2 0,0-1 0,0 0 16,4-28-16,-7 32 0,0-2 0,1 0 0,-2-1 16,5-2-16,-3 1 0,3-10 0,-2-1 0,1-1 15</inkml:trace>
  <inkml:trace contextRef="#ctx0" brushRef="#br0" timeOffset="119470.935">8138 13621 0,'0'0'0,"0"0"0,0 0 0,0 0 16,0 0-16,0 0 16,0 0-16,0 0 15,0 0 1,0 0-16,0 0 0,0 0 0,0 0 0,0 0 0,0 0 15,0 0-15,0 0 0,0 0 0,0 0 0,0 0 16,21-9-16,-1 1 0,-3 0 0,-3 1 0,-3 2 16,2 0-16,-13 5 0,11-14 0,0-2 0,0 3 0,-11 13 15,7-9-15,-1 0 0,0 0 0,-6 9 0,5-17 16,-1 1-16,-1-1 0,-3 17 0,3-9 0,-2 0 16,0-1-16,-1 10 0,-2-13 0,2 1 0,0-2 15,-1 8-15,1-2 0,0 1 0,0 7 0,-2-3 0,2 1 16,0 1-16,0 1 0,-11-9 0,2 3 0,1 0 15,8 6-15,-7-5 0,3 3 0,-2-3 0,6 5 16,-18 9-16,0 1 0,-1-1 0,19-9 0,-11 6 16,1 2-16,1-4 0,-12 15 0,4 0 0,-1-1 15,18-18-15,-10 9 0,0 2 0,1-1 0,9-10 0,-10 23 16,3-2-16,-3 0 0,10-21 0,-6 15 0,2-3 16,1-2-16,3-10 0,3 18 0,-2-2 0,2 1 15,-3-17-15,2 9 0,-2 0 0,2 0 0,12 2 16,-1-1-16,0 3 0,-13-13 0,8 5 0,-2 2 15,1-2-15,-7-5 0,25 7 0,-3 0 0,0 0 16,-22-7-16,14 2 0,-2 1 0,1-2 0,-13-1 0,30-2 16,0-2-16,-3 1 0,-8 0 0,-2 1 0,0-2 15</inkml:trace>
  <inkml:trace contextRef="#ctx0" brushRef="#br0" timeOffset="129485.614">8452 13455 0,'0'0'0,"0"0"0,0 0 16,0 0-16,47-46 16,-18 20-1,32 35-15,-61-9 0,0 0 16,0 0-16,0 0 0,14 3 0,-3 0 0,0 0 16,7 14-16,-1-1 0,0 2 0,-17-18 0,10 9 15,-1 0-15,0 1 0,-9-10 0,8 29 0,0 0 16,-1-1-16,-3-12 0,0 1 0,-1-2 0,-3-15 0,-9 24 15,2-1-15,-3-1 0,10-22 0,-6 15 16,0-4-16,1 1 0,5-12 0,-17 13 0,3-1 0,-1 1 16,6-8-16,0 3 0,1-2 0,8-6 0,-5 4 15,2-3-15,1 1 0,-1-2 0,2 2 0,0-1 16,1-1-16,-4-6 0,4 0 0,-2 1 0,0 2 0,1-1 16,0 2-16,1 2 0,6-16 0,-2 0 0,0 2 15,-4 14-15,3-12 0,0 3 0,-3 0 0,21-12 16,0 0-16,0 3 0,-21 18 0,14-12 0,-1 0 15,-1 1-15,-12 11 0,24-19 0,-1 1 0,0 0 0,-23 18 16,15-12-16,-2 2 0,-1-1 0,7-3 0,-1 2 16,3-1-16,-21 13 0,8-9 0,2 4 0,0-2 15,-6 5-15,0-2 0,-1 1 0,-2 3 0,1-2 16,-1 1-16,-1 1 0,0 0 0,0 0 0,0 0 16,17 7-16,-1 0 0,1 0 0,-6-4 0,0 1 15,-3-2-15,-8-2 0,12 12 0,-3 2 0,3-3 0,-12-11 16,3 8-16,3-2 0,-1 0 0,-5-6 0,4 22 0,-2 1 15,0 0-15,-2-23 0,3 12 0,-2 1 16,0-1-16,-3 16 0,-1-1 0,-1-1 0,4-26 0,-2 17 16,1-4-16,0 3 0,1-16 0,-3 5 15,3 2-15,0-2 0,0-5 0,0 2 0,0 0 0,0 0 16</inkml:trace>
  <inkml:trace contextRef="#ctx0" brushRef="#br0" timeOffset="129624.953">8993 13377 0,'0'0'0,"0"0"0,0 0 15,0 0-15,44-63 16</inkml:trace>
  <inkml:trace contextRef="#ctx0" brushRef="#br0" timeOffset="129902.476">9502 13145 0,'0'0'0,"0"0"15,0 0-15,0 0 16,0 0-16,-15-69 16,-8 33-1,-11 32-15,34 4 16,0 0-16,0 0 0,-13 7 0,0 0 0,1 0 0,30 9 0,0 0 0,-1 0 0,-17-16 15,-24 17-15,2-1 0,1 0 16,-2 7-16,4 0 0,-2 0 0,12 5 0,0-1 16,0 0-16,9-27 0,-1 30 0,1-3 0,0 0 15,1 0-15,1 0 0,-1 1 0,-1-28 0,3 27 0,0-1 16,1-1-16,-3 0 0,-1-3 0,0 2 0,-4-6 16,0 0-16,1 0 0,3-18 0,-6 9 0,2-1 15,0 0-15,0-5 0,2-1 0,0 1 0</inkml:trace>
  <inkml:trace contextRef="#ctx0" brushRef="#br0" timeOffset="130168.831">9135 13661 0,'0'0'0,"0"0"15,0 0-15,0 0 16,90-40 0,0 3-16,-26 1 0,-64 36 0,0 0 0,0 0 15,14-9-15,-2 1 0,0 1 16,-6 2-16,-1 3 0,-1-3 0,0 3 0,-2 1 15,-2 0-15,0 1 0,21-5 0,-3 1 0,1 2 16,-3-3-16,0 2 0,2 1 0,-18 2 0,7-2 16,1 2-16,1-1 0,-3 4 0,-2-2 0,1 0 15,-5-1-15,6 8 0,1 0 0,-4-1 0,0 5 16,-1 0-16,1-1 0,-3-11 0,3 12 0,-1-1 0,-1 1 16,0 4-16,1-2 0,-1 0 0,-1-14 0,-1 18 15,1-2-15,0-2 0,-4 0 0,2-1 0,-1-1 16,3-12-16,0 7 0,-3-2 0,2 2 0</inkml:trace>
  <inkml:trace contextRef="#ctx0" brushRef="#br0" timeOffset="130307.606">9591 13528 0,'0'0'0,"0"0"0,0 0 0,0 0 16,0 0-16,0 0 0,0 0 15,57-48 1,-17 18-1,-40 30-15,0 0 0,0 0 0</inkml:trace>
  <inkml:trace contextRef="#ctx0" brushRef="#br0" timeOffset="130523.801">10013 13399 0,'0'0'0,"0"0"0,0 0 0,0 0 15,0 0 1,-74 23-16,8 9 15,26 3-15,18 7 16,22-42-16,0 0 0,0 0 0,0 0 16,-2 14-16,0-1 0,2-1 0,6 2 0,-3-2 15,1 2-15,10-1 0,-3-1 0,0 2 0,-11-14 16,19 9-16,0-2 0,-1 2 0,8-5 0,0-1 16,0-1-16,-26-2 0,31-4 0,-2 1 0,1-2 0,-10 2 15,-1-1-15,-1 1 0</inkml:trace>
  <inkml:trace contextRef="#ctx0" brushRef="#br0" timeOffset="130881.888">10515 13441 0,'0'0'0,"0"0"0,0 0 16,-84 0-16,7 14 16,15 15-16,12 4 15,50-33-15,0 0 0,0 0 16,-8 11-16,-1-1 0,0 0 0,9-10 0,-2 10 15,-3 0-15,2 0 0,5-1 0,-1-1 0,0 1 0,-1-9 16,9 6-16,-3-2 0,0 1 0,7-5 0,-2 0 16,0 0-16,-11 0 0,16-5 0,-2 3 0,0 0 15,2-8-15,-3 3 0,2 0 0,-1-4 0,1 2 16,0 0-16,-15 9 0,12-8 0,0-1 0,1 0 16,-3 4-16,-3-3 0,2 0 0,-9 8 0,5-4 0,2-1 15,-4 2-15,1 2 0,0-2 0,-3 3 0,-1 0 16,1 2-16,1-1 0,-2 0 0,2 4 0,-1 1 15,0 0-15,-1-6 0,2 11 0,-2-4 0,3 2 0,-2 0 16,1-1-16,-1 1 0,3 4 0,-2-1 0,2 0 16,-4-12-16,2 12 0,1-1 0,-1 1 0,4-3 15,0 0-15,0 1 0,-6-10 0,6 2 0,1-2 16,1 1-16,3-10 0,0 0 0,0 2 0,-2 0 16,-1 0-16,-1 0 0</inkml:trace>
  <inkml:trace contextRef="#ctx0" brushRef="#br0" timeOffset="131067.661">10829 13152 0,'0'0'0,"0"0"0,0 0 15,0 0 1,0 0-16,13 92 16,-6 8-16,-7-100 0,0 0 0,0 0 0,0 0 15,2 30-15,-2-3 0,0 1 16,-3-2-16,1-1 0,1 0 0,-2-9 0,1 1 15,1-4-15,0-5 0,-1-1 0,1 1 0,0-4 16,1-3-16,0 2 0</inkml:trace>
  <inkml:trace contextRef="#ctx0" brushRef="#br0" timeOffset="131323.661">10617 13446 0,'0'0'0,"0"0"0,0 0 0,0 0 15,73-26-15,17-2 16,-7 1 0,-14 8-16,-69 19 0,0 0 0,0 0 0,0 0 0,21-2 15,-1 2-15,-3 0 0,-4 0 0,0 0 16,-1 0-16,-12 0 0,9 4 0,-1 1 0,1-2 16,1 6-16,-3 0 0,2-2 0,-9-7 0,8 14 15,-4-3-15,1 1 0,0 4 0,-5-2 0,1 2 0,-1-16 16,3 18-16,-3 0 0,0 0 0,-1-3 15,-1 1-15,1 0 0,1-16 0,-3 12 0,1-1 0,1 0 16,0-10-16,1 1 0,0 0 0</inkml:trace>
  <inkml:trace contextRef="#ctx0" brushRef="#br0" timeOffset="131458.97">11113 13265 0,'0'0'0,"0"0"15,0 0-15,0 0 16</inkml:trace>
  <inkml:trace contextRef="#ctx0" brushRef="#br0" timeOffset="131729.728">11347 13518 0,'0'0'0,"0"0"0,0 0 0,0 0 31,0 0-31,0 0 16,0 0-16,66 33 15,-66-33-15,0 0 0,0 0 0,22 0 16,0 1-16,-1 1 0,-4-9 0,-2 0 0,0 3 16,-15 4-16,15-8 0,-5-1 0,1 2 0,-5 0 0,0 0 15,1 0-15,-7 7 0,0-11 0,0-1 0,0 1 16,-7 0-16,2 1 0,0-1 0,5 11 0,-13-7 15,3 2-15,-3-2 0,-3 2 0,0 1 0,-1-1 16,17 5-16,-19 0 0,-1-3 0,0 2 0,-1 0 16,2 0-16,1 1 0,18 0 0,-17-3 0,1 0 0,0 0 0,8-3 0,2 0 15,-1-3-15</inkml:trace>
  <inkml:trace contextRef="#ctx0" brushRef="#br0" timeOffset="132065.593">11855 13358 0,'0'0'0,"0"0"0,0 0 0,0 0 16,0 0-1,-4 80 1,-15-21-16,19-59 16,0 0-16,0 0 0,-9 9 0,-1 0 0,1 0 0,9-9 0,-10 4 15,3-2-15,-1 1 0,8-3 0,-7-5 0,1 4 0,0-2 0,-1-3 0,2-2 16,0 3-16,5 5 0,-2-11 15,0 2-15,2 0 0,7-6 0,-5 4 16,2-2-16,-4 13 0,10-17 0,-1 1 0,-1 0 16,9 2-16,-2-3 0,0 1 0,-15 16 0,18-11 0,0-1 15,-4 2-15,6 4 0,0 2 0,0-1 16,-20 5-16,19 3 0,0-1 0,0-1 0,1 2 0,-3 0 16,1 0-16,-18-3 0,17 8 0,-1-1 0,0 0 0,-3 2 0,-1 0 0,1-1 15,-13-8-15,6 12 16,-3-1-16,1 2 0,-5-1 0,0 0 0,-1-1 0,2-11 15,-8 9-15,1-2 0,-1 2 0,1-9 0,-1 0 16,1 2-16</inkml:trace>
  <inkml:trace contextRef="#ctx0" brushRef="#br0" timeOffset="132193.817">12418 13378 0,'0'0'0,"76"-2"0,-76 2 0,100-1 0,3 0 15,-37-2-15</inkml:trace>
  <inkml:trace contextRef="#ctx0" brushRef="#br0" timeOffset="143511.098">13395 12854 0,'0'0'0,"0"0"0,0 0 0,0 0 15,0 0 1,12 69-16,-6-27 16,-11 73-1,5-115-15,0 0 0,0 0 0,0 0 0,-4 41 16,1-1-16,-1 0 0,4-40 0,-2 20 0,0-1 0,1 1 16,-7 11-16,1-1 0,0 0 0,7-30 0,-5 18 15,1-1-15,0-2 0,4-15 0,-2 6 0,0 0 16,1 1-16,1-7 0,-1 2 0,1 1 0,0-1 15,0-2-15,0 2 0,0-2 0,0 0 0,4 0 0,0 0 16,-1 0-16,-3 0 0,3 0 0,-1 0 16,1 0-16,-3 0 0,6-14 0,-2 0 0,-1 1 0,0 4 15,-1 1-15,1 2 0,-3 6 0,17-15 0,-2 2 0,0-1 16,-15 14-16,8-7 0,1-1 0,0 2 16,13 0-16,-1 0 0,1 0 0,-22 6 0,12-3 0,-1 1 15,0 0-15,-11 2 0,16 7 0,-1 2 0,0-2 16,-15-7-16,9 5 0,-1-1 0,-1 1 0,-7-5 15,10 23-15,-3-1 0,1 0 0,-8-22 0,6 14 16,-2-3-16,-1 3 0,-3-14 0,2 23 0,-1 1 16,0 0-16,1-10 0,-2-1 0,0-2 0,0-11 0,-11 15 15,1-3-15,1-2 0,9-10 0,-8 8 0,3-3 16,0 0-16,-7-28 0,0 1 0,-1 1 0,13 21 16,-8-15-16,2 1 0,0 1 0</inkml:trace>
  <inkml:trace contextRef="#ctx0" brushRef="#br0" timeOffset="143734.4">13950 12687 0,'0'0'0,"0"0"0,0 0 0,0 0 15,0 0-15,0 0 16,0 0 0,-2 106-16,2-106 0,0 0 0,0 0 15,-2 40-15,0-3 0,2 2 0,0-39 0,-4 35 16,0-2-16,0 1 0,-1 1 0,1-1 0,1 1 0,-2 3 15,1 0-15,1-1 0,3-37 0,-9 35 16,3 1-16,0 0 0,-2-3 0,1 0 0,1 2 0,6-35 16,-6 28-16,3-1 0,-1 0 0,2-12 0,-1 0 15,0 0-15,1-8 0,2 0 0,0-2 0</inkml:trace>
  <inkml:trace contextRef="#ctx0" brushRef="#br0" timeOffset="144181.283">14133 13067 0,'0'0'0,"0"0"16,-18 69-16,2-11 16,-3-15-1,15-15-15,6-15 16,-2-13-16,0 0 0,0 0 15,2 1-15,-2 1 0,0 1 0,6-6 0,1 0 0,-1 2 16,-6 1-16,13-9 0,-1 2 0,-1 0 0,5-5 16,-1 1-16,0-1 0,-15 12 0,16-7 0,-2-2 15,-1 2-15,2 2 0,-2 3 0,-1 0 0,-12 2 16,10 4-16,-1-4 0,0 3 0,-5 6 0,0-4 16,0 1-16,-4-6 0,2 10 0,-1-1 0,1 0 0,0 1 0,0 1 0,-2-2 0,0-9 15,3 7-15,-2 0 16,1 0-16,0-4 0,-2 0 0,0 0 0,0-3 15,3 3-15,-3-1 0,0-1 0,1-2 0,-1 1 16,0 0-16,3-7 0,-1 3 0,0-1 0,-2 5 16,7-12-16,-1 3 0,0-1 0,3-7 0,-2 1 0,1 1 15,-8 15-15,7-23 0,0 2 0,1 0 16,-3 1-16,0 1 0,0 0 0,-5 19 0,-1-18 0,-1 2 16,1-2-16,-3 4 0,0-1 0,1 2 0,3 13 15,-8-11-15,1 1 0,0-1 0,-6 4 0,3 1 16,1 0-16,9 6 0,-19-5 0,2 3 0,2 0 0,-2-3 15,1 2-15,0 0 0</inkml:trace>
  <inkml:trace contextRef="#ctx0" brushRef="#br0" timeOffset="145346.195">14917 12405 0,'0'0'0,"0"0"15,7 87-15,-3 21 16,-6 7 0,-14 17-16,-14 4 15,30-136-15,0 0 0,0 0 16,-16 48-16,2-1 0,1-1 0,13-46 0,-15 51 15,0 0-15,0 1 0,15-52 0,-21 54 0,1 2 0,0-1 16,-3 0-16,1 1 0,1-2 0,2-4 0,4 0 16,-2 0-16,17-50 0,-11 42 0,1 0 0,0-2 15</inkml:trace>
  <inkml:trace contextRef="#ctx0" brushRef="#br0" timeOffset="157324.49">15609 12837 0,'0'0'0,"0"0"16,0 0 0,0 0-16,0 0 15,-73-2-15,31 1 16,42 1-16,0 0 0,0 0 16,-20 13-16,2 1 0,-1-2 0,19-12 0,-10 8 15,1-1-15,0 2 0,9-9 0,-12 15 0,2 0 16,0 0-16,10-15 0,-8 8 0,4-1 0,-1 2 15,5-9-15,9 24 0,-1-1 0,-1-2 0,-7-21 0,7 14 16,-2-1-16,0 0 0,-5-13 0,12 26 0,1 0 16,-1 0-16,-12-26 0,9 14 0,-3 0 0,0 0 15,-6-14-15,9 22 0,-3 1 0,0-1 0,-6-22 16,5 12-16,-2-1 0,-1 1 0,-2-12 0,2 6 16,-2-3-16,2 1 0,-25 13 0,2-2 0,0-1 0,21-14 15,-30 14-15,0 0 0,1-2 0,29-12 0,-15 6 16,0-1-16,0 2 0,8-7 0,1 3 0,2-1 15,4-2-15,-19-2 0,2-1 0,0 3 0,17 0 16,-12-4-16,3 3 0,0 1 0,9 0 0</inkml:trace>
  <inkml:trace contextRef="#ctx0" brushRef="#br0" timeOffset="157564.655">15873 12515 0,'0'0'0,"0"0"0,0 0 0,0 0 0,0 0 16,-14 115-16,-3 12 15,-2-7 1,19-120-16,0 0 0,0 0 0,0 0 0,-6 39 0,1 1 0,0-1 16,-4 0-16,2 0 0,-1-2 0,8-37 0,-7 43 15,2-5-15,0 3 0,5-41 0,-6 40 0,1-1 16,0 1-16,-3-1 0,4-2 0,-2 0 0,6-37 15,-7 32-15,1-1 0,0-1 0,2-15 0,0 0 16,1-2-16</inkml:trace>
  <inkml:trace contextRef="#ctx0" brushRef="#br0" timeOffset="158090.379">16118 12844 0,'0'0'0,"0"0"0,0 0 0,0 0 0,0 0 16,1 79-1,6 6-15,-5-17 16,5-18-16,-7-50 0,0 0 16,0 0-16,4 10 0,0-1 0,-1 2 0,-3-11 15,5 5-15,-1-1 0,-1 0 0,4-2 0,-1-2 16,0 0-16,-6 0 0,13-10 0,-3 3 0,-1 0 0,5-9 0,0 0 0,0 0 15,-14 16-15,15-19 0,0 3 16,-2-2-16,-2 4 0,-1 2 0,0 0 0,-10 12 16,7-9-16,1 0 0,-1 2 0,-7 7 0,6-6 15,-4 0-15,0 0 0,0 1 0,-1 2 0,0 2 0,-1 1 0,3-2 16,-3 1-16,0 1 0,0-2 16,0 2-16,0 0 0,0 0 0,0 3 0,0-1 0,0-1 15,4 9-15,-1-1 0,0-1 0,-3-8 0,4 12 16,0-1-16,0 0 0,5 3 0,-2 0 0,1 1 0,-8-15 15,12 13-15,-1 0 0,0-1 0,3-1 16,0 1-16,-1 0 0,-13-12 0,12 6 0,-1 1 16,0 0-16,-11-7 0,15 3 0,-3-1 0,1 0 0,-2 2 15,-3-3-15,1 0 0,-9-1 0,12-1 0,-3 1 16,1-1-16,1-7 0,-1 0 0,1-1 0,-11 9 16,10-14-16,-1-2 0,0 0 0,-1-2 0,-2 1 0,0-1 0,-6 18 0,5-24 15,-3 0-15,0-2 16,-8 0-16,3-1 0,-1-1 0,4 28 0,-11-25 0,2-2 15,0 3-15,-6-3 0,0 3 0,0-1 0,15 25 16,-15-26-16,-2 2 0,1 0 0,-2 3 0,1 1 16,1-1-16,4 9 0,2 0 0,0 0 0</inkml:trace>
  <inkml:trace contextRef="#ctx0" brushRef="#br0" timeOffset="174707.968">12310 7248 0,'0'0'0,"0"0"0,0 0 15,0 0-15,0 0 16,0 0-16,0 0 15,0 0 1,0 0-16,0 0 0,0 0 0,0 0 0,0 0 16,0 0-16,0 0 0,0 0 0,0 0 0,0 0 0,0 0 15,-19-10-15,3-3 0,1 3 0,3 2 0,1 1 16,2 1-16,9 6 0,-30 0 0,1-2 0,1 2 16,28 0-16,-19 2 0,3-2 0,0 0 0,16 0 15,-33 5-15,1 0 0,0 0 0,32-5 0,-16 3 16,-3 0-16,2 0 0,-26 3 0,0-2 0,1 1 0,42-5 0,-45 5 0,1-1 15,-1 0-15,45-4 0,-48 4 16,3 0-16,-1-1 0,46-3 0,-49 4 0,2-1 16,0-1-16,47-2 0,-53 5 0,4-3 0,-1 3 15,-26 1-15,1 0 0,-1 0 0,76-6 0,-87 6 16,1 0-16,0 0 0,2 0 0,2 0 0,0-1 0,82-5 16,-82 7-16,3-3 0,-1 1 0,-5 1 0,4 0 0,-2 0 15,83-6-15,-100 6 0,-1 0 0,1 1 16,-11 1-16,-1 1 0,2-3 0,-11 6 0,3-6 0,1 3 15,117-9-15,-118 8 0,3 1 0,-1-2 0,17-2 16,2-1-16,0-1 0,97-3 0,-81-1 0,-1 1 16,1 0-16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13:36:55.1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9056 4240 0,'0'0'0,"0"0"0,0 0 0,0 0 0,64 16 16,-27-7-1,25-13-15,-26 1 16,-36 3-16,0 0 0,0 0 0,24-2 0,-2 2 16,0 0-16,-22 0 0,14 0 0,-3 0 15,0 0-15,-11 0 0,27 0 0,-3 0 0,-1 0 16,-23 0-16,15 0 0,-3 0 0,1 0 0,24 0 16,-1 2-16,-2 0 0,-34-2 0,19 1 0,2 0 15,-2-1-15,-19 0 0,45 1 0,-3-1 0,0 2 16,-42-2-16,47-2 0,-2 2 0,1-1 0,-46 1 0,41-2 15,0 0-15,0 2 0,0-2 0,-1 2 0,1 0 16,-41 0-16,57-2 0,2 1 0,-4 1 0,-55 0 16,63-4-16,-4 4 0,1 0 0,-60 0 0,61-3 15,-1 2-15,-1 0 0,-59 1 0,64-3 0,1 2 16,0 0-16,-65 1 0,65-4 0,-4 4 0,1-3 0,-3 1 16,-1-2-16,1 3 0,-59 1 0,55-3 0,-2 0 0,0 0 0,13 1 0,0-1 15,0 1-15,-66 2 16,80-5-16,-4 1 0,1-1 0,-77 5 0,91-4 15,0-1-15,0 1 0,-2-1 0,0-1 0,1 0 0,-90 6 16,80-4-16,0-1 0,-1 1 0,4-1 0,-4 1 16,1-1-16,-80 5 0,72-5 0,-3 1 0,1-1 15,-3 1-15,-2-2 0,-1 3 0,-64 3 0,61-3 16,-1 0-16,-1 3 0,-30-2 0,-1 1 0,1 0 16,-29 1-16,43-2 0,-2 2 0,1 0 0,-42 0 0,21 0 15,1 0-15,-1 0 0,29 2 0,-3-2 0,0 0 16,-47 0-16,59-2 0,-4 2 0,1-1 0,7-1 15,0 2-15,-1-2 0,-62 2 0,76-2 0,-2 0 16,1-1-16,9-1 0,-2 2 0,0-1 0,-82 3 0,76-3 16,-3-1-16,1-1 0,-6 3 0,-1 0 0,0 0 15,-67 2-15,58-1 0,1-1 0,-1 2 0,-12 0 16,-1 0-16,0 0 0,-45 0 0,22 0 0,-2 0 16,0 0-16,9 3 0,-1-1 0,1 0 0,-29-2 15,15 2-15,0 1 0,0-3 0,6 4 0,-4-2 0,0 3 16,-17-5-16,11 2 0,-2-1 0,0 3 0,4-1 15,1 0-15,0 0 0,-14-3 0,7 0 0,1 3 16,-1-1-16</inkml:trace>
  <inkml:trace contextRef="#ctx0" brushRef="#br0" timeOffset="6438.772">4976 5180 0,'0'0'0,"0"0"0,0 0 0,0 0 15,0 0 1,84-11-16,-34 6 16,32 12-16,-82-7 0,0 0 15,0 0-15,0 0 0,17 2 0,-4 0 0,2 0 16,-15-2-16,30 4 0,3-2 0,-1 1 0,5 3 15,0-2-15,1 3 0,-38-7 0,39 4 0,-3-1 16,3 0-16,-39-3 0,39 6 0,-1-1 0,1-1 16,7 2-16,-1 0 0,1 0 0,-46-6 0,62 8 0,-2-1 15,0 0-15,17 3 0,0 0 0,0-1 0,-77-9 16,75 8-16,-2-1 0,1 1 0,-13-2 0,-1-2 16,1 1-16,-33-2 0,1-2 0,-1 1 0,-28-2 15,49-3-15,-1 0 0,1 1 0,6-3 0,3 0 16,-4 0-16,5-1 0,-2 2 0,0-2 0,-57 6 0,61-5 0,-2 1 15,-1-1-15,5-1 0,-2 1 0,1-3 16,15 2-16,0 1 0,-2-1 0,-75 6 0,88-6 16,-1 0-16,0 2 0,-87 4 0,75-5 0,-1 2 15,1-1-15,-75 4 0,64-4 0,-2 0 0,0 1 16,-7-2-16,0 1 0,-1 1 0,-54 3 0,27-3 0,-1 0 16,1 2-16</inkml:trace>
  <inkml:trace contextRef="#ctx0" brushRef="#br0" timeOffset="10457.605">10319 5055 0,'0'0'0,"0"0"15,0 0-15,0 0 16,0 0-16,0 0 16,0 0-1,0 0-15,0 0 0,0 0 0,0 0 0,0 0 0,0 0 16,0 0-16,0 0 0,0 0 0,0 0 0,0 0 16,27-6-16,0 0 0,0 1 0,-27 5 0,17-4 15,0 0-15,-2 2 0,-15 2 0,25 1 0,-1 0 16,-3-1-16,-8 2 0,-1-2 0,-1 2 0,-11-2 0,31 7 15,-1-1-15,0 0 0,-30-6 0,33 0 0,0 0 16,1 2-16,-34-2 0,35-2 0,0 2 0,-1 0 16,4-2-16,-2 1 0,0 1 0,-36 0 0,37-3 15,-1 0-15,0 1 0,-36 2 0,18 0 0,0-1 16,0 0-16,-18 1 0,42-2 0,-3-1 0,1 0 0,-40 3 16,51-3-16,-1 0 0,0 0 0,-50 3 0,44-2 15,0 0-15,-1-1 0,-43 3 0,21-3 0,0 1 16,1 2-16,-10 0 0,-1 0 0,0 0 0,-11 0 15,6 0-15,0 0 0,-1 0 0,-5 0 0,19-3 16,-1 3-16,-1-1 0,-17 1 0,13-2 0,-4 2 0,0-1 16,-9 1-16,5-2 0,-1 2 0,-1 0 0,-1 0 15,-1 0-15,0 0 0,-1 0 0,11 0 0,-2-2 16,1 2-16,-10 0 0,6-1 0,-1 1 0,1 0 0,-4 0 16,0 0-16,1 0 0,-3 0 0,0 0 0,2 0 15,-2 0-15,0 0 0</inkml:trace>
  <inkml:trace contextRef="#ctx0" brushRef="#br0" timeOffset="12645.532">13415 5113 0,'0'0'0,"0"0"0,0 0 0,0 0 0,0 0 16,0 0 0,58-45-16,-24 16 15,-34 29-15,0 0 0,0 0 16,6-4-16,-2 1 0,-1 0 0,-3 3 0,19 0 0,-1 0 15,1 0-15,-19 0 0,13 0 0,-4 0 0,1 0 16,14 1-16,-1 1 0,1-2 0,-24 0 0,14 2 16,-1-1-16,-1-1 0,-12 0 0,35 5 0,-1-1 15,1-1-15,-35-3 0,40 3 0,-3 0 0,1-1 0,-38-2 16,36 1-16,2 1 0,-1-1 0,-37-1 0,41 0 16,-1 0-16,-1 0 0,6 1 0,-1 0 0,-1 0 15,-43-1-15,48 3 0,-3-1 0,-1-1 0,-44-1 16,66 2-16,-2 1 0,1-2 0,-65-1 0,82 3 15,-1-3-15,0 2 0,0-2 0,-3 1 0,0 0 0,-78-1 16,71-2-16,-3 2 0,0 0 0,-68 0 0,60-2 16,-3 1-16,0-2 0,-5-3 0,-2 0 0,0 1 15,-50 5-15,47-7 0,-1 0 0,0 0 0,-24 3 16,-1 2-16,1-1 0,-22 3 0,70-9 0,1 0 16,0 1-16,18 1 0,-4 0 0,1 0 0,-86 7 0,79-5 15,-1 0-15,1-1 0,-9 0 0,-2 3 0,0-2 16,-68 5-16,68-4 0,-2-1 0,0 1 0,7 1 15,1 0-15,-1-1 0,-73 4 0,73-1 0,-2 0 16,0-2-16,-71 3 0,56 0 0,-3 3 0,0-3 0,-5 1 16,-3-1-16,2 0 0</inkml:trace>
  <inkml:trace contextRef="#ctx0" brushRef="#br0" timeOffset="56506.457">12080 6105 0,'0'0'0,"0"0"0,0 0 0,0 0 15,0 0-15,72-14 16,-26 5 0,40-1-16,-86 10 0,0 0 15,0 0-15,0 0 0,16-2 0,-1-1 0,0 3 16,-15 0-16,35-2 0,-3 1 0,0 0 0,-32 1 0,19-2 16,0 2-16,-1 0 0,27-3 0,-1 1 0,-1 0 15,-43 2-15,46-1 0,-2 0 0,-1-2 0,-43 3 16,57 0-16,-2-3 0,0 2 0,-55 1 0,64-2 15,-2 1-15,1-1 0,-63 2 0,57 0 0,-2 0 0,1 0 16,-56 0-16,54 0 0,-3 0 0,0 0 0,-51 0 16,45 2-16,1-1 0,1 0 0,-47-1 0,23 1 15,-2-1-15,1 1 0,-22-1 0,64 3 0,-1 0 16,1-1-16,-64-2 0,82 4 0,-1-1 0,-1 1 16,-80-4-16,77 2 0,0 1 0,0-1 0,-77-2 0,65 2 0,-2-1 15,0 3-15,-3-4 0,-1 2 0,1-1 16,-60-1-16,63 2 0,-3-2 0,1 2 0,-61-2 15,53 2-15,-2-2 0,0 0 0,-51 0 0,25 3 16,-1-3-16,-1 0 0,-23 0 0,34 2 0,-2-1 16,1-1-16,-33 0 0,17 1 0,1-1 0,-1 0 15,-17 0-15,8 2 0,-2-2 0,0 0 0,-6 0 0,3 0 16,-1 0-16,-1 0 0,-1 0 0,1 0 0,-1 0 16,0 0-16,0 0 0,-11-2 0,1 2 0,0 0 15,10 0-15,-6-1 0,0 1 0,0 0 0,6 0 16,-3 0-16,0 0 0,1 0 0,2 0 0,-1 0 0,0 0 15,-1 0-15,-9 0 0,0 0 0,0 0 0,11 0 16,-6 0-16,0 0 0,-1 0 0</inkml:trace>
  <inkml:trace contextRef="#ctx0" brushRef="#br0" timeOffset="60162.998">21399 6135 0,'0'0'0,"0"0"0,0 0 0,0 0 0,0 0 15,0 0-15,0 0 16,0 0-1,0 0-15,0 0 0,0 0 0,-26-5 0,3 2 16,-1-1-16,24 4 0,-16-3 0,2 1 0,0 0 16,14 2-16,-33 5 0,2-1 0,0 1 0,31-5 0,-36 5 15,1 1-15,0-1 0,35-5 0,-38 7 0,2-3 16,0 4-16,36-8 0,-43 9 0,3-2 0,-2 0 16,42-7-16,-60 9 0,3 0 0,-2 1 0,-9 1 15,-1 0-15,1 1 0,68-12 0,-63 7 0,0 2 0,1-2 16,62-7-16,0 0 0,-55 5 0,1 2 15,0-3-15,3 0 0,0-1 0,0-1 0,26 1 16,0 0-16,0-2 0,25-1 0,-51 1 0,0-1 0,0 0 16,-6 0-16,3 0 0,-1 0 0,55 0 0,-62 0 15,-1 0-15,1 0 0,62 0 0,-63-1 0,-1 1 16,1-1-16,-3-2 0,0 0 0,0 3 0,-2-2 16,3 0-16,-1 1 0,66 1 0,-62-2 0,1 0 0,0 1 15,-21-2-15,1 1 0,0-1 0,81 3 0,-100-2 16,2-1-16,-1 1 0,99 2 0,-87-3 0,2 0 15,-1 0-15,86 3 0,-71-5 0,3 3 0,0-2 16,68 4-16,-34-3 0,3 1 0,0 1 0,-5-5 0,1 2 16,1-2-16,34 6 0,0 0 0,0 0 0,0 0 15,-19-4-15,2 1 0,-1 1 0</inkml:trace>
  <inkml:trace contextRef="#ctx0" brushRef="#br0" timeOffset="71560.057">17603 6026 0,'0'0'0,"0"0"0,0 0 16,0 0 0,0 0-16,0 0 15,0 0-15,0 0 16,0 0-16,0 0 0,0 0 15,0 0-15,0 0 0,0 0 0,0 0 0,0 0 16,0 0-16,0 0 0,15-11 0,0 3 0,0-1 16,-15 9-16,10-5 0,-1 1 0,0-3 0,-9 7 15,18 1-15,1 0 0,0-1 0,-19 0 0,11 3 0,0-1 16,0-2-16,-11 0 0,29 0 0,-3 3 0,0-3 16,-26 0-16,16 0 0,-2 0 0,0 0 0,-14 0 15,34 0-15,0 0 0,-1 0 0,-33 0 0,38 0 16,-1 0-16,0 0 0,-37 0 0,19 0 0,-1 0 0,1 0 0,32 0 0,0 0 15,0 0-15,-51 0 0,55-3 16,-2 3-16,0 0 0,-53 0 0,28 0 0,-2 0 16,0 0-16,-26 0 0,0 0 0,43-4 0,1 2 15,-1-1-15,-43 3 0,24-3 0,0 1 0,-1 1 16,-23 1-16,35-3 0,-3-2 0,1 2 0,-33 3 16,38-4-16,1 2 0,-1-1 0,-18 1 0,-2 0 0,1 2 15,-19 0-15,39-3 0,-1 0 0,1 2 0,-39 1 16,50-5-16,-2 2 0,1 0 0,-49 3 0,26-1 0,-1-1 15,-1 2-15,-24 0 0,0 0 0,45-2 16,-3 1-16,0 1 0,-42 0 0,24-2 0,0 2 16,-1-1-16,-23 1 0,29 0 0,-2 0 0,0 0 0,-27 0 15,14-1-15,0 1 0,-1 0 0,-13 0 0,8 0 16,-3 0-16,0 0 0,-5 0 0,3 0 0,-3 0 16,2 0-16,-2 0 0,1-2 0,0 2 0,1 0 15,-2 0-15,1-2 0,-1 2 0,0 0 0,0 0 0,1 0 16,-1 0-16,0 0 0,0 0 0,0-1 0,0 1 0,0 0 0,0 0 15,0 0-15,0 0 0,0 0 16,0 0-16,0 0 0,0 0 0,0 0 0,0 0 16,0 0-16,0 0 0,0 0 0,0 0 0,0 0 15,0 0-15,0 0 0,0 0 0,0 0 0,0 0 16,0 0-16,0 0 0,0 0 0,0 0 0,0 0 0</inkml:trace>
  <inkml:trace contextRef="#ctx0" brushRef="#br0" timeOffset="81720.73">3242 7936 0,'0'0'0,"118"10"0,-118-10 0,122 12 0,-2-1 16,60 8-16,125 11 15,12-3 1,-54-5-16,-263-22 0,0 0 15,0 0-15,0 0 0,71 6 0,1-3 0,-2 1 0,-8-1 16,1 0-16,-2 0 0,-9-3 0,1 0 0,-4 1 16,-49-1-16,53 2 0,-2-2 0,2 0 0,8 3 15,-2-2-15,2 0 0,14 3 0,-2-2 0,1 1 16,-74-3-16,93 4 0,-2-1 0,1 0 0,9 0 16,-3 2-16,0-2 0,1 1 0,-2 1 0,1-1 0,-5 1 0,-2-3 0,0 3 0,-91-5 15,79 5-15,0-1 16,-1 1-16</inkml:trace>
  <inkml:trace contextRef="#ctx0" brushRef="#br0" timeOffset="82641.585">12671 7811 0,'0'0'0,"0"0"0,0 0 0,0 0 16,-74-22-16,31 10 15,-60-2 1,-16 6-16,119 8 16,0 0-16,0 0 0,0 0 0,-48-1 0,2-1 0,0 1 15,-6-1-15,0 1 0,-1 1 0,53 0 0,-62 0 16,1 0-16,1 0 0,-12 0 0,2 0 0,1 0 16,69 0-16,-91 0 0,1 0 0,1 0 0,89 0 15,-104 0-15,-1 0 0,1 0 0,-9 3 0,1 0 16,0-2-16,112-1 0,-117 4 0,0-1 0,1-1 15,-1 2-15,3 0 0,-1-1 0,115-3 0,-119 6 0,0-1 16,1 1-16,118-6 0,0 0 0,-79 4 0,-1 2 16,1 0-16</inkml:trace>
  <inkml:trace contextRef="#ctx0" brushRef="#br0" timeOffset="93514.745">3074 8464 0,'0'0'0,"0"0"0,0 0 0,0 0 0,0 0 15,0 0-15,28 74 16,-11-30 0,8 43-16,-25-87 0,0 0 15,0 0-15,5 17 0,0-1 0,2 1 0,-7-17 0,4 30 16,-2 1-16,0-1 0,-2-30 0,1 20 0,0-5 15,2 3-15,-8 12 0,1 3 0,2-3 0,2-30 16,-2 18-16,-2-1 0,1-1 0,3-9 0,-2 0 16,2-1-16</inkml:trace>
  <inkml:trace contextRef="#ctx0" brushRef="#br0" timeOffset="93870.274">2777 8465 0,'0'0'0,"0"0"0,91-15 0,-10 14 0,-7 16 15,-8 18 1,-1 15-1,-10 7-15,-55-55 0,0 0 0,0 0 16,20 21-16,-1 0 0,0-2 0,-2-1 0,-3 1 0,2-1 16,-16-18-16,12 21 0,-3 0 0,3 0 0,-6 0 15,-1 0-15,1 0 0,-10-1 0,2 0 0,0 0 16,-13 1-16,2-2 0,2 0 0,11-19 0,-20 16 16,1-1-16,1 0 0,-9 0 0,2-3 0,-1 0 15,-4-3-15,0 2 0,-1-1 0,1-2 0,0 0 0,1 0 16,6-6-16,-2 0 0,0-1 0,9-1 0,3 0 15,-1 0-15,7-1 0,0 1 0,1 0 0</inkml:trace>
  <inkml:trace contextRef="#ctx0" brushRef="#br0" timeOffset="94237.573">3591 8922 0,'0'0'0,"0"0"0,0 0 15,0 0-15,56-51 16,-22 7-16,-30 9 16,-15 10-1,11 25-15,0 0 0,0 0 0,-6-7 0,1 2 0,-2-1 16,7 6-16,-11-5 0,2 4 0,0-2 0,-4 4 15,1-1-15,1 0 0,-2 3 0,-1 1 0,1-2 0,-4 6 0,4-4 16,-1 3-16,3 3 0,0-2 0,-1 1 16,3 4-16,2-1 0,0 0 0,7-12 0,-4 10 15,1-1-15,-1 2 0,2-1 0,0 1 0,2-2 16,2 6-16,-2-3 0,0 0 0,6 0 0,2-3 16,1 3-16,-9-12 0,13 9 0,-1 1 0,-1 0 15,5-3-15,-1-1 0,0 0 0,-4-3 0,0 0 0,0 0 16,-6-1-16,2-2 0,-3 1 0,-1-1 0,-2 0 15,2 0-15</inkml:trace>
  <inkml:trace contextRef="#ctx0" brushRef="#br0" timeOffset="94558.875">3859 8892 0,'0'0'0,"0"0"0,0 0 0,0 0 0,0 0 15,0 0-15,0 0 16,52-47-16,-9 5 15,-43 42-15,0 0 0,0 0 0,9-9 16,-1 2-16,1-1 0,-4-1 0,0 1 0,1-1 16,-3 2-16,-3 0 0,2 2 0,-2 5 0,2-7 0,-2-1 15,0 2-15,-7 1 0,3 1 0,2-1 0,-11 4 16,1 0-16,1-1 0,-4 6 0,3-1 0,-1 1 16,13-4-16,-13 5 0,-1 2 0,2-2 0,-4 3 15,5 0-15,-4 1 0,2 0 0,2 0 0,-1-1 0,1 3 16,1 1-16,2-1 0,8-11 0,-7 12 0,3 1 15,-1-1-15,5-3 0,-3-1 0,2 1 0,10-1 0,-1 0 16,1 1-16,3-2 0,1 1 0,0-2 16,6 0-16,0 0 0,0-3 0,3-4 0,-2 1 15,0 0-15,1-8 0,1 2 0,-2 1 0,1-7 16,-1 2-16,-1-2 0,0-5 0,2-1 0,0 2 0</inkml:trace>
  <inkml:trace contextRef="#ctx0" brushRef="#br0" timeOffset="94731.863">4224 8679 0,'0'0'0,"0"0"0,0 0 0,0 0 15,0 0-15,0 0 16,14 76-16,3 3 16,-4-3-16,4-3 15,-17-73-15,0 0 0,0 0 16,4 24-16,0 2 0,1-1 0,-5 1 0,0-1 0,0 0 0,0-2 16,0 3-16,0-1 0,-2-6 0,2 1 0,-3-2 0,1-5 0,0-2 15,-1 1-15,-1-9 16,2 1-16,-4-1 0,3-9 0,0 2 0,1-3 15</inkml:trace>
  <inkml:trace contextRef="#ctx0" brushRef="#br0" timeOffset="94946.34">4236 8653 0,'0'0'0,"0"0"0,0 0 0,0 0 0,71-13 16,1 21-1,-12 21-15,-22 10 16,-20 2-16,-18-41 0,0 0 0,0 0 16,0 13-16,0 0 0,0 1 0,-4-1 0,1-2 15,-1 1-15,-11 0 0,2 3 0,1-4 0,-5 0 16,2 1-16,-2 2 0,-2-5 0,0 0 0,0 0 16,-3-5-16,-1 1 0,1-2 0,6 0 0,2-2 0,0 0 0</inkml:trace>
  <inkml:trace contextRef="#ctx0" brushRef="#br0" timeOffset="95188.675">4970 8371 0,'0'0'0,"0"0"0,0 0 0,0 0 15,66 21-15,-18 23 16,-20 20-1,-5 11-15,-15 7 16,-8-82-16,0 0 0,0 0 0,3 31 0,-3-3 16,0 2-16,0-2 0,0-1 0,0 3 0,0-30 15,2 26-15,-2 1 0,2-1 0,-4-1 0,2-1 0,0 0 16,0-10-16,2-1 0,-2 1 0,3-8 16,-2 0-16,2 1 0</inkml:trace>
  <inkml:trace contextRef="#ctx0" brushRef="#br0" timeOffset="95496.203">5459 8893 0,'0'0'0,"0"0"0,0 0 0,0 0 16,56-43-16,-9-3 15,-22 12-15,-9-7 16,-9 11-16,-7 30 0,0 0 15,0 0-15,-2-7 0,-1 3 0,1-3 0,2 7 16,-6-3-16,0-1 0,0 0 0,-3 2 0,2-1 16,0 0-16,-4 6 0,2-3 0,0 3 0,9-3 15,-12 6-15,-1-1 0,1 2 0,-3 2 0,4 0 16,-3-2-16,0 7 0,4-3 0,-2 1 0,12-12 0,-10 16 16,2 0-16,-4 1 0,6 3 0,1-4 0,0 2 15,3 1-15,2-5 0,0 3 0,0-17 0,7 16 16,-2 0-16,1 0 0,8-1 0,-3-5 0,0 4 15,5-3-15,-2 0 0,0 0 0,-3-7 0,-3 2 0,1 0 16</inkml:trace>
  <inkml:trace contextRef="#ctx0" brushRef="#br0" timeOffset="95952.886">6023 8716 0,'0'0'0,"0"0"0,0 0 16,0 0-16,0 0 16,-66 36-16,0 16 15,9 1 1,57-53-16,0 0 0,0 0 0,0 0 0,-16 21 0,1 0 16,1-3-16,3 4 0,1-2 0,0-2 0,4 0 0,0 1 0,-1-2 0,7-17 15,0 18-15,0 0 16,0-1-16,7-2 0,-1-3 0,0 2 0,-6-14 15,13 8-15,-4 0 0,1-1 0,5-5 0,0-1 16,0 0-16,0-5 0,-1 2 0,-1-2 0,-13 4 0,14-11 16,-3 1-16,3 0 0,-3-6 0,3 0 0,-3 0 15,-11 16-15,8-20 0,2 1 0,-1-1 0,-1 2 16,-2-3-16,0 3 0,-1 6 0,0-1 0,-3 1 16,-2 12-16,4-9 0,-2 1 0,-2 2 0,3-1 0,-3 2 15,0 0-15,0 5 0,0-4 0,0 1 0,0 1 16,0-2-16,0 4 0,0-3 0,0 3 0,0 6 15,0-4-15,0-1 0,3 8 0,-3-1 0,0-1 16,6 7-16,-1-1 0,-3-1 0,-2-12 0,11 21 16,1-3-16,-1 1 0,2 4 0,-1 0 0,1-1 0,-13-22 15,11 20-15,0 1 0,-1 0 0,1-3 0,-1 0 16,-3-1-16,-7-17 0,6 11 0,-1-1 0,1 1 16,-3-11-16,-2 0 0,1 0 0,0-2 0,-2 1 15,0 0-15</inkml:trace>
  <inkml:trace contextRef="#ctx0" brushRef="#br0" timeOffset="96251.325">6080 8813 0,'0'0'0,"0"0"0,0 0 0,0 0 16,67-28 0,2 19-16,-7 24 15,-7 25-15,-55-40 16,0 0-16,0 0 0,17 14 0,-2 1 0,0-2 15,-3 5-15,-1-4 0,0 3 0,-11-17 0,8 13 16,0 1-16,-1-1 0,-5-2 0,0-1 0,1 1 16,-3-11-16,0 9 0,0-2 0,0-1 0,-4 3 0,1-3 15,1 0-15,0-1 0,-1-3 0,1 0 0,2-2 16,-4 3-16,2-3 0,-4 2 0,-1-8 0,3 3 16,-2-2-16,6 5 0,-7-12 0,1 2 0,0-1 15,-1-3-15,3 1 0,-2-2 0,1-3 0,3-3 16,-1 3-16,3 18 0,3-21 0,-3-1 0,0 1 0,7-2 15,-1 2-15,0-2 0,-6 23 0,17-21 0,-4 2 16,1-2-16</inkml:trace>
  <inkml:trace contextRef="#ctx0" brushRef="#br0" timeOffset="96617.429">6738 8809 0,'0'0'0,"0"0"0,0 0 16,30 62-1,-14-2-15,-15-14 16,-9-20-16,1-14 16,7-12-16,0 0 0,0 0 0,-2 0 15,2 0-15,-2 0 0,2-5 0,0-1 16,0 0-16,0 6 0,2-12 0,-2-1 0,0-1 16,4-10-16,1 3 0,-3-1 0,-2 22 0,12-23 15,-5-1-15,1 1 0,4 4 0,-1-2 0,0 1 16,-11 20-16,13-14 0,-3-3 0,2 2 0,0 5 0,1-1 15,-1-1-15,-12 12 0,13-4 0,-2-1 0,-3 0 0,6 1 16,-3 2-16,0 0 0,3 9 0,-3-3 0,0 0 0,-11-4 16,12 12-16,-1-3 0,2 1 0,-5 2 15,-1 1-15,2-1 0,-5 3 0,-2 0 0,1 1 16,-3-16-16,-1 14 0,1 0 0,0-1 0,-7 3 16,3-1-16,-2-2 0,6-13 0,-7 16 0,-1-5 15,2 1-15,-1-3 0,3 0 0,-2-1 0,6-8 16,-4-1-16,3 0 0,-1-2 0,-2-6 0,4 3 15,0-2-15,0 1 0,0 2 0,0-2 0</inkml:trace>
  <inkml:trace contextRef="#ctx0" brushRef="#br0" timeOffset="96760.441">7253 8759 0,'0'0'0,"0"0"0,0 0 16,0 0 0,47 83-16,-17-2 0,-20-10 15,-10-71 1,0 0-16,0 0 0,-2 16 0,1-1 0,0 3 0,1-18 15,-4 10-15,-1 0 0,1-1 0,-3-7 0,1 0 16,1 1-16,-6-6 0,3-1 0,2 1 0</inkml:trace>
  <inkml:trace contextRef="#ctx0" brushRef="#br0" timeOffset="96865.431">7214 8736 0,'0'0'0,"0"0"0,0 0 0,0 0 16,0 0-1</inkml:trace>
  <inkml:trace contextRef="#ctx0" brushRef="#br0" timeOffset="97224.578">7586 8896 0,'0'0'0,"0"0"0,0 0 0,0 0 15,18 78-15,-21-22 16,-7-28 0,10-28-16,0 0 0,0 0 0,0 0 0,-3 2 0,3-1 15,-2 1-15,0-7 0,1 1 0,0 1 0,1 3 16,1-16-16,0 3 0,1-2 0,0-6 0,-2 0 16,3 0-16,-3 21 0,3-21 0,1 1 0,-1-1 15,9 1-15,-3-1 0,0 0 0,-9 21 0,13-19 16,-1 3-16,1-2 0,-13 18 0,12-14 0,2 2 0,-3 0 15,4 8-15,0-2 0,0 0 0,-15 6 0,15 3 16,0-1-16,0-1 0,0 8 0,0 0 0,0-2 16,-15-7-16,13 14 0,-1-2 0,1-2 0,-7 6 15,0-2-15,1 0 0,-7-14 0,3 15 0,1-2 0,1 1 16,-5 0-16,0-2 0,0 1 0,0-13 0,-3 12 16,2-3-16,0 0 0,1-9 0,5 9 0,-2-2 15,-3 1-15,10-6 0,-2 1 0,-1-2 0,-7-1 16,17-9-16,-2 0 0,0 2 0</inkml:trace>
  <inkml:trace contextRef="#ctx0" brushRef="#br0" timeOffset="97748.411">8487 8598 0,'0'0'0,"0"0"0,0 0 0,0 0 0,0 0 15,-68 28 1,3 8-16,14 1 15,17 0 1,34-37-16,0 0 0,0 0 0,0 0 0,-4 10 0,0-1 16,2 0-16,2 0 0,0-2 0,0 2 0,0-9 15,6 7-15,2-3 0,-1 2 0,7-3 0,-3-3 0,0 1 16,-11-1-16,20-4 0,-2 2 0,3-1 0,-21 3 16,19-7-16,0 1 0,0-2 0,2 1 0,-3 0 15,1 0-15,-19 7 0,20-9 0,-2 3 0,-1 1 16,-2-4-16,-3 4 0,1-1 0,-13 6 0,9-6 15,-3 2-15,0 1 0,-2 1 0,-1-1 0,-1 1 0,-2 2 16,4 2-16,-4-1 0,0 1 0,0-2 0,2 9 16,0 1-16,0 1 0,1 4 0,-2 0 0,0 0 15,-1-15-15,4 21 0,-2 1 0,1-1 0,-2 8 16,1-1-16,0-2 0,-2-26 0,3 30 0,-3 0 16,0 0-16,0 5 0,1-3 0,0 1 0,-1-33 0,1 32 15,0 0-15,1 1 0,2 1 0,-4-3 0,2 1 16,-2-32-16,-2 27 0,-1 0 0,0 0 0,-1-5 0,-4-2 15,2 1-15,6-21 0,-12 15 0,4 0 16,1 0-16,7-15 0,-12 12 0,0-3 0,0 0 0,2-2 16,-1-2-16,-1 0 0,12-5 0,-12-2 0,2 2 15,-1 0-15,-3-6 0,3 0 0,-2 0 0,6 0 16,-1 1-16,1 1 0,7 4 0,-10-21 0,2 3 16,-1 0-16,1-11 0,3 1 0,0 1 0,5 27 0,3-35 0,-2 1 0,0 1 15,12-4-15,-2 2 0,2-1 16,-13 36-16,21-35 0,-2-2 0,1 1 15,4-4-15,-3 1 0,0-2 0,-3 8 0,3-2 0,-4 2 16</inkml:trace>
  <inkml:trace contextRef="#ctx0" brushRef="#br0" timeOffset="97841.844">9138 8612 0,'0'0'0,"0"0"0,77-19 16,-5 15-1,-8 6-15</inkml:trace>
  <inkml:trace contextRef="#ctx0" brushRef="#br0" timeOffset="108612.62">10027 8187 0,'0'0'0,"0"0"0,0 0 16,26 62-16,-10-25 15,-6 69 1,-5-49-16,-5-57 0,0 0 16,0 0-16,0 0 0,-6 40 0,2 0 0,0-1 15,4-39-15,-3 23 0,0-2 0,0 0 0,3-21 16,-8 39-16,1 0 0,1-1 0,6-38 0,-3 21 15,-1 0-15,0 0 0</inkml:trace>
  <inkml:trace contextRef="#ctx0" brushRef="#br0" timeOffset="108949.211">10400 8603 0,'0'0'0,"0"0"0,48-49 16,-7 1-16,-17 18 15,-8-5-15,-9 7 16,-7 28-16,0 0 0,0 0 16,-2-8-16,0-1 0,1 1 0,1 8 0,-8-5 15,1 3-15,2 0 0,-8 2 0,2 1 0,-1 0 16,12-1-16,-12 2 0,2 1 0,0-1 0,10-2 15,-13 10-15,1 0 0,1 0 0,0 6 0,1-1 0,0 0 16,10-15-16,-8 18 0,1 0 0,-1 0 0,4-7 16,0 0-16,0 1 0,6 9 0,-2-1 0,0 1 0,0-21 0,3 19 15,0 1-15,-1-1 0,-2-19 16,7 16-16,1 0 0,-1-1 0,8-5 0,-1-2 16,-1 1-16,-13-9 0,21-2 0,2 2 0,-3 0 0</inkml:trace>
  <inkml:trace contextRef="#ctx0" brushRef="#br0" timeOffset="109338.87">10950 8395 0,'0'0'0,"0"0"0,0 0 0,0 0 0,0 0 15,0 0 1,-92 69-16,21-2 15,71-67-15,0 0 0,0 0 0,0 0 0,-12 18 0,0 1 16,1 0-16,3-1 0,1 0 16,1-1-16,6-17 0,-2 13 0,0 2 0,1-2 15,1-13-15,7 7 0,-1 0 0,0-1 0,5-3 0,-1 0 16,0-2-16,-10-1 0,14-4 0,-1 0 0,1 1 16,2-6-16,-5 2 0,1 0 0,-12 7 0,15-14 15,-2-2-15,-1 2 0,-12 14 0,9-16 0,0 1 16,-1 0-16,2 0 0,-1 0 0,0 1 0,-9 14 15,6-11-15,0 0 0,0-1 0,-6 12 0,4-6 0,-1 0 16,-1 0-16,0 3 0,-2 1 0,2 1 0,-2 1 16,1 1-16,-1-1 0,0 1 0,0-1 0,-3 10 15,3-1-15,-2-2 0,4 7 0,-2 0 0,0-3 16,0-11-16,4 19 0,1-3 0,1 1 0,-6-17 0,8 17 0,-1-2 0,1 1 0,1 0 16,-3 0-16,1 0 15,-7-16-15,9 10 0,-3 1 0,0-2 0</inkml:trace>
  <inkml:trace contextRef="#ctx0" brushRef="#br0" timeOffset="109636.399">11111 8443 0,'0'0'0,"0"0"0,0 0 16,0 0-1,0 0-15,78 15 16,-18 14-1,-60-29-15,0 0 0,0 0 0,12 16 0,1-1 0,-1 0 16,-12-15-16,5 14 0,-2 0 0,0 0 0,-3-14 16,-2 11-16,2 0 0,0 0 0,-7-1 0,2-2 15,0 1-15,5-9 0,-6 5 0,2-1 0,0 1 16,1-1-16,0-3 0,0 1 0,3-2 0,-3 0 16,0 0-16,0 0 0,-1-3 0,2-1 0,-1 2 0,3 2 15,-5-8-15,2 0 0,1 0 0,0-6 0,0 1 16,1 1-16,4-4 0,-3 2 0,0-2 0,0 16 15,8-14-15,-1-2 0,-1 0 0,-6 16 0,17-19 16,-1 2-16,0 0 0,3-2 0,-2 1 0,0 2 0</inkml:trace>
  <inkml:trace contextRef="#ctx0" brushRef="#br0" timeOffset="109969.786">11494 8383 0,'0'0'0,"0"0"15,0 0-15,16 62 16,-1 8-1,-8-17-15,-13-9 16,6-44-16,0 0 0,0 0 0,-2 11 0,2-1 16,0 1-16,0-11 0,0 5 0,0-1 0,0 1 15,-2-2-15,2-1 0,0 0 0,0-2 0,4-7 16,-2 2-16,1 0 0,2-10 0,-2 3 0,-1-1 0,-2 13 16,6-15-16,1-2 0,-1 2 0,2-3 0,0-1 15,-1 1-15,-7 18 0,9-15 0,-3 0 0,2 0 16,-8 15-16,7-15 0,1 3 0,-1 0 0,-1 3 0,1 0 15,-1 0-15,-6 9 0,8-6 0,-1 3 16,0-2-16,1 7 0,0-2 0,1 3 0,-9-3 16,8 4-16,0 1 0,-1-1 0,2 8 0,0-1 0,0-1 15,-9-10-15,6 11 0,-1-1 0,0-1 0,-5-9 16,4 14-16,0-2 0,-1 0 0,-4-2 0,-1 0 16,2 1-16,0-11 0,-7 8 0,1 0 0,0-1 0,-3-3 0,3 1 0,0-2 15,6-3-15,-4-3 0,3 1 16,-1 0-16</inkml:trace>
  <inkml:trace contextRef="#ctx0" brushRef="#br0" timeOffset="110196.341">12056 8311 0,'0'0'0,"0"0"16,0 0-16,0 0 15,0 0 1,-54 49-16,27-5 15,27-44-15,0 0 0,0 0 0,0 0 16,-3 12-16,3 1 0,0-1 0,-2 4 0,2 0 16,0-1-16,0-15 0,3 15 0,-1-1 0,-1 0 15,-1-14-15,2 14 0,0-2 0,-1 0 0,2-1 16,-3 0-16,0-2 0,0-9 0,-3 7 0,3 0 16,0-2-16,-1-1 0,-1-1 0,1 1 0</inkml:trace>
  <inkml:trace contextRef="#ctx0" brushRef="#br0" timeOffset="110696.535">12996 8223 0,'0'0'0,"0"0"15,0 0-15,0 0 16,-81 58-16,9-1 16,19-3-1,53-54-15,0 0 0,0 0 0,-14 18 0,3-3 16,0 1-16,11-16 0,-7 17 0,3-2 0,1 1 0,0-4 0,3 0 0,0-1 15,2-2-15,-2-2 0,0 0 16,0-7-16,0 5 0,0-1 0,0-1 16,12-5-16,-2 1 0,0-1 0,5-5 0,0 0 15,0 0-15,-15 7 0,16-11 0,0 2 0,0-1 0,-16 10 0,17-16 0,-4 2 16,1-1-16,2-4 0,-2-1 16,-1 0-16,-13 20 0,13-20 0,-2 1 0,0-1 15,-11 20-15,10-17 0,-2 0 0,-1 0 0,-7 17 0,6-10 16,-1 1-16,0 1 0,-3 4 0,1 0 0,-1-1 0,-2 5 15,2 0-15,-2-2 0,0 0 0,0 2 16,-4 6-16,3 1 0,-1-2 0,2-5 0,-1 9 16,0 2-16,0-1 0,1 4 0,0-1 0,0-1 0,0-12 0,-3 18 15,2-2-15,0 1 0,3 2 0,-2-1 16,0 1-16,3-8 0,-2 1 0,0-1 0,-1-11 16,3 6-16,-3 0 0,0-1 0,1-3 0,-1 0 0,0 1 0</inkml:trace>
  <inkml:trace contextRef="#ctx0" brushRef="#br0" timeOffset="111068.453">13152 8198 0,'0'0'0,"0"0"0,0 0 16,0 0-16,13 86 15,-4-21 1,-5-31-16,4-15 15,-8-19-15,0 0 0,0 0 0,5 7 0,0-1 16,0 1-16,-5-7 0,7 3 0,-1-1 0,1 2 16,4-4-16,-1 0 0,0 0 0,-10 0 0,10-6 15,-1 1-15,2 0 0,-11 5 0,11-13 0,0 1 0,0 1 16,2-6-16,-4 1 0,2 0 0,-1-3 0,-2 4 16,1-4-16,-9 19 0,7-14 0,-1 2 0,-2 1 15,-4 11-15,2-7 0,1 2 0,0-2 0,-1 4 0,-2 2 16,0-1-16,0 2 0,1 0 0,-1 0 0,0 0 0,-2 6 0,1 0 15,-1 0-15,2-6 0,-1 13 16,0-1-16,-1-2 0,4 8 0,-1 0 0,0-2 16,-1-16-16,2 20 0,-1-2 0,0-1 0,3 0 15,-3-2-15,1 0 0,-2-15 0,2 17 0,-1-3 16,0 0-16,4-10 0,-1 0 0,0 0 0,-4-4 16,5-3-16,0 0 0,0-1 0</inkml:trace>
  <inkml:trace contextRef="#ctx0" brushRef="#br0" timeOffset="111275.367">13668 7932 0,'0'0'0,"0"0"0,0 0 0,0 0 0,12 70 16,-1 8-1,-15 9-15,1-10 16,3-77-16,0 0 0,0 0 0,0 0 15,3 24-15,-1 0 0,0 0 0,-4-2 0,2-1 0,0 0 16,0-21-16,-5 17 0,0-1 0,0 0 0,-5-13 16,3-1-16,-1 0 0,8-2 0,0 0 0</inkml:trace>
  <inkml:trace contextRef="#ctx0" brushRef="#br0" timeOffset="111396.233">13485 8351 0,'0'0'0,"0"0"0,0 0 0,0 0 0,0 0 16,102-41-16</inkml:trace>
  <inkml:trace contextRef="#ctx0" brushRef="#br0" timeOffset="111666.252">13937 8189 0,'0'0'0,"0"0"16,-2 65-1,-2-13-15,14-5 16,1-17-16,2-8 16,-13-22-16,0 0 0,0 0 15,0 0-15,6 5 0,-1-2 0,0-1 0,2-4 0,-1 2 16,-1 0-16,-5 0 0,8-3 0,1-1 0,-1 0 16,-1-3-16,-1-1 0,0 1 0,-6 7 0,6-13 15,-1 2-15,1-4 0,-6 15 0,3-11 0,-2-1 16,1-1-16,-4 1 0,2 4 0,0-1 0,0 9 15,-4-8-15,4 2 0,-2-2 0,2 8 0,-13-5 0,1 1 0,0-1 0,-6 1 16,1 1-16,0-2 0,17 5 16,-19 0-16,3-2 0,0 1 0,1-1 0,0-2 15,0 3-15,5-1 0,1 0 0,1 0 0</inkml:trace>
  <inkml:trace contextRef="#ctx0" brushRef="#br0" timeOffset="112173.241">14187 8219 0,'0'0'0,"0"0"15,34 83-15,-14-16 16,-15-26 0,-20-29-16,0-12 15,15 0-15,0 0 0,0 0 0,0 0 0,-5-2 16,2 1-16,1-2 0,2 3 0,1-7 0,0 0 15,1 0-15,4-8 0,0 1 0,0 1 0,-6 13 16,9-16-16,0 1 0,0 0 0,2-3 0,0 1 16,0-1-16,-11 18 0,11-15 0,0 1 0,0-1 15,2 5-15,-3-1 0,0 2 0,-10 9 0,13-4 16,0-2-16,0 2 0,-13 4 0,12 2 0,0 2 0,0-1 16,-3 4-16,0-1 0,0 2 0,-9-8 0,5 13 15,-1 1-15,2-2 0,-5 2 0,0-3 0,0 1 16,-1-12-16,3 9 0,-3 0 0,0-1 0,0-8 0,1 8 0,1-1 0,-2 0 15,2-1-15,-1-4 0,0 2 16,-1-4-16,2 3 0,-2-2 0,0 0 0,0-1 16,0-1-16,0 1 0,0 0 0,3-9 0,-2 1 15,1 0-15,-2 8 0,6-11 0,-3-1 0,1 0 16,-4 12-16,11-14 0,-3-1 0,1 0 0,4 0 0,0 1 16,-1 0-16,-12 14 0,15-12 0,-1 2 0,-1 0 15,0 5-15,0 2 0,-1 0 0,-12 3 0,15 1 16,-2-1-16,1 0 0,-14 0 0,12 8 0,-2 0 15,1-1-15,-5 5 0,2 0 0,-1 0 0,-7-12 16,6 15-16,-3 0 0,1-2 0,-5 6 0,0-3 0,-1 0 16,2-16-16,-9 18 0,2-1 0,-1-2 0,0-3 15,-1 1-15,1-2 0,8-11 0,-9 4 0,1 1 16,1-3-16</inkml:trace>
  <inkml:trace contextRef="#ctx0" brushRef="#br0" timeOffset="112765.755">14924 8154 0,'0'0'0,"0"0"0,0 0 15,14 76 1,-7-30-1,-14 34 1,1-37-16,6-43 0,0 0 16,0 0-16</inkml:trace>
  <inkml:trace contextRef="#ctx0" brushRef="#br0" timeOffset="112911.352">14830 7965 0,'0'0'0,"0"0"0,0 0 15</inkml:trace>
  <inkml:trace contextRef="#ctx0" brushRef="#br0" timeOffset="113166.511">15254 8053 0,'0'0'0,"0"0"0,0 0 0,0 0 15,0 0-15,0 0 16,-54 57 0,6 1-16,48-58 0,0 0 15,0 0-15,-13 18 0,2-1 0,-1-1 0,12-16 0,-4 16 16,-1-2-16,-1 0 0,6-14 0,6 16 0,-4-5 15,1 4-15,7-1 0,-1-3 0,1 3 0,-10-14 16,20 9-16,-1 0 0,0-1 0,6-4 0,-2-1 16,1 1-16,-24-4 0,31-2 0,-3 1 0,1 0 15,-29 1-15,32-8 0,-2 1 0,0 1 0</inkml:trace>
  <inkml:trace contextRef="#ctx0" brushRef="#br0" timeOffset="113545.069">15776 8053 0,'0'0'0,"0"0"0,0 0 0,0 0 15,0 0-15,-66 51 16,11-1-16,27-11 16,7-8-16,21-31 15,0 0-15,0 0 0,0 0 0,-2 9 0,-1 0 0,1-2 16,2-7-16,3 7 0,-1-1 0,-1-1 0,4-2 0,-3 1 15,1-1-15,-3-3 0,10-2 0,-2 2 16,1-1-16,1-5 0,0 1 0,0 0 0,-10 5 16,15-13-16,-3 0 0,1 0 0,-1 0 0,1 0 15,-1-1-15,-12 14 0,11-13 0,-2 1 0,0 0 0,-9 12 16,7-11-16,-1 2 0,0 0 0,-6 9 0,6-7 16,-4 0-16,0 3 0,-2 4 0,2-3 0,-1 0 15,0 1-15,-2 7 0,1 0 0,0 1 0,0-6 16,1 12-16,-1-2 0,0 1 0,7 8 0,1 1 0,-1-2 15,-7-18-15,9 22 0,0 0 0,0 0 16,-1-2-16,-1 1 0,-1-1 0,-6-20 0,6 17 0,-1-3 16,0 1-16,-1-6 0,-2-1 0,0-1 0,0-2 15,-1-3-15,0 0 0,1 0 0,-2-1 0,0 1 16</inkml:trace>
  <inkml:trace contextRef="#ctx0" brushRef="#br0" timeOffset="113727.334">16083 7936 0,'0'0'0,"0"0"16,0 0-16,17 71 15,-5 2-15,-3 5 16,-1-6 0,-8-72-16,0 0 0,0 0 0,0 19 0,0 1 15,0 0-15,0-20 0,-2 15 0,-1 0 0,0-2 0,0-6 16,0-1-16,1 0 0</inkml:trace>
  <inkml:trace contextRef="#ctx0" brushRef="#br0" timeOffset="113919.552">16284 7777 0,'0'0'0,"0"0"16,22 70-16,3 20 15,-4 5-15,-27-8 16,-2-12 0,8-75-16,0 0 0,0 0 0,-7 21 0,4 0 15,-1 1-15,4-22 0,-8 10 0,2 1 0,-2 0 16</inkml:trace>
  <inkml:trace contextRef="#ctx0" brushRef="#br0" timeOffset="114681.192">16566 8080 0,'0'0'0,"0"0"15,19 77-15,-6-8 16,-5-23-16,-8-16 16,11-12-16,3-18 15,-14 0-15,0 0 0,0 0 0,10-9 16,-2 4-16,1-3 0,-9 8 0,14-12 0,-3-2 15,0 2-15,4-6 0,-3 2 0,1-1 0,-13 17 16,15-21-16,-1 0 0,-1 1 0,-2 2 0,-2 4 0,0-4 16,-9 18-16,6-10 0,-1-1 0,0 2 0,-1 4 15,-3 0-15,0 1 0,-1 4 0,3 0 0,-3 0 16,0 0-16,-1 4 0,1 1 0,0-2 0,0-3 16,1 11-16,0 2 0,0-3 0,-3 8 0,2-1 15,0 1-15,0 3 0,0-1 0,0-1 0,0-19 0,-1 21 16,1 1-16,0-1 0,0-21 0,3 22 0,-1-2 15,-1 0-15,2 2 0,0-1 0,0 0 0,-3-21 16,4 20-16,0-1 0,0 1 0,-4-20 0,6 12 16,0 0-16,0 2 0,0-7 0,-3 0 0,1-1 0,-4-6 15,6 1-15,0 0 0,1 0 0,-1-4 0,-2 2 16,-1 0-16,-3 1 0,4-4 0,-2 0 0,1 1 16,-3 3-16,1-7 0,1 2 0,-2-1 0,3-2 0,-3 1 15,0 1-15,0 6 0,3-6 0,-3 0 0,0 0 0,0 6 0,0-6 16,0 0-16,0 1 15,-3 0-15,3 0 0,0 2 0,0 3 0,-1-2 0,1 0 16,0 0-16,-2 0 0,2 2 0,0-1 0,0 1 16,0 0-16,0 0 0,0 0 0,0 0 0,0 0 15,0 0-15,0 0 0,0 0 0,0 0 0,0 0 16,0 0-16,0 3 0,0-3 0,0 3 0,2 7 0,-2-2 16,0 1-16,0-9 0,-2 16 0,2 0 15,0-1-15,0-15 0,-4 25 0,1-4 0,1 2 0,1 4 16,-1-1-16,1 1 0,1-27 0,-4 28 0,2-2 15,0 0-15,-4-2 0,4-1 0,-1 0 0,3-23 0,-6 21 16,0 0-16,0-1 0,-1 1 0,1-1 16,1 0-16,5-20 0,-4 17 0,2-2 0,0 0 0,2-15 15,-5 14-15,2-3 0,0 0 0,3-11 0,-4 9 16,0 0-16,0-1 0,-1-4 0,1 1 0,-2-1 16,6-4-16,-9-1 0,1 1 0,1-2 0,7 2 15,-14-3-15,3 0 0,0 2 0,11 1 0,-15-6 16,1 1-16,1-1 0,13 6 0,-13-7 0,2 1 0,-1-2 15,12 8-15,-12-12 0,2 3 0,0-3 0,10 12 16,-6-14-16,2-2 0,1 2 0,3 14 0,9-31 16,0 2-16,0-1 0,-9 30 0,28-43 0,0 4 15,-1-1-15,-27 40 0,39-44 0,-3 3 0,0-2 0,-36 43 16,0 0-16,25-40 0,-1 0 0,1 0 0</inkml:trace>
  <inkml:trace contextRef="#ctx0" brushRef="#br0" timeOffset="122748.63">3611 10148 0,'0'0'0,"0"0"0,0 0 0,0 0 16,0 0-16,25-76 16,-8 30-16,-13 30 15,-11-32 1,7 48-16,0 0 0,0 0 0,-3-7 0,1-2 15,-1 0-15,3 9 0,-17-3 0,0 1 0,0 1 0,7-1 16,2 2-16,-3 0 0,11 0 0,-28 8 16,-2 1-16,2 0 0,28-9 0,-16 4 0,-1 1 0,0 0 15,-10 17-15,1-1 0,0 0 0,26-21 0,-14 12 16,1 0-16,-2 1 0,7 6 0,3 0 0,-3 1 16,8-20-16,-3 9 0,3 1 0,-3-1 0,3-9 15,18 20-15,-3-1 0,0-1 0,-6-6 0,3-3 0,-3 2 16,-9-11-16,27 22 0,-5-1 0,3-1 0,-25-20 15,13 12-15,1 0 0,0 0 0,11 12 0,-6-1 16,2 0-16,-21-23 0,15 13 0,-4 0 0,0 0 0,-11-13 16,7 21-16,2 0 0,0 2 0,-5-11 0,-1 0 0,1 1 15,-4-13-15,-9 14 0,3 0 0,1 0 16,-3-7-16,5 0 0,0 0 0,3-7 0,-22 10 16,1 1-16,1-1 0,20-10 0,-12 6 0,0 0 0,1-1 0,-11-10 15,-1 1-15,1-1 0,22 5 16,-14-4-16,3 1 0,0 1 0,-3-23 0,1 0 15,0 1-15,13 24 0,0 0 0,-6-16 0,0 2 0,-2 0 16</inkml:trace>
  <inkml:trace contextRef="#ctx0" brushRef="#br0" timeOffset="122972.359">3840 9842 0,'0'0'0,"0"0"0,0 0 0,0 0 16,11 104-16,-3-5 16,-2-16-16,-9-7 15,-3-4-15,6-72 16,0 0-16,0 0 0,0 23 0,-2-2 0,0 0 0,-2 0 16,-2-2-16,3 1 0,3-20 0,-6 13 0,4 1 15,-3 0-15,1-12 0,2 1 0,0 0 0,-2-9 16,2 2-16,2-1 0</inkml:trace>
  <inkml:trace contextRef="#ctx0" brushRef="#br0" timeOffset="123362.544">3677 10363 0,'0'0'0,"0"0"0,0 0 0,0 0 16,0 0-16,0 0 15,93-64 1,-11 4-16,-21 22 15,-61 38-15,0 0 0,0 0 0,20-4 0,-1-1 16,-3 1-16,-16 4 0,17 0 0,-1 0 0,-2 0 16,-3 2-16,-2 0 0,1 0 0,-4 2 0,-2-1 15,1 2-15,-1 2 0,-1 0 0,0-2 0,-2 7 0,-1-1 16,0-1-16,2 3 0,-2 1 0,0 0 0,3-1 16,-3-1-16,0 0 0,3 0 0,-3-1 0,2 1 15,2-1-15,-2 0 0,1-1 0,-3-10 0,2 9 16,0-2-16,1 1 0,3-3 0,-3-2 0,0 3 15,3-3-15,-2-3 0,3 3 0,-1-6 0,1 1 0,1-1 16,3-4-16,-5 1 0,2-2 0,-8 8 0,9-10 16,-5 1-16,2 0 0,1-2 0,-3 1 0,2 0 15,-4 0-15,1-2 0,1 2 0,-7-2 0,3 0 16,0 0-16,-3 3 0,1 0 0,1 0 0,-5 0 16,3 2-16,0-2 0,-4 2 0,1 3 0,1 0 0,5 4 15,-8-4-15,2 1 0,0 1 0,-5-2 0,1 4 16,1-1-16,-2-2 0,2 0 0,2 0 0,0 1 15,3 0-15,-1 0 0</inkml:trace>
  <inkml:trace contextRef="#ctx0" brushRef="#br0" timeOffset="123659.495">4318 10171 0,'0'0'0,"0"0"0,0 0 16,0 0-16,71 28 0,-20 12 15,-28 3 1,-14-4 0,-9-39-16,0 0 0,3 11 0,-3-2 0,2 1 0,-4-2 15,2-1-15,0 0 0,0-2 0,0-2 0,0 0 16,-3 0-16,3-3 0,0 2 0,0-2 0,-3 1 16,3-1-16,-2 0 0,-2-2 0,2 1 0,-2 1 15,1-6-15,-1 0 0,2 1 0,-1-3 0,2 0 0,-1-1 16,4-4-16,-1-1 0,2-1 0,-1-1 0,0 0 15,0 0-15,3-1 0,-3-1 0,0 2 0,4 0 16,2 0-16,-3 2 0,-5 14 0,10-16 0,-3 2 16,1 0-16,5 2 0,-4 1 0,3-1 0,-1 1 0,0 1 15,0 0-15</inkml:trace>
  <inkml:trace contextRef="#ctx0" brushRef="#br0" timeOffset="123948.355">4968 10150 0,'0'0'0,"0"0"0,0 0 0,0 0 0,0 0 16,0 0-16,0 0 16,0 0-16,0 0 15,0 0-15,0 0 0,0 0 0,0 0 16,0 0-16,0 0 0,0 0 0,0 0 0,0 0 15,-35 8-15,0-4 0,2 2 0,8 5 0,2-2 16,2 1-16,10 1 0,0-1 0,-1 0 0,10 1 0,0-1 16,-1 0-16,3-10 0,3 9 0,1 0 0,0 0 15,4 0-15,1-2 0,-3 1 0,7-4 0,2-1 16,-2-2-16,6-2 0,-3 1 0,1-3 0,5-2 16,-3-2-16,0 3 0,-6-3 0,-1 4 0,1-1 0</inkml:trace>
  <inkml:trace contextRef="#ctx0" brushRef="#br0" timeOffset="124396.408">5336 9734 0,'0'0'0,"0"0"0,0 0 16,0 0-16,0 0 15,17 100-15,-13-3 16,-1-16-1,-3-81-15,0 0 0,0 0 0,0 24 0,-2-1 0,1 2 16,-2-5-16,3-1 0,0 2 0,-2-3 0,2 0 16,0 0-16,0-18 0,0 15 0,-3-1 0,3-1 0,-2-1 0,2-3 15,0 1-15,0-10 0,5 6 16,-5-1-16,1 2 0,2-5 0,-2-1 0,0 1 16,1-6-16,-2-1 0,0 0 0,3-6 0,-3 2 0,3-1 15,-3 10-15,-3-16 0,3 2 0,0 0 0,0-2 16,-3 4-16,3-1 0,-6 1 0,1 3 0,1-1 15,4 10-15,-9-11 0,3-1 0,0 3 0,-2 0 16,1 3-16,0 0 0,-5 2 0,3 4 0,1 0 16,8 0-16,-15 4 0,4-1 0,1 0 0,-5 3 0,2-2 15,2 1-15,-3 5 0,3-1 0,-3 0 0,5 0 16,2-2-16,-1-2 0,5-1 0,0 0 0,0-1 16,0-3-16,2 3 0,-1-1 0,2-2 0,0 0 15,0 0-15,0 10 0,0-2 0,0 1 0,4-1 0,1 1 16,-2 0-16,-3-9 0,14 5 0,-6 1 0,2-1 15,8-4-15,-5-1 0,3 0 0,2-3 0,0 0 16,1 1-16,3-2 0,-3 1 0,1 0 0,-20 3 16,18-9-16,0 1 0,-2 1 0</inkml:trace>
  <inkml:trace contextRef="#ctx0" brushRef="#br0" timeOffset="128910.328">6007 10201 0,'0'0'16,"0"0"-16,0 0 0,0 0 16,0 0-1,72-23-15,-26 10 16,-46 13-16,0 0 0,0 0 0,24-12 16,-1 1-16,0 1 0,-23 10 0,13-6 0,-1 1 0,1 1 0,-13 4 0,18-21 15,-2 0-15,1 3 16,-17 18-16,9-12 0,1 0 0,-2 0 0,-8 12 0,6-15 15,-5-3-15,2 1 0,-2 8 0,0 1 0,1-1 16,-2 9-16,1-4 0,-1 0 0,0 1 0,0 3 16,-14 3-16,3-1 0,0 0 0,11-2 0,-9 2 15,2 0-15,-1-1 0,8-1 0,-18 20 0,-1-1 16,0-1-16,19-18 0,-11 12 0,0-1 0,1 0 16,-7 20-16,3-2 0,-2 2 0,16-31 0,-9 14 0,0 3 15,0 0-15,9-17 0,-3 30 0,2-2 0,-2 2 16,3-30-16,-2 17 0,2-1 0,-3-1 0,3-15 0,16 20 15,1-2-15,-2 0 0,-3-8 0,-3-1 16,0 0-16,-9-9 0,36-3 0,0-1 0,0 2 16,-36 2-16,36-17 0,0 1 0,0 0 0,-36 16 0,17-10 15,2 1-15,-4-2 0</inkml:trace>
  <inkml:trace contextRef="#ctx0" brushRef="#br0" timeOffset="129106.408">6870 9998 0,'0'0'0,"0"0"16,0 0-16,0 0 16,-45 65-1,2 7-15,3-8 16,40-64-16,0 0 0,0 0 0,-15 19 16,1-3-16,1 2 0,13-18 0,-17 16 0,2-2 0,1 2 15,-1-4-15,-1 0 0,-2-1 0,18-11 0,-15 2 16,0 0-16,2-1 0,3-9 0,1 0 0,1 1 15</inkml:trace>
  <inkml:trace contextRef="#ctx0" brushRef="#br0" timeOffset="129269.443">6587 10072 0,'0'0'0,"0"0"16,0 0-16,0 0 16,0 0-1,42 51-15,6 11 16,-48-62-16,0 0 0,0 0 15,17 22-15,-3-1 0,1 1 0,2-3 0,-2 1 0,2-2 16,-4-6-16,1-1 0,0 0 0,-14-11 0,8 7 16,2-3-16,-2 2 0</inkml:trace>
  <inkml:trace contextRef="#ctx0" brushRef="#br0" timeOffset="129471.489">6994 10003 0,'0'0'0,"0"0"0,24 81 16,-2 23-16,-4-1 15,-12-1 1,-7-11-16,1-91 16,0 0-16,0 0 0,-3 26 0,1-1 0,0 0 15,2-25-15,-4 16 0,1-2 0,-1 2 0,0-14 0,0 0 16,2 1-16</inkml:trace>
  <inkml:trace contextRef="#ctx0" brushRef="#br0" timeOffset="129734.61">6944 10111 0,'0'0'0,"0"0"15,0 0-15,0 0 16,0 0-16,0 0 15,101-14-15,-7 24 16,-94-10-16,0 0 0,0 0 0,0 0 0,0 0 0,28 12 16,-6-1-16,2 1 0,-7 4 0,-2-5 0,0 3 0,-15-14 15,10 14-15,-3-1 0,1 1 0,-8-2 16,0 0-16,0 1 0,0-13 0,-5 12 0,2-1 16,1-1-16,-9 2 0,2 0 0,1-1 0,8-11 0,-17 9 0,1 2 0,0-2 0,-3 0 15,0-1-15,1-1 16,2-7-16,2 0 0,-2 0 0,8-3 0,-3 2 15,3-2-15</inkml:trace>
  <inkml:trace contextRef="#ctx0" brushRef="#br0" timeOffset="130026.037">7482 10314 0,'0'0'0,"0"0"0,0 0 16,0 0-16,77-38 15,-12-4 1,-22 0-16,-18 3 15,-25 39-15,0 0 0,0 0 0,0-14 16,3 1-16,-3 1 0,-3 0 0,-1 1 0,0 1 0,4 10 16,-5-9-16,-3 0 0,2 0 0,6 9 0,-9-6 0,-2 3 15,1-4-15,-3 9 0,1-2 0,1 0 16,11 0-16,-16 5 0,2 1 0,1 1 0,1 5 0,-1-1 16,0-1-16,13-10 0,-10 14 0,2 0 0,-1 1 15,2 2-15,1 1 0,3 1 0,3-19 0,-3 16 16,3 0-16,0 0 0,8 3 0,-2-1 0,1 0 15,-7-18-15,15 20 0,-2-2 0,1 1 0,7-5 16,-3-1-16,1-1 0,-19-12 0,23 5 0,-2-1 16,0-2-16,2-7 0,-1 1 0,-1-1 0</inkml:trace>
  <inkml:trace contextRef="#ctx0" brushRef="#br0" timeOffset="130306.373">7881 10037 0,'0'0'0,"0"0"0,0 0 16,0 0-16,70 35 16,-4 13-1,-20 4-15,-46-52 0,0 0 16,0 0-16,9 17 0,-1 0 0,1-1 0,-9-16 0,4 16 16,-1 0-16,0 1 0,-6-6 0,2 3 0,-1-2 15,2-12-15,-4 10 0,1-4 0,1 2 0,-1-2 16,2-2-16,-1 3 0,2-7 0,-6 3 0,6-1 0,-2 2 0,-4-3 0,2-1 15,1 0-15,3 0 16,-7-2-16,3-3 0,0 2 0,4-8 0,-3 1 16,0 0-16,0-11 0,0 1 0,1 1 0,2 19 0,2-24 15,-2 1-15,0 0 0,9-3 0,0 1 0,0-1 16,-9 26-16,15-29 0,0 4 0,0-1 0</inkml:trace>
  <inkml:trace contextRef="#ctx0" brushRef="#br0" timeOffset="130496.626">8459 9717 0,'0'0'0,"0"0"0,0 0 16,0 0-16,28 69 15,2 16 1,-5 1-16,-25-86 0,0 0 16,0 0-16,7 30 0,0 0 0,-2 1 0,-5-31 15,6 33-15,-3-3 0,3 0 0,-4 0 0,-2 1 16,0-1-16,0-30 0,-2 32 0,-1-2 0,0 0 0,0-4 0,-3-1 0,1-2 15,0-9-15,1 0 0,0-1 16</inkml:trace>
  <inkml:trace contextRef="#ctx0" brushRef="#br0" timeOffset="130633.086">8458 10243 0,'0'0'0,"0"0"0,0 0 0,73-33 15,13 2 1</inkml:trace>
  <inkml:trace contextRef="#ctx0" brushRef="#br0" timeOffset="130923.069">9188 9615 0,'0'0'0,"30"64"15,3 28-15,-8 4 16,-4 8-1,-1-8-15,-11-7 16,-9-89-16,0 0 0,0 0 0,3 29 16,-2-3-16,0 2 0,0-6 0,-1-1 0,0 0 0,0-21 0,4 7 15,-3-2-15,2 2 0,-2-5 0,0-2 16,1 0-16</inkml:trace>
  <inkml:trace contextRef="#ctx0" brushRef="#br0" timeOffset="131202.582">9521 9927 0,'0'0'0,"0"0"0,-90-11 16,20 2 0,28 5-16,19 0 15,11 3 1,12 1-16,0 0 0,0 0 0,0 0 0,-1 6 0,1-2 15,0 1-15,4 1 0,-1-1 0,1 2 0,-4-7 16,10 10-16,1 1 0,-3 1 0,9 4 0,-6 0 0,3-2 16,-14-14-16,15 21 0,2-3 0,-1 1 0,2 1 15,-1 1-15,0-2 0,-17-19 0,17 20 0,-2-1 16,2 0-16,-1-4 0,-3 2 0,1-1 0,-14-16 16,14 9-16,-5-2 0,1 3 0,-2-15 0,-1 2 15,-1 1-15</inkml:trace>
  <inkml:trace contextRef="#ctx0" brushRef="#br0" timeOffset="131554.082">9684 10021 0,'0'0'0,"0"0"16,0 0-16,0 0 16,0 0-1,0 0-15,0 0 16,0 0-16,0 0 0,0 0 0,0 0 15,0 0-15,0 0 0,0 0 0,0 0 0,0 0 0,0 0 16,-1 5-16,1 0 0,0 0 0,0-5 0,-2-3 16,1 3-16,0-2 0,1 2 0,4-10 0,-1 1 0,-1 0 0,6-9 15,0 2-15,-1 2 0,-7 14 16,11-18-16,-1 3 0,0 0 0,3 2 0,-2 2 0,0 0 16,-1 4-16,-3 2 0,1-1 0,-8 6 15,13-1-15,-3-1 0,1 1 0,4 5 0,-2 1 0,-1 0 16,-12-5-16,14 9 0,-2-1 0,-2 0 0,-10-8 15,11 14-15,-3 0 0,1 1 0,-4 5 0,-3-1 0,2-1 16,-4-18-16,4 18 0,0 1 0,-1 0 0,-3-19 16,3 16-16,-3 0 0,0 2 0,-6-6 0,2-1 15,0-1-15,4-10 0,-5 7 0,0-1 0,0 0 16,0-11-16,0 2 0,2 1 0</inkml:trace>
  <inkml:trace contextRef="#ctx0" brushRef="#br0" timeOffset="131879.45">10069 9842 0,'0'0'0,"0"0"0,0 0 0,13 71 16,-5-9 0,6-20-16,0-10 15,8-13-15,-22-19 0,0 0 16,0 0-16,14 2 0,-3 0 0,0-2 0,-11 0 15,17-4-15,-2 2 0,0 1 0,-15 1 0,14-6 0,-1 1 16,1 0-16,-4-7 0,0 1 0,0 0 16,-10 11-16,9-17 0,-3 4 0,0-3 0,-6 16 0,4-15 15,-4-2-15,0 2 0,-8-1 0,4 2 0,2 0 16,2 14-16,-11-10 0,2 1 0,1-2 0,8 11 16,-14-4-16,1 1 0,1-2 0,-6 6 0,3 0 15,0 0-15,-3 6 0,0 0 0,1 0 0,17-7 0,-17 12 16,0 1-16,-1 0 0,18-13 0,-10 10 0,0-1 15,0 2-15,13-5 0,0-3 0,-1 1 0,2-2 16,0 0-16,0-1 0</inkml:trace>
  <inkml:trace contextRef="#ctx0" brushRef="#br0" timeOffset="132317.419">10445 9789 0,'0'0'0,"0"0"0,0 0 16,0 0-1,9 80-15,5-12 16,-4-34-16,-10-34 0,0 0 16,0 0-16,9 9 0,2-1 0,-1 0 0,-10-8 15,12 7-15,0-1 0,1 0 0,-13-6 0,14 2 16,-2 0-16,0 0 0,0-4 0,0 2 0,-1 0 0,-11 0 16,13-7-16,-2 2 0,0 1 0,1-8 0,-2 3 15,0 0-15,-10 9 0,12-12 0,-4 0 0,1 0 16,-3 2-16,0-1 0,1 0 0,-7 11 0,3-7 15,1 1-15,0-1 0,-2 3 0,0 1 0,-2 1 16,3 0-16,-3 1 0,0 0 0,0 1 0,3 2 0,-1 0 16,-2-1-16,1 3 0,-1 0 0,0 1 0,0-5 15,5 8-15,-1 0 0,-1-1 0,5 4 0,-1 1 16,1-2-16,-8-10 0,13 11 0,-2-2 0,0 1 16,-11-10-16,17 9 0,-2 0 0,0-3 0,0 0 15,0-2-15,0 1 0,-15-5 0,13 0 0,1-3 0,0 3 16,-3-6-16,0 3 0,1-4 0,-12 7 0,8-11 15,-2 2-15,1-1 0,-7 10 0,4-17 0,3 0 16,-3 1-16,-4-3 0,0 0 0,0 0 0,0 19 16,-4-20-16,0 1 0,0-1 0,4 20 0,-6-19 0,1 2 15,0 0-15,-5 0 0,1 3 0,1-2 0,8 16 16,-14-13-16,2 1 0,-1 0 0,-1 3 0,2-2 16,0 2-16</inkml:trace>
  <inkml:trace contextRef="#ctx0" brushRef="#br0" timeOffset="132554.139">11129 9319 0,'0'0'0,"0"0"15,0 0-15,31 97 16,-2 16-1,-8-12-15,-12-12 16,-9-89-16,0 0 0,0 0 0,0 0 0,6 28 16,-3 1-16,1-1 0,-4-28 0,2 28 0,0-1 15,-1-1-15,-5-1 0,3-3 0,-3 1 0,4-23 0,4 9 16,-4 0-16,0 0 0,0-9 0</inkml:trace>
  <inkml:trace contextRef="#ctx0" brushRef="#br0" timeOffset="132832.598">11426 9851 0,'0'0'0,"0"0"0,0 0 15,57-57 1,-14-2-16,-14 9 16,-16 10-16,-15 12 15,2 28-15,0 0 0,0 0 16,-5-5-16,2-1 0,1 0 0,2 6 0,-6-3 0,1 1 15,0-1-15,5 3 0,-8 2 0,1-1 0,0 1 16,-8 4-16,2-2 0,1 4 0,12-8 0,-14 10 16,0 1-16,1-1 0,0 4 0,2-1 0,0 1 0,11-14 15,-11 16-15,2 1 0,0-2 0,9-15 0,-4 18 16,2-1-16,0-1 0,8 2 0,-2-1 0,-1-1 16,-3-16-16,13 16 0,-2-1 0,0 0 0,8-6 15,-2-2-15,1 1 0</inkml:trace>
  <inkml:trace contextRef="#ctx0" brushRef="#br0" timeOffset="133246.62">11895 9191 0,'0'0'0,"0"0"0,0 0 0,45 98 15,-9 4-15,-21-8 16,-9-5-16,-1-17 16,-5-72-16,0 0 0,0 0 0,0 0 15,3 21-15,-2 1 0,0-2 0,2-5 0,-1-1 16,0 1-16,-2-15 0,2 7 0,-1 2 0,0-1 16,1-6-16,-2 0 0,2 1 0,-2-3 0,-2-6 15,2 2-15,0 1 0,0 3 0,-3-15 0,0-1 0,-1 1 16,-5-7-16,3 2 0,-1 0 0,-1 4 15,-1 0-15,1 0 0,8 16 0,-11-11 0,3 1 0,-1-1 16,9 11-16,-17-7 0,0-1 0,1 4 0,-4 1 16,3 1-16,0 2 0,17 0 0,-20 7 0,1-2 15,1 1-15,-3 8 0,2-2 0,-1 0 0,20-12 16,-15 12-16,3 1 0,-1-1 0,5 4 0,0-1 16,1 0-16,7-15 0,-3 14 0,0 0 0,1 0 0,6 1 15,-2-2-15,0 0 0,-2-13 0,13 17 0,-2-4 16,1 3-16,9-5 0,-3-1 0,1 1 0,-19-11 0,27 3 15,1-1-15,-1 1 0,4-8 0,-1-1 0,0 1 16</inkml:trace>
  <inkml:trace contextRef="#ctx0" brushRef="#br0" timeOffset="133900.818">12274 9481 0,'0'0'0,"0"0"0,0 0 16,0 0-16,-86 18 15,26-2 1,26 4-16,19-8 16,15-12-16,0 0 0,0 0 0,-4 3 0,3 0 0,0-1 15,1-2-15,2 2 0,1-2 0,-1 0 0,-2 0 0,12 2 16,-3-2-16,1 0 0,8 0 0,-1-2 0,1 2 16,-18 0-16,15-4 0,2-1 0,-1 3 0,2-3 15,-3 2-15,-1-1 0,-14 4 0,11-3 0,-2 1 16,0 0-16,-3 4 0,0-2 0,0 0 0,1 6 15,-3-1-15,2 1 0,-6-6 0,0 11 0,0 2 16,0-1-16,0-12 0,-2 16 0,1-1 0,0-1 0,2 7 16,-1-1-16,0 1 0,0-21 0,0 23 0,0 2 15,0-2-15,-3 6 0,3-2 0,0-1 0,0-26 16,-3 27-16,2 1 0,-1-1 0,-3-1 0,3-1 0,0 0 16,2-25-16,-6 24 0,2-3 0,-1 1 0,-1-3 15,-1-3-15,1 2 0,6-18 0,-6 12 0,0-3 16,-1 3-16,7-12 0,-8 6 0,-1 0 0,0 0 15,-2-6-15,0-2 0,0 2 0,11 0 0,-11-5 16,-1 0-16,1 1 0,4-10 0,-1 3 0,1 0 0,7 11 16,-5-17-16,2-3 0,1 3 0,6-3 0,-1 3 15,1-1-15,-4 18 0,14-19 0,-3 1 0,0 0 16,10-1-16,-2 0 0,0 1 0,-19 18 0,26-18 16,-3 0-16,0-1 0,7 0 0,-2 1 0,1-1 0,1-1 15,-2 1-15,1 0 0,-29 19 0,24-21 0,1 2 16,0-3-16,-1 1 0,-1-1 0,1 1 0,-24 21 15,18-24-15,0 3 0,-1 0 0,-5 3 0,0 0 16,-1-1-16,-11 19 0,5-14 0,0 2 0,0 0 16,-9 4-16,3 1 0,0-2 0,1 9 0,-11 0 0,3-3 15,-1 1-15,-2 9 0,0-3 0,0 2 0,11-6 16,-14 9-16,3 0 0,0 0 0,11-9 0,-10 13 16,1-2-16,0 0 0,0 2 0,3 2 0,0-2 15,6-13-15,-3 8 0,-1-2 0,0 1 0,4-7 16,0 14-16,0 1 0,0-1 0,0-14 0,8 17 15,-1 1-15,1-1 0,-8-17 0,19 18 0,-1-1 0,-1-1 16,-17-16-16,29 8 0,-2-3 0,1 0 0,6-9 16,-2-1-16,1 0 0,-33 5 0,0 0 0</inkml:trace>
  <inkml:trace contextRef="#ctx0" brushRef="#br0" timeOffset="147780.543">3144 11098 0,'0'0'0,"0"0"0,0 0 15,0 0-15,0 0 16,0 0-16,0 0 16,24 82-16,-24-82 0,0 0 15,0 0-15,6 18 0,-4-3 0,2 2 0,-4-17 16,-1 30-16,1-2 0,-3 2 0,3-14 0,-2 0 16,2 0-16,0-16 0,-5 37 0,3-2 0,0 3 0,0-18 0,0 0 0,2 0 15,0-20-15,-4 36 16,2 0-16,1 2 0,1-38 0,-2 19 0,2 1 0,0-1 15,2 11-15,-2 1 0,1-1 0,-1-30 0,2 15 16,-2 1-16,0-1 0,4-9 0,-4 1 0,0-1 16,-4-5-16,1 1 0,1-2 0,-1 0 0,3 0 15,-3 0-15</inkml:trace>
  <inkml:trace contextRef="#ctx0" brushRef="#br0" timeOffset="148157.694">3466 11198 0,'0'0'0,"0"0"0,0 0 0,0 0 0,0 0 15,0 0 1,0 0-16,0 0 16,-95 62-1,95-62-15,0 0 0,0 0 0,-27 19 0,0 1 0,0-2 16,27-18-16,-23 13 0,2-2 0,1 1 0,3-3 0,2 2 15,0-1-15,1-1 0,1 0 0,1 0 0,1 0 16,1-2-16,1 1 0,2 1 0,1-3 0,0 1 16,6-7-16,-2 8 0,2-4 0,-3 4 0,8-2 15,-1 1-15,0 0 0,5 0 0,-4-3 0,1 1 0,6 4 16,-1-3-16,-1 0 0,-10-6 0,13 7 0,1 2 16,-3-1-16,4 3 0,-2-1 0,2-1 0,0 3 15,-1 0-15,2 2 0,0 0 0,-2-1 0,1 0 16,1 4-16,-2-3 0,0 1 0,-14-15 0,13 16 15,-1-2-15,-3 1 0,1 2 0,0-1 0,-1-2 16,-4-2-16,-1-2 0,0-2 0,-1-2 0,0-2 0,-2 0 16,0-1-16,0-1 0,1 0 0,-2-2 0,0 1 15,0-1-15</inkml:trace>
  <inkml:trace contextRef="#ctx0" brushRef="#br0" timeOffset="148421.455">3785 11295 0,'0'0'0,"0"0"0,0 0 0,0 0 0,0 0 16,21 81-16,-5 0 15,-7-10 1,-4 0-16,-5-71 0,0 0 0,0 0 15,0 23-15,-3-1 0,3-1 0,-2 0 0,2-3 0,0 0 16,0-18-16,0 19 0,0-1 0,0-1 0,-2-1 16,-2-1-16,1 0 0,-1-8 0,-2 0 0,3 0 15,-2-5-15,1 0 0,1 1 0,1-1 0,0-2 16,2 2-16</inkml:trace>
  <inkml:trace contextRef="#ctx0" brushRef="#br0" timeOffset="148918.603">3691 11267 0,'0'0'0,"0"0"0,0 0 0,0 0 0,41-51 16,0 19-16,1 13 16,2 15-16,-2 14 15,-42-10-15,0 0 0,16 8 16,-2-1-16,-1-2 0,-1 5 0,-1 0 0,0 0 15,-1 3-15,-2-1 0,-1 2 0,-7-14 0,4 14 0,2-1 0,-4 0 0,1 2 16,-2-1-16,0 0 0,-3-1 16,-1 0-16,1 0 0,-7-1 0,4 1 0,-2-1 15,-5-4-15,3 0 0,1 0 0,-3 1 0,0-3 16,1 2-16,-1-1 0,-1-3 0,3 4 0,9-8 16,-12 3-16,3 0 0,0 2 0,2-4 0,1-1 0,-2 1 0,2-2 0,1 1 0,1 0 15,2-1-15,2 1 16,-2 0-16,4-2 0,-2 2 0,0 0 0,5 0 15,1 0-15,0-3 0,-6 3 0,8 0 0,-1 0 16,2-2-16,5 7 0,-1-5 0,-1 3 0,4 3 16,0-2-16,1 1 0,1 4 0,0-2 0,-1 0 0,-2 3 15,2-1-15,0 2 0,-17-11 0,11 13 0,-1-1 16,1 0-16,-4 3 0,-1-3 0,2 0 0,-6 3 16,0 0-16,1 0 0,-7 2 0,3-2 0,1 0 15,0-15-15,-10 17 0,4-2 0,-1 0 0,0-1 0,-1-1 16,-3-1-16,1-3 0,-2 0 0,1 0 0,4-3 15,-1-1-15,1 1 0,4-3 0,-2-2 0,1 0 16,-18 4-16,1-1 0,1 0 0,-7-3 0,2-1 16,-2 0-16,-1-7 0,-2 1 0,2 0 0,1-10 0,-1 2 15,3 1-15,6 1 0,2 2 0,1-1 0</inkml:trace>
  <inkml:trace contextRef="#ctx0" brushRef="#br0" timeOffset="155676.419">6234 11154 0,'0'0'0,"0"0"16,0 0-16,46-56 16,-18 23-16,6-15 15,-19 26 1,-15 22-16,0 0 0,0 0 0,0 0 0,4-5 16,-3 2-16,0-1 0,-1 4 0,-7-14 0,-1-2 15,2 2-15,6 14 0,-5-9 0,1 1 0,2 0 16,2 8-16,-20-8 0,2 2 0,1-1 0,7 2 15,0 2-15,0 2 0,10 1 0,-19 7 0,2-3 0,0 3 16,17-7-16,-10 4 0,1-1 0,-2 2 0,11-5 0,-14 18 16,1-2-16,-1 2 0,5-6 0,4-3 15,-2 0-15,7-9 0,-9 33 0,0 2 0,1-3 16,8-32-16,-5 19 0,1-1 0,0 1 0,1 20 16,0 0-16,0 1 0,3-40 0,-3 39 0,2 0 15,-1 0-15,2-39 0,0 20 0,0-2 0,0 3 16,0-21-16,6 36 0,-3-1 0,2 2 0,-4-17 0,2 1 15,0-2-15,-3-19 0,2 32 0,0-2 0,1 0 16,-3-30-16,1 16 0,0 0 0,1-2 0,-2-14 16,-7 19-16,1-3 0,1 0 0,0-6 0,0-2 0,1 0 0,4-4 15,-2-1-15,2-1 0,0-2 0,-2 2 16,2-1-16,0 1 0</inkml:trace>
  <inkml:trace contextRef="#ctx0" brushRef="#br0" timeOffset="155822.674">5841 11690 0,'0'0'0,"0"0"15,0 0-15,0 0 16,0 0-16,0 0 16,107-44-16,-12 17 15,-95 27-15,0 0 0,0 0 0,0 0 16,27-3-16,-2-2 0,2 2 0,-5 2 0,0 1 16,0 0-16,-8-2 0,-1 2 0,-1 0 0</inkml:trace>
  <inkml:trace contextRef="#ctx0" brushRef="#br0" timeOffset="156262.759">6566 11578 0,'0'0'0,"0"0"0,0 0 16,0 0-16,-49-50 15,-6 28-15,7 25 16,48-3-16,0 0 0,0 0 0,-16 8 0,1 1 0,1 0 0,14-9 15,-16 13-15,5-1 16,-2 0-16,1 2 0,-2-2 0,4 1 0,10-13 16,-12 14-16,5 0 0,-1 0 0,7-1 0,-1 0 0,-2 0 15,8-1-15,-4-3 0,2 3 0,-2-12 0,7 6 0,-1 2 0,1-2 16,4-6-16,0 0 0,0 0 0,4-7 0,0 0 0,0 3 16,0-5-16,1 3 15,-2-2-15,-14 8 0,14-10 0,-1-1 0,0 1 0,-1-3 16,-1 3-16,0-1 0,-11 11 0,9-11 0,-2 1 0,2-1 15,-5 4-15,0 2 0,-1-2 0,0 3 16,0 1-16,-3 0 0,0 3 0,2-1 0,-2 1 16,0-2-16,0 1 0,0 1 0,0 0 0,0 0 15,1 0-15,-1 0 0,0 0 0,0 4 0,0-1 0,0 2 16,0-3-16,0 2 0,0 0 0,0-2 0,0-1 16,0-1-16,0 1 0,0 1 0,0-2 0,0 2 15,0-2-15,0 0 0,0 0 0,0 0 0,0 0 16,12 22-16,1-1 0,-1 0 0,5-1 0,0-1 0,-4 0 0,5-15 0,0-1 15,-1 0-15,-4-5 0,-1 1 16,-1-1-16,-7 1 0,2 0 0,0 1 0</inkml:trace>
  <inkml:trace contextRef="#ctx0" brushRef="#br0" timeOffset="156467.422">6863 11437 0,'0'0'0,"0"0"0,0 0 0,0 0 16,0 0-1,0 0-15,-30 70 16,9-5 0,21-65-16,0 0 0,0 0 0,1 18 0,-1-1 0,0 1 15,0-18-15,5 14 0,-2 2 0,0-2 0,6 0 16,-2-2-16,1 1 0,4-5 0,-1-2 0,2 3 16,3-9-16,1 0 0,2 0 0,-19 0 0,17-10 15,2 2-15,-1-1 0,2-9 0,-2 1 0,-1 0 0</inkml:trace>
  <inkml:trace contextRef="#ctx0" brushRef="#br0" timeOffset="156691.287">7226 11101 0,'0'0'0,"0"0"0,0 0 16,0 0-16,0 0 15,0 0-15,2 83 16,-2-83-16,0 0 0,0 0 15,0 0-15,2 29 0,-2 1 0,2-1 0,-2-4 16,2 1-16,-1-1 0,-2 1 0,1 1 0,0-1 0,0-26 16,2 28-16,-2-6 0,0 4 0,-2-1 0,2-2 0,0 1 15,0-24-15,-4 21 0,2 0 0,-3-1 16,-1-10-16,2 1 0,0-1 0,0-5 0,2-2 16,-1 1-16,3-4 0</inkml:trace>
  <inkml:trace contextRef="#ctx0" brushRef="#br0" timeOffset="157072.835">7040 11530 0,'0'0'0,"0"0"0,0 0 0,0 0 16,69-30-16,11-2 16,-9 7-16,3-1 15,-2 4 1,-72 22-16,0 0 0,0 0 0,0 0 0,21-6 0,-3 0 15,1 1-15,-5 1 0,-2 1 0,0-2 0,-12 5 0,9-2 0,-4 0 0,1-1 16,-1 3-16,-3-2 0,0 2 16,-2 2-16,0-1 0,0 1 0,0-2 0,-4 3 0,-1 0 0,1-2 15,-6 6-15,2 0 0,-3-1 16,11-6-16,-11 7 0,2 1 0,1 1 0,-2-2 16,3 0-16,-1 0 0,8-7 0,-5 12 0,2-2 15,-1 0-15,3 1 0,1 0 0,0 1 0,0-12 0,4 12 16,-2 3-16,0-2 0,9 3 0,-3-3 0,-1 4 15,-7-17-15,8 12 0,2-2 0,-3 2 0,1-3 16,-2 1-16,0 0 0,-2-1 0,1-2 0,-2 1 16,-3-8-16,2 7 0,-2 0 0,0 0 0,-2-2 0,-4-1 15,3 0-15,3-4 0,-10 2 0,4 0 0,-3-2 16,-1 0-16,1 0 0,-2 0 0,0-10 0,2 1 16,2 0-16,-2 0 0,4 2 0,0-1 0</inkml:trace>
  <inkml:trace contextRef="#ctx0" brushRef="#br0" timeOffset="157271.365">7847 11476 0,'0'0'0,"0"0"0,0 0 0,79-3 15,-12-2 1,-6 3-16,-7-3 15,3 1-15,-57 4 16,0 0-16,0 0 0,17-5 0,-4 2 0,1 0 16,-7-3-16,1 1 0,-1 1 0</inkml:trace>
  <inkml:trace contextRef="#ctx0" brushRef="#br0" timeOffset="157465.418">8066 11278 0,'0'0'0,"0"0"0,0 0 16,0 0 0,0 0-16,21 87 15,-6-3-15,-15-84 16,0 0-16,0 0 0,4 24 0,-2-1 0,-2 0 16,2-3-16,-1-1 0,0 1 0,-1-20 0,-1 20 15,1 1-15,0-1 0,0 0 0,0-3 0,0 1 0</inkml:trace>
  <inkml:trace contextRef="#ctx0" brushRef="#br0" timeOffset="157852.602">8441 11282 0,'0'0'0,"0"0"0,63-33 16,3 21 0,-9 26-16,1 9 15,-17 14 1,-41-37-16,0 0 0,0 0 0,0 0 0,12 14 0,-2 2 16,1-2-16,-4 0 0,0 2 0,-2-2 0,-5-14 0,-1 16 0,1-2 0,0 3 0,-4-4 15,0 1-15,2-1 0,2-13 16,-8 12-16,1-1 0,-1-3 0,-1-2 0,-3-2 0,3-1 0,9-3 15,-10 0-15,2 0 16,-1-2-16,-2-2 0,4 1 0,-1-1 0,8 4 0,-10-5 16,3-2-16,-1 0 0,2-3 0,0 1 0,1 3 15,5 6-15,-5-17 0,4 4 0,0-1 0,3-2 16,-1-1-16,1 1 0,-2 16 0,8-18 0,0 3 16,-1-2-16,7 0 0,-3 1 0,0 0 0,6-1 15,0 1-15,-2 0 0,-15 16 0,19-13 0,-1 1 0,0-2 16,3 3-16,-2 0 0,1 0 0</inkml:trace>
  <inkml:trace contextRef="#ctx0" brushRef="#br0" timeOffset="158223.582">9019 11109 0,'0'0'0,"0"0"15,0 0-15,0 0 16,0 0 0,0 63-16,1 5 15,-1-68-15,0 0 0,0 0 0,3 20 16,-2-3-16,1 1 0,-2-18 0,6 18 0,-3-2 15,1 1-15,4-1 0,-3 0 0,-1 1 0,-4-17 0,8 13 16,-1 1-16,1-2 0,2 0 0,-1-3 0,2 0 16,-11-9-16,15 4 0,-1 1 0,1-2 0,0-6 15,-1 0-15,0-1 0,-14 4 0,15-8 0,-5 2 16,1 0-16,-11 6 0,10-15 0,-1 3 0,-1-2 16,-1-2-16,1-2 0,-1 0 0,-7 18 0,6-20 0,1 0 15,0 1-15,-3-2 0,-1 1 0,1 1 0,-4 19 16,4-15-16,-3 1 0,1-1 0,2 4 0,-4 2 15,3 0-15,-3 4 0,1 0 0,1 1 0,-2 4 16,1-3-16,-1 1 0,0 0 0,-3 4 0,3 1 0,0 1 16,0-4-16,-4 7 0,4 0 0,-2 1 0,4 7 0,1-1 0,-3-1 15,0-13-15,1 14 0,1 1 16,-1-1-16,1 6 0,0-1 0,-1 0 0,0-4 16,0-3-16,2 2 0,-3-14 0,4 16 0,-2-1 15,0 0-15,3-3 0,-2 0 0,0-3 0,-3-9 16,6 0-16,-1 0 0,-1 0 0</inkml:trace>
  <inkml:trace contextRef="#ctx0" brushRef="#br0" timeOffset="158465.387">9560 10791 0,'0'0'0,"0"0"0,0 0 0,0 0 16,0 0-16,18 64 15,0 17 1,-7-4-16,-9-8 16,-2-69-16,0 0 0,0 0 0,0 23 0,0 0 15,0 0-15,0-23 0,0 26 0,0-2 16,0 1-16,-4-2 0,2 1 0,0 0 0,2-24 16,-3 17-16,-1 1 0,2-2 0,0-8 0,2-2 15,0 1-15,-2-3 0,2-3 0,0 2 0,0-3 16</inkml:trace>
  <inkml:trace contextRef="#ctx0" brushRef="#br0" timeOffset="158780.643">9721 11251 0,'0'0'0,"0"0"16,0 0-16,0 0 15,0 0-15,67-64 16,-12 5-1,-55 59-15,0 0 0,0 0 0,11-15 0,-1 2 0,0-2 16,-10 15-16,7-11 0,-1 1 0,1-2 0,-1 3 16,-2 1-16,0-1 0,-4 9 0,0-3 0,2-3 15,-1 3-15,-4 2 0,3 1 0,-2 0 0,2 0 16,-4 4-16,0 0 0,0 1 0,-6 4 0,2 0 16,1 0-16,7-9 0,-12 13 0,2-2 0,-1 1 0,0 3 0,1 0 0,-2-3 15,12-12-15,-7 13 0,-1-1 16,1 0-16,-1 0 0,3-1 0,1 0 0,4-11 15,-3 11-15,2-1 0,-1-1 0,8 1 0,-4-3 16,0 0-16,-2-7 0,9 5 0,-1-1 0,-1 0 16,9-8-16,-2 3 0,0-1 0,-3 0 0,-1-1 0,1 1 15</inkml:trace>
  <inkml:trace contextRef="#ctx0" brushRef="#br0" timeOffset="159026.129">10316 11008 0,'0'0'0,"0"0"0,0 0 15,0 0 1,0 0-16,0 0 16,0 0-16,0 0 0,0 0 0,0 0 15,0 0-15,0 0 0,0 0 16,0 0-16,-21 12 0,3 0 0,-1-1 0,8 3 0,1-1 16,1-1-16,9-12 0,-6 16 0,4-1 15,-1 0-15,4 2 0,-1-1 0,0 0 0,0-16 0,2 14 16,-2-1-16,0 0 0,0 0 0,2-3 0,-1 2 15,-1-12-15,0 9 0,0 0 0,0-1 0,-9-2 16,2 2-16,-1-3 0,-7 0 0,2-1 0,-1 1 0,14-5 16,-12 2-16,2 1 0,0-1 0,5 0 0,0 0 15,0-1-15</inkml:trace>
  <inkml:trace contextRef="#ctx0" brushRef="#br0" timeOffset="163302.998">14276 10371 0,'0'0'0,"0"0"0,0 0 16,0 0-16,13 77 15,-5-30 1,7 49-16,-15-96 16,0 0-16,0 0 0,0 0 0,3 18 0,0 0 0,0 0 0,-3-18 0,2 31 0,-2 3 15,0-3-15,0-31 0,1 18 16,-1-2-16,0 2 0,0-18 0,-3 35 0,1 0 15,1-1-15,1-34 0,-3 21 0,3-3 0,0 1 0,0-19 16,-3 35-16,1 1 0,1 0 0,1-36 0,-1 20 0,1-2 0,0 1 16,-2 2-16,2-1 0,0 0 15,0-20-15,0 11 0,0-2 0,0 1 0,0-6 16,0-1-16,0 1 0,0-4 0</inkml:trace>
  <inkml:trace contextRef="#ctx0" brushRef="#br0" timeOffset="163787.447">14720 10567 0,'0'0'0,"0"0"0,0 0 0,0 0 0,0 0 15,59-39-15,5 3 16,-16 3-16,-4-2 15,-44 35-15,0 0 0,0 0 0,13-15 16,-1-1-16,0 3 0,-12 13 0,13-17 0,-2 3 0,1-2 0,-5 3 16,0 0-16,0 0 0,-7 13 15,6-14-15,-1 0 0,-1 0 0,-4 14 0,3-13 16,-3-1-16,0 0 0,-3 4 0,1-1 0,1 2 16,1 9-16,-10-7 0,2 1 0,1-2 0,7 8 15,-11-5-15,-1-2 0,1 0 0,-3 4 0,1 2 16,0-2-16,13 3 0,-14 3 0,-1-1 0,0 0 0,15-2 15,-17 5-15,-1-3 0,1 3 0,-3 2 0,3 2 16,-1 0-16,18-9 0,-16 11 0,1 1 0,0 0 16,2 4-16,0-2 0,1 1 0,12-15 0,-11 18 15,2-2-15,-1 2 0,4 2 0,2 0 0,0-1 0,4-19 16,-3 22-16,3-1 0,0 2 0,0-23 0,3 23 16,-2 1-16,1-1 0,0 2 0,-1 0 0,1-2 0,-2-23 0,4 28 0,-1 0 15,0 0-15,0 0 16,-1-1-16,-1 0 0,-1-27 0,6 28 0,-3 2 15,1-1-15,-4-29 0,5 27 0,-1 0 0,0 0 0,-2-3 16,1 0-16,-1-1 0,-2-23 0,2 23 0,-2 2 16,0-1-16,2-5 0,-2-1 0,0 0 0,-4-4 15,3 0-15,0-1 0</inkml:trace>
  <inkml:trace contextRef="#ctx0" brushRef="#br0" timeOffset="163944.697">14478 10855 0,'0'0'0,"0"0"15,0 0-15,97-48 16,14 4-16</inkml:trace>
  <inkml:trace contextRef="#ctx0" brushRef="#br0" timeOffset="166401.787">16097 10059 0,'0'0'0,"0"0"0,0 0 0,0 0 16,-29-70 0,13 28-16,-30 23 15,46 19-15,0 0 0,0 0 0,0 0 16,-8-4-16,-1 2 0,0 0 0,9 2 0,-18 9 15,3 0-15,-2-1 0,17-8 0,-8 6 0,-1-1 0,1-1 16,8-4-16,-15 24 0,4-1 0,0 2 0,11-25 16,-7 12-16,2 2 0,0-1 0,5-13 0,-6 39 15,0-2-15,-1 3 0,7-40 0,-1 37 0,1 2 16,0-2-16,0-37 0,1 37 0,-1-2 0,0 1 16,0-36-16,4 39 0,-3-1 0,1 1 0,-2-39 0,2 37 15,0 1-15,1 1 0,-3-39 0,2 36 0,0-1 16,-1 2-16,-1-37 0,1 16 0,-1 2 0,0-1 15,0-17-15,0 35 0,0-4 0,0 2 0,0-33 16,0 18-16,0-1 0,0 1 0,-9 1 0,1-2 16,-1-1-16,9-16 0,-6 9 0,1-3 0,0 3 0</inkml:trace>
  <inkml:trace contextRef="#ctx0" brushRef="#br0" timeOffset="166561.317">15647 10724 0,'0'0'0,"0"0"0,0 0 16,73-24-16,8 9 15,-7 5 1,-6-10-16,-68 20 0,0 0 16,0 0-16</inkml:trace>
  <inkml:trace contextRef="#ctx0" brushRef="#br0" timeOffset="166908.955">16097 10710 0,'0'0'0,"0"0"0,0 0 0,0 0 0,0 0 0,66-32 15,-14 4 1,-16 1-1,-36 27-15,0 0 0,0 0 0,8-10 16,0-1-16,-1 2 0,-7 9 0,4-8 0,0 1 16,0-2-16,-4 9 0,-2-4 0,2-2 0,0 2 15,-2 0-15,0 1 0,-1-1 0,3 4 0,-6-2 16,1 2-16,0-1 0,-5 6 0,3-2 0,-1 1 0,8-4 16,-11 8-16,0-1 0,-1 1 0,12-8 0,-12 12 15,0-3-15,-1 2 0,3 4 0,0-2 0,1 1 16,9-14-16,-8 16 0,3-2 0,0 0 0,2 4 0,1-1 15,-1-2-15,3-15 0,5 17 0,-2 1 16,0-4-16,-3-14 0,8 14 0,-1-2 0,-1 1 16,9-3-16,2 0 0,-1 0 0,-16-10 0,22-1 0,-2-2 15,0 3-15</inkml:trace>
  <inkml:trace contextRef="#ctx0" brushRef="#br0" timeOffset="167288.753">16479 10475 0,'0'0'0,"0"0"0,0 0 16,0 0-16,0 0 15,24 85 1,-15-9-16,-9-76 0,0 0 0,0 0 15,4 21-15,-3 1 0,0-1 0,-1-21 0,5 17 16,-2-1-16,-1 1 0,3-5 0,0 0 0,0 0 16,-5-12-16,4 10 0,-1-1 0,1 0 0,-4-9 15,4 7-15,0-3 0,-1 3 0,1-4 0,-3-1 16,0 1-16,-1-3 0,2 0 0,-1 0 0,0 0 16,1-6-16,1 0 0,0 0 0,-3 6 0,3-13 0,1 0 15,0 1-15,-4 12 0,7-16 0,-2-1 0,0 2 16,1-2-16,1 0 0,-1 2 0,-6 15 0,8-17 15,-1 2-15,-1 1 0,3 1 0,-3 0 0,0 2 16,-6 11-16,5-15 0,0 2 0,0-1 0,-1 5 16,-2 0-16,1 2 0,-1 2 0,0 1 0,-2-1 0,2 3 15,-2 2-15,0 0 0</inkml:trace>
  <inkml:trace contextRef="#ctx0" brushRef="#br0" timeOffset="167630.476">16973 10629 0,'0'0'0,"0"0"0,0 0 16,28-72-16,-8 10 15,-16 28 1,-8 10-16,4 24 0,0 0 0,0 0 15,0 0-15,-3-5 0,1-1 0,0 0 0,-5 5 16,1 1-16,0-1 0,6 1 0,-10 6 0,1-2 0,0 0 16,-1 5-16,-1-3 0,2 1 0,9-7 0,-12 11 15,4 1-15,-1-2 0,2 4 0,-1-2 0,1 0 16,7-12-16,-8 14 0,4 0 0,-2 0 0,3 4 16,1-2-16,1 1 0,1-17 0,3 16 0,-2-1 15,0 0-15,6 1 0,-3 0 0,1-2 0,-5-14 0,12 12 16,-1 1-16,0 1 0,-11-14 0,16 10 0,-1-1 15,0 2-15,1-7 0,0 2 0,0-2 0,4-8 16,-1 1-16,0 0 0</inkml:trace>
  <inkml:trace contextRef="#ctx0" brushRef="#br0" timeOffset="168132.503">17217 10439 0,'0'0'0,"0"0"16,0 0 0,0 0-16,0 0 15,0 0-15,75-16 16,-75 16-16,0 0 0,0 0 0,23 0 16,-2 1-16,2-1 0,-23 0 0,15 7 15,0-3-15,0 3 0,-15-7 0,15 12 0,-2 1 0,1 0 16,-4 2-16,0-1 0,0 0 0,-10-14 0,9 19 15,-2-3-15,0 2 0,-7-18 0,3 17 0,-1 0 16,1 0-16,-7 1 0,3-4 0,0 2 0,1-16 0,-6 14 16,2-2-16,-1 2 0,-1-6 0,0 0 15,2 1-15,4-9 0,-8 4 0,2 1 0,0-2 0,0-1 16,0 2-16,2-3 0,4-1 0,-7-1 0,3-1 16,-2 0-16,6 2 0,-3-4 0,-1-2 0,0 2 15,0-6-15,0 2 0,0 1 0,4 7 0,-4-14 0,3 3 16,-1-3-16,6-3 0,-2 3 0,-1-2 0,-1 16 15,2-11-15,1 1 0,0 0 0,7-7 0,-1-1 16,0 1-16,-9 17 0,15-19 0,-1-1 0,-1 0 16,1 3-16,-2-1 0,0-1 0,-12 19 0,12-16 15,-3 1-15,2 0 0,-1 3 0,-3-1 0,1 0 0,-8 13 16,6-8-16,-3-1 0,1 1 0,0 3 0,-3 1 16,0 1-16,2 1 0,-3 0 0,0 1 0,0 0 15,0 1-15,0 0 0,1-1 0,-1 1 0,0 0 16,0 0-16,-1-2 0,1 0 0,0 2 0,0 2 15,0 1-15,0-2 0,0-1 0,-3 5 0,2 1 0,0-3 16,-1 0-16,2 1 0,-2-1 0</inkml:trace>
  <inkml:trace contextRef="#ctx0" brushRef="#br0" timeOffset="169249.101">18244 10331 0,'0'0'0,"0"0"0,0 0 0,0 0 15,0 0-15,0 0 16,0 0-16,0 0 15,0 0 1,0 0-16,0 0 0,0 0 0,0 0 0,0 0 16,0 0-16,0 0 0,-30 14 0,0-1 0,0-1 15,30-12-15,-18 8 0,0-2 0,1 3 0,17-9 16,-24 23-16,3 0 0,0 0 0,21-23 0,-12 13 16,0 0-16,1 0 0,11-13 0,-9 20 0,3 0 0,0 0 15,6-20-15,-4 11 0,2-1 0,-1 1 0,3-11 16,17 17-16,-2 0 0,0-1 0,-15-16 0,10 9 15,-1-2-15,0 0 0,-4-2 0,-2-3 0,1 1 16</inkml:trace>
  <inkml:trace contextRef="#ctx0" brushRef="#br0" timeOffset="169571.498">18553 10315 0,'0'0'0,"0"0"16,0 0-16,0 0 15,0 0 1,-41 75-16,15-9 16,26-66-16,0 0 0,0 0 0,-5 12 15,3 0-15,-1 0 0,2-7 0,-1 0 0,1 0 16,5 7-16,-1-1 0,1 0 0,-4-11 0,9 10 16,0-2-16,-1 0 0,-8-8 0,15 2 0,-1-1 0,-1 0 15,4-5-15,-1-2 0,0 2 0,-16 4 0,17-13 16,-2 1-16,0 1 0,-15 11 0,15-17 0,-1 2 15,-1-1-15,-1-2 0,-3 1 0,2-1 0,-11 18 16,4-17-16,0 1 0,0-2 0,-4 18 0,-2-16 16,2 1-16,0 1 0,-6-2 0,-1 0 0,1 2 0,6 14 15,-8-14-15,-1 2 0,0-1 0,9 13 0,-16-5 16,-1 0-16,2 0 0,-9 6 0,1-1 0,1 0 16,22 0-16,-25 5 0,3-1 0,0-1 0</inkml:trace>
  <inkml:trace contextRef="#ctx0" brushRef="#br0" timeOffset="170393.563">17860 10555 0,'0'0'0,"0"0"0,0 0 0,0 0 16,0 0-16,0 0 16,-72 23-1,-2-8-15,74-15 16,0 0-16,0 0 0,-21-5 0,1 2 0,1-1 16,19 4-16,-17-5 0,2-1 0,1 1 0,3 0 0,2 0 15,0 1-15,4 1 0,0 1 0,0-2 0,5 4 0,5-14 0,0 2 0,0-1 16,9-1-16,-3 0 15,0 0-15,-11 14 0,18-17 0,0 0 0,0 0 16,-18 17-16,18-14 0,0-2 0,1-1 0,1 2 0,-2-2 16,-1 0-16,-17 17 0,16-18 0,0 2 0,1-2 0,-17 18 0,11-16 15,0 1-15,0 0 0,-4 0 16,0 0-16,-1 0 0,-6 15 0,2-12 0,0 0 16,-1-1-16,-1 13 0,-7-8 0,3 0 0,-1 1 15,-5 1-15,2-1 0,1 0 0,7 7 0,-13-2 16,2 0-16,0-1 0,1 8 0,0-1 0,0 0 0,10-4 15,-11 8-15,0 1 0,0-2 0,11-7 0,-10 13 16,2-1-16,1 0 0,7-12 0,-8 18 0,1 0 16,-1-2-16,11 8 0,0 0 0,-1 0 0,-2-24 0,10 28 15,-1-1-15,-1-1 0,-8-26 0,7 30 16,1-3-16,-1 1 0,2 1 0,0-2 0,0 0 0,-9-27 16,9 31-16,-3-1 0,0 0 0,-1-4 0,0 1 0,0-2 15,-5-25-15,3 26 0,1-1 0,0 1 16,-4-26-16,2 25 0,0-2 0,-1 1 0,-2-1 15,-1-1-15,1-1 0,1-21 0,-9 21 0,2-2 0,-1 1 16,8-20-16,-9 12 0,1 0 0,1 1 0,1-8 16,0 3-16,2-4 0</inkml:trace>
  <inkml:trace contextRef="#ctx0" brushRef="#br0" timeOffset="170751.476">19096 10209 0,'0'0'0,"0"0"0,0 0 0,0 0 0,0 0 15,-32 89 1,9-9-16,14-23 16,9-57-16,0 0 0,0 0 0,0 0 0,0 17 0,0-2 0,0 1 0,0-16 15,3 17-15,-3-1 16,0-1-16,0-15 0,5 15 0,-2-2 0,1 1 15,7-2-15,-3-2 0,1-1 0,-2-2 0,-1-2 0,0 1 16,-6-6-16</inkml:trace>
  <inkml:trace contextRef="#ctx0" brushRef="#br0" timeOffset="171283.153">19211 10224 0,'0'0'0,"0"0"0,0 0 16,0 0-16,0 0 16,0 0-16,0 0 15,0 0-15,0 0 0,0 0 16,0 0-16,0 0 0,0 0 0,0 0 0,2 24 15,-1-1-15,0 0 0,-1-23 0,2 21 0,-2 2 16,2-2-16,-4-1 0,0-2 0,1-1 0,1-17 16,-1 16-16,-1-2 0,1 0 0,1-14 0,3 14 0,-2-2 15,0 1-15,-1-13 0,2 16 0,-2-1 0,0-1 16,0-14-16,2 13 0,-1-1 0,0-1 0,-1-11 16,7 10-16,-3 0 0,-1 0 0,3-3 0,-1-2 15,0 2-15,-5-7 0,5 4 0,0 1 0,0-2 0,-5-3 16,8 0-16,-4 1 0,1 0 0,3-3 0,-3 2 0,0 0 0,-5 0 15,9-3-15,-3-2 0,0 1 16,-6 4-16,10-5 0,-2 1 0,1-1 0,-9 5 16,9-7-16,0 0 0,0 1 0,-9 6 0,9-8 0,-1 1 15,-1-2-15</inkml:trace>
  <inkml:trace contextRef="#ctx0" brushRef="#br0" timeOffset="171623.177">19061 10673 0,'0'0'0,"0"0"0,0 0 0,0 0 15,0 0-15,0 0 16,0 0 0,0 0-16,0 0 0,0 0 15,0 0-15,0 0 0,20-21 0,-3-2 0,0 2 16,0 2-16,-1 0 0,0 0 0,-16 19 0,11-12 0,-1 0 15,0-1-15,-10 13 0,7-12 0,1 1 0,-1 0 16</inkml:trace>
  <inkml:trace contextRef="#ctx0" brushRef="#br0" timeOffset="172547.278">19562 10197 0,'0'0'0,"0"0"16,0 0-16,0 0 15,0 0-15,-61 19 16,8 13-16,53-32 0,0 0 0,0 0 16,0 0-16,-14 13 15,1 1-15,1 0 0,12-14 0,-8 12 0,1-1 0,0 1 16,7-12-16,-3 13 0,2-1 0,0-2 0,2 1 15,0-2-15,0 0 0,-1-9 0,8 9 0,-2-1 16,0-1-16,-6-7 0,11 2 0,-2-2 0,0 3 16,5-6-16,-3 0 0,0 0 0,-11 3 0,17-5 15,-1 0-15,1 0 0,-17 5 0,15-5 0,-2 1 0,1 0 16,-14 4-16,9-7 0,2 1 0,-1-1 0,-4 1 16,0 2-16,0-1 0,-6 5 0,4-3 0,-3 2 15,0 0-15,-1 1 0,3-2 0,-3 1 0,0 1 16,0 0-16,1 1 0,-1 2 0,0-2 0,2 9 15,-2-1-15,2 0 0,-2-9 0,4 14 0,-3-2 16,0-1-16,-1-11 0,4 20 0,-1 0 0,-1-2 0,2 8 16,-4-4-16,2 2 0,-2-24 0,1 30 0,-1-2 15,0 2-15,0-30 0,1 25 0,1 3 0,-1-3 16,-1-25-16,1 26 0,-1-3 0,0 2 0,0-25 0,-5 16 0,0 0 0,1-2 16,-7-3-16,1-3 0,1 2 15,9-10-15,-13 4 0,3 2 0,0-1 0,10-5 16,-9 3-16,1-1 0,-1 0 0,9-2 0,-10-2 15,3-3-15,-1 2 0,8 3 0,-6-12 0,1-3 16,0 3-16,5-9 0,0 0 0,0 0 0,0 21 0,7-26 16,-1 0-16,0 1 0,-6 25 0,13-32 0,1 2 15,0 0-15,-14 30 0,22-35 0,-2 2 0,0-1 16,9-2-16,-4 3 0,1-2 0,-26 35 0,33-38 16,-3-1-16,0 0 0,-4 2 0,-1 1 0,-1 0 15,-24 36-15,18-36 0,-1 1 0,0-2 0,-6 7 16,0 0-16,-1 0 0,-6 12 0,1 1 0,1-1 0,-6 18 15,3-8-15,-2 0 0,1 0 0,-8-3 0,4-1 16,0 1-16,2 11 0,-10-12 0,0 1 0,0 1 16,10 10-16,-11-5 0,1 1 0,0 0 0,10 4 15,-13 8-15,2 0 0,0-1 0,11-7 0,-12 21 0,-1 1 16,1-1-16,12-21 0,-7 28 0,1-1 0,0 0 0,6-27 0,-3 31 0,1 2 16,0-1-16,2-32 15,4 37-15,-1 0 0,0-2 0,-3-35 0,3 32 16,1-2-16,0 0 0,-4-30 0,0 0 0,6 26 15,-1-3-15,0 3 0,-5-26 0,6 18 0,-1 0 0,0-1 16,-5-17-16,5 11 0,0 0 0,0-1 0,-5-10 16,6 5-16,-2-1 0,0 0 0,-4-4 0,0 0 15,7-5-15,1-1 0,-1 3 0,-7 3 0,15-10 16,0 0-16,0 1 0,-15 9 0,18-10 0,-1-1 16,-2 2-16,4-1 0,0 1 0,0 0 0,-19 9 0,18-7 15,-2-1-15,1 0 0,-17 8 0,12-3 0,-1-1 16,0 0-16,-11 4 0,9 4 0,-1 0 0,1-2 15,-9-2-15,8 8 0,-3-1 0,0-1 0,-5-6 0,0 0 16,3 12-16,-1 0 0,-1-3 0,-1-9 0,0 14 16,0-2-16,0 1 0,0-13 0,-5 12 0,1-1 15,1 0-15,3-11 0,-6 4 0,4-2 0,0 0 16,2-2-16</inkml:trace>
  <inkml:trace contextRef="#ctx0" brushRef="#br0" timeOffset="172822.565">20526 10219 0,'0'0'0,"0"0"0,0 0 0,77-24 15,-31 8 1,53-1-1,-44 8-15,-55 9 16,0 0-16,0 0 0,32-6 0,-2 0 0,0 3 0,-30 3 16,16-3-16,0 0 0,0-1 0,-16 4 0,26-3 15,-2-1-15,0 1 0,-24 3 0,13-4 0,0 1 16,-1 3-16,-12 0 0,6-2 0,-1 1 0,0 1 16,-5 0-16,1 0 0,1 0 0,-1 0 0</inkml:trace>
  <inkml:trace contextRef="#ctx0" brushRef="#br0" timeOffset="173156.347">20927 10003 0,'0'0'0,"0"0"0,0 0 0,0 0 0,0 0 16,0 0-16,0 0 16,0 0-16,0 0 15,0 0-15,0 0 0,0 0 16,0 0-16,0 0 0,0 0 0,33 0 0,-1-2 15,0 1-15,-32 1 0,26 3 0,0 0 0,0-3 0,-26 0 16,25 3-16,0 0 0,0 0 0,-25-3 0,21 2 16,-2 0-16,-1 0 0,-5 4 0,-1 0 0,0-3 15,-12-3-15,8 6 0,-1-1 0,1 2 0,-4 0 16,-1 0-16,1 0 0,-4-7 0,-4 12 0,3-2 16,0 2-16,-6 0 0,3 1 0,-1-1 0,5-12 0,-8 13 15,2-1-15,-1 0 0,-1 2 0,1-4 0,-1 1 16,8-11-16,-11 14 0,1 0 0,0 0 0,10-14 15,-11 11-15,2 0 0,0 1 0,-1-1 0,2-1 16,-1 3-16,9-13 0,-9 9 0,2-1 0,0 1 0,7-9 16,-8 5-16,3-1 0,0 1 0,3-11 0,2 2 0,0 0 0</inkml:trace>
  <inkml:trace contextRef="#ctx0" brushRef="#br0" timeOffset="173389.135">21592 9724 0,'0'0'0,"0"0"0,0 0 0,0 0 15,0 0-15,0 0 16,12 85-16,10 7 16,-22-92-16,0 0 0,0 0 15,4 28-15,1 0 0,0 0 0,-5-28 0,4 24 16,-3 2-16,1-2 0,1-1 0,1 0 0,0 0 15,-4-23-15,0 20 0,0 1 0,0 0 0,0-21 16,-8 19-16,3 0 0,0 0 0,-6-7 0,2 0 0,0-2 16</inkml:trace>
  <inkml:trace contextRef="#ctx0" brushRef="#br0" timeOffset="173579.66">21568 9786 0,'0'0'0,"0"0"0,0 0 0,52-46 0,11 0 16,1 16-1,-5 2-15,-5 13 16,-21 7-16,-33 8 0,0 0 16,0 0-16,4-1 0,1 1 0,1-2 0,-3 2 0,-2 0 15,1 0-15</inkml:trace>
  <inkml:trace contextRef="#ctx0" brushRef="#br0" timeOffset="173747.438">21543 9977 0,'0'0'0,"0"0"16,0 0-16,96-2 15,10-9 1,-6-3-16,-14-14 15,-86 28-15,0 0 0,0 0 16</inkml:trace>
  <inkml:trace contextRef="#ctx0" brushRef="#br0" timeOffset="173998.673">22182 9546 0,'0'0'0,"0"0"0,23 84 0,-8 2 15,-2 1-15,-5 0 16,2-6 0,-1-1-16,-9-80 0,0 0 15,0 0-15,4 28 0,-3 1 0,0-2 0,-1-27 0,4 24 16,0 0-16,-1-1 0,0-7 0,-2 1 0,1-1 15,-2-7-15,0 0 0,0 0 0,0-9 0,0 0 16</inkml:trace>
  <inkml:trace contextRef="#ctx0" brushRef="#br0" timeOffset="174396.81">22484 9971 0,'0'0'0,"0"0"0,0 0 0,0 0 16,0 0-16,26 67 15,4-18 1,-30-49-16,0 0 0,0 0 0,0 0 0,8 6 16,-1-1-16,-1 1 0,4-8 0,-1 2 0,-1 0 0,-8 0 0,13-9 0,-2 3 0,0-2 15,-11 8-15,12-13 16,1 1-16,-1 0 0,2-6 0,0 1 0,-1 1 15,-13 16-15,10-16 0,0-1 0,0 2 0,-10 15 16,6-14-16,-1 4 0,0-2 0,-2 6 0,-1-2 0,0 1 16,-2 7-16,2-5 0,-1 2 0,0-1 0,-1 4 15,2-2-15,-2 2 0,0-1 0,0 2 0,0-1 16,0 0-16,0 0 0,0 4 0,0 0 0,0-1 16,-2 4-16,2 0 0,0-1 0,0-6 0,4 11 15,-3-1-15,0 2 0,6-1 0,-3 1 0,2 0 0,-6-12 16,9 16-16,-3-2 0,0 0 0,-6-14 0,9 18 0,-3-2 15,0 1-15,5-2 0,-2-3 0,-1 0 16,-8-12-16,14 9 0,-2 0 0,-2 0 0,-10-9 16,19 5-16,-1-3 0,-1 1 0,4-8 0,-1-2 0,0 3 0</inkml:trace>
  <inkml:trace contextRef="#ctx0" brushRef="#br0" timeOffset="183985.457">1271 12283 0,'0'0'0,"0"0"0,0 0 0,0 0 16,0 0-16,0 0 0,0 0 15,0 0 1,2 68-16,1-31 16,-3-37-16,0 0 0,0 0 0,1 26 0,-1-2 0,0 1 15,3-12-15,-3 1 0,0 0 0,0 10 16,0 1-16,0 1 0,2-14 0,-2 2 0,0 0 16,0-14-16,-5 25 0,4-1 0,-2 1 0,1-11 15,-1 0-15,3-2 0,-6 8 0,1-1 0,-1-1 0,6-18 16,-3 9-16,1 0 0,0 0 0,-1-4 0,3-3 15,-3 3-15</inkml:trace>
  <inkml:trace contextRef="#ctx0" brushRef="#br0" timeOffset="184194.102">1017 12806 0,'0'0'0,"0"0"0,0 0 0,0 0 0,0 0 15,0 0 1,0 0-16,0 0 15,72 14-15,-1-8 16,-71-6-16,0 0 0,0 0 0,20 1 0,-4 1 0,2-2 16,0 0-16,-4 0 0,2 0 0,-1-2 0,-1 1 15,-1-1-15,1-2 0,-3-1 0,2 1 0,-3-8 16,-1 1-16,0 1 0,-4-3 0,-1 1 0,1 1 16,-5 11-16,0 0 0,0 0 0</inkml:trace>
  <inkml:trace contextRef="#ctx0" brushRef="#br0" timeOffset="184351.403">1051 12253 0,'0'0'0,"0"0"0,0 0 0,0 0 0,0 0 16,0 0-16,93-43 15,-14 13-15,-79 30 16,59-30-16,-59 30 0</inkml:trace>
  <inkml:trace contextRef="#ctx0" brushRef="#br0" timeOffset="184696.49">1502 12559 0,'0'0'0,"0"0"0,0 0 0,0 0 0,-12 86 16,-1-25-16,13-61 15,-16 24-15,16-24 16,0 0-16,0 0 0,0 0 0,-7-3 0,3 0 16,1 1-16,-1-6 0,2 1 0,0 0 0,13-19 15,0 2-15,-3 0 0,-11 19 0,0 3 0,1 0 16,2-5-16,0 2 0,0-1 0,7-4 0,-4 1 16,1-1-16,0 1 0,3 0 0,-3 0 0,5 2 0,-3 0 15,0 0-15,3 2 0,0 2 0,0-1 0,2 0 16,-1 2-16,1-1 0,3 4 0,0 1 0,-3-2 0,2 7 15,1-1-15,-3-1 0,3 5 0,-3-2 16,0-1-16,0 5 0,-2-3 0,1 2 0,-4 3 0,-1 0 16,1-2-16,-3 1 0,-3 0 0,3 0 0,-9-1 15,3 1-15,0-2 0,-7-1 0,4 0 0,-2-1 16,-3-7-16,3 0 0,-1-2 0,4 0 0,-1-2 16,1 2-16,5 0 0,0 0 0,0 0 0</inkml:trace>
  <inkml:trace contextRef="#ctx0" brushRef="#br0" timeOffset="185012.005">1925 12370 0,'0'0'0,"0"0"0,55-46 16,-55 46-16,74-68 16,-74 68-16,55-69 15,-27 18-15,-22 12 16,-6 39-16,0 0 0,0 0 0,-4-8 0,3 0 0,0 0 15,-4 2-15,-1 1 0,3 0 0,-7 3 0,4-3 16,-3 3-16,-1 2 0,1-2 0,1 2 0,-2 3 16,1-1-16,0 2 0,1 5 0,-3 0 0,1 1 0,1 4 15,0-2-15,-1 1 0,10-13 0,-8 17 0,-1-2 16,0 2-16,4 3 0,0 0 0,-1-1 0,1 3 16,3-2-16,-1 1 0,0 4 0,3-2 0,0 0 15,-3 3-15,3-1 0,0 0 0,0 0 0,0 0 0,0-1 16,-3 0-16,3-1 0,-2 1 0,-1-2 0,2-1 15,-2-2-15,-1-3 0,-2 0 0,1-2 0,-1-5 16,3-2-16,0 0 0,1-3 0,-1-2 0,-1 0 16</inkml:trace>
  <inkml:trace contextRef="#ctx0" brushRef="#br0" timeOffset="185149.479">1812 12621 0,'0'0'0,"0"0"0,0 0 0,0 0 0,86-23 0,-6-5 16,-80 28-16,49-20 16</inkml:trace>
  <inkml:trace contextRef="#ctx0" brushRef="#br0" timeOffset="185430.065">2143 12656 0,'0'0'0,"0"0"0,0 0 0,0 0 0,0 0 15,0 0 1,0 0-16,0 0 16,0 0-16,0 0 15,0 0-15,0 0 0,0 0 0,0 0 0,0 0 16,0 0-16,0 0 0,0 0 0,0 0 0,0 0 16,0 0-16,19-28 0,0 3 0,0 1 0,-13 7 15,1 2-15,0-1 0,-12 12 0,1 0 0,2 1 16,-7 5-16,4 0 0,0-1 0,-1 6 0,-1-1 15,0 1-15,2 4 0,2 1 0,-3-3 0,2 3 0,2-1 16,0 1-16,-1 0 0,3 1 0,0-3 0,3 1 16,-1 1-16,-2 1 0,6-3 0,-3 1 0,0-1 15,-1-2-15,-1-2 0,2 0 0,-1-1 0,-2-2 16,3-1-16,-3-2 0,0 0 0,0 0 0</inkml:trace>
  <inkml:trace contextRef="#ctx0" brushRef="#br0" timeOffset="186027.997">2313 12553 0,'0'0'0,"0"0"0,0 0 16,0 0-16,0 0 16,66 41-16,-14 2 15,-24-10-15,-28-33 0,0 0 16,0 0-16,6 11 0,-6 1 0,2-1 0,-4-2 15,2 0-15,-3-1 0,0-1 0,3-2 0,-3 1 16,3-3-16,-3-1 0,3 2 0,0-4 0,-2 1 0,-2 1 16,1-2-16,1 0 0,0 0 0,2 0 0,-4-5 15,2 1-15,-1 1 0,1-4 0,-1 0 0,3 0 16,-3-4-16,1-1 0,1 1 0,1-6 0,0-1 16,0 1-16,6-3 0,-3 2 0,2-1 0,1 3 0,-2 1 0,3 0 0,3 0 0,1 0 15,-2 1-15,2 4 16,-4 1-16,2-1 0,-9 10 0,14-8 0,-5 2 15,2 0-15,-3 5 0,0-2 0,-1 1 0,2 4 16,-3-1-16,2 1 0,-2 5 0,-1-1 0,-1 1 0,0-2 16,-1 0-16,-1-1 0,2 5 0,-2 1 0,1-1 15,2 2-15,-2-3 0,1 1 0,0-2 0,0-1 16,1-1-16,-3 0 0,2-1 0,1 3 0,0-5 16,0 3-16,1-1 0,1-1 0,0-1 0,-2 3 0,1-7 15,-1 2-15,1 0 0,-1-5 0,1 2 0,2-1 16,-2-1-16,-1-1 0,1 1 0,2-5 0,-3 1 15,1-2-15,-6 11 0,6-9 0,-1 0 0,-3 2 16,1-4-16,-3 2 0,1-1 0,-2 2 0,1 2 16,0 0-16,-5 0 0,-1 0 0,1 0 0,0 3 15,2 0-15,-3 0 0,-1 3 0,1 0 0,-1 0 0,0 3 16,-2 1-16,2 1 0,7-5 0,-9 6 0,3-1 16,1 2-16,-4 0 0,2 3 0,1-3 0,1 6 15,-1-2-15,0 1 0,4 0 0,2 0 0,-2 1 16,4 1-16,0-2 0,-2 1 0,6 1 0,0 0 15,-1 0-15,3-5 0,1 0 0,-1 0 0,5-8 0,-4 1 16,2-2-16,0-2 0,-1 1 0,2 0 0,1-7 16,-1 0-16,1 1 0,-2 1 0,-5 2 0,2-3 15</inkml:trace>
  <inkml:trace contextRef="#ctx0" brushRef="#br0" timeOffset="186422.66">2855 12484 0,'0'0'0,"0"0"0,0 0 0,0 0 0,0 0 0,0 70 16,2-26 0,-2-27-1,0-11-15,0-6 0,0 0 16,0 0-16,0 0 0,0 0 0,0 0 0,0 0 0,0 0 16,0 0-16,-2 9 0,-1-2 0,3 1 0,-3-4 15,3 0-15,-2 1 0,2-5 0,2-12 0,1 3 16,-3 0-16,3 0 0,-3 3 0,2 0 0,5-14 0,0 1 0,1 0 0,-8 19 15,6-11-15,-4 0 0,2 1 16,-2 4-16,-2 3 0,3-1 0,-3 4 0,11-12 16,0 0-16,-2 1 0,-2 5 0,-1 0 0,-1-1 15,-5 7-15,17 3 0,-5-2 0,1 2 0,-2-1 16,-5-1-16,1 1 0,-7-2 0,12 14 0,-4 0 16,1 0-16,-9-14 0,5 7 0,0 1 0,1 0 0,-9 12 0,2-3 15,0 1-15,1-18 0,-1 12 0,1-2 16,-3 1-16,-6 4 0,5 0 0,-4 1 0,8-16 15,-3 7-15,-3 1 0,3 0 0,0-6 0,3 2 16,-3-2-16,6-13 0,-3 0 0,1 2 0,-1 9 0,3-8 16,-3 0-16,0 1 0,2 4 0,-2 1 0,0-1 15,0 3-15,0-2 0,0 2 0,0 0 0,0 0 16,0 0-16</inkml:trace>
  <inkml:trace contextRef="#ctx0" brushRef="#br0" timeOffset="186783.555">3224 12412 0,'0'0'0,"0"0"0,0 0 0,0 0 0,0 0 15,0 0-15,0 0 16,-29 73-16,10-15 16,19-58-16,0 0 0,0 0 15,-2 12-15,-1 1 0,1-1 0,3-3 0,0 0 0,2 0 16,2-4-16,-2 2 0,3 2 0,5-6 0,-2 3 16,1-2-16,-10-4 0,15 3 0,0-1 0,-1 1 0,8-7 15,-5 3-15,2-2 0,0-3 0,0-1 0,-2 0 0,4-2 0,-4 0 0,0 0 16,-1-5-16,0 2 0,-2-3 15,-14 15-15,11-15 0,0 1 0,-2 0 16,-1 1-16,-5 1 0,2 1 0,-2 3 0,-2 1 16,0 1-16,1-1 0,-2 2 0,0 0 0,0 5 0,-3-2 15,-1 0-15,2 0 0,-7 4 0,1-2 0,2 1 16,-4 5-16,4 0 0,-3-1 0,-2 2 0,3 2 16,0 0-16,8-9 0,-11 12 0,4-1 0,0 1 0,2 1 0,4 0 0,0 0 15,2 0-15,0 0 0,2 1 16,-3-14-16,2 12 0,1 2 0,-2-1 0,6 1 15,-2 0-15,1-2 0,11 1 0,-6-3 0,3 0 16,3-2-16,2-3 0,-4 1 0,0-4 0,-2 0 16,-2 1-16,-5-3 0,2 0 0,-3 1 0,-1-1 15,-2 0-15,0 0 0</inkml:trace>
  <inkml:trace contextRef="#ctx0" brushRef="#br0" timeOffset="187253.053">4024 12352 0,'0'0'0,"0"0"0,63-39 16,3 6-16,-2 3 15,-7 0-15,-19-1 16,-7 3 0,-31 28-16,0 0 0,0 0 0,7-5 0,-3-1 15,1-1-15,-1 2 0,-3 0 0,0 2 0,-5 0 0,2 0 16,-3-1-16,-7 3 0,2-1 0,1 0 0,-7 4 15,0 0-15,1-1 0,15-1 0,-19 6 0,0-1 16,0 0-16,2 0 0,-1 2 0,0-3 0,3 7 16,0-3-16,0 2 0,2-1 0,2-1 0,1 1 0,2-5 15,2 2-15,0-2 0,3-1 0,1-1 0,-2 1 16,8 5-16,-2-3 0,-2 2 0,12-2 0,-3 1 16,0-1-16,9 0 0,-4-1 0,2-1 0,0 0 15,-4 0-15,2 0 0,1-3 0,-1 0 0,-1 2 16,-3-4-16,0 2 0,1 0 0,-6 0 0,-1 0 15,1 0-15,-5 0 0,0 2 0,0-1 0,0-1 16,-6 4-16,2 1 0,0 1 0,-7 3 0,0 1 0,1-1 16,-5 1-16,3-1 0,-1 0 0,-3 3 0,-2 0 15,0 1-15,2-1 0,2 2 0,1-1 0,13-13 16,-9 12-16,1 3 0,-1-2 0,3 3 0,2-3 16,-1 1-16,2 1 0,3 0 0,0-1 0,5 0 0,0-2 0,1 1 0,2 0 0,1-2 15,-3 0-15,12-3 0,-4 0 16,1 0-16,-15-8 0,23 1 0,0 0 0,-2-1 0,5-5 15,-2 0-15,1 1 0,-3-8 0,0 3 16,0-2-16</inkml:trace>
  <inkml:trace contextRef="#ctx0" brushRef="#br0" timeOffset="187629.995">4373 12434 0,'0'0'16,"0"0"-16,0 0 0,3 67 0,3-9 15,-4-17 1,-6-11-16,-3-11 16,7-19-16,0 0 0,0 0 0,-3 4 15,1-1-15,-1-1 0,1-2 0,2 0 0,0 0 16,1-4-16,0 0 0,1 1 0,-2 3 0,3-10 16,0 1-16,-3 0 0,3-7 0,-3 2 0,2-1 15,0 4-15,-2 1 0,0 0 0,2 5 0,-2 1 0,0-1 16,7-14-16,1 1 0,-1-2 0,4 3 0,-1-2 0,1 3 0,1 5 0,-5 1 15,1-1-15,1 7 16,0 1-16,1-2 0,1 8 0,0-2 0,0 0 16,0 3-16,-2 3 0,1-2 0,1 6 0,1-1 0,-3-1 15,0 3-15,-3-1 0,2 2 0,-8-13 0,4 15 16,-2 0-16,1 0 0,-1 1 0,-2-2 0,0 1 16,-5 0-16,5 1 0,-2-1 0,2-15 0,-6 13 15,3-1-15,-2 1 0,-2-5 0,1 0 0,2 0 16,-1-6-16,1 0 0,0 1 0,6-6 0,0 0 0,-1-1 15,-1 4-15,8-8 0,-4 0 0,2-1 0,-2 4 16,1-2-16,-2 1 0</inkml:trace>
  <inkml:trace contextRef="#ctx0" brushRef="#br0" timeOffset="188078.732">4881 12388 0,'0'0'0,"0"0"0,0 0 0,0 0 15,0 0-15,0 0 16,0 0-1,-73 7-15,73-7 0,0 0 0,0 0 0,-19 2 16,4 0-16,-1 0 0,0 3 0,2 3 16,1-2-16,4-1 0,1 1 0,2-1 0,6-5 0,-4 6 15,2 0-15,-1 0 0,5-1 0,-1 0 0,0 0 16,6 0-16,-1-3 0,0 0 0,-6-2 0,11 3 16,-2 0-16,1-2 0,1 1 0,0-2 0,0 0 0,3-2 15,-1 2-15,-1-1 0,-12 1 0,11-1 0,0 1 16,0-2-16,-1 1 0,-1-1 0,-1 2 0,-2 0 15,-3 0-15,2 0 0,2 5 0,-3-1 0,1 1 16,-5-5-16,6 7 0,-4 2 0,0-2 0,2 5 16,-1-1-16,-3 0 0,2 4 0,0 0 0,2-1 15,-4-14-15,0 19 0,2-1 0,-2 1 0,-2 0 0,2 1 16,0-1-16,-4 2 0,1-1 0,-1-1 0,-2 1 16,4-2-16,-4 1 0,0-2 0,3-2 0,-1 3 15,-1-8-15,1 1 0,2 0 0,-4-2 0,3-2 16,-2-1-16,5-6 0,-4 6 0,1 0 0,-1-1 15,1-3-15,-2 0 0,2-2 0,-5 0 0,2-2 16,-1 1-16,7 1 0,-7-6 0,-1 0 0,2 0 0,0-5 16,1 1-16,1-1 0,0-2 0,1-4 0,-2 4 15,8-8-15,-1 0 0,-2 3 0,0 18 0,9-22 16,-4-1-16,-1 0 0,9-4 0,-1 3 0,-1-1 0,-1 7 16,-2 2-16,-1-1 0,-3 8 0,1 2 15,-2-1-15</inkml:trace>
  <inkml:trace contextRef="#ctx0" brushRef="#br0" timeOffset="188226.513">5041 12320 0,'0'0'0,"0"0"16,0 0-16,0 0 0,25 89 15,-9-14 1,-16-21-16,-10-8 16,10-46-16,0 0 0,0 0 0,0 0 15,-6 8-15,0 0 0,1-1 0,-4-9 0,4-1 16,0 0-16,2 0 0,0-2 0,-2 1 0</inkml:trace>
  <inkml:trace contextRef="#ctx0" brushRef="#br0" timeOffset="188359.998">4964 12124 0,'0'0'0,"0"0"0,0 0 0,0 0 16,0 0-1,0 0-15,0 0 16,0 0-16</inkml:trace>
  <inkml:trace contextRef="#ctx0" brushRef="#br0" timeOffset="188648.402">5150 12420 0,'0'0'0,"0"0"16,0 0-16,12 65 16,-9-16-1,-9-31-15,-10-21 16,19-63-16,-3 66 0,0 0 15,0 0-15,2-14 0,-2 0 0,2 1 0,-2 13 0,0-6 16,0 2-16,0-1 0,-2 1 0,2-1 0,0 0 16,2-4-16,0 2 0,-1-2 0,-1 9 0,6-9 15,-3-3-15,0 3 0,6 0 0,-1 1 0,-4-1 0,8 4 16,-3 2-16,0-1 0,5 8 0,-3-3 16,0 2-16,-11-3 0,15 6 0,-1 2 0,-1-1 15,6 4-15,-5 0 0,1 0 0,-15-11 0,14 15 0,-4 1 16,3-2-16,-7 5 0,1-1 0,-1-1 0,-2-2 15,-1 0-15,1-1 0,-7-1 0,1-1 0,0 1 16,-6-3-16,2 0 0,-1 0 0,3-4 0,-3-1 16,3 1-16,1-4 0,0 1 0,1-1 0</inkml:trace>
  <inkml:trace contextRef="#ctx0" brushRef="#br0" timeOffset="188996.435">5538 12470 0,'0'0'0,"0"0"0,0 0 0,0 0 16,0 0-16,0 0 15,50-55-15,-13 4 16,-18 20-16,-19 31 0,0 0 16,0 0-16,0 0 0,2-9 0,0-1 0,1 2 15,-4 2-15,1 1 0,0-1 0,-2 3 0,0 1 0,0 1 16,2 1-16,-6 0 0,1 0 0,-1 0 0,0 3 15,-3 0-15,2-1 0,-1 9 0,-1-3 16,1 0-16,1 4 0,1-1 0,-3-1 0,9-10 16,-6 12-16,2-1 0,0 0 0,2 1 0,0-1 0,0-1 15,6 2-15,-2-1 0,-2 1 0,0-12 0,4 13 16,0-1-16,-1 3 0,9-2 0,-5 0 0,2 0 16,7-2-16,-1-1 0,0 1 0,-15-11 0,17 9 15,0-1-15,-2 0 0,6-3 0,-3-1 0,2-2 0,5-4 16,-5 0-16,1-2 0,-21 4 0,19-10 0,0 1 15,0 0-15,-8 0 0,0 3 0,1-2 0</inkml:trace>
  <inkml:trace contextRef="#ctx0" brushRef="#br0" timeOffset="192767.268">5752 10666 0,'0'0'0,"0"0"0,0 0 15,0 0-15,0 0 16,0 0-16,0 0 15,0 0 1,0 0-16,0 0 0,0 0 0,0 0 0,10 30 0,-3-3 0,2 1 0,-4-11 16,-2 1-16,1-2 0,-4-16 0,3 32 15,-1-1-15,1 1 0,-3-32 0,3 18 0,-3-1 16,0-1-16,4 23 0,2 0 0,-1-1 0,-5-38 16,4 57-16,1-3 0,0 1 0,-5-55 0,9 57 15,-5-1-15,1 2 0,-5-58 0,7 54 0,-1 3 16,0-3-16,0 6 0,1 0 0,-1 1 0,-6-61 15,8 68-15,0-2 0,-1 0 0,-7-66 0,9 70 0,-3 0 16,2-1-16,-2-4 0,1 0 0,-1 0 0,0-2 16,0-2-16,1 0 0,-7-61 0,7 76 0,0-2 0,2 2 0,1 9 15,-2 1-15,1-1 0,3 2 16,-6 0-16,1-1 0,-7-86 0,8 73 0,-2-1 16,-3 0-16,0-21 0,0 2 0,-1-2 0,0-27 0,-2 0 0,2 0 0,-2-24 0,-4 30 15,4-1-15,-2 0 16,0-14-16,1 2 0,0-2 0,1-15 0,-3 33 15,1 0-15,-1 1 0,3-34 0,-3 37 0,1 2 16,1-1-16,0-18 0,-1-1 0,2 2 0,-2-15 0,2 1 16,0 1-16</inkml:trace>
  <inkml:trace contextRef="#ctx0" brushRef="#br0" timeOffset="195387.566">1910 10833 0,'0'0'0,"0"0"0,0 0 0,0 0 0,0 0 0,0 0 15,87-5 1,-34 3-16,31-2 0,-84 4 15,0 0-15,0 0 0,14 0 0,2 0 16,-3-1-16,-13 1 0,32-2 0,-5-1 0,1 3 16,-13-2-16,-1 1 0,1 1 0,-15 0 0,51-3 0,-2-2 15,2 2-15,4-1 0,0 1 0,-3 0 0,-52 3 16,57-3-16,-1-2 0,-1 2 0,-1-1 0,1 1 16,1 0-16,-56 3 0,52-3 0,1 1 0,-4-1 15,-2 1-15,-1 2 0,-2-2 0,-44 2 0,24 0 0,-3 0 16,0 0-16,-21 0 0,42 2 0,-1 0 0,-3 0 0,-15-1 0,-1 1 15,1-2-15,-23 0 0,48 6 0,-3-1 16,0-1-16,13 1 0,-2-2 0,-2-1 16,-54-2-16,57 5 0,2-3 0,-3 0 0,-3 0 15,-2-1-15,0 1 0,-51-2 0,45 0 0,-2 0 0,0 0 16,-43 0-16,40-2 0,-1 1 0,2 1 0,2-2 16,-1 1-16,0 1 0,-42 0 0,47-3 0,-1 3 15,-3 0-15,-43 0 0,45-2 0,0 2 0,1 0 16,3-1-16,4 1 0,-4 0 0,-49 0 0,61 0 15,1 0-15,-1 0 0,-61 0 0,57-2 0,-1 2 16,1 0-16,-57 0 0,57 2 0,0-1 0,0-1 0,5 0 16,-3 0-16,1 0 0,-60 0 0,65 0 0,-1 0 15,1 0-15,-65 0 0,57-1 0,0-1 0,2 2 16,-59 0-16,46-2 0,-2 0 0,1-1 0,-24 1 0,1 1 0,-1 0 16,-21 1-16,36-2 0,0-1 0,0 0 0,-36 3 0,19-3 0,1 3 15,-2-3-15,-18 3 0,37-3 16,-4-1-16,2 2 0,-35 2 0,40-5 0,-2 2 0,1 1 0,-39 2 15,37-5-15,1 2 0,-2 0 16,0-2-16,-2 2 0,1 1 0,-35 2 0,20-4 16,-4 2-16,-1 1 0,12-5 0,0 3 0,1 1 15,-12-3-15,-2 3 0,0-1 0,-14 3 0,38-6 16,-4 2-16,0-1 0,5-1 0,-1 2 0,1-1 16,-39 5-16,41-6 0,-1 1 0,-1 0 0,3 0 15,0 1-15,-3-2 0,-39 6 0,39-3 0,0-2 0,-1 1 16,3-1-16,-1 1 0,0 1 0,0-2 0,1 1 15,1 2-15,-42 2 0,42-5 0,0 3 0,0-2 16,0 1-16,-2 1 0,0 2 0,-40 0 0,41-3 16,-3 0-16,1 1 0,4 0 0,-3 0 0,1 2 15,-41 0-15,44-4 0,-1 1 0,-2 1 0,7 2 16,-4-4-16,2 2 0,-1 0 0,0 1 0,-1 0 0,-44 1 16,47-4-16,-2 2 0,1 0 0,0-1 0,-1 3 15,0-2-15,-45 2 0,75-3 0,-1 1 0,-1 0 16,4-3-16,0 3 0,0-1 0,-77 3 0,66-2 15,-3 2-15,0-2 0,-2 1 0,-1 0 0,-1 1 0,-59 0 16,55-2-16,0 1 0,0 1 0,-28-2 0,-2 2 16,0 0-16,-25 0 0,43-4 0,1 2 0,-1-1 15,9 0-15,1 0 0,-2 0 0,-51 3 0,57-3 16,-4 1-16,0 0 0,6-3 0,-1 1 0,1 1 0,-59 3 0,69-5 0,0 2 16,-1-1-16,9 0 15,-1-1-15,0 1 0,-76 4 0,72-4 0,2 1 0,-1 0 16,-6 1-16,-2 0 0,0 0 0,-65 2 0,59-3 15,-2 1-15,0 1 0,-57 1 0,69-2 0,-4 0 16,1 0-16,12-1 0,-4-1 0,1 2 0,-75 2 16,74-3-16,0 0 0,1 1 0,-5-2 0,-2 4 0,1-3 15,-69 3-15,64-4 0,-1 2 0,1-1 0,-12-1 16,-1-1-16,0 3 0,-51 2 0,24-3 0,-1 2 0,-1-2 16,14-3-16,-2 0 0,0 2 0,-34 4 15,18-2-15,0-2 0,-1 1 0,29-5 0,-3 2 16,1-1-16,-44 7 0,46-8 0,0 1 0,0 0 0,3-1 15,0 0-15,-1 2 0,-48 6 0,53-9 0,-2 2 16,0-1-16,-51 8 0,51-9 0,0 2 0,-2-2 16,7-2-16,-2 4 0,1-2 0,-55 9 0,68-10 15,0-1-15,-1 1 0,10-3 0,-1 3 0,-1-3 0,-75 13 16,75-10-16,-3-1 0,0 1 0,-72 10 0,67-9 16,-1 2-16,-1-1 0,-3 2 0,-3-1 0,1 0 15,-60 7-15,59-6 0,1-1 0,0 2 0,9-2 16,0 1-16,-1-2 0,-68 8 0,89-7 0,0-2 15,-1 3-15,-4-3 0,-1 3 0,-2 0 0,-81 6 16,74-6-16,-2 2 0,0-2 0,-72 6 0,67-5 0,-1 0 16,0 1-16,0-2 0,2 0 0,-1 0 0,-67 6 15,81-6-15,-2-1 0,1-1 0,8 0 0,-2 1 16,-1 0-16,-85 7 0,81-5 0,-3-1 0,0 1 16,-78 5-16,65-4 0,0 1 0,-1-1 0,-9 1 0,-3 1 15,0 0-15,-52 2 0,55-4 0,-2 2 0,1 1 16,3-4-16,0 3 0,0 0 0,-57 2 0,57-3 15,0-1-15,-2 1 0,1-2 0,0 1 0,0 2 0,-56 2 16,57-7-16,0 2 0,0 1 0,7-3 16,-2 2-16,0 1 0,-62 4 0,69-6 0,0-1 0,-1 1 15,-68 6-15,73-7 0,1 1 0,-1 0 0,-73 6 16,76-6-16,-3 1 0,0 0 0,17-2 0,-2 3 16,1-2-16,-89 6 0,93-6 0,0 0 0,0 1 15,-93 5-15,90-7 0,-3 2 0,-1 1 0,-86 4 0,79-6 0,0 0 0,-1-1 16,-3 2-16,-2-1 0,0 0 15,-73 6-15,76-8 0,-2 2 0,-1 0 0,3-1 16,-2 0-16,0 0 0,-74 7 0,76-7 0,-1-1 16,-1 0-16,-74 8 0,72-5 0,-2 0 0,0-1 15,-3 1-15,-1 1 0,0-1 0,-66 5 0,63-2 0,0-3 16,0 2-16,-2-1 0,1-1 0,-2 2 0,-60 3 16,55-6-16,0 2 0,-1-1 0,-5 0 0,-4 1 0,2-2 0,-47 6 0,43-6 15,1 2-15,-1-1 16,-1-2-16,0 0 0,-2 0 0,-40 7 0,42-6 0,-1 0 15,1 0-15,-42 6 0,21-5 0,-2 3 0,1-3 16,25-1-16,-3-4 0,0 2 0,-42 8 0,47-9 16,-3 0-16,1 2 0,-1-1 0,0-1 0,-1 0 15,-43 9-15,44-9 0,-1 1 0,-1-1 0,-42 9 16,39-7-16,0-1 0,0 1 0,-3-1 0,0 1 16,0 1-16,-36 6 0,38-6 0,-2 0 0,0 1 15,-36 5-15,20-4 0,-3 2 0,1 0 0,15 2 0,1-2 16,-1 0-16,-33 2 0,19-1 0,0 0 0,-1 0 15,-18 1-15,25-1 0,0 1 0,0 0 0,-12 0 0,0 0 0,0 0 16,-13 0-16,21-1 0,1 1 0,-1-1 16,-10 0-16,1 1 0,-2-2 0,-10 2 0,5 0 15,-1 0-15,0 0 0,-2 0 0,0 0 0,-1 0 16,14 0-16,-1-1 0,-1 0 0,-13 1 0,10-1 16,-3 1-16,1 0 0,-3 0 0,-3 0 0,1 0 15,0-2-15,-3 2 0,0 0 0,0 0 0,0 0 0,0 0 16,0 0-16,8 14 0,-3 1 0,0-2 0,-2-4 0,1-1 0,0 0 15,-4-8-15,7 13 0,-4-1 16,1 2-16,0-7 0,-3 0 0,0-2 0,-1-5 16,-2 17-16,2-2 0,0 1 0,0-16 0,-2 8 0,2 1 15,0 0-15,-2 14 0,2 2 0,0-2 0,0-23 16,-3 14-16,3-2 0,0 2 0,0-14 0,-1 32 16,1-2-16,0 0 0,-1-12 0,1-3 0,0 1 15,0-16-15,2 37 0,1 0 0,-1 0 0,1-18 16,-2 1-16,1-1 0,-2-19 0,-4 42 0,1-1 15,1 0-15,2-41 0,-4 23 0,2 0 0,2 1 0,-3 24 0,2-3 0,-1 2 16,2-47-16,-1 48 0,0-3 16,0 1-16,2-1 0,0 0 0,0 0 0,-1-45 15,2 43-15,-1 1 0,0 0 0,-5 2 0,2-1 16,-1 2-16,3-47 0,-2 47 0,0 0 0,2 1 16,-2 0-16,1 0 0,0 0 0,1-48 0,1 52 0,0 0 15,1-1-15,0 2 0,-2-2 0,0 1 0,0-52 16,-2 53-16,2 0 0,-2 1 0,2-54 0,2 57 15,0-1-15,-1-1 0,-2 21 0,-1-2 0,2 0 16,-4-1-16,0-1 0,0 2 0,4-74 0,-3 63 16,-1-2-16,0 1 0,3-7 0,1 0 0,0-2 0,0-53 15,0 28-15,0-2 0,0 1 0,-10 22 0,1-1 16,1 0-16,8-48 0,-10 54 0,2-1 0,1 2 16,0-2-16,3 1 0,-2 0 0,6-54 0,-4 57 15,1 1-15,1-3 0,-2 4 0,0-2 0,0 0 0,4-57 16,-2 56-16,1-1 0,-1 1 0,-2-5 0,1-3 15,0 2-15,3-50 0,-7 59 0,3-2 0,0 1 16,4-58-16,0 0 0,-2 52 0,2 0 0,0-1 16</inkml:trace>
  <inkml:trace contextRef="#ctx0" brushRef="#br0" timeOffset="197519.691">2007 10796 0,'0'0'0,"0"0"0,0 0 0,0 0 15,0 0-15,0 0 16,0 0-16,0 0 16,0 0-16,0 0 0,0 0 15,0 0-15,0 0 0,-27 0 0,5 0 16,-3 0-16,8 2 0,4-2 0,-1 0 0,14 0 0,-24-2 15,-1 2-15,0-1 0,11 1 16,0-2-16,1 2 0,-17-2 0,-1 0 0,1 1 16,30 1-16,-16-2 0,-2 2 0,3-2 0,-21-1 0,3 2 15,0 0-15,14-1 0,-1 0 0,2 1 16,11-1-16,0 2 0,-2 0 0,-29-1 0,-1 1 0,1 0 16,-4 3-16,2 0 0,-1-1 0,20-1 15,2 0-15,-2 0 0,-13 6 0,-2-4 0,2 1 16,16 0-16,0-3 0,-3 0 0,-6 4 0,0-2 15,0 1-15,27-4 0,-14 2 0,-2 1 0,1-1 16,-6 2-16,-2-1 0,2 0 0,8-1 0,4-1 0,0 0 16,9-1-16,-7 2 0,3-2 0,1 0 0,-10 9 15,-1-2-15,3 2 0,2-6 0,1 2 0,0-1 16,8-4-16,-9 14 0,2 1 0,-2 0 0,4-8 0,1 2 0,2-1 16,0 10-16,2 0 0,0 0 0,0-18 15,-3 10-15,3 1 0,0-2 0,3 20 0,-3-1 16,2 1-16,-2-29 0,2 16 0,-2 0 0,0 0 15,-2 22-15,2-1 0,0 0 0,0-17 0,0 1 16,0-1-16,0-20 0,-2 44 0,2-2 0,-3 3 0,1 0 0,-1-3 0,2 3 16,1-45-16,0 45 0,-2 0 15,2-1-15,0 17 0,2 0 0,-2-1 0,-2 8 0,2 0 16,-3-1-16,3-67 0,-8 63 0,4 1 16,0-2-16,-7-8 0,5 1 0,-2-2 0,3-26 15,1-3-15,2 0 0,2-24 0,-5 29 0,3 1 16,1 0-16,0 7 0,-1 0 0,2 1 0,0-38 0,-6 41 15,6 0-15,-2 0 0,4 1 0,-2-2 0,0 1 16,0 1-16,3 2 0,-3-3 0,0-41 0,5 43 16,-5-2-16,1 0 0,2-3 0,-3 0 0,0 0 15,2-3-15,1 2 0,-3-3 0,0-34 0,4 47 0,-2-2 16,0 0-16,3 2 0,-2 1 0,0-1 0,0-24 16,-3 0-16,3 0 0,-3-23 0,2 8 0,-2 1 0,0 0 0,9 17 15,-5 1-15,3-1 0,-2-10 16,-2 0-16,0-2 0,0 14 0,-1 0 0,-2-1 15,3-10-15,-3-3 0,0 2 0,2 9 0,-2-2 0,0 1 16,0-11-16,0 1 0,0-2 0,2 6 0,-2 0 16,0 0-16,0-8 0,0 0 0,0-1 0,4 4 15,-2 3-15,1-3 0,-3-5 0,3-3 0,-3 3 16,3-5-16,-3 1 0,0-2 0,0-1 0,0-1 0,0 0 16,0 0-16,0 0 0,0 0 0,0 0 0,0 0 15,0 0-15,6 15 0,-2-3 0,3 0 0,-5-4 16,0-1-16,1 0 0,-3-7 0,0 0 0,0 0 15,1 2-15,1 1 0,-2 0 0,3-2 0,-3-1 16,0 2-16,0-2 0,0 0 0,0 0 0,0 0 16,0 0-16,0 0 0,0 0 0,0 0 0,0 0 0,16 3 15,1-3-15,0 1 0,-6 0 0,-3-1 0,0 0 16,11-1-16,-5 1 0,0 0 0,-3-1 0,-3 1 16,-1-1-16,14-1 0,-2 2 0,0 0 0,-8 0 15,-2 0-15,1 0 0,15 0 0,-3 0 0,1 0 0,-13-2 16,4 2-16,-2 0 0,22-1 0,2 0 0,-2 1 15,6-2-15,-1-1 0,2 1 0,0-1 0,-3-1 16,1 1-16,6-1 0,-4 1 0,2-1 0,5-3 16,-1-2-16,-1 2 0</inkml:trace>
  <inkml:trace contextRef="#ctx0" brushRef="#br0" timeOffset="200469.928">1588 14422 0,'0'0'0,"0"0"0,0 0 0,0 0 16,0 0-16,0 0 15,0 0-15,0 0 16,0 0-16,0 0 16,0 0-16,0 0 0,0 0 0,0 0 15,0 0-15,0 0 0,0 0 0,0 0 0,0 0 16,-4 0-16,4 0 0,-3 0 0,3 2 0,-2-2 16,2 0-16,-2 0 0,2 0 0,0 0 0,0 0 0,0 0 15,0 0-15,9 12 0,0-1 0,-3 0 0,-1-2 16,0-3-16,1 0 0,15 9 0,2-3 0,-1 1 15,-5-6-15,-6-1 0,2 1 0,12-7 0,2 2 16,-2-1-16,-10 1 0,-1-2 0,0 0 0,15 0 16,-1 0-16,2 0 0,-30 0 0,15 2 0,0-2 0,2 0 0,15 0 15,-1 0-15,-1 0 0,-30 0 0,17 0 16,2 0-16,-3 0 0,34 4 0,-6-1 0,3 0 16,2 1-16,1-2 0,-1 1 0,-49-3 0,47 2 15,0 0-15,-4 0 0,-1-1 0,2-1 0,-3 0 0,-41 0 16,20 0-16,1 0 0,-1 0 0,18 2 0,0-1 15,1 0-15,-39-1 0,45 2 0,1 1 0,-2-3 16,0 1-16,-3 0 0,0 1 0,-41-2 0,44 2 16,-2 1-16,1-3 0,5 2 0,-3-2 0,3 1 0,-48-1 15,49 2-15,-2-1 0,0 0 0,0 1 0,-3-2 16,0 0-16,-44 0 0,38-3 0,1 2 0,-1 1 16,-19-2-16,-2 2 0,2 0 0,-19 0 0,34-5 15,0 0-15,2 3 0,-36 2 0,19-5 0,1 3 16,-2 0-16,25 1 0,1-1 0,-1-1 0,8 0 15,-1 0-15,1 1 0,-51 2 0,51-2 0,0 0 16,0 1-16,-51 1 0,54-2 0,0 1 0,-1 0 0,9 1 16,-1-1-16,-3 0 0,-58 1 0,57-3 0,-3 1 15,0-1-15,-8 0 0,-1 0 0,1 0 0,-46 3 16,20-2-16,1 0 0,2 0 0,-23 2 0,38-6 16,2 2-16,-1-1 0,3-1 0,2 1 0,-3 0 0,-41 5 0,38-5 0,1 2 0,0 0 15,0-3-15,1 2 16,0 0-16</inkml:trace>
  <inkml:trace contextRef="#ctx0" brushRef="#br0" timeOffset="209116.545">6501 12131 0,'0'0'0,"0"0"0,0 0 0,0 0 15,0 0-15,0 0 16,0 0-16,20 83 16,-20-83-16,0 0 0,0 0 0,0 0 15,3 18-15,0 0 0,1-1 0,2 11 0,-4-2 16,2 2-16,-4-28 0,2 14 0,1-1 0,-3 3 16,1 10-16,-1 1 0,0-2 0,0-25 0,0 15 0,0-1 15,0 1-15,0-15 0,0 6 0,0-1 0,0 1 16,0-5-16,0 1 0,0-1 0,0-1 0,0 1 15,0-1-15,0 0 0,0 2 0,0-2 0,0 0 0</inkml:trace>
  <inkml:trace contextRef="#ctx0" brushRef="#br0" timeOffset="209506.919">6691 12485 0,'0'0'0,"0"0"0,0 0 0,0 0 15,0 0 1,0 0-16,0 0 16,79-62-16,-79 62 0,0 0 15,0 0-15,21-20 0,-3 2 0,2 0 0,-7 4 16,-2 2-16,-1-1 0,-3 5 0,-1 0 0,2 0 16,-8 8-16,1-7 0,0 1 0,0 1 0,1-1 0,-2 0 15,0 0-15,1 1 0,-1 3 0,0-3 0,0 5 16,0-2-16,0 1 0,0 0 0,0-1 0,0 2 15,0 0-15,-5 2 0,4-1 0,-2-1 0,-6 3 16,4 2-16,-2-3 0,0 5 0,-1-3 0,1 2 0,7-6 16,-9 9-16,1-1 0,-3-1 0,1 5 0,3-3 15,-3 0-15,-3 3 0,4 0 0,0-3 0,9-9 16,-12 13-16,4-2 0,-1 0 0,2-1 0,1 0 16,0 0-16,2 0 0,2 1 0,-1-2 0,3-9 0,0 9 0,0 0 15,0 0-15,7-1 0,-5 1 16,2-1-16,7 0 0,0 1 0,-3 0 0,-8-9 0,14 5 15,0 2-15,-1 0 0,2-9 0,0 1 0,0 0 0,0-7 16,0 2-16,1 0 0</inkml:trace>
  <inkml:trace contextRef="#ctx0" brushRef="#br0" timeOffset="210657.367">6906 12320 0,'0'0'0,"0"0"15,0 0-15,0 0 16,0 0-16,0 0 16,0 0-16,0 0 15,0 0-15,0 0 0,0 0 16,0 0-16,0 0 0,0 0 0,0 0 0,0 0 16,0 0-16,0 0 0,-20 12 0,1-2 0,-2 0 0,9-2 0,1-1 15,0-2-15,11-5 0,-8 16 16,-1-1-16,2 0 0,2-6 0,1 0 0,2 0 0,2-9 15,-4 19-15,4 0 0,0-1 0,0-18 0,0 12 0,0-3 16,0 2-16,0-11 0,1 16 0,-1-1 16,0 0-16,0-5 0,0-3 0,0 0 0,0-7 15,0 4-15,0-1 0,0 0 0,0-3 0,8 10 0,-3-2 16,1 1-16,-1-4 0,-3 0 0,2 1 0,-4-6 16,14 2-16,-1 0 0,-2-1 0,-11-1 0,8 1 15,1 0-15,-3-1 0,-6 0 0,16-1 0,-4 0 16,1-2-16,-7 1 0,2 2 0,-3 0 0,-5 0 0,2-2 15,0 2-15,2-1 0,-4 1 0,3-2 16,-3 2-16,0 0 0,0 0 0,0 0 0,0 0 0,0 0 16,0 0-16,0 0 0,0 0 0,8-11 0,1 1 15,0 1-15</inkml:trace>
  <inkml:trace contextRef="#ctx0" brushRef="#br0" timeOffset="211945.277">6920 12344 0,'0'0'0,"0"0"16,0 0-16,0 0 16,0 0-1,0 0-15,0 0 16,0 0-16,0 0 16,0 0-16,0 0 0,-21 19 0,0 0 0,2 0 0,19-19 15,-13 13-15,2-2 0,0 0 0,1 10 0,2-1 16,1 0-16,7-20 0,-4 13 0,2-3 0,-3 1 15,5-11-15,-4 18 0,3 1 0,0-2 0,-2-4 16,3-4-16,0 1 0,0-10 0,9 13 0,-3 2 0,0 1 16,-6-16-16,6 7 0,-2 1 0,0 0 0,-4-8 15,21 1-15,1-1 0,-1 0 0,-8-1 0,-2 1 16,1 0-16,-12 0 0,26-14 0,-1 0 0,2 2 16,-27 12-16,16-9 0,-2 2 0,-1-2 0,-13 9 0,21-21 0,-1-2 15,-2 1-15,-7 9 0,-1 0 16,1 0-16,-11 13 0,5-22 0,-1 1 0,0 0 0,-4 21 15,0-11-15,2-1 0,-1 0 0,-1 12 0,-7-9 16,0-2-16,-1 1 0,3 6 0,-1-1 0,3 1 16,3 4-16,-22-5 0,1 0 0,-1 1 0,22 4 15,-12-4-15,1 1 0,0 1 0,11 2 0,-30 6 16,3 1-16,-1-2 0,14 2 0,-1-2 0,0-2 0,15-3 16,-8 2-16,1-1 0,3 2 0</inkml:trace>
  <inkml:trace contextRef="#ctx0" brushRef="#br0" timeOffset="212689.061">7529 12277 0,'0'0'0,"0"0"0,0 0 16,0 0-1,0 0-15,-108 35 16,24 5-16,38-4 16,46-36-16,0 0 0,0 0 0,0 0 0,-8 9 15,1 2-15,1-1 0,2-1 0,2-2 0,0 0 16,2 0-16,0-1 0,0 0 0,0-6 0,6 3 16,-2-1-16,1-1 0,8-2 0,-2 0 0,0 1 15,9-4-15,-5-1 0,1 1 0,-16 4 0,22-7 0,-4-1 0,2-1 16,-1-3-16,0 1 0,-2 0 0,1-1 15,0 1-15,-3-1 0,-15 12 0,13-9 0,1 0 16,-1-1-16,-5 4 0,-2 1 0,2-1 0,-4 4 16,0-2-16,1 3 0,-5 1 0,1-2 0,-1 2 15,0 0-15,0 0 0,0 3 0,0-3 0,2 7 16,-1 0-16,0 0 0,-1-7 0,-2 12 0,2-2 0,0 0 16,-3 6-16,0 2 0,1-1 0,0 4 15,2 0-15,0-2 0,0-19 0,2 23 0,-2-1 0,0 2 16,2-1-16,-2 0 0,0 0 0,3 0 0,-2 2 15,2-2-15,-3-23 0,4 22 0,-3 0 0,2 1 0,-3-6 16,0-1-16,0 0 0,0-16 0,2 14 0,-2-1 16,0-1-16,-2-1 0,2-1 0,0-1 0,-3 0 0,0-4 15,1 2-15,2-7 0,-9 5 0,2-2 16,-1 0-16,-5-3 0,1 0 0,3 0 0,-8-3 16,4-3-16,-1 1 0,14 5 0,-13-9 0,-2-1 15,2 0-15,2-1 0,1-1 0,0 0 0,3-3 16,1 2-16,-1-1 0,5-4 0,2 0 0,-3 1 0,3 17 15,6-23-15,0 2 0,-2 1 0,7-4 0,1 2 0,-1-1 16,-11 23-16,17-24 0,0-3 0,1 3 0,3-3 16,-1 3-16,-3-1 0,2-1 0,-2 2 15,1 0-15,-7 8 0,0-1 0,0 3 0,-2 7 0,-5 0 16,0-1-16,-1 5 0,0 1 0,-3 0 0,0 2 16,9-11-16,-1 1 0,-1 0 0,2 2 0,-1 2 15,-4-2-15,-4 8 0,3-1 0,-2-1 0,2 0 16,-3 2-16,-5 5 0,1 1 0,2 0 0,8 6 15,-1 0-15,0 2 0,-5-14 0,9 16 0,0 3 0,-1-1 16,-8-18-16,7 21 0,-1-1 0,2 0 0,-3 2 16,-1-1-16,0-1 0,-4-20 0,3 20 0,0-1 15,-1-1-15,-2-18 0,0 11 0,0-1 0,0 1 16,1-12-16,-1 1 0,0 0 0,0 0 0,6-13 16,-6 0-16,0 1 0</inkml:trace>
  <inkml:trace contextRef="#ctx0" brushRef="#br0" timeOffset="212802.918">7756 12189 0,'0'0'0,"0"0"16,0 0-16,0 0 15,0 0-15</inkml:trace>
  <inkml:trace contextRef="#ctx0" brushRef="#br0" timeOffset="213040.498">8207 12145 0,'0'0'0,"0"0"0,0 0 0,0 0 15,0 0 1,-66 66-16,7-5 16,59-61-16,0 0 0,0 0 0,-10 17 0,-2-2 0,1 1 15,6-2-15,0-2 16,0 2-16,5-3 0,0-2 0,0-1 0,0-8 15,2 12-15,1-3 0,0 0 0,8-3 0,-4 0 0,2 0 16,8-2-16,2 0 0,-3-1 0,-16-3 0,26-2 16,-2 1-16,0-1 0,4-4 0,-2 0 0,0 0 15,-26 6-15,30-11 0,-2 1 0,2 0 0</inkml:trace>
  <inkml:trace contextRef="#ctx0" brushRef="#br0" timeOffset="213396.085">8676 12242 0,'0'0'0,"0"0"0,0 0 0,0 0 0,0 0 15,0 0 1,-73-30-16,7 30 16,66 0-16,0 0 0,0 0 0,-18 7 0,-1-2 15,0 1-15,4 2 0,0 1 0,2 0 16,13-9-16,-12 12 0,3-3 0,0 0 0,4 0 0,1 0 16,-2 0-16,6-9 0,1 10 0,1-5 15,-1 1-15,-1-6 0,5 6 0,0-2 0,1 1 16,5-8-16,3 3 0,-3-2 0,6-5 0,1 2 15,-1-2-15,-17 7 0,16-9 0,-2 0 0,0 2 0,1-4 16,-1-1-16,1 3 0,-15 9 0,14-14 0,0 2 16,-1 0-16,-3 3 0,0-1 0,0 1 0,-10 9 15,5-8-15,2 3 0,-4-2 0,1 5 0,-3-3 16,2 1-16,-3 4 0,2 0 0,-2 0 0,0 0 16,-2 4-16,2 1 0,-3-3 0,3-2 0,-2 9 0,2-1 15,0 1-15,-3 3 0,3-1 0,0 0 0,0-11 16,4 16-16,-3-2 0,2 0 0,-1-2 0,0 2 15,0-2-15,-2-12 0,7 10 0,-3-1 0,1 0 16,4-7-16,0-1 0,-1 2 0,-1-3 0,-1 0 16,1 0-16,-3-3 0,-2 3 0,0 0 0</inkml:trace>
  <inkml:trace contextRef="#ctx0" brushRef="#br0" timeOffset="213585.563">8878 11822 0,'0'0'0,"0"0"0,0 0 0,0 0 16,0 0-16,6 97 16,-1 0-16,-3-10 15,-2-87-15,0 0 0,0 0 16,0 27-16,0 0 0,0 0 0,0 0 0,0 0 16,0-2-16,0-25 0,0 20 0,0-1 0,0-1 0,1-8 15,-1 0-15,0 0 0,0-10 0</inkml:trace>
  <inkml:trace contextRef="#ctx0" brushRef="#br0" timeOffset="213909.449">9215 12083 0,'0'0'0,"0"0"0,0 0 0,59-45 15,-4 20 1,-10 25-16,-7 17 0,-4 11 31,-34-28-31,0 0 0,0 0 0,11 15 0,-1-3 0,-1 2 16,-9-14-16,6 14 0,-2 0 0,1-1 0,-1-1 0,-2-1 15,-2 1-15,0-12 0,-2 9 0,2 0 0,0 0 16,-1-3-16,1-2 0,-3 1 0,3-5 0,-2 4 16,2-2-16,0 1 0,0 0 0,0-3 0,0 1 15,0-1-15,-1 0 0,1 0 0,0 0 0,-4-6 0,2 2 0,-1 0 0,3 4 16,-6-11-16,0-1 0,-1 3 15,2-9-15,3 0 0,-1 1 0,5-5 16,-2 1-16,0 0 0,0 21 0,6-21 0,-3 3 0,1-3 16,6 5-16,-1 4 0,1-2 0,-10 14 0,13-12 15,1 1-15,-2-1 0</inkml:trace>
  <inkml:trace contextRef="#ctx0" brushRef="#br0" timeOffset="214236.213">9739 12034 0,'0'0'0,"0"0"16,0 0-16,0 0 16,38-51-16,-4 3 15,-16 12 1,-17 3-16,-1 33 0,0 0 16,0 0-16,-1-8 0,-1 0 0,0-1 0,-4 4 15,0 0-15,0 0 0,6 5 0,-10-2 0,4 2 16,-3-2-16,9 2 0,-11 4 0,1-1 0,1-1 0,-7 7 15,4-1-15,-1 0 0,0 4 0,1 1 0,1-1 16,11-12-16,-9 14 0,1 0 0,-1 0 0,9-14 16,-6 16-16,0-2 0,-1 1 0,5 2 0,0-1 0,2-1 0,0-15 15,6 18-15,-1-4 0,-3 2 16,9-2-16,1-1 0,-1 1 0,6-2 0,-1-2 0,0 1 16,-16-11-16,23 4 0,-2 2 0,0-2 0,5-8 15,0 1-15,0-2 0,-8 1 0,-1-1 0,0 2 16,-7-1-16,-2 1 0,-1 1 0,-3 1 0,-2 0 15,1 1-15</inkml:trace>
  <inkml:trace contextRef="#ctx0" brushRef="#br0" timeOffset="214588.911">10274 11860 0,'0'0'0,"0"0"0,0 0 16,0 0 0,-87 24-16,10 11 15,28-3-15,49-32 16,0 0-16,0 0 0,-12 14 0,3 0 0,0-3 0,9-11 15,-3 11-15,0-1 0,0 1 0,-1-2 0,4-1 16,0 1-16,0-9 0,4 7 0,-3-3 0,1 1 16,4 0-16,2-1 0,-1-1 0,-7-3 0,15 0 15,-2-2-15,-2 1 0,3-1 0,-1-2 0,1 1 0,-14 3 16,15-7-16,0-1 0,0 2 0,0-5 0,0 1 16,0 1-16,-15 9 0,14-9 0,-1 0 0,0 0 15,-5 2-15,1 0 0,-1 2 0,-8 5 0,8-2 16,-3 0-16,0-1 0,1 5 0,-4-1 0,0 1 15,-2-2-15,2 5 0,0-1 0,-2 1 0,3 4 0,-3-2 16,0 2-16,0-9 0,3 12 0,-3-3 0,1 0 16,-1-9-16,2 12 0,0-3 0,-1 0 0,5-2 15,-2 1-15,0-2 0,-4-6 0,4 7 0,0-2 16,0-1-16,9-6 0,-1 2 0,-1-2 0,-11 2 0,19-7 16,-3 0-16,0 0 0,5-5 0,-2-2 0,1 1 15,-20 13-15,19-19 0,2 0 0,-2 0 0</inkml:trace>
  <inkml:trace contextRef="#ctx0" brushRef="#br0" timeOffset="-214681.851">10612 11796 0,'0'0'0,"0"0"16,0 0-16,0 0 15,0 0-15,-62 20 16,27 12 0,35-32-16,0 0 0,0 0 0,0 0 0,-2 13 0,0 0 0,2-1 0,4 4 15,1-4-15,0 2 0,-5-14 16,11 14-16,-2 0 0,-1 0 0,4 2 15,-3-2-15,2 2 0,-11-16 0,8 9 0,1 3 0,-1-3 16,-1 3-16,-2-3 0,0 0 0,-5-9 0,1 7 16,-1-1-16,0 1 0,0-7 0,-10 3 0,2-3 15,1 2-15,-7-4 0,-3-1 0,2 1 0,15 2 0,-16-9 16,1 0-16,0 2 0,4-12 0,0 3 16,0-2-16</inkml:trace>
  <inkml:trace contextRef="#ctx0" brushRef="#br0" timeOffset="-214370.419">10823 11809 0,'0'0'0,"0"0"15,0 0-15,0 0 16,31 73-16,-5-4 16,-14-16-1,-12-53-15,0 0 0,0 0 0,0 0 0,7 13 0,-2 0 16,1 0-16,-6-13 0,5 10 0,1-1 15,1 2-15,2-4 0,3 1 0,-3 0 0,-9-8 0,12 1 16,0 1-16,0 0 0,0-7 0,-1 1 0,0 0 16,-11 4-16,10-9 0,-1-2 0,-1 1 0,1-5 15,-5 2-15,1 0 0,-6-6 0,1 1 0,0 0 16,0 18-16,-8-18 0,3 1 0,0 1 0,-6 3 0,0 1 16,0 0-16,11 12 0,-18-10 0,2 1 0,0-1 15,-6 3-15,1 2 0,3-2 0,18 7 0,-25-2 16,3 0-16,0 0 0,1 3 0,3 0 0,0 1 0,18-2 15,-15 2-15,2-1 0,-1 1 0,5-1 0,3 0 16,0-1-16</inkml:trace>
  <inkml:trace contextRef="#ctx0" brushRef="#br0" timeOffset="-213982.219">11178 11816 0,'0'0'0,"0"0"0,0 0 0,0 0 15,36 65-15,-12 1 16,-14-15 0,-5-15-16,-4-13 15,-1-23-15,0 0 0,0 0 0,-1 3 0,1 1 16,0 1-16,-1-3 0,1-2 0,0 2 0,0-2 16,1-5-16,0 1 0,0 2 0,2-10 0,0 3 15,-1-1-15,-2 10 0,5-14 0,-1 1 0,0-2 16,3-2-16,-1 1 0,0 0 0,-6 16 0,10-21 15,0 0-15,0 0 0,0 1 0,-1 1 0,-1 1 0,-8 18 0,11-14 0,-1 0 16,1 0-16,0 5 0,-1 0 16,-1 0-16,-9 9 0,10-8 0,-1 1 0,0 1 15,3 6-15,-2 1 0,0-1 0,-10 0 0,12 8 16,-3 0-16,1-3 0,3 8 0,-1-1 0,1-2 0,-4 6 16,0-3-16,0 0 0,-9-13 0,9 16 0,-2 0 15,1 0-15,-8-16 0,3 16 0,0-2 0,-1 0 16,1 0-16,-3 0 0,0-1 0,-3-1 0,3-2 15,0 1-15,0-11 0,-4 4 0,3-1 0,0 2 16,3-12-16,-2 2 0,0-1 0,3 0 0,-2 2 16,0-1-16</inkml:trace>
  <inkml:trace contextRef="#ctx0" brushRef="#br0" timeOffset="-213825.176">11762 11761 0,'0'0'16,"0"0"-16,0 0 15,36 75-15,-9-4 16,-19-13-16,-14-23 16,6-35-16,0 0 0,0 0 0,0 0 15,-5 4-15,0-1 0,0 1 0,1-2 0,0-2 16,1 0-16</inkml:trace>
  <inkml:trace contextRef="#ctx0" brushRef="#br0" timeOffset="-213700.285">11744 11575 0,'0'0'0,"0"0"0,0 0 0,0 0 0,0 0 15</inkml:trace>
  <inkml:trace contextRef="#ctx0" brushRef="#br0" timeOffset="-213364.008">11995 11806 0,'0'0'0,"0"0"0,0 0 0,0 0 0,25 64 16,-10-19-16,-9-25 15,-4-19 1,-2-1-16,0 0 0,0 0 0,-8-22 0,0-1 16,1 2-16,7 21 0,-6-14 0,0 1 0,1-1 15,13 11-15,-3 2 0,-1-2 0,-4 3 0,8-14 16,-1 2-16,1-2 0,-1-4 0,1 1 0,-1-1 15,-7 18-15,9-17 0,0 1 0,0 0 0,-9 16 0,11-10 16,-1 0-16,-1 0 0,3 4 0,-3 0 0,-1 0 16,-1 3-16,-1 1 0,0 0 0,-3 0 0,-1-1 15,0 3-15,-2 0 0,2-1 0,-2 1 0,2 0 0,11 20 0,-1-1 16,-1-1-16,0 6 0,-1-2 0,0 3 16,-10-25-16,9 19 0,-2 1 0,1 0 0,-6-4 15,-2 0-15,0 0 0,0-16 0,-1 11 0,1 0 16,0 0-16,4-4 0,-3-1 0,0 1 0,-1-7 15,9 0-15,-1 0 0,1 0 0,-1-2 0,-2 2 16,0-2-16,-2-1 0,-1 3 0,1-1 0</inkml:trace>
  <inkml:trace contextRef="#ctx0" brushRef="#br0" timeOffset="-212838.151">12674 11726 0,'0'0'0,"0"0"16,0 0-1,0 0-15,0 0 16,0 0-1,-83-18-15,83 18 0,0 0 0,0 0 16,-25 1-16,0 1 0,0-1 0,12 2 0,-1 0 16,1 0-16,5-2 0,3 2 0,0-2 0,5-1 15,-7 10-15,0 1 0,1-2 0,5 1 0,1 1 16,0-1-16,0-10 0,3 9 0,0-2 0,0 3 16,4-3-16,1 0 0,-1-1 0,-7-6 0,12 3 0,1-2 15,-1 0-15,-12-1 0,16-1 0,-2 0 0,-1-2 16,5-1-16,0 0 0,-1 0 0,-17 4 0,15-6 15,0 0-15,0 0 0,-4 1 0,0-1 0,0 1 16,-11 5-16,7-3 0,-1-1 0,0 1 0,-3 2 16,-1-2-16,0 2 0,0 2 0,0 3 0,-1-3 0,-1-1 15,4 11-15,0-2 0,0 0 0,-1 4 0,-2-2 16,1 1-16,-2-12 0,3 16 0,0 0 0,0-1 16,-1 6-16,0-1 0,0 0 0,-2-20 0,6 23 15,-3 1-15,1-2 0,1 6 0,-1-3 0,0 3 0,-4-28 16,4 28-16,-4-3 0,2 3 0,-2-28 0,-2 26 0,2-3 0,0 0 15,-3-1-15,2-3 0,-1 2 0,2-21 16,-5 17-16,3-4 0,0 3 0,-6-4 0,1-1 0,-1 1 16,2-7-16,1-1 0,0 3 0,2-2 15,1-3-15,-1 1 0,-11-6 0,0 1 0,0-1 16,14 3-16,-19-4 0,4 1 0,-2-1 0,4-3 16,1 2-16,1-2 0,11 7 0,-8-5 0,1-1 15,1 2-15,6 4 0,-5-10 0,1 1 0,0 1 16,7-8-16,-2 1 0,1-2 0,-2 17 0,11-21 15,-2 0-15,-1 0 0,9-3 0,0 2 0,-1-3 16,-16 25-16,21-20 0,0 1 0,0 0 0,-1 3 0,-1-2 16,-1 0-16,-18 18 0,0 0 0,19-21 0,-3 0 15,0 1-15</inkml:trace>
  <inkml:trace contextRef="#ctx0" brushRef="#br0" timeOffset="-209403.951">13549 10291 0,'0'0'0,"0"0"15,0 0-15,0 0 16,0 0-16,0 0 15,0 0 1,0 0-16,0 0 0,0 0 0,0 0 0,0 0 0,0 0 16,0 0-16,0 0 0,10 27 0,-1-3 0,-1 2 15,-8-26-15,7 16 0,-1-2 0,-1 2 0,-5-16 16,4 23-16,2 1 0,-2-2 0,-1-10 0,-1 2 0,1-2 16,-3-12-16,3 28 0,-1 1 0,0-1 0,-2-28 0,4 16 0,-3-2 0,1 0 15,-2-14-15,4 37 16,-1-3-16,0 3 0,-3-37 0,4 21 0,-2-2 0,-1-1 15,-1-18-15,1 46 0,0-4 0,1 2 0,-2-44 16,2 44-16,0-1 0,1-1 0,-3-42 0,4 45 16,-3-4-16,0 1 0,-1-42 0,4 51 0,-2 0 15,1 1-15,-3-52 0,3 57 0,0 2 0,0-1 16,-3-58-16,5 59 0,-3-1 0,0 0 0,-2-58 16,6 54-16,-4-1 0,1-2 0,-3-51 0,6 63 0,-2-2 15,-1 2-15,-3-63 0,8 58 0,-4 0 0,2-1 16,-6-57-16,6 51 0,-1-1 0,0-1 0,-5-49 15,5 51-15,0-2 0,-1-1 0,3 5 0,-2 0 16,0 0-16,-5-53 0,2 28 0,1-4 0,-1 3 0,4 17 16,0 2-16,-2-2 0,-4-44 0,7 44 0,-3 0 15,-1 0-15,-3-44 0,4 23 0,-2-2 0,1 0 16,-3-21-16,6 43 0,-2-1 0,-1 0 0,-3-42 16,5 44-16,-1-3 0,0 1 0,2 2 0,-2 0 15,-1-1-15,-3-43 0,6 41 0,-4-1 0,1 1 0,-3-41 16,1 20-16,0-1 0,1-1 0,-2-18 0,2 25 15,-2 2-15,0-1 0,0-26 0,0 14 0,0 0 16,0-1-16,0-13 0,0 6 0,0-2 0,0 3 16,0-7-16,1 21 0,0-2 0,1 1 0,-2-20 15,0 11-15,2 1 0,-1-2 0,4 19 0,0-1 0,0 0 16,-5-28-16,4 16 0,-2-1 0,1 0 0,-3-15 16,3 28-16,-1-3 0,-1 0 0,-1-25 0,3 15 15,-3-2-15,2 1 0,-2-14 0,1 5 0,-1 2 16,0-3-16</inkml:trace>
  <inkml:trace contextRef="#ctx0" brushRef="#br0" timeOffset="-199978.096">14175 11626 0,'0'0'0,"0"0"0,0 0 0,0 0 16,0 0-16,0 0 16,0 0-1,0 0-15,0 0 0,0 0 0,0 0 16,0 0-16,0 0 0,0 0 0,0 0 0,0 0 15,-34-6-15,4 4 0,-2-2 0,32 4 0,-19-3 16,1 0-16,0 2 0,-6 14 0,1 2 0,1 0 16,22-15-16,-14 10 0,3-1 0,0 0 0,11-9 15,-18 28-15,3 0 0,-2 0 0,17-28 0,-10 16 0,1 0 16,1-1-16,8-15 0,-5 27 0,1 0 16,0-1-16,4-26 0,-2 14 0,1 2 0,0-2 0,1-14 15,11 20-15,-1 1 0,0 0 0,-10-21 0,6 12 16,0-3-16,0 3 0,23-3 0,-3-3 0,0 2 0,-26-8 15,16 4-15,-1-1 0,0 1 0,-15-4 0,30-9 16,-1 2-16,1-2 0,-30 9 0,18-7 0,-2 2 16,0 0-16</inkml:trace>
  <inkml:trace contextRef="#ctx0" brushRef="#br0" timeOffset="-199537.229">14270 11533 0,'0'0'0,"0"0"0,0 0 15,0 0 1,18 95-16,-7-7 16,2-10-16,-13-78 0,0 0 0,0 0 0,3 23 15,-1 0-15,-1 0 16,0-2-16,1-3 0,-2 1 0,0-19 0,2 15 15,-1 0-15,0-1 0,1 0 0,-2-4 0,0 1 0,0-11 16,2 9-16,-1 0 0,0 1 0,2-4 0,-3-3 16,0 3-16,0-6 0,1 0 0,0 0 0,1 3 15,2-12-15,-4 2 0,2 0 0,-2 7 0,1-12 16,0 1-16,1 0 0,-1 1 0,0-1 0,0 1 0,-1 10 16,6-9-16,-3 0 0,1 0 0,1 1 0,-2-1 15,1 2-15,-4 7 0,8-10 0,-1 2 0,1 0 16,-1 2-16,1 1 0,-1 1 0,-7 4 0,6-1 15,0 0-15,1 1 0,1 2 0,-2-1 0,1 0 16,-7-1-16,7 6 0,1 0 0,-1-1 0,0 4 16,0 0-16,-1-1 0,-6-8 0,7 12 0,1-2 0,-1 1 15,2 3-15,0-2 0,0 1 0,-9-13 0,4 15 16,0 0-16,0 0 0,-1-3 0,0 3 0,0-3 0,-3-12 0,0 12 16,0-3-16,0 0 0,0-3 0,0 0 0,0 0 0,0-6 15</inkml:trace>
  <inkml:trace contextRef="#ctx0" brushRef="#br0" timeOffset="-199197.234">14664 11992 0,'0'0'0,"0"0"15,0 0-15,0 0 16,0 0-1,62-61-15,-19 12 16,-43 49-16,0 0 0,7-10 0,0 1 16,-1 0-16,-6 9 0,2-4 0,1 0 0,-1 1 0,0 1 0,-2 1 15,0-1-15,-2 0 0,0-1 16,-1 1-16,3 2 0,-6-2 0,2 0 0,0 1 16,-4 4-16,1 1 0,1-1 0,6-3 0,-9 9 15,2 1-15,-1-1 0,-1 2 0,-1 0 0,0 1 0,10-12 16,-9 13-16,2-1 0,-1 0 0,4 0 0,0 0 15,0 1-15,1-5 0,2 0 0,0 1 0,1-9 0,4 10 16,-2-4-16,1 3 0,8 0 0,-3-1 16,1 1-16,-9-9 0,15 2 0,0 1 0,0-1 15,5-8-15,-3 0 0,0 1 0,-17 5 0,23-13 0,-2 1 0,0 1 16</inkml:trace>
  <inkml:trace contextRef="#ctx0" brushRef="#br0" timeOffset="-199007.99">15101 11792 0,'0'0'0,"0"0"0,0 0 16,0 0 0,0 0-16,0 0 15,-36 68-15,36-68 16,0 0-16,0 0 0,-7 21 0,0-2 0,0 2 16,7-21-16,0 14 0,0-2 0,0 0 0,0-12 0,6 15 15,0-3-15,0 0 0,5-3 0,-2-3 0,0 1 16,-9-7-16,17 3 0,-2-1 0,-1-2 0,-1-2 15,-3 2-15,0 0 0</inkml:trace>
  <inkml:trace contextRef="#ctx0" brushRef="#br0" timeOffset="-198780.285">15260 11482 0,'0'0'0,"0"0"0,0 0 0,0 0 15,0 0 1,19 87-16,-10 1 16,5-12-16,-14-76 0,0 0 15,0 0-15,3 27 0,1-2 0,0 0 0,-4-25 16,1 23-16,0 2 0,1-1 0,0-1 0,1 0 16,-1-1-16,-2-22 0,-1 22 0,1-2 0,0 1 0,-4-9 0,3 0 0,0-1 15,-3-4-15,2-2 0,2-1 0</inkml:trace>
  <inkml:trace contextRef="#ctx0" brushRef="#br0" timeOffset="-198503.504">15515 11673 0,'0'0'0,"0"0"0,0 0 0,0 0 15,0 0-15,-100 26 16,24-5-1,76-21-15,0 0 0,0 0 0,-16 7 16,2 0-16,1 0 0,1 2 0,3-2 0,1 0 16,8-7-16,-5 9 0,1 0 0,0 0 0,6 1 15,-2-1-15,0 0 0,0-9 0,8 11 0,0-1 16,-1 1-16,7 1 0,0-2 0,-1 1 0,-13-11 16,18 10-16,-2 1 0,0-2 0,-16-9 0,19 9 0,-2 0 15,0 0-15,2-1 0,-3-3 0,0 1 0,-16-6 0,18 5 16,-1-3-16,1 1 0,-3-3 0,2 0 0,-1 0 0,-6-2 0,0 2 15,0-1-15</inkml:trace>
  <inkml:trace contextRef="#ctx0" brushRef="#br0" timeOffset="-198238.067">15841 11671 0,'0'0'0,"0"0"0,0 0 0,0 0 16,0 0-16,0 0 15,0 0 1,0 0-16,0 0 0,0 0 16,0 0-16,0 0 0,0 0 0,0 0 0,0 0 15,0 0-15,0 0 0,0 0 0,-15 19 0,3-3 16,-1 0-16,13-16 0,-4 19 0,1-3 0,-1 0 0,8 0 16,-1-2-16,1 0 0,-4-14 0,6 12 0,1-2 15,-1 1-15,-6-11 0,7 11 0,-2 0 0,0-1 16,-1 1-16,0-2 0,-1 0 0,-3-9 0,-2 8 15,1 0-15,-1 0 0,-6-1 0,-1-2 0,1 1 16,8-6-16,-15 3 0,3 0 0,0 0 0</inkml:trace>
  <inkml:trace contextRef="#ctx0" brushRef="#br0" timeOffset="-196773.698">16574 11634 0,'0'0'0,"0"0"16,0 0-16,27 69 16,-9-29-16,14 64 15,-12-46 1,-20-58-16,0 0 0,0 0 0,0 0 16,5 30-16,0 0 0,-1 0 0,-4-30 0,4 15 0,-2 3 0,-1-3 0,-1-15 0,-9 10 15,1-1-15,-1 2 16,9-11-16,0 0 0</inkml:trace>
  <inkml:trace contextRef="#ctx0" brushRef="#br0" timeOffset="-196627.462">16473 11413 0</inkml:trace>
  <inkml:trace contextRef="#ctx0" brushRef="#br0" timeOffset="-196270.146">16763 11536 0,'0'0'0,"0"0"0,0 0 16,75-33-1,3-9 1,-18 0-16,-12 0 16,-48 42-16,0 0 0,0 0 0,9-12 15,-2 0-15,0 0 0,-7 12 0,4-12 0,-1 1 0,1 1 16,-5 2-16,1 0 0,0-1 0,0 9 0,-3-8 16,1 2-16,1-1 0,-5 3 0,0-1 0,0 1 15,6 4-15,-12 0 0,3 0 0,0 0 0,0 3 16,-1-2-16,0 1 0,10-2 0,-13 6 0,4-1 0,-1 1 15,10-6-15,-11 11 0,1-1 0,-1 1 0,2 3 16,-1 0-16,0-2 0,10-12 0,-7 20 0,-1-1 16,1-1-16,0 3 0,2 0 0,0 0 0,5-21 15,-2 24-15,0 0 0,2-1 0,2 2 0,0 1 0,0-3 16,-2-23-16,7 28 0,-3-3 0,0 0 0,2 0 16,-3-1-16,1 0 0,-4-24 0,5 22 0,-1 2 15,-1-1-15,0-3 0,-2-1 0,0-1 0,-1-18 16,-3 10-16,0-1 0,1-2 0</inkml:trace>
  <inkml:trace contextRef="#ctx0" brushRef="#br0" timeOffset="-196135.087">16740 11736 0,'0'0'0,"0"0"0,0 0 15,0 0 1,64-10-16</inkml:trace>
  <inkml:trace contextRef="#ctx0" brushRef="#br0" timeOffset="-187836.372">17691 11537 0,'0'0'0,"0"0"15,0 0 1,0 0-16,0 0 16,0 0-16</inkml:trace>
  <inkml:trace contextRef="#ctx0" brushRef="#br0" timeOffset="-187455.738">17720 11374 0,'0'0'0,"0"0"0,0 0 16,0 0 0,0 0-16,0 0 15,0 0 1,0 0-16,0 0 0,0 0 0,0 0 0,8 21 0,1 1 0,-1 1 16,-1 1-16,-3-2 0,2 1 0,-6-23 15,2 21-15,1 0 0,-1-3 0,0 3 0,-2-3 0,0 2 16,0-20-16,3 21 0,-3-1 0,0 1 0,-1 1 15,1-1-15,0 1 0,0-22 0,1 21 0,-1-1 16,0 1-16,0-21 0,3 22 0,-3 0 0,0-1 0,-2-1 16,2-1-16,0 0 0,-4-3 0,4 0 0,-2 0 15,2-16-15,-4 11 0,3-2 0,0 0 0</inkml:trace>
  <inkml:trace contextRef="#ctx0" brushRef="#br0" timeOffset="-187147.811">17626 11551 0,'0'0'0,"0"0"0,0 0 0,22-60 16,11 12 0,9 15-16,12 18 15,0 15-15,-54 0 0,0 0 0,0 0 16,0 0-16,18 6 0,-3-2 0,2 1 15,0 5-15,0 1 0,-2-2 0,-15-9 0,17 15 16,-4-4-16,1 2 0,-14-13 0,13 17 0,-1-1 0,0-2 16,-2 2-16,0-1 0,0 0 0,-10-15 0,5 15 15,-1 0-15,-1 0 0,-3-15 0,-2 12 0,2 0 0,0 0 0,-9 0 16,2-1-16,-1 0 0,8-11 0,-13 8 0,-1 0 0,1 0 16,13-8-16,-17 7 15,2 0-15,0-1 0,-3-3 0,2 1 0,0-1 0,3-3 16,3 1-16,0 0 0</inkml:trace>
  <inkml:trace contextRef="#ctx0" brushRef="#br0" timeOffset="-186690.452">18404 11507 0,'0'0'0,"0"0"0,0 0 15,0 0 1,0 0-16,0 0 16,0 0-1,0 0-15,0 0 0,0 0 0,-35 20 0,1-1 16,-2 0-16,36-19 0,-23 18 0,2-2 0,-1 3 16,22-19-16,-7 14 0,0 0 0,0-2 0,7-3 0,0 0 15,0 1-15,0-10 0,7 6 0,-1-1 0,0 1 16,8-8-16,0 1 0,-1 0 0,-13 1 0,18-9 0,-3 1 15,0-1-15,-15 9 0,15-14 0,2 1 16,-1-3-16,0 0 0,0 0 0,0-1 0,-16 17 16,18-21-16,-3 3 0,0-3 0,-15 21 0,11-15 0,-1-3 15,-1 3-15,-2 6 0,-2 0 0,0 0 0,-1 3 16,-4 1-16,2 1 0,0 2 0,-2 0 0,0 1 16,0 1-16,2-4 0,-1 1 0,0-1 0,-1 1 0,0-1 0,0 1 0,0 3 15,-2 5-15,-1 0 0,0-1 16,3-4-16,0 8 0,0 0 0,0 3 0,2 4 15,-2 0-15,0 0 0,0-15 0,2 18 0,1-1 16,-1-1-16,2 5 0,-2-3 0,-2 0 0,0-18 16,6 18-16,-4-1 0,1 1 0,-3-18 0,3 14 15,1 0-15,-1 1 0,-3-15 0,6 11 0,-3-1 16,1 1-16,2-16 0,-2 4 0,0 0 0</inkml:trace>
  <inkml:trace contextRef="#ctx0" brushRef="#br0" timeOffset="-186482.221">18780 11136 0,'0'0'0,"0"0"0,0 0 15,0 0-15,0 0 16,0 0 0,25 80-16,-9 13 15,-16-93-15,0 0 0,0 0 0,4 29 16,-2-1-16,-2 1 0,0-29 0,-2 27 0,1 0 0,0 0 15,1-27-15,-5 24 0,1-1 0,0 1 0,-2 1 16,2-1-16,1-1 0,3-23 0,-8 17 0,1-1 16,-1 0-16</inkml:trace>
  <inkml:trace contextRef="#ctx0" brushRef="#br0" timeOffset="-186219.214">18681 11517 0,'0'0'0,"55"-38"16,13-7-16,4 6 15,-20 13 1,-12 19-16,-14 9 16,-26-2-16,0 0 0,0 0 0,5 1 15,-1 2-15,0-2 0,-4-1 0,6 8 0,-3 0 0,1-1 16,-4-7-16,5 9 0,-2 2 0,-1-1 0,-2-10 15,0 16-15,0 1 0,0 1 0,0 0 0,0 3 16,0 0-16,0-21 0,-4 16 0,0 0 0,1 0 16,3-16-16,-8 5 0,4-1 0,-2 1 0</inkml:trace>
  <inkml:trace contextRef="#ctx0" brushRef="#br0" timeOffset="-186103.769">18986 11156 0,'0'0'0,"0"0"0</inkml:trace>
  <inkml:trace contextRef="#ctx0" brushRef="#br0" timeOffset="-185815.144">19257 11413 0,'0'0'0,"0"0"0,0 0 0,0 0 15,0 0-15,0 0 16,0 0 0,0 0-16,0 0 0,0 0 0,0 0 0,0 0 15,0 0-15,0 0 0,0 0 0,0 0 0,0 0 16,0 0-16,-7-12 0,2 1 0,0 1 0,-3 10 15,1 0-15,1 0 0,6 0 0,-8 9 0,3-2 0,1 2 16,4-9-16,-6 12 0,3 0 0,-1-1 0,4-11 16,0 15-16,0-4 0,0 2 0,0-13 0,6 12 15,1 0-15,-1-3 0,9-6 0,-2-3 0,1 1 16,-14-1-16,11-4 0,-1 1 0,0 3 0</inkml:trace>
  <inkml:trace contextRef="#ctx0" brushRef="#br0" timeOffset="-185514.156">19550 11292 0,'0'0'0,"0"0"15,0 0 1,0 0-16,0 0 16,0 0-16,-7 85 15,7-85-15,0 0 16,0 0-16,-5 22 0,2 1 0,1-2 0,2-21 0,-4 12 16,3-3-16,0 3 0,1-12 0,-1 3 0,-1 2 15,1-3-15,1-2 0,-1 0 0,1 0 0,0 0 16,0 0-16,2-4 0,-2-1 0,0 1 0,4-5 15,-1-3-15,-1 3 0,-2 9 0,9-17 0,-1 4 0,1-3 16,-9 16-16,15-14 0,0 0 0,0 1 0,0 2 16,-3 1-16,0 0 0,3 7 0,-4-1 0,0 2 15,-11 2-15,14 2 0,-1 2 0,0-2 0,-1 6 16,-1-1-16,0 1 0,-11-8 0,9 15 0,-2-3 16,1 0-16,-8-12 0,5 18 0,-1-3 0,-1 0 0,-3-15 0,3 21 0,-2-3 0,1 0 15,-8-3-15,3 0 16,-1-1-16,4-14 0,-5 4 0,0-1 0,0 2 15</inkml:trace>
  <inkml:trace contextRef="#ctx0" brushRef="#br0" timeOffset="-185307.683">20125 10945 0,'0'0'0,"0"0"0,0 0 15,28 61-15,9 18 16,-22 6 0,-16 5-16,1-90 15,0 0-15,0 0 0,-6 28 0,2 0 0,0 0 0,4-28 0,-10 27 16,3-3-16,-1 1 0,-3-5 0,1-1 0,1-1 16,9-18-16</inkml:trace>
  <inkml:trace contextRef="#ctx0" brushRef="#br0" timeOffset="-185150.04">19955 11359 0,'0'0'0,"0"0"0,0 0 0,0 0 16,70-30-16,21 3 16,8-5-1,-2-8-15,-97 40 16,0 0-16,0 0 0</inkml:trace>
  <inkml:trace contextRef="#ctx0" brushRef="#br0" timeOffset="-184862.174">20824 11083 0,'0'0'0,"0"0"16,0 0-16,0 0 15,0 0-15,-68 4 16,5 4-16,63-8 0,0 0 15,0 0-15,0 0 0,-17 6 0,2-2 16,0 0-16,15-4 0,-8 7 0,0-1 16,1 0-16,3 4 0,3-1 0,-1-2 0,2-7 0,5 12 15,1-3-15,-2 2 0,1-5 0,-1 2 0,0-1 16,-4-7-16,13 12 0,0-1 0,-1 2 0,-12-13 16,14 14-16,-2-1 0,1 0 0,-13-13 0,10 14 15,-3-2-15,1 2 0,-6-3 0,0-1 0,1 1 16,-3-11-16,-3 9 0,-1-2 0,0 2 0,4-9 0,-10 3 0,0-3 15,0 0-15,10 0 0,-15-7 0,2 0 16,-1 0-16,3 0 0,2 0 0,1 2 0</inkml:trace>
  <inkml:trace contextRef="#ctx0" brushRef="#br0" timeOffset="-184428.602">20949 11025 0,'0'0'0,"0"0"0,29 57 15,-7-9 1,-7-17-16,2-10 16,-2-13-16,-15-8 15,0 0-15,0 0 0,8-1 0,-2 0 0,1 0 16,-7 1-16,9-5 0,-1 2 0,-1-3 0,-7 6 16,10-8-16,-1 0 0,-1 0 0,-8 8 0,9-13 15,0 1-15,0 0 0,-3-2 0,0 3 0,0-1 0,-6 12 16,6-10-16,1 0 0,-1 1 0,-6 9 0,6-5 15,-2 0-15,0 0 0,-2 2 0,-1 1 0,1 2 16,-2 0-16,1 3 0,0-1 0,1 1 0,-2-3 16,4 10-16,-1-1 0,-1 0 0,1 6 0,0 1 0,-1 0 0,-2-16 15,4 24-15,-1 2 0,0-1 16,-3-25-16,3 29 0,0-2 0,0 2 0,4 2 0,-2-1 16,0-1-16,-5-29 0,4 28 0,-2-2 0,0-1 15,-2-25-15,-1 26 0,0-4 0,-1 4 0,-2-8 16,-1 1-16,0 1 0,5-20 0,-7 12 0,1 3 15,1-3-15,5-12 0,-10 9 0,1-1 0,0-1 0,-3-3 16,-1-1-16,1-1 0,12-2 0,-17-5 0,2 1 16,-2 0-16,17 4 0,-15-15 0,2 1 0,-1 1 15,3-13-15,1 2 0,0 0 0,10 24 0,-1-30 16,-1 3-16,1-2 0,8 2 0,-1 2 0,0-2 0,1 10 16,-2 1-16,0 1 0</inkml:trace>
  <inkml:trace contextRef="#ctx0" brushRef="#br0" timeOffset="-183960.229">21420 11004 0,'0'0'0,"0"0"16,0 0 0,0 0-16,0 0 0,32 79 15,-13-13 1,-19-66-16,0 0 0,0 0 16,2 13-16,-2 0 0,2 1 0,-2-14 0,-2 9 15,2 0-15,0 0 0,-2-4 0,1 0 0,0-1 0,1-4 16,-2 4-16,1-2 0,0 1 0,1-3 0,-1 1 15,1-1-15,0 0 0,0-6 0,0-1 0,0 1 16,0 6-16,1-14 0,0 0 0,0 1 0,7-7 16,-2 0-16,1 1 0,-7 19 0,11-15 0,-3 0 15,1-1-15,-9 16 0,8-11 0,1-1 0,0 1 0,-9 11 16,11-7-16,-1 1 0,0 1 0,4 7 0,-3-2 16,0 0-16,-11 0 0,11 7 0,1-1 0,-1 2 15,-11-8-15,11 11 0,0 0 0,0 1 0,-11-12 16,7 11-16,0-1 0,-1-1 0,-1-2 0,-2-1 15,-1 1-15,-2-7 0,1 3 0,0 0 0,1 0 0,-2-3 16,1 1-16,-1-1 0,0 1 0,0-3 0,0-1 16,0 0-16,0 3 0,-1-7 0,1 0 0,0 0 15,0 7-15,5-12 0,-3-1 0,0 2 0,-2 11 16,8-15-16,-1-1 0,1 0 0,3 3 0,-1-4 16,0 4-16,-10 13 0,9-12 0,0 0 0,-1 1 0,-8 11 15,13-3-15,-1-2 0,0 1 0,-12 4 0,14 3 16,0-2-16,0 0 0,-1 9 0,0 0 0,-1 0 15,-12-10-15,13 13 0,-4 2 0,1-1 0,-6 4 16,0-2-16,-1 2 0,-3-18 0,-2 17 0,2 0 16,0 0-16,-6 0 0,1-1 0,0 2 0,5-18 0,-10 9 15,2 0-15,1 1 0</inkml:trace>
  <inkml:trace contextRef="#ctx0" brushRef="#br0" timeOffset="-183723.224">22126 10867 0,'0'0'0,"0"0"0,28 63 16,1 12-16,-13 16 15,-7 0 1,-3 5-1,-6-96-15,0 0 0,0 0 0,-3 30 0,3 0 16,-2-2-16,2-28 0,-6 25 0,1-1 0,0 2 0,5-26 16,-10 15-16,2-1 0,-1-1 0</inkml:trace>
  <inkml:trace contextRef="#ctx0" brushRef="#br0" timeOffset="-183467.703">22163 10852 0,'0'0'0,"0"0"0,0 0 0,81-12 15,-6 21 1,-17 21-16,-21 14 16,-24 2-16,-13-46 0,0 0 15,0 0-15,0 0 0,2 13 0,-2 0 0,0-2 0,-5 6 16,2-2-16,-1 0 0,4-15 0,-9 13 0,1-2 15,1 3-15,-5-4 0,-1 1 0,1-1 0,12-10 16,-18 6-16,3-1 0,1 1 0,-1-11 0,0 2 0,0 0 16,15 3-16,-15-13 0,1 0 0,1 0 15</inkml:trace>
  <inkml:trace contextRef="#ctx0" brushRef="#br0" timeOffset="-183291.43">22592 10573 0,'0'0'0,"0"0"0,45 93 16,-7 0-1,-14-6-15,-17-8 16,-25 1 0,18-80-16,0 0 0,0 0 0,0 0 0,-10 21 0,1 0 15,0 2-15</inkml:trace>
  <inkml:trace contextRef="#ctx0" brushRef="#br0" timeOffset="-182877.51">22461 10948 0,'0'0'0,"0"0"15,0 0-15,68-42 0,15-2 16,-9 7-16,-6 10 15,-15 8-15,-53 19 0,0 0 16,0 0-16,0 0 0,15-5 0,-3 2 0,1-2 16,-5 4-16,-1 1 0,1 0 0,-8 0 0,9 6 0,-3-2 0,0 2 15,-6-6-15,3 12 0,-1-1 0,0 1 16,-2-12-16,6 17 0,-4-2 0,1 0 0,-2 1 16,-1-1-16,0 0 0,0-15 0,5 12 0,-3 1 15,1-2-15,-3-11 0,4 12 0,-1-3 0,1 0 16,3-3-16,-2 0 0,1-1 0,-6-5 0,11 0 15,-1 0-15,-1 0 0,-9 0 0,13-5 0,-3 1 0,0-1 16,2-4-16,-2 3 0,0 0 0,-10 6 0,7-12 0,1 6 0,-1-3 16,-7 9-16,6-9 0,-3-3 15,1 3-15,-4 9 0,-1-9 0,1 0 0,0-1 16,-6 1-16,0 1 0,1 1 0,5 7 0,-11-5 16,3-1-16,-1 2 0,9 4 0,-12-3 0,-1 1 0,1-1 15,-5 1-15,4 2 0,-1 0 0,14 0 0,-18 0 16,4 0-16,-1 0 0,15 0 0,-10-1 0,1-2 15,0 0-15,5 1 0,0 0 0,0-1 0</inkml:trace>
  <inkml:trace contextRef="#ctx0" brushRef="#br0" timeOffset="-182418.155">23199 10726 0,'0'0'0,"0"0"16,0 0-16,0 0 15,28 69 1,-7-6-1,-13-21-15,-8-42 0,0 0 0,0 0 16,0 0-16,0 9 0,0-3 0,0 3 0,-1-6 16,1 0-16,0-1 0,0-2 0,-3 2 0,3-2 15,0 0-15,-2-7 0,2 1 0,0 0 0,0 6 16,-1-11-16,0 1 0,-1 1 0,2 9 0,4-15 16,-2 0-16,1 2 0,-3 13 0,6-17 0,-2 4 0,0-3 15,2 3-15,1 1 0,-1 0 0,-6 12 0,7-7 16,1 0-16,-1 2 0,-7 5 0,12-5 0,-1 2 15,1 1-15,1 8 0,1 0 0,0 1 0,-14-7 16,13 9-16,-1-2 0,-1 2 0,-11-9 0,12 12 0,-2 0 16,0 0-16,-10-12 0,8 9 0,-1-2 0,1 1 0,-5-2 0,1-3 15,0 0-15,-4-3 0,2 2 16,0-1-16,-2 2 0,2-3 0,-2 1 0,0-1 16,0 0-16,-2-5 0,2 1 0,0 0 0,0 4 15,3-8-15,0-2 0,-1 2 0,-2 8 0,2-13 0,0 0 16,-1 0-16,7-3 0,-4 1 0,1 1 0,-5 14 15,9-13-15,-2 1 0,1-1 0,-8 13 0,12-9 16,0 1-16,-1 2 0,6 3 0,-2 1 0,0-1 16,-15 3-16,17 5 0,1 0 0,-1-1 0,-17-4 15,15 12-15,-2 0 0,-1-1 0,-3 7 0,-1-1 0,1 0 16,-9-17-16,-2 22 0,2-1 0,0 0 0,0-21 16,-13 20-16,2-1 0,-1 1 0,0-8 0,3 0 15,-2 0-15</inkml:trace>
  <inkml:trace contextRef="#ctx0" brushRef="#br0" timeOffset="-178370.354">14238 12406 0,'0'0'0,"0"0"0,0 0 0,0 0 0,0 0 15,15 77 1,-7-31-16,-8-46 16,0 0-16,0 0 0,0 0 0,3 18 0,0-1 0,0-1 0,-3-16 0,0 10 0,2-2 15,-1 1-15,-1-9 16,1 3-16,-1 1 0,0-1 0,2-1 0,-2-2 15,0 0-15,0 0 0,0 2 0,0-2 0,0 0 16,0 0-16,0 0 0,0 0 0,0 0 0,-6 3 16,-1-1-16,1 0 0,1 0 0,2-2 0,1 1 0,2-1 15,4-12-15,-2 0 0,0 1 0,1 4 0,0-1 0,-1 1 16,-2 7-16,5-13 0,-1 2 0,0-1 16,-4 12-16,2-6 0,1-1 0,-1 1 0,-2 6 15,17-8-15,1 1 0,-1 0 0,-7 3 0,0 1 0,0 0 16,-10 3-16,19 8 0,-2-1 0,0 1 0,-17-8 15,11 4-15,-3-1 0,1 2 0,-9-5 0,10 19 16,-1-1-16,-1-3 0,-1-5 0,-4 0 0,1-1 16,-4-9-16,2 4 0,-1 0 0,1 0 0,-2-4 15,2 13-15,1-3 0,-1 1 0,-2-11 0,2 7 0,-2 0 16,2 0-16,0-3 0,-2-2 0,0 1 0,0-3 16,0 0-16,0 2 0,0-2 0,0 2 0,0-2 15,0 0-15,0 0 0,7-18 0,-3 2 0,2 0 16,-6 16-16,5-11 0,-3 1 0,0 1 0,11-14 15,-2 2-15,1-2 0,-12 23 0,6-12 0,1-1 0,-1 1 16,-6 12-16,17-14 0,0 1 0,-1-2 0,-16 15 16,10-7-16,-2 1 0,1-2 0,-9 8 0,14 3 15,-1-1-15,-1 1 0,-12-3 0,9 2 0,-3 0 16,0 0-16,-6-2 0,13 13 0,-2-1 0,1 0 16,-5-3-16,-1-1 0,1-2 0,-7-6 0,0 21 0,0-2 15,0 1-15,0-20 0,-2 11 0,2-1 0,0 1 16,0-11-16,-1 5 0,1 0 0,0 0 0,0-3 15,0-2-15,0 0 0,0 2 0,0-2 0,0 0 0,0 0 0,0 0 0</inkml:trace>
  <inkml:trace contextRef="#ctx0" brushRef="#br0" timeOffset="-177965.091">15216 12436 0,'0'0'0,"0"0"0,0 0 16,0 0-16,0 0 15,0 0 1,0 0-16,0 0 0,0 0 16,0 0-16,0 0 0,-40 12 0,3 0 0,-1-1 15,38-11-15,-24 7 0,2 0 0,-1 0 0,23-7 16,-20 19-16,1-1 0,1 0 0,18-18 0,-9 12 16,0-3-16,1 2 0,8-11 0,1 12 0,-1 0 0,0 0 15,1-7-15,1 1 0,-1-1 0,-1-5 0,18-1 16,-3-1-16,2 2 0,-17 0 0,11-4 0,-3 3 0,1-1 15,-9 2-15,24-14 0,-2-4 0,1 2 16,-23 16-16,13-11 0,0 1 0,-1 1 0,-12 9 16,19-19-16,-3 0 0,0 1 0,-16 18 0,11-11 0,-2 0 15,-1 1-15,-8 10 0,6-5 0,-4 2 0,0 0 16,0 0-16,-1 3 0,0-1 0,-1 1 0,1-1 16,-1 1-16,0 0 0,0 0 0,0-1 0,0-1 15,0 2-15,6 14 0,-4 0 0,0-1 0,-2-13 0,3 8 16,-2 0-16,0 0 0,-1-8 0,4 21 0,-2 0 15,-2 0-15,2-8 0,-1-1 0,0-1 0,-1-11 16,5 21-16,-2-2 0,-1 2 0,-2-21 0,4 10 16,-3 0-16,1 1 0,-2-6 0,0-1 0,0-1 15,0-3-15</inkml:trace>
  <inkml:trace contextRef="#ctx0" brushRef="#br0" timeOffset="-177765.056">15513 12184 0,'0'0'0,"0"0"0,0 0 0,0 0 0,0 0 15,40 93-15,-3 4 16,-15-5-16,-22-92 0,0 0 16,0 0-16,0 0 0,2 27 0,-2-3 0,0 2 0,0-26 0,0 25 0,0-3 0,0 1 15,-6-1-15,4-3 16,0 1-16,2-20 0,-7 9 0,3 0 0,1-1 15</inkml:trace>
  <inkml:trace contextRef="#ctx0" brushRef="#br0" timeOffset="-177614.064">15337 12540 0,'0'0'0,"0"0"0,0 0 0,108-21 15,7 1-15,-44 8 16</inkml:trace>
  <inkml:trace contextRef="#ctx0" brushRef="#br0" timeOffset="-177424.226">15948 12409 0,'0'0'0,"0"0"16,0 0-16,0 0 0,-39 62 15,17-5 1,18-6 0,4-51-16,0 0 0,0 0 0,4 12 0,-1 2 15,-1 0-15,-2-14 0,7 9 0,-1 0 0,-2-1 0,-4-8 16,15 1-16,-2-1 0,-1 0 0,5-9 0,1 2 16,-1-2-16,-5 1 0,0 2 0,-1-2 0</inkml:trace>
  <inkml:trace contextRef="#ctx0" brushRef="#br0" timeOffset="-177073.534">16073 12062 0,'0'0'0,"0"0"15,0 0-15,0 0 16,0 0-16,8 79 16,-11-110-1,3 31-15,0 0 0,0 0 0,-1-11 0,1 2 16,0 0-16,0 9 0,6 61 0,-1 0 0,0-1 15,-2-12-15,-1-1 0,0-1 0,-2-46 0,4 27 0,-1-1 16,-1 0-16,1-13 0,-3-1 0,0 2 0,0-14 16,0 5-16,0 0 0,0 1 0,0-6 0,3 2 15,-1-1-15,-1 1 0,5-7 0,-2 1 0,0 1 16,-4 3-16,8-14 0,1 5 0,-1-3 0,-8 12 16,15-15-16,-3 0 0,0 3 0,4-1 0,-1 2 15,0-1-15,-15 12 0,17-6 0,-4 0 0,1 0 0,-1 3 16,0 0-16,-1 1 0,-12 2 0,15 3 0,-2 1 15,-1-1-15,-1 6 0,0-2 0,0 2 0,-11-9 16,8 9-16,-1 2 0,1-1 0,-8-10 0,7 14 16,-1-1-16,-2-1 0,-5 3 0,1-1 0,0 1 15,0-15-15,-3 10 0,0 1 0,0-2 0,-2-6 0,3-2 16,0 0-16</inkml:trace>
  <inkml:trace contextRef="#ctx0" brushRef="#br0" timeOffset="-176769.659">16617 12451 0,'0'0'0,"0"0"0,0 0 15,85-26-15,-17-9 16,-24 0 0,-22 1-16,-22 34 0,0 0 15,0 0-15,0 0 0,5-10 0,-2 1 0,1-2 0,-1 3 16,-2 1-16,0-1 0,-1 8 0,-5-5 0,3 0 15,0-1-15,-8 4 0,2-1 0,1 3 0,7 0 16,-11 2-16,2-1 0,-1 1 0,-3 4 0,1-2 16,-1 2-16,13-6 0,-12 8 0,1-1 0,0 3 0,11-10 15,-10 13-15,1-1 0,0 0 0,2 2 0,1-3 16,0 4-16,6-15 0,-6 12 0,2 1 0,0-2 16,6 1-16,-2 0 0,0-1 0,0-11 0,9 12 0,-3-2 0,0-1 0,11-5 15,-2-2-15,-1 3 0,-14-5 16,26-6-16,-2 1 0,0-1 0</inkml:trace>
  <inkml:trace contextRef="#ctx0" brushRef="#br0" timeOffset="-176540.716">17169 12184 0,'0'0'0,"0"0"0,0 0 16,0 0-1,-66 21-15,21 12 16,29 3-16,16-36 0,0 0 15,0 0-15,0 0 0,3 15 0,-1-1 0,1 1 16,-3-15-16,8 16 0,0 0 0,-1-2 0,4 4 0,-5-3 16,2 1-16,-8-16 0,9 17 0,-2-2 0,1 0 0,-1-1 0,-2-1 15,0 1-15,-5-14 0,-2 12 16,2-1-16,0 0 0,-7-3 0,3-1 0,-2 0 16,6-7-16,-13-2 0,2 2 0,-1 0 0,0-10 15,0 1-15,-1 0 0</inkml:trace>
  <inkml:trace contextRef="#ctx0" brushRef="#br0" timeOffset="-176319.143">17768 12002 0,'0'0'0,"0"0"0,35 78 0,-4 5 15,-15-4-15,-4-5 16,-8-2 0,-4-72-16,0 0 0,0 0 0,0 0 0,-2 18 0,2 3 15,0-3-15,-3 0 0,-1-1 0,1 0 0,3-17 16,-7 9-16,3-1 0,-2 0 0</inkml:trace>
  <inkml:trace contextRef="#ctx0" brushRef="#br0" timeOffset="-175846.989">17682 12364 0,'0'0'0,"0"0"0,0 0 0,0 0 0,0 0 15,89-51-15,-4-2 16,-11 3 0,-74 50-16,0 0 0,0 0 0,0 0 0,21-19 0,0 0 15,-2 1-15,-2-3 0,-2 1 0,0 1 0,-15 19 16,8-15-16,-1 0 0,1 2 0,2-4 0,-3 2 0,1 0 15,-8 15-15,6-14 0,-1 3 0,0-3 0,-5 14 16,1-9-16,0 2 0,1-1 0,-2 8 0,-2-5 16,2 1-16,0 0 0,-3 6 0,1-1 0,1 1 15,1-2-15,-1 9 0,0 0 0,0-1 0,1-8 16,-4 18-16,2-5 0,-1 1 0,3-14 0,-4 24 16,3-3-16,0 3 0,3 2 0,-2-1 0,0 1 0,0-26 15,3 27-15,-1-3 0,0 3 0,-2-27 0,6 23 16,-3-2-16,1 2 0,1-7 0,-2-2 0,-1 3 0,-2-17 0,4 10 0,-3-1 15,0 0-15,-1-9 0,3 6 16,-2-1-16,0-1 0,1-1 0,-2-3 16,2 2-16,-2-2 0,7-5 0,-1 4 0,0-2 0,-6 3 15,12-11-15,-1 1 0,0 1 0,-11 9 0,15-11 16,-2-1-16,-1 0 0,-12 12 0,16-9 0,-2 0 16,-1 2-16,-13 7 0,15-5 0,-1 1 0,-1-1 15,2 5-15,-4 0 0,-1 0 0,-10 0 0,12 6 16,-3-1-16,0 0 0,-9-5 0,7 9 0,-1-1 0,0 0 0,-6-8 15,4 12-15,0-1 0,-1 0 0,-3-1 16,0-2-16,0 1 0,0-9 0,-6 5 0,3-1 16,-1 0-16,-1-2 0,2 1 0,1-3 0</inkml:trace>
  <inkml:trace contextRef="#ctx0" brushRef="#br0" timeOffset="-175560.52">18563 12310 0,'0'0'0,"0"0"15,0 0-15,69-24 16,-10-10 0,-25-6-16,-19 3 15,-15 37-15,0 0 0,0 0 0,-2-11 16,2 1-16,0 1 0,0 9 0,-2-9 0,0 0 16,1 0-16,1 9 0,-6-7 0,2 2 0,0 0 15,-5 3-15,1 0 0,-1-1 0,9 3 0,-10 3 16,1-1-16,-1 0 0,10-2 0,-13 8 0,2 0 0,0-1 15,11-7-15,-10 12 0,1 0 0,1-1 0,0 3 16,1 0-16,1 0 0,6-14 0,-2 18 0,2-2 16,0 1-16,0-17 0,6 16 0,-1 0 0,0 2 15,-5-18-15,15 12 0,-2 2 0,-1 1 0,10-7 16,1-1-16,-1 2 0,-22-9 0,26 0 0,0 0 0,0 0 16</inkml:trace>
  <inkml:trace contextRef="#ctx0" brushRef="#br0" timeOffset="-175259.613">19170 12046 0,'0'0'0,"0"0"0,64-24 16,-6 19 0,5 31-16,-10 9 15,-9 9 1,-44-44-16,0 0 0,0 0 0,13 14 0,-2 0 15,0 0-15,-11-14 0,8 14 0,-4-3 0,2 0 16,-6-11-16,2 8 0,-1 0 0,1-1 0,-2-7 0,-4 5 16,3-2-16,-1 1 0,2-4 0,-4 2 0,-2-2 0,1 0 0,5 0 15,-6-6-15,0 1 0,0 2 16,6 3-16,-7-9 0,1 2 0,1-1 0,1-7 16,1 0-16,0 0 0,3 15 0,-1-20 0,1 1 15,0 0-15,0 19 0,5-25 0,-3 0 0,1 2 16,6 0-16,0 2 0,-1-2 0,-8 23 0,16-20 0,-1 0 15,0 1-15</inkml:trace>
  <inkml:trace contextRef="#ctx0" brushRef="#br0" timeOffset="-174918.138">19694 11872 0,'0'0'0,"0"0"0,29 84 15,-1-1 1,-10-25-16,2-15 15,1-15-15,-21-28 0,0 0 16,0 0-16,0 0 0,9 2 0,-3 3 0,1 0 16,-7-5-16,9-2 0,1-1 0,0 1 0,-10 2 0,15-7 15,-2 0-15,-1-2 0,2-5 0,-2 2 0,1-2 16,-13 14-16,11-18 0,-3-1 0,1 3 0,-9 16 16,8-20-16,-2 0 0,0 1 0,-6 19 0,6-17 15,-1 1-15,0 0 0,-3 5 0,1 2 0,0 0 0,-3 9 16,0-5-16,2 1 0,-1 0 0,-1 4 0,3-2 15,-3 2-15,0 0 0,0 0 0,0 9 0,0-2 16,0 1-16,5 7 0,-1 0 0,2 0 0,-6-15 16,6 21-16,-3-3 0,1 3 0,-4-21 0,5 19 15,0 1-15,0-3 0,-5-17 0,5 16 0,0-2 0,0 0 16,-5-14-16,4 11 0,-2 1 0,1 0 0,4-10 16,-2 2-16,0 1 0,-5-5 0,8-10 0,-1 3 15,1 1-15</inkml:trace>
  <inkml:trace contextRef="#ctx0" brushRef="#br0" timeOffset="-174732.327">20194 11641 0,'0'0'0,"0"0"0,0 0 16,28 56 0,12 19-16,0 7 0,-6-1 15,-34-81 1,0 0-16,0 0 0,0 0 0,5 24 0,-1 0 0,2 0 15,-6-24-15,6 22 0,-3-1 0,1 2 0,-4-4 16,0-1-16,0 2 0,0-20 0,3 8 0,-1-1 0,1-1 16</inkml:trace>
  <inkml:trace contextRef="#ctx0" brushRef="#br0" timeOffset="-174427.544">20599 12088 0,'0'0'0,"0"0"16,0 0-16,0 0 15,79-45-15,-14 6 16,-16 0 0,-19 7-16,-30 32 0,0 0 15,0 0-15,0 0 0,8-10 0,-1 1 0,-1 0 16,-3 2-16,1 0 0,0 1 0,-4 6 0,1-4 16,0 1-16,1 0 0,-2 3 0,-6-2 0,3-1 0,-1 1 0,-6 4 0,1-2 0,1 2 15,8-2-15,-11 5 0,-1 2 16,1-2-16,11-5 0,-15 9 0,3 0 0,-1-1 0,1 3 0,0-2 15,-1 0-15,13-9 16,-10 10-16,2 1 0,-1 1 0,3-1 0,-1 1 0,1 1 16,6-13-16,-4 8 0,3 1 0,0 0 0,6 3 15,-2 1-15,-1-1 0,-2-12 0,13 9 0,-2 0 16,-1 0-16,-10-9 0,18 7 0,-3 1 0,0 0 16,10-5-16,-2-3 0,1 1 0</inkml:trace>
  <inkml:trace contextRef="#ctx0" brushRef="#br0" timeOffset="-174323.768">21455 12028 0,'0'0'0,"0"0"0,0 0 0,0 0 0</inkml:trace>
  <inkml:trace contextRef="#ctx0" brushRef="#br0" timeOffset="-164944.225">1674 13240 0,'0'0'0,"0"0"0,0 0 0,0 0 0,0 0 16,0 0-16,0 0 16,0 0-16,0 0 15,0 0-15,0 0 0,0 0 0,0 0 16,0 0-16,0 0 0,-12 31 0,3-1 0,1 0 16,8-30-16,-8 20 0,5-3 0,-3 1 0,-2 13 0,-1-4 15,2 3-15,1-14 0,3 1 0,-2-2 0,5-15 16,2 21-16,-2-3 0,0 3 0,3-9 0,-3-1 0,0-1 15,11 6-15,-2 0 0,1-2 0,-10-14 16,9 8-16,-6 1 0,2-1 0,14-2 0,-3 0 16,1 0-16,-5-5 0,-4 3 0,2-1 0,-10-3 0,16-5 15,1 2-15,2-1 0,-10 0 0,2 1 0,-2 1 16,-9 2-16,12-13 0,1 1 0,-1 2 0,-3 2 16,-4 2-16,1 0 0,-6 6 0,11-24 0,-4 2 15,2-2-15,-3 10 0,0 1 0,-4-1 0,5-10 0,-3 1 16,-2 1-16,-2 22 0,3-12 0,0 0 0,0-1 15,-6-6-15,3 0 0,0-1 0,-3 8 0,3 3 0,0-1 16,0 10-16,-3-18 0,1 0 0,0 1 16,0 7-16,0 1 0,1 0 0,1 9 0,-1-4 15,1 0-15,0 1 0,-8-8 0,2 2 0,-2-1 0,2 4 16,4 1-16,-3 0 0</inkml:trace>
  <inkml:trace contextRef="#ctx0" brushRef="#br0" timeOffset="-164278.676">2192 13291 0,'0'0'0,"0"0"0,0 0 0,0 0 16,0 0-16,0 0 16,0 0-16,0 0 0,0 0 15,-60 45 1,60-45-16,0 0 0,0 0 0,-12 13 0,1-2 15,0 1-15,6-3 0,0 1 0,1-1 0,4 0 16,0 0-16,0 1 0,0-10 0,6 9 0,0 1 16,-3-1-16,5 2 0,-3-1 0,-1-1 0,3 0 0,-4 0 15,3 0-15,-1 0 0,-1-3 0,0 3 0,-1-3 16,1-3-16,0 1 0,-1 1 0,-3-1 0,3-2 16,-6 6-16,3-4 0,-3 2 0,3-6 0,-3 6 15,0-1-15,1-3 0,-5 0 0,3-2 0,-1 0 16,-4-3-16,-1 2 0,2-2 0,-1-4 0,3 0 0,0 3 15,1-7-15,1 3 0,0-1 0,6-4 0,-2 3 16,0-1-16,2 2 0,-2 1 0,0 1 0,0 7 16,0 0-16,0 0 0,2-6 0,-2 3 0,0 0 15,0 3-15,0 0 0,0 0 0,0-3 0,0 3 16,0-3-16,21 7 0,-1 1 0,-1-3 0,0 0 16,0 3-16,-2-2 0,-5-3 0,-1 2 0,2 0 0,-5 0 15,1 1-15,-1 0 0,5-3 0,-4 1 0,-2 1 16,4-5-16,-2 2 0,0-1 0,1-3 0,-1 3 15,1 0-15,1-7 0,-3 3 0,1 0 0,2-1 16,-3 0-16,0 3 0,3-8 0,-5 3 0,2 0 0,-8 9 16,6-8-16,-1 1 0,-1 1 0,-1-1 0,-1 0 15,0 0-15,-4 0 0,2-1 0,0 0 0,-2 3 16,2 0-16,0 2 0,0 3 0,-4-3 0,-1 2 16,-1-1-16,0 2 0,1 0 0,1 0 0,-3 2 15,1-2-15,1 2 0,-4 6 0,2-2 0,-2-1 0,9-5 16,-7 9-16,0 1 0,1-1 0,4 3 0,-3-1 15,3 0-15,-2 3 0,2-2 0,1 0 0,4 1 16,-3 1-16,0-2 0,0-12 0,4 14 0,0-1 16,-1-1-16,5 0 0,-1 0 0,0 0 0,7-3 0,-3 0 0,0 0 15,-11-9-15,14 2 0,-3-1 16,-1-1-16,2-8 0,-1 3 0,0-2 0,-5 0 0,1-2 16,-2 3-16,-1 0 0,-1 0 0,-1 1 0,-1 1 15,0 1-15,1 0 0,-2 3 0,0 0 0,0 0 16</inkml:trace>
  <inkml:trace contextRef="#ctx0" brushRef="#br0" timeOffset="-163647.088">2508 13417 0,'0'0'0,"0"0"0,0 0 0,0 0 15,67 22 1,-26-8-16,-15 37 16,-26-51-16,0 0 0,0 0 0,0 0 15,6 12-15,-3-3 0,0 0 0,0-4 0,-3-1 16,3-1-16,-3-3 0,0 2 0,0-1 0,0-1 0,0 1 15,0-1-15,0 0 0,0 0 0,0 0 0,0 0 16,0 0-16,-9 4 0,-2 0 0,1-1 0,4 0 16,0-1-16,0 1 0,6-3 0,-9-14 0,3 2 0,-2 0 0,4 5 15,1-1-15,-1 0 0,4 8 0,10-22 16,-1-2-16,-3 1 0,1 10 0,-3 1 0,0 0 16,-4 12-16,22-18 0,0 2 0,-2-1 0,-20 17 15,14-11-15,-3 2 0,0 0 0,19-4 0,-3 0 16,1 1-16,-28 12 0,16-8 0,-3 1 0,2 0 15,15-3-15,-3 1 0,1-1 0,-28 10 0,16-6 0,-1 1 16,1 0-16,-8 2 0,-5 2 0,2-1 0,0 2 16,-5-1-16,2 0 0,30 3 0,-3-2 0,0 0 15,-29 0-15,18 0 0,0 0 0,0 0 0,4-3 16,0 3-16,0-2 0,-22 2 0,14-2 0,-3 0 0,0 1 16,1 11-16,-1-1 0,2 0 0,-13-9 0,6 7 15,-2-2-15,3 1 0,-7-6 0,4 26 0,3-3 16,1 0-16,-8-23 0,3 16 0,0-4 0,-1 2 15,1 14-15,-3 0 0,0 2 0,0-15 16,0 0-16,0 0 0,0-15 0,-5 30 0,2-2 0,2 1 16,1-29-16,-2 17 0,-1-3 0,3 3 0,-3-11 15,3 0-15,0-1 0,0-2 0,0-2 0,0 1 16,-2-1-16,2-1 0,0 0 0,0 3 0,0-3 16,0 0-16,0 0 0,0 0 0,0 0 0,-11 5 0,-3-1 0,3-1 0,11-3 15,-11 5-15,3-4 16,2 2-16,-8 3 0,3-1 0,-3 0 0,14-5 0,-7 4 15,1-3-15,0 3 0,3-2 0,1-2 0,-1 2 16,3-2-16,-3 1 0,3-1 0,0 0 0,15-3 16,-4 0-16,-1 0 0,-10 3 0,11-3 0,-7 2 15,3 0-15,22-1 0,-1 2 0,1 0 0,-29 0 0,15-1 16,2 1-16,-1 0 0,20-1 0,-3 1 0,3 0 16,-36 0-16,19-1 0,-2 1 0,2 0 0,0-6 15,1 1-15,-2-1 0,-9 2 0,0 0 0,-1 2 16,-8 2-16,0 0 0,0 0 0</inkml:trace>
  <inkml:trace contextRef="#ctx0" brushRef="#br0" timeOffset="-163496.151">3245 13335 0,'0'0'0,"0"0"0,0 0 0,0 0 0,0 0 16,0 0-16,0 0 15,83-61 1,-31 25-16,-52 36 15,0 0-15,6-5 0,2 1 0,-3-1 0,-3 3 0,2 2 16,-2-2-16</inkml:trace>
  <inkml:trace contextRef="#ctx0" brushRef="#br0" timeOffset="-163128.99">3634 13490 0,'0'0'0,"0"0"0,0 0 0,0 0 16,11 64-16,-3-24 16,-5-24-16,-2-9 15,-13-72-15,12 65 0,0 0 16,-3-13-16,2-1 0,-2 2 0,3 12 0,-2-5 16,2 1-16,0-2 0,-2 3 0,2 3 0,0-3 15,4-1-15,-1 2 0,-2-3 0,3-2 0,0-2 0,1 1 0,3 0 16,-3 3-16,1-2 0,3-1 0,-1 2 15,-1 0-15,5 3 0,-4-2 0,1 3 0,-9 2 16,16 1-16,-5-1 0,3 0 0,0 6 0,-3 0 16,2 0-16,1 6 0,-1-2 0,2 1 0,-4 4 0,-1-1 15,-1 2-15,-9-16 0,9 12 0,-1 1 0,-1 1 16,-4 2-16,0-2 0,0 3 0,-6-6 0,3 0 16,-3 3-16,-1-5 0,0-2 0,-2 2 0,1-4 15,3-4-15,-1 1 0,-2-7 0,4 1 0,-2-1 16,0 1-16,1-1 0,-2-1 0,2 3 0,2 2 15,0-3-15,0 3 0,0 1 0,0-1 0</inkml:trace>
  <inkml:trace contextRef="#ctx0" brushRef="#br0" timeOffset="-162926.781">3999 13122 0,'0'0'0,"0"0"0,0 0 0,0 0 0,0 0 16,0 0-16,0 0 15,47 49-15,-10 11 16,-37-60-16,0 0 0,0 0 16,9 21-16,0 2 0,-3-1 0,-1 2 0,-2-1 0,-1-2 15,-2 3-15,0 1 0,0-2 0,-5-1 0,0-1 16,1 0-16,4-21 0,-6 14 0,1-1 0,0-2 16,0-7-16,2 1 0,0-1 0</inkml:trace>
  <inkml:trace contextRef="#ctx0" brushRef="#br0" timeOffset="-162784.104">3965 13483 0,'0'0'0,"0"0"0,0 0 16,84-15-16,-5-3 16,-11-3-16,-29 9 0</inkml:trace>
  <inkml:trace contextRef="#ctx0" brushRef="#br0" timeOffset="-162505.973">4318 13460 0,'0'0'0,"0"0"0,0 0 0,0 0 15,0 0-15,0 0 0,0 0 16,0 0 0,0 0-16,0 0 0,0 0 15,0 0-15,16-13 0,0-4 0,-2 1 0,0 2 16,-3 1-16,0 1 0,1 2 0,-6-1 0,1 2 15,-7 9-15,4-10 0,0 1 0,-1 0 0,0 0 0,-3 2 16,0 0-16,-6 0 0,6 4 0,-2-2 0,-2 3 16,0 0-16,0 1 0,-3 3 0,0 0 0,2-1 15,5-1-15,-7 5 0,1-4 0,-1 2 0,0 5 16,-2 1-16,2 0 0,0 3 0,0 1 0,1-1 16,1 3-16,2 0 0,1 0 0,2-15 0,2 16 0,-2 0 15,0 0-15,5 0 0,-2 1 0,0-2 0,3-3 16,0 0-16,1-1 0,2-10 0,-1 2 0,3-3 15,-7 0-15,2-2 0,1 1 0</inkml:trace>
  <inkml:trace contextRef="#ctx0" brushRef="#br0" timeOffset="-162179.366">4516 13355 0,'0'0'0,"0"0"0,0 0 0,0 0 0,0 0 16,0 0-16,0 0 15,74 31-15,-21 6 16,-53-37-16,0 0 0,0 0 16,8 12-16,1 1 0,1-1 0,-7-1 0,3 1 0,-2-3 15,-2 0-15,-1-2 0,0 1 0,-1-8 0,-2 6 16,2 0-16,0-3 0,-4 2 0,4-3 0,-2-1 16,-1 1-16,0 0 0,2-2 0,-4 3 0,2-3 15,0 0-15,3 0 0,-5-7 0,-1 2 0,1-1 0,0 0 16,1 0-16,2 1 0,-3-5 0,1 1 0,1 0 15,1-3-15,2-1 0,0 2 0,2-6 0,0 4 16,0-2-16,1 6 0,-1 0 0,1 1 0,8-3 16,-5 1-16,1 0 0,-7 10 0,12-10 0,-1 0 0,0 1 15,6-2-15,-4 1 0,1-1 0,-1 1 0,1 0 16,0 0-16,5-1 0,-2-1 0,0 1 0,-17 11 16,19-12-16,-3 0 0,0 0 0</inkml:trace>
  <inkml:trace contextRef="#ctx0" brushRef="#br0" timeOffset="-161924.914">5075 12945 0,'0'0'0,"0"0"0,0 0 0,0 0 16,0 0-16,0 0 16,0 0-16,0 0 15,0 0 1,0 0-16,0 0 0,0 0 0,-18 25 0,2 0 15,-2-2-15,7 6 0,2-2 0,0-2 0,9-25 0,-3 26 16,1 0-16,2-1 0,0 0 0,2 1 16,-2 0-16,4 1 0,-2-2 0,-2 0 0,0-25 0,-2 25 15,2-1-15,0 2 0,-2-5 0,0 0 0,2-3 16,-2-5-16,0-1 0,0 2 0,-1-14 0,1 2 16,0-1-16,0-4 0,-2 3 0,1 0 0</inkml:trace>
  <inkml:trace contextRef="#ctx0" brushRef="#br0" timeOffset="-161471.321">4885 13379 0,'0'0'0,"0"0"0,0 0 16,0 0-1,0 0-15,79-21 16,-9 2-16,-3-2 16,-67 21-16,0 0 0,0 0 0,22-6 0,1 1 0,-1 1 0,-2-3 15,1 2-15,-2 0 0,-7 3 16,-1-2-16,2 1 0,-10 1 0,3 1 0,-2 0 0,16-6 0,-4 2 15,-1 0-15,-1-1 0,-2 3 16,0-1-16,-12 4 0,8-5 0,-1 3 0,0 1 16,-5 1-16,-2 0 0,0 0 0,0 0 0,-6 2 15,3-1-15,1 1 0,-5 2 0,1-1 0,0-1 16,-9 6-16,3 1 0,1-1 0,11-8 0,-15 10 0,2 0 16,2-1-16,1 4 0,1-1 0,-3 2 0,7-5 15,-1-2-15,2 3 0,1-6 0,0 1 0,1-1 16,-1 2-16,2 0 0,-2-1 0,3-5 0,-2 6 15,2-1-15,0 0 0,5-1 0,0-1 0,2 2 16,-7-5-16,6 0 0,1 2 0,1-2 0,3-5 0,0 3 16,0-1-16,3-4 0,-3 1 0,0 1 0,-11 5 0,11-9 0,0 2 15,0 1-15,1-3 0,-3 3 16,0-2-16,-9 8 0,8-8 0,-1 1 0,1 0 16,-4 1-16,-1 1 0,1 0 0,-4 5 0,5-2 15,-5 1-15,1-1 0,-2 4 0,1-1 0,0 1 0,1 5 16,1 0-16,-2-1 0,0-6 0,3 10 0,-3 0 0,0 1 0,5 2 15,-5-1-15,2 0 0,1-5 16,-2 0-16,0 0 0,-1-7 0,6 3 0,-2 0 16,0-1-16,0-1 0,1 1 0,-3-2 0</inkml:trace>
  <inkml:trace contextRef="#ctx0" brushRef="#br0" timeOffset="-161020.502">5519 13157 0,'0'0'0,"0"0"0,0 0 16,0 0 0,0 0-16,-27 74 15,7-7 1,20-67-16,0 0 0,0 0 0,-2 16 0,2 0 0,0 0 16,4-4-16,1 0 0,-3 0 0,0-4 0,1-2 15,0 0-15,0-3 0,-3 0 0,3 0 0,-3 0 0,0-3 16,0 0-16,1 3 0,-1-3 0,0 0 0,0 0 15,0 0-15,0 0 0,32-8 0,-1 3 0,1-1 16,-32 6-16,33-10 0,-5 1 0,2 0 0,-9-3 16,-1 1-16,-2 0 0,-18 11 0,12-10 0,0-1 0,-4 1 15,-3 1-15,0 0 0,1 1 0,-6 8 0,-5-6 16,4-1-16,0 2 0,-3 0 0,-1 1 0,1 0 16,4 4-16,-7-3 0,2 1 0,0 0 0,-1 4 15,1-2-15,1 1 0,4-1 0,-9 5 0,4 0 16,0 2-16,1 1 0,0 1 0,-3-1 0,7-8 15,-4 10-15,1-1 0,0 0 0,1 2 0,2-1 0,0 0 16,0-10-16,5 9 0,-2 0 0,-1 0 0,7 3 16,-2-3-16,2 0 0,2-2 0,2 1 0,-1 1 15,-12-9-15,13 6 0,1 1 0,0 1 0,2-5 16,-1 0-16,1 1 0,-16-4 0,16 1 0,-2-1 16,0 0-16,1-2 0,0-1 0,2 1 0,-17 2 0,13-4 0,1-1 0,-3 1 0,3-4 15,-3 4-15,0-4 16,-2 2-16,-1 2 0,-4-2 0</inkml:trace>
  <inkml:trace contextRef="#ctx0" brushRef="#br0" timeOffset="-157121.795">6064 13686 0,'0'0'0,"0"0"0,0 0 0,0 0 0,0 0 0,0 0 16,0 0 0,0 0-16,0 0 15,0 0-15,0 0 0,0 0 0,0 0 0,0 0 16,0 0-16,0 0 0,0 0 0,0 0 0,0 0 16,0 15-16,0-2 0,0-1 0,0-12 0,-2 9 15,2-1-15,0 0 0,-1 9 0,1-1 0,-2 1 16,2-17-16,0 9 0,0 0 0,0 0 0,-3 9 0,3 0 15,0-1-15,0-17 0,0 9 0,0 0 0,0 0 16,-3 11-16,0 0 0,0-2 0,3-18 0,-2 10 16,2 1-16,-2 1 0,2-12 0,-3 22 0,2 0 15,0 0-15,-1-7 0,1-4 0,0 1 0,1-12 16,5 22-16,-3 2 0,2-1 0,-4-23 0,2 11 0,0 1 16,0 2-16,-4 7 0,2 2 0,0-2 0,0-21 15,-2 13-15,2-1 0,0 0 0,2 5 0,-1 1 16,0-1-16,-1-17 0,2 10 0,-2 0 0,0 0 15,3 4-15,0 2 0,-3-2 0,0-14 0,2 9 0,-2-1 16,1-1-16,-1-7 0,2 5 0,-2-3 0,0 0 16,0 0-16,0-1 0,0 1 0,0-2 0,0 1 15,0-1-15,0 0 0,0 0 0,0 0 0,0 0 0,0 0 0,0 0 16,0 0-16,-3 12 0,1-1 16,-1-1-16,3-10 0,-3 9 0,1-3 0,1 0 0,-2-2 15,3-2-15,0 1 0,0-3 0,-18 2 0,2-1 16,-1 1-16,5-2 0,2 1 0,0 0 0,-21-5 15,0 3-15,0-1 0,15 0 0,-2 0 0,0 1 16</inkml:trace>
  <inkml:trace contextRef="#ctx0" brushRef="#br0" timeOffset="-155443.946">6634 13146 0,'0'0'0,"0"0"0,0 0 16,0 0-16,0 0 15,0 0 1,0 0-16,0 0 16,0 0-16,0 0 0,0 0 0,0 0 15,0 0-15,0 0 0,0 0 0,0 0 0,0 0 16,0 0-16,-2 33 0,2 0 0,0 0 0,-2-13 15,2-1-15,0 0 0,0-19 0,2 30 0,-2 0 16,0-2-16,0-28 0,0 17 0,0-2 0,0 0 0,-2 12 16,2-2-16,0 1 0,0-26 0,-1 15 0,1-3 15,0 3-15,-1-11 0,1 3 0,0-3 0,0-1 16,0-1-16,0-1 0,0-1 0</inkml:trace>
  <inkml:trace contextRef="#ctx0" brushRef="#br0" timeOffset="-155220.303">6437 13663 0,'0'0'0,"0"0"16,0 0-16,0 0 0,74-2 15,-6 4 1,-8-8-16,-8-9 15,-52 15-15,0 0 0,0 0 16,0 0-16,16-7 0,-1-1 0,1 1 0,-6-5 0,0 0 16,0 1-16,-1-5 0,-4-1 0,1 2 0</inkml:trace>
  <inkml:trace contextRef="#ctx0" brushRef="#br0" timeOffset="-155039.128">6371 13135 0,'0'0'0,"0"0"0,0 0 0,0 0 0,0 0 15,66-42-15,6 6 16,-15 17-16,0 2 16,-57 17-16,0 0 0,0 0 0,13-4 0,-2-1 0,0 2 0</inkml:trace>
  <inkml:trace contextRef="#ctx0" brushRef="#br0" timeOffset="-154656.947">6848 13314 0,'0'0'0,"0"0"0,0 0 0,0 0 16,0 0-16,6 77 16,-3-18-16,-3-26 15,0-12-15,0-21 16,0 0-16,0 0 0,0 0 0,0 4 0,0-1 0,0 1 0,-3-3 15,3-1-15,0 0 0,-1-5 0,1 1 16,0 1-16,0 3 0,-3-9 0,3 0 0,0 0 16,-5-3-16,2 3 0,1-3 0,1-3 0,1 3 0,0-3 15,0 15-15,3-16 0,0 0 0,-2 0 0,6 1 16,-3 0-16,-1 1 0,-3 14 0,10-12 0,-4 1 16,2-1-16,1 3 0,-1 0 0,1 0 0,1 4 15,-1-1-15,2 0 0,-11 6 0,10-2 0,2 1 0,0 0 16,0 3-16,-1 0 0,0-2 0,-11 0 0,8 9 15,1-2-15,1 0 0,-2 3 0,-2-1 0,0-2 16,-6-7-16,8 14 0,-2-1 0,1-1 0,-3 2 16,1-2-16,0 0 0,-3 5 0,0-3 0,-1 3 15,-1-17-15,1 12 0,-1 1 0,0 1 0,-2-1 0,0-1 16,1 2-16,-2 1 0,-4-2 0,2 0 0,5-13 16,-7 7-16,1-1 0,-1 0 0,3-12 0,-2 3 15,1 0-15,3-3 0,0 1 0,0 1 0</inkml:trace>
  <inkml:trace contextRef="#ctx0" brushRef="#br0" timeOffset="-154399.049">7308 13018 0,'0'0'0,"0"0"0,0 0 16,0 0-16,0 0 15,15 71-15,-2-3 16,-3-7-16,-10-61 16,0 0-16,0 0 0,3 22 0,1-1 0,0-2 15,-4-19-15,2 21 0,-2-1 0,0 1 0,0 0 0,0-3 16,0 3-16,0-2 0,0 1 0,0-2 0,0-18 16,0 19-16,0-2 0,0 1 0,-4-6 0,2 0 15,1-1-15,-2-7 0,1-4 0,1 3 0,-4-4 16,4-1-16,-1 2 0</inkml:trace>
  <inkml:trace contextRef="#ctx0" brushRef="#br0" timeOffset="-154197.23">7205 13318 0,'0'0'0,"0"0"0,0 0 16,86-17-16,1 3 16,-15 5-16,-14-2 15,-28 2-15,-30 9 16,0 0-16,0 0 0</inkml:trace>
  <inkml:trace contextRef="#ctx0" brushRef="#br0" timeOffset="-153862.001">7582 13354 0,'0'0'0,"0"0"0,0 0 0,0 0 0,0 0 16,0 0-16,52-42 15,-15 9-15,-20 18 16,-17 15-16,0 0 0,0 0 0,8-12 15,-1 3-15,1-1 0,-8 10 0,6-9 0,-2 2 16,1-2-16,0 3 0,-5 1 0,2 0 0,-2 3 16,0 0-16,0 1 0,0 1 0,-2-4 0,2 2 0,-3-1 15,-1 4-15,1-1 0,2 0 0,-7 6 16,2-1-16,0 0 0,6-5 0,-10 8 0,2 0 0,1-1 0,-3 6 0,3 0 0,-1 0 16,1 3-16,-1-2 0,2 2 15,6-16-15,-2 18 0,2 0 0,-3 0 16,6 0-16,-3-2 0,0 1 0,4-2 0,2-1 15,1 0-15,1-3 0,-4-4 0,1 2 0,-1-4 0,-2-2 16,1 1-16,-2-2 0,1 1 0,-2-3 0</inkml:trace>
  <inkml:trace contextRef="#ctx0" brushRef="#br0" timeOffset="-153500.366">7849 13152 0,'0'0'0,"0"0"0,0 0 0,0 0 16,0 0-16,57 59 15,-12-9 1,-24-6-16,-21-44 0,0 0 0,0 0 16,1 13-16,2-1 0,-3 0 0,0-12 0,0 12 15,0-3-15,0 0 0,-3-2 0,3-2 0,0 1 16,-3 0-16,1 0 0,0-1 0,0-3 0,0 1 15,-2 2-15,4-5 0,-1 0 0,0 1 0,0 1 16,-3-3-16,4 0 0,-2 1 0,-1-6 0,2 2 0,-1-2 16,2 6-16,-1-11 0,0-1 0,0 1 0,4-9 15,-1 3-15,-1 0 0,4-2 0,-1 2 0,-1 0 16,-3 17-16,8-17 0,-2 2 0,0 1 0,5 0 0,-2 3 0,-1-1 16,7 1-16,-4 1 0,-1 0 15,-10 10-15,13-3 0,0 0 0,-1-1 0,1-1 0,-1 4 16,-1-2-16,-2 1 0,-2 1 0,-2-1 0,2 2 15,-5-1-15,2 1 0,-3-2 0,0 2 0,2 0 16</inkml:trace>
  <inkml:trace contextRef="#ctx0" brushRef="#br0" timeOffset="-153118.293">8372 13099 0,'0'0'0,"0"0"0,0 0 15,0 0-15,0 0 16,0 0-16,0 0 15,0 0-15,0 0 0,0 0 0,0 0 16,0 0-16,0 0 0,-27 12 0,0 1 0,-1 0 16,11-3-16,-4 0 0,3 0 0,18-10 0,-12 14 15,0 1-15,1 0 0,5 0 0,0 0 0,1 0 16,1-4-16,4 0 0,0 0 0,0-11 0,4 7 16,0 0-16,-1-2 0,3-5 0,0 0 0,0 0 0,-6 0 15,6-5-15,1 0 0,1 1 0,1-6 0,-1 2 16,1 0-16,1-3 0,-1 1 0,0-1 0,-9 11 15,10-14-15,-1 3 0,1-1 0,-3 1 0,2 2 16,0-1-16,-9 10 0,6-8 0,-1-1 0,0 1 0,-3 1 16,1 2-16,1-1 0,-2 2 0,-2 1 0,0 0 15,0 3-15,0-2 0,0 2 0,0-1 0,1 4 16,-1-1-16,0 0 0,0-2 0,2 5 0,-2 1 16,0 0-16,2 2 0,-2 0 0,0 0 0,0-8 15,4 12-15,-1 0 0,-3 0 0,3 0 0,0-1 16,-1 0-16,3 1 0,-3-3 0,0 0 0,0-4 0,1 0 0,-1 1 15,1-3-15,-3 1 0,0-4 0,1 2 16,-1-1-16,0-1 0</inkml:trace>
  <inkml:trace contextRef="#ctx0" brushRef="#br0" timeOffset="-152910.629">8636 13074 0,'0'0'0,"0"0"0,0 0 16,0 0-16,0 0 15,-36 63 1,9-8-16,27-55 16,0 0-16,0 0 0,-3 16 0,3-2 0,-3 2 0,6-4 15,0-1-15,0 2 0,2-3 0,-1 0 0,2-1 16,-6-9-16,9 3 0,1 1 0,1 0 0,4-6 0,2-1 16,-1 0-16,-16 3 0,18-14 0,-1 2 0,0-1 15,-1-5-15,0 0 0,0 1 0</inkml:trace>
  <inkml:trace contextRef="#ctx0" brushRef="#br0" timeOffset="-152707.698">8856 12806 0,'0'0'0,"0"0"16,0 0-16,0 0 16,0 0-16,11 86 15,0 3 1,-11-89-16,0 0 0,0 0 0,0 0 0,6 28 15,-1 2-15,-3 0 0,-1-2 0,1-1 0,-1 0 16,-1-27-16,1 28 0,-1-2 0,0 0 0,3 0 0,-3-1 16,0-1-16,0-24 0,-3 20 0,2 1 0,0 0 15,-3-14-15,3-1 0,-3 1 0</inkml:trace>
  <inkml:trace contextRef="#ctx0" brushRef="#br0" timeOffset="-152444.09">8756 13248 0,'0'0'0,"0"0"0,0 0 0,0 0 16,66-56-16,7 1 15,-8 13 1,-28 16-16,-37 26 0,0 0 0,0 0 0,8-3 16,-4-1-16,1 0 0,-1 2 0,-3 2 0,0 0 15,-1 0-15,18 3 0,-2 1 0,0 1 0,-1-1 16,0 1-16,0 1 0,-15-6 0,10 9 0,-1 1 0,-1-1 15,-1 5-15,-3-1 0,1 0 0,-5-13 0,3 18 16,0-2-16,-1 0 0,-4 2 0,2-1 0,0 1 16,-3 1-16,0-1 0,1-1 0,2-17 0,-4 14 15,1 0-15,-1 1 0,0-8 0,0 0 0,1 0 0,-3-13 16,2 1-16,0-1 0</inkml:trace>
  <inkml:trace contextRef="#ctx0" brushRef="#br0" timeOffset="-152325.701">9062 13021 0,'0'0'0,"0"0"0,0 0 0,0 0 0,0 0 15,63-55-15</inkml:trace>
  <inkml:trace contextRef="#ctx0" brushRef="#br0" timeOffset="-152039.331">9371 13132 0,'0'0'0,"0"0"16,0 0-16,-25 67 15,13-17-15,9-17 16,13-17 0,11-17-16,-21 1 0,0 0 15,0 0-15,12-5 0,-4 0 0,2 0 0,1-3 16,-1 0-16,0 0 0,-10 8 0,11-10 0,-1 0 15,-2 0-15,-1-1 0,1-1 0,-1 1 0,-1 0 0,-1-1 16,0 2-16,-5 10 0,4-9 0,-4 1 0,1 1 16,-2 0-16,-2-1 0,2 0 0,1 8 0,-6-7 15,0 2-15,-1-1 0,-4 2 0,0 0 0,0 0 16,-4-1-16,0 1 0,0-2 0,15 6 0,-13-4 0,0-1 16,1 1-16,3-4 0,3 4 0,0-2 0,2 0 15,1 2-15,2 2 0</inkml:trace>
  <inkml:trace contextRef="#ctx0" brushRef="#br0" timeOffset="-151700.369">9656 13092 0,'0'0'0,"0"0"0,0 0 16,21 62 0,-8-5-16,-22-19 15,-3-13-15,-1-15 16,13-10-16,0 0 0,0 0 15,-4 2-15,0-1 0,0-1 0,-1-2 0,0 1 16,0 1-16,4-9 0,-1 0 0,2 1 0,2-5 0,0-1 16,1 1-16,-3 13 0,5-15 0,-2 0 0,1-2 15,5 3-15,-1-2 0,1 1 0,-9 15 0,13-17 16,-2 1-16,0-1 0,0 4 0,0 1 0,1 0 16,0 5-16,-3 1 0,1-2 0,-10 8 0,8 0 0,1-3 0,0 0 0,2 9 0,0-3 15,0 2-15,-11-5 0,9 7 16,0 1-16,0-1 0,-2 7 0,-2-2 15,0 0-15,-5-12 0,4 16 0,-1 0 0,-1 0 16,-1 1-16,0-1 0,1 0 0,-4-2 0,2 0 16,0 1-16,0-15 0,-1 9 0,1 0 0,0-1 0,3-4 15,-3-1-15,0 0 0,2 0 0,-2-3 0,0 1 16</inkml:trace>
  <inkml:trace contextRef="#ctx0" brushRef="#br0" timeOffset="-151209.898">10349 12934 0,'0'0'0,"0"0"0,0 0 15,0 0-15,0 0 16,-2 66-16,4-8 16,-2-58-16,0 0 0,0 0 0,0 0 15,2 14-15,-2 0 0,0-1 0,2-4 0,-2-1 16,0 1-16,0-9 0,4 7 0,-3 0 0,2-1 15,2-2-15,-1 0 0,-1 1 0,-3-5 0,6 0 0,0 0 16,-1 0-16,5-6 0,1 2 0,-1 0 0,-10 4 16,13-9-16,-3 2 0,1 1 0,-3 0 0,-1 1 15,1 0-15,1-6 0,2 1 0,-4 0 0,2 0 16,-2 1-16,1-2 0,-8 11 0,7-7 0,-3-1 16,1 4-16,-3-1 0,1 2 0,0 2 0,-3-1 0,2-1 15,-1 3-15,-1 0 0,0 0 0,0 0 0,0 0 16,-3 6-16,1-3 0,1 2 0,1-5 0,-4 7 15,3-1-15,0 0 0,1 3 0,0 0 0,0-1 16,3 2-16,0-1 0,-3 0 0,0-9 0,5 8 16,-1-1-16,-1 1 0,2-3 0,0-1 0,0 0 0,-5-4 15,6 2-15,0 0 0,0 0 0,2-2 0,-3 0 16,0 0-16,-5 0 0,8 0 0,-2 0 0,-2-2 16,2-2-16,-3 1 0,1-1 0,-4 4 0,8-8 15,-1 1-15,1 0 0,-2-11 0,-3 2 0,1 0 0,-4 16 16,6-20-16,-2 2 0,0 0 0,-3 5 0,-1-4 15,0 4-15,-5 0 0,3 2 0,-1 0 0,3 11 16,-7-12-16,2 0 0,0 1 0,-2 1 0,0 1 16,1 0-16,6 9 0,-6-7 0,2-1 0,0-1 15,2 3-15,-1 1 0,1-2 0</inkml:trace>
  <inkml:trace contextRef="#ctx0" brushRef="#br0" timeOffset="-151061.143">10781 12946 0,'0'0'0,"0"0"0,0 0 0,0 0 16,28 75 0,-9-6-16,-16-18 15,-14-14 1,11-37-16,0 0 0,0 0 0,-4 3 0,1-1 0,1 2 16</inkml:trace>
  <inkml:trace contextRef="#ctx0" brushRef="#br0" timeOffset="-150790.455">10913 12668 0,'0'0'0,"0"0"0,0 0 16,0 0-16,0 0 15,0 0 1,0 0-16,0 0 15,0 0-15,0 0 0,0 0 0,9 29 16,1-1-16,1 0 0,-11-28 0,7 30 0,-1-2 0,0 2 16,-1-3-16,0 1 0,0 1 0,1-2 0,-2 0 15,0 0-15,-4-27 0,3 26 0,-3-2 0,2 1 16,-2-2-16,0-2 0,0 0 0,-2-5 0,2 1 16,0-2-16,0-15 0,0 7 0,0 0 0,0 0 0,-2-4 0,2-1 0,0 0 0</inkml:trace>
  <inkml:trace contextRef="#ctx0" brushRef="#br0" timeOffset="-150313.105">10925 13035 0,'0'0'0,"0"0"15,0 0 1,0 0-16,48-65 16,12-1-16,-4 6 15,-56 60-15,0 0 0,0 0 0,0 0 16,13-20-16,2 1 0,-2-1 0,-1 2 0,1 1 15,-3-1-15,-3 7 0,1 1 0,-1-1 0,-3 4 0,-2 2 0,1 1 0,-3 4 16,0-10-16,0 1 0,0 0 16,-3 0-16,3 2 0,0 0 0,0 7 0,-2-5 15,2 3-15,0-3 0,0 5 0,-2-2 0,2 2 16,0 0-16,0 1 0,0 0 0,0 1 0,0-2 16,0 12-16,0-2 0,0 1 0,0 7 0,0 0 15,0 1-15,0-19 0,-2 23 0,2 1 0,0-1 0,-1 4 16,0-1-16,-1-1 0,2-25 0,-2 25 0,2-2 15,0 1-15,0-24 0,0 23 0,0-1 0,0-1 16,0-3-16,0 0 0,0-1 0,0-17 0,2 10 16,-2 2-16,0 0 0,2-6 0,-2-1 0,0 1 0,0-6 15,2 5-15,-2-2 0,0 1 0,2-3 0,-2-1 16,2 0-16,-2 0 0,5-7 0,0 2 0,0 1 16,-5 4-16,10-11 0,-3 1 0,2-1 0,2 1 15,0 1-15,0 0 0,0 4 0,-4-1 0,0 0 16,4 3-16,0 2 0,1-1 0,-12 2 0,12-3 0,0 3 15,-4 0-15,-8 0 0,10 6 0,-3-1 0,1-1 16,-2 1-16,-1 1 0,0-2 0,-5-4 0,5 6 16,-2 2-16,1-2 0,-2 4 0,-2-1 0,0 0 15,0-9-15,-3 8 0,0 0 0,1 0 0,-2-4 16,4 0-16,-2 0 0,1 0 0,0-3 0,-1 0 0</inkml:trace>
  <inkml:trace contextRef="#ctx0" brushRef="#br0" timeOffset="-149909.204">11774 12855 0,'0'0'0,"0"0"16,0 0-16,0 0 16,18 64-16,-4-6 15,-4-17 1,-1-14-16,-9-27 15,0 0-15,0 0 0,3 6 0,1-1 0,0-1 0,0 1 16,2-2-16,-1 0 0,-5-3 0,8 1 0,-2 1 16,1-2-16,0-5 0,-1 3 0,0-2 0,-6 4 15,12-9-15,-3 0 0,-1 0 0,1-6 0,-2 2 0,1-2 16,2-1-16,-3 0 0,1 1 0,-8 15 0,4-15 16,1-1-16,1 1 0,-2 2 0,0 1 0,0 2 15,-4 10-15,3-10 0,-1 3 0,-1 0 0,2 4 16,-3 1-16,0 0 0,0 2 0,0-2 0,0 1 15,0-1-15,-2 5 0,2 0 0,0-2 0,0-1 0,3 9 16,-3 0-16,0-2 0,1 7 0,0-4 0,1 3 16,-2-13-16,4 15 0,-2-2 0,0 1 0,2 1 15,-2 0-15,1-1 0,-3-14 0,4 13 0,-2-1 16,0 0-16,4 0 0,-4 0 0,1-1 0,-3-11 16,8 7-16,1-2 0,-1 1 0,3-11 0,-1 1 0,-1-1 15,-3 1-15,1-2 0,-1 1 0</inkml:trace>
  <inkml:trace contextRef="#ctx0" brushRef="#br0" timeOffset="-149663.602">12245 12799 0,'0'0'0,"0"0"0,0 0 16,0 0-16,0 0 16,0 0-16,0 0 15,0 0-15,0 0 0,0 0 0,0 0 16,-9 21-16,-1-1 0,0-1 0,5-1 0,3 1 15,-1 0-15,3-19 0,1 16 0,1-3 0,-2 1 16,3-2-16,-3 2 0,0-1 0,0-13 0,1 11 16,-1-1-16,0-1 0,-1 0 0,0-1 0,-1-1 0,2-7 15,-4 7-15,-1 0 0,-1-3 0,-1 1 0,2-3 16,0 1-16,5-3 0,-8 0 0,0 0 0,1 0 16,-2-7-16,3 1 0,0 0 0,6 6 0,-4-13 15,1 1-15,1-2 0</inkml:trace>
  <inkml:trace contextRef="#ctx0" brushRef="#br0" timeOffset="-149387.725">12376 12922 0,'0'0'0,"0"0"0,0 0 15,0 0 1,67-33-16,-16 3 16,-21 0-16,-30 30 15,0 0-15,0 0 0,6-12 0,0 3 16,0-2-16,0 4 0,-4-2 0,0 2 0,-2-1 0,0 2 15,0-1-15,0 7 0,-6-2 0,1 1 0,0-3 16,-4 6-16,-2-2 0,1 0 0,10 0 0,-13 5 16,0-1-16,1-1 0,-3 6 0,2-2 0,-2 1 15,2 4-15,1-2 0,-1 1 0,13-11 0,-12 12 0,1 2 16,0-2-16,4 1 0,2 2 0,0-3 0,5-12 16,-1 15-16,0-1 0,-1-1 0,5 4 0,0-4 15,-1 2-15,-2-15 0,7 12 0,-1 0 0,1-1 16,7-4-16,-3-1 0,0 2 0,0-7 0,-2 4 15,0-2-15</inkml:trace>
  <inkml:trace contextRef="#ctx0" brushRef="#br0" timeOffset="-149047.928">12578 12767 0,'0'0'0,"0"0"0,0 0 0,0 0 16,0 0-16,0 0 15,0 0 1,80-7-16,-13 19 16,-67-12-16,0 0 0,0 0 0,0 0 0,15 11 15,-1-4-15,-1 2 0,-5 3 0,-2 0 0,0 0 16,-6-12-16,1 10 0,-1 1 0,0-1 0,-3 1 16,-1-2-16,0 1 0,4-10 0,-7 8 0,2-2 15,0 0-15,-4 0 0,3-3 0,0 0 0,6-3 0,-10 6 16,0-3-16,0 2 0,0-2 0,0-2 15,0 2-15,10-3 0,-8-3 0,1 2 0,0-1 0,0-4 16,1 3-16,1 0 0,5 3 0,-4-7 0,2 0 16,0 3-16,4-8 0,-2 3 0,0-3 0,0 12 15,9-14-15,-1 2 0,1-2 0,7 0 0,-2 2 16,0-1-16,-3 5 0,-1 0 0,0 1 0,-4 3 16,-1 1-16,0-1 0,-3 1 0,0 3 0,-1-1 0</inkml:trace>
  <inkml:trace contextRef="#ctx0" brushRef="#br0" timeOffset="-148831.316">13080 12695 0,'0'0'0,"0"0"0,0 0 16,0 0-16,-67 17 15,19 1 1,23 5-16,25-23 0,0 0 0,0 0 16,0 0-16,-4 10 0,0-2 0,1 1 0,3-9 15,3 12-15,-3 0 0,0 1 0,4 1 0,-1-1 16,-1-2-16,-2-11 0,6 13 0,0-1 0,1 0 0,1 2 0,-4-1 15,1-1-15,-5-12 0,4 12 0,-2 0 16,-2 0-16,0-3 0,0 0 0,0 0 0,0-9 16,-7 3-16,2-3 0,0 1 0,-1-5 0,1-2 15,0 2-15,0-1 0,3 1 0,-1-1 0</inkml:trace>
  <inkml:trace contextRef="#ctx0" brushRef="#br0" timeOffset="-148731.959">13079 12940 0,'0'0'0,"0"0"16</inkml:trace>
  <inkml:trace contextRef="#ctx0" brushRef="#br0" timeOffset="-144345.425">14611 13107 0,'0'0'0,"0"0"0,0 0 16,2 74-16,0-29 16,7 35-1,-5-37-15,-4-43 0,0 0 16,0 0-16,0 0 0,5 26 0,-2-3 0,0 0 0,-3-23 15,3 14-15,-2-2 0,1 0 0,-2-12 16,2 6-16,-2-2 0,0 1 0,-8 9 0,2-3 0,0 1 16,6-12-16,-3 8 0,-1-2 0,0 0 0</inkml:trace>
  <inkml:trace contextRef="#ctx0" brushRef="#br0" timeOffset="-143999.316">14285 13066 0,'0'0'0,"0"0"0,0 0 0,72-8 16,0 12-16,-8 15 15,6 10-15,-5 15 16,-65-44-16,0 0 0,0 0 15,22 17-15,-4-1 0,1 0 0,-1 3 0,-1 0 16,-1-1-16,-16-18 0,15 23 0,-3-1 0,0 0 0,-2-1 16,-1-2-16,0 1 0,-9-20 0,4 19 0,0-1 0,-1 0 0,-6 0 15,3 0-15,-2 0 0,2-18 16,-10 13-16,1 3 0,0-1 0,-5-4 0,0 0 16,0 1-16,14-12 0,-22 7 0,2 3 0,0-1 0,-3-8 0,-1 2 0,1-1 15,-4-4-15,3 2 16,-1 0-16,8-3 0,2 3 0,0 0 0,6-1 0,3-1 15,0 2-15,6 0 0,-3-3 0,0 3 0,1 0 16</inkml:trace>
  <inkml:trace contextRef="#ctx0" brushRef="#br0" timeOffset="-143615.94">14957 13287 0,'0'0'0,"0"0"15,0 0-15,0 0 16,0 0 0,-6 83-16,-1-12 15,7-71-15,0 0 0,0 0 0,-2 17 0,2-1 16,0 0-16,0-16 0,0 14 0,0-5 0,0 3 16,6-6-16,-4 2 0,1-1 0,-3-7 0,7 4 0,-1-2 0,0 1 0,6-3 15,-1 0-15,0-1 16,-11 1-16,14-5 0,-1-1 0,1 0 0,2-3 0,-2 0 15,0 1-15,-14 8 0,13-13 0,1-2 0,-1 3 16,-4-6-16,-3 2 0,0-2 0,-6 18 0,6-15 16,-4-1-16,1 3 0,-6-2 0,3 0 0,0 1 15,0 14-15,-8-14 0,4 1 0,-1-2 0,-5 6 16,0 0-16,0 0 0,10 9 0,-18-8 0,3 2 0,-2 1 16,-2 0-16,1 3 0,0 1 0,18 1 0,-19 0 15,-1 1-15,0-1 0,-1 5 0,2-1 0,1 0 16,18-4-16,-18 7 0,2-1 0,0 0 0,5 0 0,2-3 15,1 0-15,6 1 0,1-4 0,0 2 0,3-1 16,-2-1-16,0 1 0</inkml:trace>
  <inkml:trace contextRef="#ctx0" brushRef="#br0" timeOffset="-143140.394">15748 13162 0,'0'0'0,"0"0"0,0 0 0,0 0 0,0 0 16,-4 78-1,4-15-15,4-17 16,-4-46-16,0 0 0,0 0 0,4 11 0,-1-1 15,1 1-15,-4-11 0,8 6 0,-1 0 0,-1 1 16,4-3-16,0-3 0,0 2 0,-10-3 0,12 0 16,-1 0-16,1 0 0,-12 0 0,13-6 0,1 0 15,0 1-15,-1-5 0,-1 1 0,-1 0 0,-11 9 0,13-14 16,0 2-16,-1-1 0,-1-1 0,1-1 0,-1 0 16,-11 15-16,10-13 0,-3 2 0,1-1 0,-3 1 15,-1 2-15,-1 0 0,-3 9 0,1-6 0,-1 2 16,0 0-16,2 0 0,-2 1 0,0 1 0,0 2 0,0-2 0,0 2 0,0 0 15,0 0-15,2 4 0,-2-1 16,0 1-16,-4 6 0,3-1 0,0 0 0,1-9 0,-4 19 0,3-1 16,0 0-16,-1 6 0,1-2 15,0 0-15,1-22 0,1 26 0,0-2 0,1 0 16,-5 3-16,3-3 0,0 3 0,0-27 0,1 23 0,-1 0 16,0 0-16,-1 0 0,1-1 0,0-1 0,0-21 15,-2 17-15,2-2 0,0 1 0,0-16 0,-3 6 16,3-3-16,0 2 0,-3-6 0,3 1 0,0 0 15</inkml:trace>
  <inkml:trace contextRef="#ctx0" brushRef="#br0" timeOffset="-142775.146">16169 13188 0,'0'0'0,"0"0"0,0 0 0,-4 76 16,3-14 0,11-18-16,3-18 15,-13-26-15,0 0 0,0 0 0,9 6 0,-1 0 0,-1 0 0,-7-6 16,15 0-16,-3 0 0,1 3 16,1-9-16,-1 4 0,1 0 0,-14 2 0,15-11 0,-2 2 15,1 0-15,-2-6 0,1 1 0,-1 0 0,-12 14 16,9-17-16,0 2 0,-1-2 0,-4 1 0,0 0 15,0 0-15,-4 16 0,-3-16 0,3 4 0,0-1 16,-6 0-16,0 0 0,0 2 0,6 11 0,-12-9 16,3-1-16,-2 3 0,-3 4 0,0-1 0,0 0 0,14 4 15,-19 2-15,4 0 0,-2-1 0,1 3 0,1-1 16,0 1-16,15-4 0,-15 5 0,2 0 0,-1 0 16,5 2-16,0-2 0,1 0 0,3 0 0,1-2 0,0-1 0,2 0 0,1 0 15,0 0-15,-2-1 0,3-1 16,0 2-16</inkml:trace>
  <inkml:trace contextRef="#ctx0" brushRef="#br0" timeOffset="-142434.928">16522 13130 0,'0'0'0,"0"0"15,0 0 1,0 0-16,12 67 16,-5-6-16,-3-14 15,-4-47-15,0 0 0,0 0 16,0 0-16,3 12 0,-2 1 0,0-1 0,-1-12 0,6 9 15,-3-2-15,0 0 0,4-2 0,-2 0 0,0-2 16,-5-3-16,10 1 0,-3-1 0,1 0 0,4-4 16,-2-1-16,0 0 0,-10 5 0,13-9 0,0 1 0,0 0 15,-3 1-15,-3-1 0,1 1 0,4-7 0,-3 1 16,2-1-16,-11 14 0,12-13 0,-2-2 0,0 1 16,-10 14-16,8-9 0,-2-2 0,0 2 0,-1 4 15,-3-2-15,1 3 0,-3 4 0,1-3 0,0 1 0,1 0 16,-4 3-16,2 0 0,0-1 0,0 0 0,-2 9 15,-1-2-15,1 1 0,3 7 0,-1 1 0,0 0 16,0-16-16,1 19 0,-1 2 0,0-1 0,2 1 16,-2-1-16,0 1 0,0-21 0,3 21 0,1-2 15,0 2-15,2-4 0,-1-4 0,0 4 0,-5-17 0,9 3 16,0 3-16,-1-3 0,1-2 0,-3 1 0,0-2 16</inkml:trace>
  <inkml:trace contextRef="#ctx0" brushRef="#br0" timeOffset="-142056.951">17206 12847 0,'0'0'0,"0"0"0,0 0 16,16 72-16,5 14 15,-8-7-15,-2-9 16,-5-7-1,-6-63-15,0 0 0,0 0 0,0 0 0,6 18 0,-3-1 16,1 2-16,-2-6 0,1-1 0,-1 0 0,-2-12 16,1 6-16,1 1 0,-1-2 0,-1-5 0,1 4 0,-1-1 15,0-1-15,2-1 0,-2-1 0,0 0 0,0 0 0,4-5 16,-1 0-16,-1 0 0,6-7 0,-2 1 0,0 1 0,-6 10 0,11-15 16,0 1-16,1 0 15,0 0-15,0 2 0,1-1 0,-13 13 0,14-7 16,-2-2-16,0 0 0,0 6 0,-1 0 0,0-1 0,-11 4 15,13 4-15,-3-1 0,2-2 0,-1 7 0,-1-3 0,0 2 0,-10-7 16,8 5-16,-2 0 0,0 0 16,1 12-16,-1 0 0,1 0 0,-7-17 0,4 22 15,-1-1-15,0-1 0,-2-1 0,0-1 0,0-1 16,-1-17-16,2 13 0,-2-1 0,0-1 0,6-6 16,-1-2-16,0 0 0</inkml:trace>
  <inkml:trace contextRef="#ctx0" brushRef="#br0" timeOffset="-141693.092">18021 13128 0,'0'0'0,"0"0"16,0 0-16,0 0 16,-89 34-1,12 5-15,25 3 0,52-42 0,0 0 16,0 0-16,0 0 0,-11 13 15,2-2-15,0 1 0,9-12 0,-3 12 0,-1-2 16,0 3-16,6-3 0,0 1 0,-1-1 0,-1-10 16,9 6-16,-1 1 0,1 0 0,6-3 0,-3-3 0,1 1 0,4-6 15,-1-1-15,0 0 0,-16 5 16,15-10-16,-1 1 0,0 0 0,-14 9 0,13-14 16,1 2-16,-1-1 0,0-4 0,-3 2 0,0 0 0,-10 15 0,7-15 0,1 1 0,-1 0 15,-2 5-15,-1 1 16,0 0-16,-4 8 0,2-5 0,0 1 0,-2-1 15,3 4-15,-3 0 0,0 1 0,-3 2 0,1 0 0,0 1 16,2-3-16,-5 8 0,2-2 0,0 1 0,1 6 16,2-1-16,0 1 0,0-13 0,-1 15 0,1 0 15,0 0-15,1-2 0,1 1 0,-2 0 0,0-14 16,4 7-16,-1 2 0,-1-1 0</inkml:trace>
  <inkml:trace contextRef="#ctx0" brushRef="#br0" timeOffset="-141412.944">18133 13038 0,'0'0'0,"0"0"0,0 0 15,0 0 1,36 80 0,1 3-16,-4-16 15,-33-67-15,0 0 0,0 0 0,0 0 16,9 18-16,-2-1 0,0-1 0,0-4 0,-1-1 15,0 1-15,-6-12 0,6 7 0,-2 1 0,0-2 0,-4-6 16,4 3-16,-2 0 0,0-2 0,3-2 0,-1-2 16,0 1-16,-4 2 0,7-10 0,-1 0 0,0 1 15,3-5-15,-3 0 0,0 0 0,-6 14 0,11-21 16,-4-2-16,1 3 0,-8 20 0,8-28 0,1 0 16,-1 0-16,0 2 0,-1 2 0,1 0 0,-8 24 0,7-18 15,-1 0-15,-2 1 0</inkml:trace>
  <inkml:trace contextRef="#ctx0" brushRef="#br0" timeOffset="-141117.191">18534 13118 0,'0'0'0,"0"0"16,0 0-16,0 0 15,0 0 1,0 0-16,65-10 16,-65 10-16,0 0 0,0 0 0,0 0 15,18-9-15,0 3 0,0-1 0,-18 7 0,11-9 16,-3 0-16,1-1 0,-7 0 0,1 1 0,0 2 15,-3 7-15,-6-6 0,3-2 0,-1 1 0,-7 2 0,1 2 16,0-2-16,10 5 0,-15 0 0,2 0 0,-2 0 16,6 2-16,0-2 0,0 2 0,-4 5 0,-1 2 15,0 0-15,14-9 0,-11 14 0,1-1 0,0 1 16,10-14-16,-6 16 0,0 1 0,0-2 0,8 4 16,-2-1-16,0 0 0,0-18 0,7 19 0,0-1 0,-1 0 15,-6-18-15,16 13 0,0 1 0,0 0 0,10-5 16,-3-1-16,0 2 0,-23-10 0,30 0 0,-1 0 15,-1 0-15,-28 0 0,35-6 0,-1 2 0,-1-2 16,-9 1-16,-3 0 0,0 2 0</inkml:trace>
  <inkml:trace contextRef="#ctx0" brushRef="#br0" timeOffset="-140766.134">19387 13030 0,'0'0'0,"0"0"0,0 0 16,0 0-1,0 0-15,0 0 16,0 0-16,0 0 0,0 0 15,0 0-15,-18 17 0,2-1 16,0 0-16,4-3 0,-1-3 0,1 2 0,4-6 16,3-1-16,0 0 0,5-5 0,-8 14 0,2 0 15,-2-1-15,1 6 0,3-5 0,-1 2 0,5-16 16,5 11-16,-3 1 0,0-2 0,-2-10 0,11 3 0,-1-2 16,-1 0-16,-9-1 0,19-6 0,-3 1 0,0-1 15,2-6-15,-1 1 0,1 1 0,-1-4 0,0 1 16,1 1-16,-18 12 0,13-14 0,-2 0 0,1 3 15,-12 11-15,7-12 0,1 3 0,-1-1 0,-7 10 16,5-7-16,0-1 0,0 1 0,-1 4 0,-3-2 0,0 4 16,-1 1-16,2-2 0,-2 1 0,0-1 0,0 2 15,-3 5-15,3-2 0,0 1 0,-3 6 0,3 0 16,0-1-16,0-9 0,-3 14 0,0 0 0,1 0 16,2-14-16,1 16 0,-1 1 0,0-2 0,7-1 0,-1 0 0,1 2 0,-7-16 15,14 9-15,-3 0 16,0-1-16,-11-8 0,15-2 0,0 2 0,-1 0 0</inkml:trace>
  <inkml:trace contextRef="#ctx0" brushRef="#br0" timeOffset="-140490.556">19999 12841 0,'0'0'0,"0"0"0,0 0 0,0 0 16,0 0-16,0 0 15,0 0 1,0 0-16,0 0 0,0 0 16,0 0-16,0 0 0,-11 21 0,2 0 0,0-3 0,9-18 15,0 21-15,0-3 0,0 0 0,9 3 0,0-3 16,0 0-16,-9-18 0,9 18 0,1-1 0,1 1 16,-4-2-16,1 1 0,-2 0 0,-6-17 0,3 14 15,-2 1-15,1 0 0,-2-15 0,-4 14 0,2-2 0,2 1 16,-8-4-16,1-1 0,-1 1 0,8-9 0,-13 1 15,0-1-15,1 0 0,-1-10 0,2 2 0,0-1 16,11 9-16,-8-9 0,1 4 0,-1-3 0</inkml:trace>
  <inkml:trace contextRef="#ctx0" brushRef="#br0" timeOffset="-140197.261">20251 12875 0,'0'0'0,"0"0"0,0 0 16,0 0-1,0 0-15,4 71 16,1-19 0,-5-52-16,0 0 0,0 0 0,2 13 0,1-3 0,-1 2 0,-2-12 0,6 9 15,-2-3-15,0 3 0,-4-9 16,11 3-16,-1 3 0,0-3 0,2-3 0,1-1 16,-1 1-16,-12 0 0,14-5 0,0 1 0,-1 1 15,-13 3-15,12-9 0,-3 1 0,1 2 0,-5-7 16,-1 2-16,0-1 0,-4 12 0,-2-15 0,2 0 0,0 0 15,0 15-15,-6-12 0,1-2 0,1 1 0,-5 4 16,0 0-16,0-1 0,9 10 0,-16-5 0,2 2 16,1 1-16,13 2 0,-20 0 0,2 2 0,1-2 15,-2 6-15,1-4 0,0 0 0,18-2 0,-18 5 0,2-1 16,-1 1-16</inkml:trace>
  <inkml:trace contextRef="#ctx0" brushRef="#br0" timeOffset="-139648.216">20408 12857 0,'0'0'0,"0"0"16,0 0-16,88 27 15,-12 11 1,-24 4-16,-22-1 16,-30-41-16,0 0 0,0 0 15,5 12-15,-1-2 0,2 1 0,-6-11 0,-3 9 0,3 0 16,0 1-16,0-10 0,-3 8 0,1-1 0,1 1 15,-2-2-15,1-3 0,0 1 0,0-1 0,1-1 16,0-1-16,1-1 0,-7-3 0,4 0 0,-1 0 0,4 3 16,-6-4-16,1 1 0,0-1 0,0-6 0,3 1 15,-1 0-15,3 9 0,-3-16 0,3-1 0,0-1 16,0 18-16,6-21 0,-2-1 0,1 1 0,8 0 16,-2 1-16,0-1 0,-11 21 0,16-17 0,-1 3 15,0-2-15,-15 16 0,19-7 0,-2 1 0,1-2 0,-1 7 16,0 1-16,1 0 0,-18 0 0,12 4 0,1 1 15,-1-2-15,-12-3 0,10 6 0,-1-3 0,0 2 16,-9-5-16,6 4 0,0-1 0,0 3 0,-6-6 16,6 3-16,0 0 0,0 0 0,1 0 0,-2-3 0,0 1 0,-5-1 15,5-1-15,-3-2 0,1 0 0,-3 3 16,6-9-16,0 3 0,0-2 0,-6 8 0,9-7 16,-3-2-16,0 3 0,0-6 0,-2 3 0,0 0 0,-4 9 0,1-12 0,-1 0 15,0 2-15,0 10 16,-3-9-16,1 0 0,1 2 0,1 7 0,-7-4 0,1-1 15,-1 2-15,-3 4 0,1-1 0,1 0 16,8 0-16,-11 7 0,1-3 0,0 3 0,1-2 0,3 0 0,0 1 0,6-6 16,-10 15-16,0-2 0,0 1 15,4 4-15,0 0 0,0 0 0,6-18 0,-6 18 16,4 0-16,-1 0 0,6 0 0,-1-1 0,1-1 16,-3-16-16,9 16 0,0-2 0,-1 1 0,9-4 0,0-1 15,-2 1-15,-2-5 0,-2 0 0,1-2 0,-5-1 16,-2-1-16,0-1 0</inkml:trace>
  <inkml:trace contextRef="#ctx0" brushRef="#br0" timeOffset="-139452.258">21526 12514 0,'0'0'0,"0"0"0,0 0 16,26 93-1,-9 7 1,-3-6-16,-15-8 16,1-86-16,0 0 0,0 0 0,0 0 0,-5 28 15,3-3-15,-1 2 0,-3-6 0,0 0 0,-1 0 16</inkml:trace>
  <inkml:trace contextRef="#ctx0" brushRef="#br0" timeOffset="-138959.241">21437 12859 0,'0'0'0,"0"0"0,60-53 15,6-10 1,-3 4 0,-12-4-16,-15 3 15,-36 60-15,0 0 0,0 0 0,0 0 0,9-18 16,-1 2-16,-1 0 0,-7 16 0,6-12 0,0 0 15,-2 2-15,2 4 0,-2-1 0,0 0 0,-4 7 0,5-2 16,-3 1-16,1-2 0,-3 3 0,-1 3 0,-1-2 0,1 1 0,0 7 16,1 1-16,0-1 0,0-9 15,2 19-15,-2-3 0,0 0 0,-2 11 0,0-1 0,2-2 0,0-24 16,-4 27-16,2 0 0,1-1 16,4 2-16,-3-1 0,0 0 0,0-27 0,1 27 0,0-2 15,1 2-15,-2-27 0,2 21 0,-1 0 0,0 0 0,2-4 0,-3-2 16,0-1-16,0-5 0,0-2 15,0 2-15,0-9 0,1 2 0,-1 1 0,0 0 16,0-3-16,0-2 0,0-1 0,0 0 0,4-3 16,-3-1-16,1-1 0,-2 8 0,4-13 0,-2-1 0,1 2 0,-3 12 0,5-18 15,-1 3-15,-1-3 0,8 2 16,-3-1-16,1 2 0,-9 15 0,12-15 0,-1 3 16,1 0-16,-12 12 0,12-9 0,-2 2 0,0 0 15,3 5-15,-1 1 0,-1 1 0,-11 0 0,14 7 16,-3-3-16,0 2 0,-11-6 0,11 9 0,0 0 0,1-2 15,-3 7-15,-1-2 0,-1 0 0,-7-12 0,8 15 0,-2 1 16,1-2-16,-7-14 0,0 17 0,0-4 16,0 3-16,-9-6 0,1-1 0,1 1 0,7-10 15,-8 2-15,1-1 0,-1 2 0</inkml:trace>
  <inkml:trace contextRef="#ctx0" brushRef="#br0" timeOffset="-138364.622">22037 12743 0,'0'0'0,"0"0"0,0 0 16,0 0 0,70 3-16,-8 16 15,-16 17 1,-46-36-16,0 0 0,0 0 0,11 13 0,-4 0 16,0 0-16,-7-13 0,4 13 0,-1-1 0,1 0 0,-4-12 15,0 12-15,0 0 0,0 0 0,-4-1 0,1-1 16,0-1-16,3-9 0,-5 6 0,2 0 0,-1 0 15,-1-4-15,0-1 0,0-1 0,5 0 0,-6-3 0,1 3 16,0 0-16,-1-6 0,1 0 0,0 2 0,5 4 16,-4-10-16,1 0 0,-1 0 0,4 10 0,2-17 15,-2 4-15,0-2 0,6-5 0,-1 4 0,1-3 16,-6 19-16,12-19 0,-3 1 0,2 0 0,3 1 16,1 1-16,0 2 0,-15 14 0,15-15 0,0 1 15,0 0-15,-15 14 0,19-10 0,-2-1 0,0-1 16,-4 5-16,-2 1 0,0-1 0,-4 3 0,-1 1 0,-1 0 15,-5 3-15,11-2 0,0-1 0,0 0 0,-1 2 0,-2-1 0,-1-1 16,-7 3-16,5 0 0,0 0 16,0 0-16,-5 0 0,-1 7 0,-1 0 0,1-2 15,-1 7-15,2 1 0,0-1 0,0-12 0,-3 16 16,0 2-16,1-1 0,2-17 0,-4 20 0,-2-3 0,1 3 16,3-2-16,0 1 0,-1 1 0,3-20 0,1 15 15,-1 3-15,0 0 0,0-18 0,5 10 0,-1 2 16,0 1-16,3-6 0,0 1 0,1-1 0,-8-7 15,16 4-15,-1-2 0,0 1 0,-15-3 0,19-3 0,-3 3 16,0 0-16,1-6 0,-1 0 0,1 0 0,-17 6 16,13-9-16,1 0 0,0-3 0,-14 12 0,10-12 15,-1-1-15,1 2 0,-5-6 0,-1 3 0,0-2 16,-4 16-16,-2-13 0,2 1 0,-2-2 0,-8 2 16,1 1-16,0 0 0,9 11 0,-13-9 0,1 1 0,-1 1 15,13 7-15,-17-7 0,0 2 0,2 0 0,-3-1 16,0 3-16,1-1 0,17 4 0,-16-3 0,3 1 15,-1 0-15,14 2 0,-9-5 0,2 1 0,-1-1 16,3 5-16,3-2 0,0 2 0</inkml:trace>
  <inkml:trace contextRef="#ctx0" brushRef="#br0" timeOffset="-137962.638">23048 12598 0,'0'0'0,"0"0"0,0 0 15,0 0 1,0 0-16,-74 46 16,31-20-1,43-26-15,0 0 0,0 0 0,-18 18 0,1-2 16,0 1-16,17-17 0,-10 9 0,1 0 0,0-2 16,9-7-16,2 19 0,-1-1 0,0 1 0,-1-19 0,1 11 15,1-1-15,-1-1 0,-1-9 0,22 6 0,-1 0 16,1-3-16,-22-3 0,13 5 0,-1-3 0,1-1 15,-13-1-15,23-11 0,0-1 0,-1 2 0,-22 10 16,14-8-16,-3 2 0,0-1 0,-11 7 0,6-4 0,-2 1 16,0 2-16,6-11 0,-1 0 0,0 1 0,-9 11 15,6-7-15,-1 0 0,-1 0 0,-4 7 0,4-3 16,-2 1-16,-2 0 0,0 2 0,2 0 0,-2-2 16,0 1-16,0 1 0,0-2 0,0-1 0,0 1 15,0 2-15,0-4 0,0 3 0,0 0 0,5 19 0,-3 0 0,1-3 16,-3-15-16,3 11 0,-1 0 0,-1-1 15,-1-10-15,10 18 0,-1 2 0,-1-1 0,-8-19 0,6 11 16,-2-1-16,1-1 0,-5-9 0,13-1 16,-2-2-16,0 0 0,-11 3 0,7-2 0,-1-2 15,0 3-15</inkml:trace>
  <inkml:trace contextRef="#ctx0" brushRef="#br0" timeOffset="-137758.821">23352 12307 0,'0'0'0,"0"0"0,0 0 16,0 0-16,20 77 16,-10 10-1,5-3-15,-15-84 0,0 0 16,0 0-16,0 0 0,6 29 0,-2-1 0,0 0 16,-6-1-16,1-1 0,0 2 0,1-28 0,-4 22 0,2 1 0,-1 1 0,-1-6 15,2 0-15,0 0 0,2-18 16,-3 8-16,0-1 0,1 2 0,-1-6 0,2 1 15,0-4-15</inkml:trace>
  <inkml:trace contextRef="#ctx0" brushRef="#br0" timeOffset="-137622.832">23290 12630 0,'0'0'0,"0"0"0,0 0 16,96-23-16,-27 10 15,-36 6-15</inkml:trace>
  <inkml:trace contextRef="#ctx0" brushRef="#br0" timeOffset="-137357.768">23726 12160 0,'0'0'0,"0"0"0,0 0 0,36 77 0,-9-12 15,-14-18-15,-7-14 16,-7-23-1,1-10-15,0 0 0,0 0 0,-1 0 0,-1 0 16,1 0-16,0-2 0,1 2 0,0 0 0,0 0 16</inkml:trace>
  <inkml:trace contextRef="#ctx0" brushRef="#br0" timeOffset="-137215.757">23869 12094 0,'0'0'0,"17"74"0,-17-74 0,20 79 16,-15-15 0,-22-17-16</inkml:trace>
  <inkml:trace contextRef="#ctx0" brushRef="#br0" timeOffset="-136111.486">14024 12875 0,'0'0'0,"0"0"0,0 0 16,0 0-1,0 0-15,0 0 16,21 65-1,-21-65-15,0 0 0,0 0 0,7 12 0,-3 1 0,0-1 16,-4-12-16,9 5 0,0-3 0,0 2 0,-4-4 16,-1 0-16,2 0 0,-3 0 0,-1 0 0,-1 0 15,0 0-15,-1 0 0,0 0 0,0 0 0,0 0 16,0 0-16,2 0 0,-2 0 0,0 0 0,15-22 16,0 1-16,0-2 0,-15 23 0,9-14 0,0 1 0,0 1 15,-9 12-15,3-6 0,1 0 0,0 1 0,-4 5 16,1-1-16,0 1 0,1-3 0,-8 15 0,4-2 15,-1 1-15,3-11 0,-4 6 0,4 0 0,-2 0 16,2-6-16,-2 3 0,2-2 0,0 1 0</inkml:trace>
  <inkml:trace contextRef="#ctx0" brushRef="#br0" timeOffset="-118679.147">1040 13908 0,'0'0'0,"0"0"0,0 0 0,0 0 0,0 0 16,0 0-16,0 0 15,0 0-15,0 0 16,0 0-16,0 0 16,0 0-16,0 0 0,0 0 0,0 0 0,0 0 0,0 0 15,0 0-15,0 0 0,0 0 0,0 0 0,0 0 16,0 0-16,0 0 0,2 19 0,-2-3 0,3 1 15,-3-17-15,1 11 0,-1-2 0,0 1 0,5 8 16,-5 0-16,2-2 0,-2-5 0,3-2 0,-3 0 16,0 9-16,-3 0 0,3 0 0,0-18 0,-2 9 0,2 1 15,0-1-15,-5 7 0,4-3 0,1 0 0,-3-5 16,3 0-16,-2-1 0,2-7 0,0 3 0,0-1 16,0 2-16,-3-4 0,3 2 0,0-2 0,8 10 0,-2 2 15,-1-3-15,-5-9 0,6 6 0,-4 0 0,4 0 16,-6-3-16,0-1 0,2 0 0,13 3 0,1-2 15,-2-1-15,-14-2 0,8 3 0,3-2 0,-3 3 16,5-3-16,4 0 0,-4 0 0,-1 1 0,-6 0 16,1-1-16,-7-1 0,17 1 0,-2-1 15,-2 0-15,-7 0 0,2 0 0,1 0 0,-7 0 0,0 0 16,1 0-16,-3 0 0,4-9 0,-2 0 0,0-1 0,1 4 16,0 0-16,-3 0 0</inkml:trace>
  <inkml:trace contextRef="#ctx0" brushRef="#br0" timeOffset="-118314.976">899 14080 0,'0'0'0,"0"0"0,0 0 0,0 0 16,0 0-16,0 0 15,0 0-15,102-12 16,-20 3-16,-29-8 15,-53 17-15,0 0 0,0 0 0,10-4 0,-1-1 16,2 1-16,-3-4 0,-2 2 0,-1-1 0,-1-2 0,0-1 0,-1 1 16,0-2-16,-3 1 0,0-1 15,-3 1-15,-2-1 0,1 1 0,0-1 0,-1 3 16,1-1-16,2 5 0,-1-2 0,0 1 0,3 5 0,0 0 16,0 0-16,-2-2 0,-1-1 0,2 1 0,-13 0 15,1 2-15,1-1 0,-1 4 0,-1-2 0,1 0 16,2 2-16,5-3 0,-2 1 0,3 0 0,3 1 15,-1-2-15,2 0 0,1 0 0,-3 0 0,3 0 0,0 0 16,0 0-16,4 0 0,-1-3 0,-3 1 0,7-1 16,-1 2-16,-1-2 0,6 1 0,-2 0 0,1 1 15,-10 1-15,0 0 0,0 0 0,9-1 0,-1 1 16,-1-1-16,-7 1 0,0 0 0,0 0 0</inkml:trace>
  <inkml:trace contextRef="#ctx0" brushRef="#br0" timeOffset="-118087.152">1469 13969 0,'0'0'0,"0"0"0,0 0 0,0 0 15,0 0-15,0 0 16,-28 69-16,-2-6 16,3-18-16,27-45 0,0 0 15,0 0-15,-6 9 0,-2-1 0,-1 1 0,0 1 16,3-1-16,-3-1 0,0 2 0,-1-3 0,1 2 0,1-4 15,0 1-15,2-1 0,1-7 0,0 1 0,1 1 16,2-5-16,-1-1 0,0 2 0,1-6 0,2 5 16,0-3-16,0 8 0,0 0 0,0 0 0,0-6 15,0 2-15,0-3 0</inkml:trace>
  <inkml:trace contextRef="#ctx0" brushRef="#br0" timeOffset="-117925.236">1289 14054 0,'0'0'0,"0"0"0,0 0 0,0 0 0,0 0 16,0 0-16,0 0 15,0 0-15,51 49 16,-51-49-16,0 0 0,0 0 0,15 15 0,-3-1 16,1 0-16,-2-4 0,1 1 0,-1-2 0,-3-3 15,0 0-15,-2-2 0,3-1 0,-2-1 0,2 0 16,-2-4-16,2 2 0,-3 0 0,4-6 0,-1 0 16,0 2-16,-2-1 0,-1 1 0,-1-1 0</inkml:trace>
  <inkml:trace contextRef="#ctx0" brushRef="#br0" timeOffset="-117740.676">1573 14038 0,'0'0'0,"0"0"0,0 0 0,0 0 15,22 63-15,-2 1 16,-4-6-16,-11 0 16,-5-58-16,0 0 0,0 21 0,-2-3 0,2 3 15,0-21-15,-6 15 0,3 2 0,0-1 16,-2-3-16,3 0 0,-2 0 0,-1-6 0,0 1 0,2-2 0,0-6 15,0-2-15,1 1 16,0-9-16,2 0 0,0 1 0,-2 2 0,2-1 0,0 1 0</inkml:trace>
  <inkml:trace contextRef="#ctx0" brushRef="#br0" timeOffset="-117470.63">1532 13981 0,'0'0'0,"0"0"0,0 0 0,0 0 0,0 0 16,81 9 0,-18 14-1,-26 11-15,-17-4 16,-20-30-16,0 0 0,5 9 0,-1 0 0,1-1 16,-8 3-16,3-2 0,0 1 0,0-10 0,-5 9 0,4 0 15,-1 0-15,-7-4 0,3 2 0,-1 0 0,1-1 16,-2 0-16,0 0 0,-1-1 0,0-3 0,-1 3 15,2-6-15,1 1 0,0 0 0,-1-5 0,0 1 16,2-2-16,1-5 0,1 1 0,-1-1 0,3 2 16,-1 1-16,3-1 0,0 9 0,0 0 0,0 0 0</inkml:trace>
  <inkml:trace contextRef="#ctx0" brushRef="#br0" timeOffset="-117267.041">1780 13849 0,'0'0'0,"0"0"0,0 0 0,0 0 0,0 0 15,0 0-15,39 62 16,-7 0 0,-16-5-16,-16-57 0,0 0 0,0 0 15,1 17-15,1 1 0,-1-3 0,-4 3 0,2 0 16,1-1-16,-2 2 0,-1-1 0,3 0 0,-3 0 16,3-1-16,0-1 0,0-5 0,0-1 0,0 1 0,0-11 15,6 7-15,-4-1 0,-1 2 0,9-6 0,-4-1 16,-1 0-16,1-1 0,0 0 0,-1 0 0</inkml:trace>
  <inkml:trace contextRef="#ctx0" brushRef="#br0" timeOffset="-116835.967">2162 14112 0,'0'0'0,"0"0"0,0 0 0,0 0 15,0 0-15,0 0 16,-55-30-16,5 19 15,14 26 1,36-15-16,0 0 0,0 0 0,-11 7 0,1 1 16,1-2-16,-2 5 0,2-1 0,2 1 0,1 1 0,1-1 15,0-1-15,3 1 0,0-2 0,2 2 0,0-2 16,0 0-16,0 0 0,2-1 0,-2-3 0,2 3 16,3-5-16,-3 0 0,1 0 0,6-3 0,-5 0 0,0 0 15,3-6-15,0 3 0,-2 0 0,4-6 0,-2 0 16,-1 2-16,3-3 0,-1 1 0,-4 2 0,2-4 15,-1 3-15,-1-1 0,1-4 0,-2 3 0,-1-1 0,2 2 16,-1 2-16,-1-2 0,0 4 0,-2 1 0,0-2 0,0 6 0,0-4 16,0 2-16,0 2 0,0 0 15,0 0-15,0-3 0,0 3 0,0 0 0,0 0 16,2 3-16,-2-3 0,0 0 0,2 6 0,0 0 16,-2-2-16,3 7 0,-1-2 0,1-1 0,3 5 15,-1-1-15,-1-1 0,1 2 0,0 0 0,1 0 0,-1 1 0,-2-2 0,0 0 16,2 2-16,-2-3 0,-1 0 15,4-3-15,-3-2 0,-1 2 0,4-11 0,-3 1 16,2 1-16,-1-4 0,-2-1 0,1 0 0,1-3 16,0 1-16,1-1 0,-5 9 0,0 0 0,0 0 15,3-7-15,-2 2 0,1 1 0</inkml:trace>
  <inkml:trace contextRef="#ctx0" brushRef="#br0" timeOffset="-116542.893">2202 14024 0,'0'0'0,"0"0"16,0 0-16,0 0 15,0 0-15,0 0 16,0 0 0,0 0-16,0 0 0,0 0 0,0 0 0,0 0 15,0 0-15,0 0 0,0 0 0,0 0 0,0 0 16,0 0-16,0 0 0,0 0 0,2 32 0,-1 1 16,0-1-16,2-12 0,-3-1 0,0 0 0,2-16 15,-2 0-15,0 0 0,4-10 0,-3 0 0,0 3 16,4-8-16,-2 3 0,0-1 0,3-4 0,-2 1 15,3 1-15,0 1 0,2 2 0,-3-1 0,4 5 0,-2-1 0,-1-1 16,1 4-16,-2 1 0,1-3 16,1 10-16,0-3 0,1-1 0,2 7 0,-3-1 15,0-1-15,1 4 0,-2 0 0,2 0 0,-9-10 0,5 13 16,1 1-16,-1-2 0,-1 0 0,-2-2 0,1 0 16,-1-1-16,-2-4 0,3 2 0,-6-1 0,3-3 15,0-1-15</inkml:trace>
  <inkml:trace contextRef="#ctx0" brushRef="#br0" timeOffset="-115818.336">2705 13929 0,'0'0'0,"0"0"0,0 0 0,0 0 0,0 0 16,-65 43 0,10 2-16,14 4 15,14-10-15,27-39 0,0 0 16,0 0-16,-7 14 0,3-2 0,-4 0 0,5-2 16,0-1-16,0 1 0,2 0 0,0-2 0,0-1 15,1-2-15,0-1 0,0 2 0,0-3 0,1 0 0,0 0 16,-1-3-16,0 0 0,0 0 0,10-5 0,-2 2 15,-1-1-15,4-2 0,-4 0 0,0 0 0,1-3 16,-1 3-16,1-1 0,2-4 0,-3 1 0,0-1 16,-1-1-16,2 1 0,-4 0 0,3 1 0,-3-1 15,0 0-15,-1 5 0,0 0 0,-1-1 0,-2 4 0,1 1 16,1-3-16,-1 4 0,-1 0 0,0-1 0,0 2 16,0 0-16,0 0 0,3 2 0,-3-1 0,0 0 15,2 7-15,0-4 0,1 1 0,-1 6 0,2-1 16,1 1-16,-2 1 0,-3 1 0,3-1 0,0 1 15,-3-2-15,2 1 0,-2-12 0,3 12 0,-3 0 0,0 0 16,-3-1-16,3-2 0,0 0 0,0-4 0,0 0 16,0 1-16,0-3 0,0-1 0,0-1 0,0 1 15,0-2-15,0 1 0,0 0 0,0-1 0,0 0 16,0 0-16,0 0 0,0 0 0</inkml:trace>
  <inkml:trace contextRef="#ctx0" brushRef="#br0" timeOffset="-115631.322">2783 13867 0,'0'0'0,"0"0"0,0 0 0,0 0 16,0 0-16,0 0 16,0 0-16,0 0 15,28 87 1,-28-87-16,0 0 0,0 0 0,8 26 0,-2-1 16,-1 1-16,-3-5 0,0-3 0,0 1 0,-4-1 0,0-2 15,2 2-15,-4-6 0,1 0 0,-1 2 0,2-8 16,2 1-16,-3 0 0,0-7 0,3 0 0,-2 0 0,0-2 15,2 0-15,0 0 0</inkml:trace>
  <inkml:trace contextRef="#ctx0" brushRef="#br0" timeOffset="-115369.287">2766 14149 0,'0'0'0,"0"0"0,0 0 0,0 0 16,0 0-16,0 0 15,0 0-15,59-47 16,-59 47-16,0 0 0,0 0 15,0 0-15,16-12 0,-2 2 0,-1 0 0,-4 5 16,-4-1-16,-1 3 0,14-3 0,-1 1 0,-2 0 16,6 5-16,-6 0 0,0 0 0,-4 2 0,-1 1 15,-1-1-15,-9-2 0,8 5 0,-2 1 0,1-2 16,-3 5-16,1 0 0,0 0 0,-1 2 0,1-1 0,-3 1 16,0 3-16,-1 2 0,0-4 0,4 4 0,-5-3 15,2 1-15,-2-14 0,3 12 0,-3 0 0,0 0 16,-3-6-16,3 1 0,0 1 0,0-11 0,-2 0 0,2 1 15,-2-8-15,-1 1 0,2 0 0,-2 3 0,3-2 16,-2 3-16</inkml:trace>
  <inkml:trace contextRef="#ctx0" brushRef="#br0" timeOffset="-115250.852">3006 13989 0,'0'0'15,"0"0"-15,0 0 16,0 0-16,47-47 0,-47 47 15</inkml:trace>
  <inkml:trace contextRef="#ctx0" brushRef="#br0" timeOffset="-114976.176">3169 14153 0,'0'0'0,"0"0"0,0 0 0,0 0 16,0 0-16,0 0 15,0 0-15,0 0 16,0 0-16,0 0 0,0 0 0,0 0 0,0 0 16,0 0-16,0 0 0,0 0 0,0 0 0,0 0 15,24 5-15,-2-2 0,0 0 0,-3-9 0,-3 1 16,2 1-16,-12-4 0,1 2 0,1 2 0,-5-6 0,0 1 0,0 2 16,-3 0-16,-3 0 0,3 2 0,0 5 15,-9-2-15,4-2 0,-2 1 0,-3 3 0,2-2 16,-1 2-16,-4-3 0,2 2 0,-1 0 0,-3 4 15,3 1-15,0-4 0,-2 3 0,2 1 0,-1-2 0,4 1 16,3-3-16,-3 0 0,5 0 0,2 0 0,-4 0 0,5 0 0,0 0 16,0 0-16</inkml:trace>
  <inkml:trace contextRef="#ctx0" brushRef="#br0" timeOffset="-114618.756">3460 14045 0,'0'0'0,"0"0"0,0 0 0,0 0 0,0 0 0,13 62 16,-9-7 0,-5-14-1,-2-15-15,3-26 0,0 0 0,0 0 16,-2 4-16,2 1 0,-3-1 0,-1-7 0,2 0 16,0 0-16,-1-3 0,3-1 0,-2 0 0,2 7 0,-3-10 0,3-1 0,0 2 0,5-2 15,-5 2-15,3 1 16,-1 2-16,0-1 0,-2 2 0,2 2 0,0 1 15,-2-2-15,8-14 0,1-2 0,-3 1 0,1 0 16,2 2-16,-1-1 0,-2 6 0,-1 3 0,1-2 16,2 6-16,0 0 0,-3 1 0,4 5 0,-3 0 0,1-1 15,5 7-15,-5-2 0,1 0 0,-8-5 0,9 9 16,0 0-16,1 0 0,-2 4 0,0-1 0,1 0 16,-3 2-16,1-2 0,-1 1 0,0 1 0,-5 0 15,1 0-15,-4 0 0,1-1 0,1-1 0,-6 2 0,0-3 16,1-1-16,5-10 0,-6 6 0,4 0 0,-3 0 15,1-10-15,2 2 0,-1-1 0,6-9 0,-3 1 16,0 1-16</inkml:trace>
  <inkml:trace contextRef="#ctx0" brushRef="#br0" timeOffset="-114285.012">4145 13881 0,'0'0'0,"0"0"0,0 0 0,0 0 16,0 0-16,54-65 16,-18 5-16,-25 21 15,-21 2-15,10 37 16,0 0-16,0 0 0,-6-10 0,-3 0 0,2 0 16,-2 5-16,0 1 0,0 1 0,0 0 0,0 1 15,0 0-15,0 6 0,0-3 0,0 2 0,2 3 16,-2 0-16,1 0 0,8-6 0,-3 9 0,-2 0 0,-2 0 0,3 6 15,1-2-15,1 1 0,0 7 0,2-3 16,0 1-16,4 1 0,-4 1 0,3 0 0,-3-21 16,4 21-16,-2 0 0,0 0 0,3 3 0,-2-2 15,0 1-15,3 0 0,-4 0 0,2 0 0,-2-4 0,1 1 16,-3-1-16,-3-1 0,2-1 0,0-2 0,1-15 16,-4 9-16,-1-1 0,1 1 0,-1-8 0,0-1 15,1 1-15,0-2 0,1 1 0,1 0 0</inkml:trace>
  <inkml:trace contextRef="#ctx0" brushRef="#br0" timeOffset="-114140.544">3971 14098 0,'0'0'0,"0"0"0,0 0 0,0 0 0,85-28 16,-9-4-1,-14 9-15,-9-2 16,0-1-16,-53 26 0,0 0 15</inkml:trace>
  <inkml:trace contextRef="#ctx0" brushRef="#br0" timeOffset="-113800.394">4409 13881 0,'0'0'0,"0"0"16,0 0-16,0 0 16,-61 40-16,9-4 15,17-2-15,15 4 16,20-38-16,0 0 0,0 0 0,-6 9 15,3 0-15,-2-2 0,5-7 0,-1 9 0,1 0 16,0 0-16,4-1 0,1-2 0,-2 0 0,3-2 16,-3 1-16,3-1 0,1-2 0,-2 1 0,1-1 0,0-4 15,2 2-15,0 0 0,-8 0 0,5-3 0,1 1 16,2-2-16,1-1 0,-3 0 0,1 0 0,1-4 16,-2 0-16,0 0 0,1 0 0,-4 1 0,1-1 15,-4 9-15,5-4 0,-2-3 0,-3 2 0,3 1 16,-2 1-16,1 1 0,0 0 0,-2 1 0,0 0 0,0 0 15,0 1-15,0 0 0,0 0 0,3 7 0,-3-3 16,0 2-16,2 3 0,-2 0 0,1 0 0,2 0 16,-1 3-16,0-3 0,2 6 0,-1-4 0,-1 2 15,-2-13-15,6 12 0,-4 0 0,0-1 0,5-4 16,-5-2-16,2 1 0,0-3 0,2-3 0,-1 1 0,1-2 16,-4 1-16,0 0 0,-1-2 0,0 2 0,0 0 0</inkml:trace>
  <inkml:trace contextRef="#ctx0" brushRef="#br0" timeOffset="-113566.204">4586 13929 0,'0'0'0,"0"0"0,0 0 15,0 0-15,0 0 16,0 0 0,-27 60-16,11-7 15,16-53-15,0 0 0,0 0 0,-2 17 16,2-1-16,0 0 0,5-2 0,-1-1 0,0 0 0,1-1 15,-1 0-15,1 0 0,6-3 0,-4-2 0,2 1 16,5-7-16,-3 0 0,0 1 0,-2-4 0,-3 2 16,2 0-16,-4-1 0,-1 1 0,1 0 0,16-16 0,-3 1 0,0-2 15,-17 17-15,19-23 0,1-2 0,-3 2 16,-4 2-16,-2 1 0,0 0 0</inkml:trace>
  <inkml:trace contextRef="#ctx0" brushRef="#br0" timeOffset="-113420.686">4810 13980 0,'0'0'0,"0"0"0,0 0 0,0 0 15,0 0-15,9 70 16,2-4-16,-3-19 16,0-13-16,-8-34 15,0 0-15,0 0 0,5 6 0,-3 2 0,0-1 16,3-4-16,0-1 0,-2 0 0,-3-2 0,8-5 16,-4 0-16,1-1 0,3-8 0,3 0 0,-3-2 15</inkml:trace>
  <inkml:trace contextRef="#ctx0" brushRef="#br0" timeOffset="-113193.19">5033 13666 0,'0'0'0,"0"0"0,0 0 16,0 0 0,0 0-16,0 0 15,8 86-15,1-3 16,-9-83-16,0 0 0,0 0 0,2 23 0,-2-3 15,0 1-15,0-21 0,3 23 0,-3-2 0,0 0 16,0-1-16,0-1 0,0 1 0,2-3 0,-2 2 0,0-1 16,2-9-16,-1 1 0,0 1 0,7-7 0,-5-1 15,3-1-15,-6-2 0,9-6 0,0 1 0,0-2 16,0 0-16,-3 2 0,0-1 0</inkml:trace>
  <inkml:trace contextRef="#ctx0" brushRef="#br0" timeOffset="-113045.118">5241 13975 0,'0'0'0,"0"0"0,0 0 0,0 0 0,14 72 16,-3-10-16,-4-16 15,-5-16 1,-1-18-16,-1-12 0,0 0 16,1 2-16,-1-2 0,0 0 0,0-2 0,0 2 15,0 0-15</inkml:trace>
  <inkml:trace contextRef="#ctx0" brushRef="#br0" timeOffset="-112529.233">5430 13661 0,'0'0'0,"0"0"16,0 0-16,0 0 0,0 0 15,2 72-15,0 3 16,-4-10-16,2-26 15,0-39-15,0 0 0,0 0 0,0 6 0,0 0 0,0-1 0,0-2 16,0-1-16,0 0 0,6 13 16,0 0-16,1-1 0,7-1 0,-3-1 0,2 2 15,2-7-15,-2-2 0,1 2 0,-3-10 0,2 3 16,-1-2-16,-12 2 0,11-2 0,0 0 0,0 2 16,1-6-16,-3 2 0,-1-2 0,-2 2 0,1 3 0,-1-4 0,-6 5 0,6 5 0,-3-4 15,3 1-15,0 4 0,-1-2 16,-1 1-16,3-1 0,-2 1 0,1 0 15,-1 2-15,-1-4 0,1 3 0,-5-6 0,2 5 16,0 0-16,0 0 0,3 1 0,0-4 0,-3 0 16,5-1-16,-3-1 0,-1 0 0,-3 0 0,8-2 0,-2-1 15,0 3-15,0-7 0,-1 2 0,0 0 0,3-3 16,-2 3-16,0-2 0,3 0 0,0 3 0,-3-3 16,-6 7-16,7-5 0,-2-2 0,0 2 0,-1 0 15,-2 1-15,1 1 0,1 1 0,-1 1 0,-2 1 0,-1 0 16,2 1-16,-2 0 0,2-1 0,2 7 0,-2-3 15,-2 1-15,4 7 0,-1 0 0,-1 1 0,3 2 16,-3 0-16,1-1 0,-3-14 0,6 21 0,-3-3 16,1 0-16,3 6 0,-5-2 0,2-1 0,-2 4 15,1-3-15,-1 1 0,1-3 0,0-3 0,0-1 0,-3-16 16,-3 17-16,1-4 0,1 1 0,-7-5 0,4 0 16,0-1-16,-7-7 0,5-1 0,0 0 0,-1-6 15,2-1-15,1-1 0,-1 2 0,2 1 0,0-2 16</inkml:trace>
  <inkml:trace contextRef="#ctx0" brushRef="#br0" timeOffset="-112390.117">5413 13855 0,'0'0'0,"0"0"16,0 0-16,83-18 15,12-1-15,-1 1 16</inkml:trace>
  <inkml:trace contextRef="#ctx0" brushRef="#br0" timeOffset="-107949.323">7272 14017 0,'0'0'0,"0"0"0,0 0 0,0 0 16,0 0-16,0 0 16,0 0-1,0 0-15,0 0 0,0 0 16,0 0-16,0 0 0,3-21 0,-1-2 0,1 1 0,0 8 16,-3 1-16,0 0 0,0 13 0,-11-12 0,3 1 15,-1-1-15,3 8 0,1-1 0,0-2 0,5 7 16,-16 4-16,0-1 0,1 1 0,15-4 0,-13 3 15,5-1-15,-1 0 0,-8 15 0,0-2 0,-2 0 16,19-15-16,-10 11 0,1-4 0,0 2 0,9-9 0,-12 19 16,-1 0-16,1-1 0,5-7 0,1-1 0,1-1 15,5-9-15,-4 18 0,1-1 0,0 1 0,3-7 16,-2-3-16,1 1 0,1-5 0,0 1 0,0-2 16,0-3-16,9 15 0,-1 1 0,1 0 0,-9-16 0,6 8 15,1 1-15,-4-1 0,18 2 0,-3 0 0,0 0 16,-18-10-16,14 5 0,-5-1 0,1 0 0,-10-4 15,19 7-15,1-3 0,1-1 0,-9 1 0,-1-2 0,-3 0 16,-8-2-16,22-5 0,-5-1 0,2 3 16,-19 3-16,11-3 0,-3 0 0,2 0 0,-5 1 15,-1 2-15,0-1 0,6-11 0,-3 3 0,2 0 0,-9 9 16</inkml:trace>
  <inkml:trace contextRef="#ctx0" brushRef="#br0" timeOffset="-107605.197">7552 14054 0,'0'0'0,"0"0"15,0 0-15,0 0 16,0 0-16,0 0 16,0 0-16,0 0 15,0 0-15,0 0 0,0 0 0,0 0 0,0 0 16,0 0-16,0 0 0,0 0 0,0 0 0,-11 23 0,2-2 0,2 0 16,-1-5-16,5 0 0,0-2 0,3-6 0,3 0 0,-3-1 15,0-7-15,4 2 16,3-1-16,-3-1 0,5-3 0,-3 0 0,2 0 0,-8 3 15,11-4-15,-5 0 0,2 2 0,-2-5 0,2 2 16,-4-2-16,2 3 0,-2-2 0,0 2 0,-4 4 16,4-7-16,-1 3 0,-3 1 0,0-3 0,0 1 15,0 1-15,0 4 0,0-5 0,0 0 0,0 0 0,-4-1 16,1-1-16,1 2 0,2 5 0,-6-9 0,2 4 16,0 0-16,-3-1 0,1 1 0,3 0 0,-9 2 15,0 2-15,1-4 0,11 5 0,-11 0 0,1 0 16,0 0-16,0 2 0,0 1 0,0-1 0,10-2 0,-9 2 15,3 1-15,1-1 0,5-7 0,0 1 0,0 1 16,2-2-16,-1 1 0,0 1 0,0 0 0,1 2 16,-1-1-16</inkml:trace>
  <inkml:trace contextRef="#ctx0" brushRef="#br0" timeOffset="-107238.318">7686 14029 0,'0'0'0,"0"0"0,0 0 0,0 0 16,0 0-16,0 0 15,25 66 1,-9-12-16,-16-18 16,0-36-16,0 0 0,0 0 0,-3 8 15,3-1-15,-2-1 0,2-6 0,-1 3 0,0 1 0,1-2 16,-3 1-16,3-3 0,0 0 0,-3 0 0,1 0 16,1 0-16,-1-5 0,2 0 0,0 0 0,2-6 15,-2 2-15,0 0 0,0 9 0,4-11 0,-2 1 16,1 1-16,1-4 0,3 1 0,-3 0 0,0 0 15,2 1-15,-1-2 0,1 3 0,0 1 0,1-1 0,-7 10 16,9-9-16,0 0 0,0 0 0,3 2 16,-1-2-16,0 2 0,0 6 0,-1 1 0,1 0 0,-11 0 15,12 5-15,-1 0 0,-2 2 0,-2 0 0,-1 0 16,0 1-16,4 2 0,-3 0 0,0-1 0,-1 5 16,2-1-16,-3-1 0,-5-12 0,3 14 0,0 2 0,-3-2 15,2 0-15,-2 0 0,0-1 0,-2 1 0,2 0 16,-3-2-16,3-12 0,-3 7 0,2-1 0,-1 1 0,4-11 0,-2 4 0,0-1 15,4-8-15,-1 1 16,-1 0-16,1 1 0,0 1 0,-1 1 0</inkml:trace>
  <inkml:trace contextRef="#ctx0" brushRef="#br0" timeOffset="-106991.257">8279 14005 0,'0'0'0,"0"0"0,0 0 0,0 0 0,0 0 15,0 0 1,0 0-16,0 0 16,-45 56-16,45-56 15,0 0-15,0 0 0,-10 19 0,0-1 0,0-2 16,5 0-16,1-3 0,2 2 0,2-15 0,0 14 16,0-1-16,0 2 0,4-2 0,0 3 0,2-3 15,7 0-15,-4-2 0,1 1 0,7-5 0,0 0 0,-2-1 16,-15-6-16,19-2 0,-2 2 0,1-1 0,3-11 0,-2 1 15,1-1-15,-7 3 0,0 0 0,0-1 0,-7 3 16,1 4-16,-1-1 0</inkml:trace>
  <inkml:trace contextRef="#ctx0" brushRef="#br0" timeOffset="-106750.548">8547 13668 0,'0'0'0,"0"0"0,0 0 16,0 0-16,0 0 15,0 0 1,0 0-16,11 87 16,-11-87-16,0 0 0,0 0 0,4 30 0,1 0 15,-2 1-15,-3-31 0,6 26 0,-1-1 0,-3 1 16,3 1-16,1-2 0,-2 0 0,-4-25 0,8 26 16,-6-2-16,2-1 0,1-1 0,-3 1 0,0-1 0,1-2 0,-2-1 0,1 1 0,-2-20 15,-2 16-15,2 2 16,0-3-16,-1-3 0,1-3 0,0 0 0,3-12 15,-1 0-15,2 0 0,-3-2 0,1-2 0,1 3 0</inkml:trace>
  <inkml:trace contextRef="#ctx0" brushRef="#br0" timeOffset="-106356.242">8757 13920 0,'0'0'0,"0"0"0,0 0 0,0 0 0,0 0 16,0 0-16,16 79 15,3-12-15,-8-19 16,-11-48-16,0 0 0,0 0 0,0 0 16,4 14-16,-2-2 0,1 0 0,1-2 0,2 0 0,-1 0 0,1-1 15,-2-3-15,-1 0 0,-3-6 16,6 5-16,-2-4 0,0 3 0,3-8 0,-1 1 16,1 0-16,3-8 0,-3 1 0,1 0 0,-8 10 0,11-16 15,-3 2-15,1 0 0,0-4 0,-2 1 0,1 1 16,-8 16-16,6-17 0,-2 4 0,1-2 0,-2 4 15,-3 0-15,2 0 0,0 4 0,0 0 0,-2 0 16,2 4-16,-2-1 0,0 0 0,2 3 0,-2-1 16,0 2-16,0-2 0,0 2 0,0 0 0,0 0 0,0 0 15,0 0-15,0 0 0,2 4 0,-1 1 0,0-1 16,2 8-16,-2-3 0,0 3 0,4 3 0,-5 1 16,1 1-16,-1-17 0,3 19 0,-1-1 0,1 1 15,0 0-15,-1-4 0,-2 2 0,0-17 0,2 16 0,0-3 16,-1-1-16,5-1 0,-4-1 0,2-1 0,5-7 15,-3 0-15,0-1 0,5-8 0,-2-1 0,1 2 16,-1 0-16,-3-2 0,0 3 0,-1 1 0,-2 1 16,-1-1-16</inkml:trace>
  <inkml:trace contextRef="#ctx0" brushRef="#br0" timeOffset="-106090.687">9321 13853 0,'0'0'0,"0"0"16,0 0-16,0 0 15,0 0-15,0 0 16,0 0 0,0 0-16,0 0 0,0 0 15,-10 20-15,3 1 0,-1-2 0,8-19 0,-2 23 16,-1-4-16,1 1 0,7-1 0,-2 0 0,1 0 0,-4-19 16,7 19-16,-3-2 0,1 1 0,1-1 15,-3-1-15,-2-2 0,1-3 0,-1-2 0,0 0 0,-3 3 16,0-1-16,1 1 0,-2-3 0,-1-2 0,0 3 15,4-10-15,-7 4 0,1-1 0,0 0 0,-3-6 16,2 2-16,-1-1 0,1-7 0,1 2 0,0-1 16,2-7-16,4 0 0,-2 2 0,2 1 0,0 1 15,0-1-15</inkml:trace>
  <inkml:trace contextRef="#ctx0" brushRef="#br0" timeOffset="-105925.267">9507 13928 0,'0'0'0,"0"0"0,0 0 16,30 68-16,-13-4 16,-14-10-16,-9-13 15,-3-14 1,9-27-16,0 0 0,0 0 0,-3 0 0,3-1 0,0-1 16,0-3-16,0 3 0,0 0 0</inkml:trace>
  <inkml:trace contextRef="#ctx0" brushRef="#br0" timeOffset="-105788.172">9609 13814 0,'0'0'0,"0"0"16,0 0-16,0 0 16,0 0-16,0 0 0</inkml:trace>
  <inkml:trace contextRef="#ctx0" brushRef="#br0" timeOffset="-105483.14">9829 13911 0,'0'0'0,"0"0"0,0 0 16,0 0-1,4 81 1,-1-8-16,0-24 16,9-11-16,-12-38 15,0 0-15,0 0 0,7 10 0,-2 0 0,0-1 0,-5-9 16,10 4-16,-1 2 0,-1 0 0,3-4 0,0-1 15,1 1-15,-12-2 0,12-5 0,-1 0 0,0 3 0,2-7 0,-2 0 0,0-1 16,-11 10-16,10-14 16,0-1-16,0 1 0,-3-2 0,-3 2 0,1 0 0,-3 4 15,1 1-15,0 0 0,-2 2 0,0 2 0,0 1 16,-7-10-16,1 2 0,0-1 0,5 13 0,-11-12 16,2 0-16,0 1 0,-2 0 0,0 3 0,0-1 15,11 9-15,-14-4 0,2 0 0,-1 0 0,0 5 0,-1-1 16,1 0-16,13 0 0,-15 3 0,1-2 0,0 2 15,4-1-15,1-1 0,2 0 0,7-1 0,-5-4 16,4 1-16,0-1 0,3-1 0,-2 2 0,0-1 16</inkml:trace>
  <inkml:trace contextRef="#ctx0" brushRef="#br0" timeOffset="-105125.263">10212 13733 0,'0'0'0,"0"0"16,0 0-16,0 0 15,0 0 1,23 81-16,-4-4 16,-19-77-16,0 0 0,0 0 15,2 17-15,1 2 0,0-3 0,-1-7 0,-2 1 0,0-1 16,0-5-16,0 1 0,0-3 0,0 1 0,0-1 16,0-2-16,0 2 0,0-2 0,0 0 0,-4 4 15,3-1-15,0 1 0,-1 1 0,-1 0 0,0 0 16,6-5-16,0 0 0,-1 0 0,-2 0 0,9-7 0,-6-2 15,2 2-15,5-7 0,-3 2 0,1-2 0,-8 14 16,13-19-16,-1-1 0,0 1 0,2-1 0,-1 1 16,-1 2-16,-12 17 0,16-16 0,-1 2 0,0-1 15,1 6-15,-1-1 0,0 1 0,1 7 0,-2 1 0,-1 0 16,-13 1-16,12 2 0,1 0 0,-3 2 0,0 1 16,0 2-16,0-3 0,-10-4 0,9 13 0,-1-3 15,1 0-15,-4 7 0,0-1 0,0 0 0,-5-16 16,2 24-16,-2 0 0,0-2 0,-3 1 0,0-1 15,0-1-15,3-21 0,0 16 0,0-2 0,0 0 16</inkml:trace>
  <inkml:trace contextRef="#ctx0" brushRef="#br0" timeOffset="-94845.331">13877 13969 0,'0'0'0,"0"0"16,0 0-16,0 0 15,0 0 1,0 0-16,0 0 15,0 0-15,0 0 0,0 0 0,0 0 16,0 0-16,0 0 0,0 0 0,0 0 0,0 0 0,0 0 16,-3 7-16,2-1 0,0-1 0,1-5 0,-3 5 15,3-3-15,0 3 0,0-5 0,-1 1 0,1 0 16,0 1-16,0-2 0,0 0 0,0 0 0,0 0 16,-3 19-16,3-3 0,0 2 0,0-18 0,-2 9 15,2 3-15,0-3 0,2 8 0,-2-1 0,0-2 0,0-14 16,0 9-16,0 0 0,0 0 0,0-9 0,2 2 0,-2 1 15,0 1-15,4 15 0,-3 1 0,0-1 16,-1-19-16,3 12 0,-2 0 0,0-1 0,-1-11 16,4 18-16,-2-2 0,0 3 0,-2-19 0,4 10 15,-2-1-15,-1 0 0,4 7 0,-2 0 0,-1-2 16,-2-14-16,4 11 0,-3-4 0,0 3 0,-1-10 0,3 14 16,-1 1-16,0-3 0,-2-12 0,2 10 0,-1-2 15,0 0-15,-1-8 0,2 2 0,-2 0 0,2 1 16,-2-1-16,0-1 0,0-1 0,0 0 0,2 15 15,-2 0-15,0 0 0,0-15 0,3 9 0,-3 0 0,0 0 16,0-9-16,0 5 0,0-3 0,0 1 0,0-3 0,1 2 0,-1-1 16,0 1-16,0 7 0,0 1 15,0 1-15,0-11 0,0 5 0,0 1 0,0 1 16,0-4-16,0-2 0,0 2 0,0-3 0,0 0 16,0 1-16,0-1 0,0 2 0,0-2 0,0 0 0,0 0 15,0 0-15,0 0 0,0 0 0,0 0 0,0 0 16,0 0-16,0 0 0,0 0 0,0 0 0,0 0 15,0 0-15,0 0 0,0 0 0,0 0 0,0 0 16,0 0-16,0 0 0,0 13 0,0 1 0,0-2 0,0-4 16,0 0-16,0-1 0,0-3 0,0-2 0,0 1 15</inkml:trace>
  <inkml:trace contextRef="#ctx0" brushRef="#br0" timeOffset="-89498.16">14042 13869 0,'0'0'0,"0"0"0,0 0 0,0 0 16,0 0-16,0 0 16,0 0-1,0 0-15,0 0 0,0 0 0,0 0 16,0 0-16,0 0 0,0 0 0,0 0 0,0 0 15,0 0-15,0 0 0,6 16 0,-1-2 0,0 0 0,-5-14 16,5 10-16,-2-1 0,-1 0 0,-2-9 0,5 16 16,-3 2-16,1-1 0,-3-17 0,3 10 0,-2 0 15,0 0-15,-1-10 0,5 20 0,-1-1 0,0 1 16,-2-8-16,0 0 0,1-1 0,-3-11 0,4 21 16,-2 0-16,0 0 0,-2-21 0,3 12 0,-2-3 0,1 3 15,-2-12-15,3 20 0,0-1 0,-1 1 0,-2-20 16,3 10-16,-2-1 0,0 0 0,-1-9 0,2 6 15,-2-3-15,0 2 0,0-3 0,0-2 0,0 2 16</inkml:trace>
  <inkml:trace contextRef="#ctx0" brushRef="#br0" timeOffset="-88909.176">14047 13920 0,'0'0'0,"0"0"15,0 0-15,0 0 16,0 0 0,0 0-16,0 0 15,0 0-15,0 0 0,0 0 0,0 0 0,0 0 16,0 0-16,0 0 0,0 0 0,0 0 0,0 0 15,0 0-15,24-5 0,-2-2 0,0 2 0,-5 8 16,0-3-16,-1 0 0,-16 0 0,10 9 0,0-3 16,0 1-16,-7 4 0,1 0 0,0-2 0,-4-9 0,0 8 15,0 0-15,0-1 0,-2 1 0,0-2 0,1 1 16,1-7-16,-6 8 0,2-2 0,0 1 0,-2-1 16,2-1-16,1 0 0,-3-2 0,2 1 0,-1-1 15,5-3-15,-5 1 0,1 0 0,1-1 0,-1 2 16,1-2-16,1 0 0,2 0 0,-4-2 0,2 0 0,2-1 15,-2-1-15,1 1 0,0 1 0,1 2 0,-2-6 16,2 3-16,0 0 0,2 0 0,-1 0 0,0 0 16,-1 3-16,5-4 0,-2 1 0,-1 1 0,3 2 0,-3-3 0,1 3 15,2 3-15,0-3 0,0 0 0,-5 0 16,7 4-16,-2 1 0,1-3 0,0 3 0,0 2 16,0 0-16,-6-7 0,6 9 0,0-2 0,0 0 15,1 5-15,-3-1 0,0 0 0,-4-11 0,3 10 16,0-1-16,-1 2 0,0 1 0,0 0 0,-1-1 0,-1-11 0,1 12 0,0-2 15,1 1-15,-2-1 0,0 0 16,0-1-16,0-9 0,-4 8 0,1 0 0,1-3 16,-2 3-16,2-2 0,0 0 0,2-6 0,-11 6 15,4 0-15,-1 0 0,-2-2 0,1 1 0,-1-1 16,10-4-16,-13 5 0,3 0 0,1-1 0,-4 0 16,3-3-16,0 1 0,10-2 0,-11 0 0,2 0 0,0 0 0,-1-9 15,3 2-15,-1 0 0</inkml:trace>
  <inkml:trace contextRef="#ctx0" brushRef="#br0" timeOffset="-87473.548">14468 14050 0,'0'0'0,"0"0"15,0 0 1,0 0-16,0 0 16,0 0-16,0 0 15,0 0-15,0 0 0,0 0 16,-15 15-16,2 1 0,-1-1 0,14-15 0,-10 11 16,1-2-16,1 0 0,8-9 0,-8 19 0,3 0 15,0 1-15,2-9 0,1 1 0,0-2 0,2-10 0,6 18 0,0-1 16,1-2-16,-7-15 0,4 9 0,0 0 0,0 1 0,-4-10 0,13 7 15,-2 0-15,1 0 16,-12-7-16,9 2 0,-3 4 0,0-4 0,-6-2 16,16-10-16,-1-2 0,0 1 0</inkml:trace>
  <inkml:trace contextRef="#ctx0" brushRef="#br0" timeOffset="-87174.022">14667 14112 0,'0'0'0,"0"0"0,0 0 16,0 0-16,0 0 15,0 0 1,0 0-16,0 0 16,0 0-16,0 0 0,0 0 0,0 0 0,0 0 0,0 0 15,4 22-15,-3-1 0,0 2 0,-1-23 0,6 16 16,-1-1-16,1 1 0,-6-16 0,9 8 0,0-2 16,0 1-16,2-5 0,0 0 0,0-1 0,-11-1 0,10-3 15,0 1-15,0 1 0,0-5 0,-2 0 0,-1 0 16,-7 6-16,8-9 0,-4 0 0,1 2 0,-1-3 0,-3 3 0,0-2 0,-1 9 15,-2-9-15,1 3 16,-1-2-16,-2 1 0,0-2 0,0 3 0,4 6 0,-10-6 16,3 0-16,-1 1 0,8 5 0,-12-4 0,2 1 15,0 1-15,-4-1 0,3 2 0,0-2 0,11 3 16,-14-3-16,3 3 0,0-2 0,0-1 0,2 2 16,0-2-16,4-3 0,3-1 0,-1 0 0</inkml:trace>
  <inkml:trace contextRef="#ctx0" brushRef="#br0" timeOffset="-86834.43">14876 14024 0,'0'0'0,"0"0"16,0 0-16,73 11 16,-11-8-1,-14-9-15,-12 3 16,-36 3-16,0 0 0,0 0 0,8-3 0,1 3 15,-1 0-15,-8 0 0,5 0 0,1 0 0,-2 0 0,0 3 16,-3-3-16,0 0 0,-1 0 0,2 0 0,-1 0 16,0 0-16,0 0 0,-1 0 0,0 0 0,0 0 15,-3 6-15,1-3 0,1 1 0,-2 3 0,1-4 0,1 1 0,0-1 16,-1-1-16,2-1 0,-2 2 16,2-3-16,0 0 0,-10 15 0,0-4 0,0 3 0,10-14 15,-12 14-15,2-1 0,0 1 0,1-2 0,3-3 16,0 3-16,6-12 0,-2 6 0,-1 1 0,0 1 15,3-8-15,3 8 0,-3-3 0,0 3 0,3 0 16,-1-3-16,0 2 0,-2-7 0,10 4 0,0-1 0,0 0 16,7-6-16,-3 3 0,1 0 0,-15 0 0,17-5 15,0 3-15,-1-1 0</inkml:trace>
  <inkml:trace contextRef="#ctx0" brushRef="#br0" timeOffset="-86377.493">15560 13999 0,'0'0'0,"0"0"0,0 0 0,0 0 15,9 69-15,-2-12 16,8-22 0,-15-35-16,0 0 0,0 0 0,6 7 0,-1 0 0,1 1 15,2-5-15,-1 2 0,1-2 0,-8-3 0,10 4 16,-3-1-16,1-1 0,1-2 0,-1 0 0,1 0 16,-9 0-16,10-7 0,-1 3 0,-1-2 0,1-3 0,0 0 0,-1 0 0,0-3 15,-3 1-15,-1 1 16,-4 10-16,4-9 0,-1-2 0,-1 1 0,0 4 0,-1-3 15,0 2-15,-1 7 0,2-7 0,-2 2 0,0 0 16,0 1-16,0 2 0,0-1 0,0 3 0,0 0 16,0-2-16,0-1 0,0 3 0,0 0 0,0 0 15,0 0-15,0 3 0,0-3 0,0 2 0,0 1 0,0 0 16,0 0-16,0-3 0,3 9 0,-3 1 0,0-1 16,3 3-16,-2 1 0,0-1 0,-1-12 0,5 16 15,-3-1-15,1-2 0,0 4 0,1 0 0,0-3 16,1 2-16,-1-2 0,0 3 0,-1-8 0,-1 0 15,-1-2-15,0-2 0,1 0 0,-2-2 0</inkml:trace>
  <inkml:trace contextRef="#ctx0" brushRef="#br0" timeOffset="-85040.231">16212 14071 0,'0'0'0,"0"0"0,0 0 15,0 0 1,0 0-16,0 0 16,0 0-1,0 0-15,0 0 0,0 0 0,0 0 0,0 0 0,0 0 0,0 0 16,0 0-16,0 0 0,0 0 0,0 0 0,19-8 15,-2 1-15,1-2 0,-7 4 0,0 1 0,0-2 16,-11 6-16,13-13 0,-2 2 0,0 2 0,-11 9 16,6-9-16,0 4 0,1 0 0,-7 5 0,11-18 0,0 4 15,0-2-15,-11 16 0,8-10 0,-3 3 0,-1-2 16,0-5-16,-2 0 0,-1 0 0,-1 14 0,2-9 16,-2 2-16,0 1 0,0 6 0,0-3 0,0 1 15,0-2-15,0 4 0,0-1 0,0 0 0,0 0 16,-9-11-16,1 2 0,-1 0 0,9 10 0,-6-7 15,1 1-15,0 0 0,2 4 0,1-1 0,0 1 0,2 2 16,-3-1-16,3 0 0,0 1 0,0 0 0,-11 11 16,1-2-16,0 1 0,4-3 0,-1-2 0,1 1 0,6-6 0,-4 19 15,-1-1-15,-1 0 0,6-18 16,-3 10-16,2 1 0,-1-2 0,1 17 0,0-1 16,0 1-16,1-26 0,-2 14 0,2 0 0,0 0 0,0-14 15,3 25-15,-2-2 0,0 0 0,-1-23 0,3 12 16,-3 2-16,0-2 0,0 8 0,0-4 0,0 2 15,0-18-15,0 9 0,0 0 0,0 1 0,0-10 16,0 3-16,0 2 0,0-3 0,0-2 0,0 2 0,0 0 16,0-2-16,0 2 0,0-2 0,0 0 0,0 0 15,0 0-15,0 0 0,0 0 0,9-4 0,-3 2 16,0 1-16,-6 1 0,5-2 0,-1 0 0,-1 0 16,7-11-16,-1 0 0,0-1 0,-9 14 0,6-9 15,-1 2-15,0-1 0,-5 8 0,13-13 0,-1-1 16,-1 3-16,-11 11 0,9-9 0,-3 4 0,0-2 0,-3 4 15,-1 2-15,0-2 0,-2 3 0,13 3 0,-2-3 16,1 0-16,-12 0 0,6 2 0,0 0 0,0-2 16,-6 0-16,10 12 0,-2 2 0,-1-2 0,-7-12 15,5 8-15,-2-1 0,1 0 0,-2 12 0,1-3 0,0-1 16,-3-15-16,2 10 0,-2 0 0,0-1 0,0-9 16,1 4-16,-1-1 0,0 1 0,0-4 0,8 5 15,-1-1-15,1-1 0</inkml:trace>
  <inkml:trace contextRef="#ctx0" brushRef="#br0" timeOffset="-84641.23">16907 14062 0,'0'0'0,"0"0"0,0 0 0,0 0 16,0 0-16,0 0 15,0 0-15,-71 24 16,71-24-16,0 0 0,0 0 15,0 0-15,-13 5 0,-2 0 0,2 1 0,13-6 16,-12 17-16,1-1 0,-1 1 0,12-17 0,-7 10 0,2 0 16,0 0-16,5-10 0,-4 4 0,3 1 0,-1-3 15,9 14-15,-3-3 0,0-1 0,-4-12 0,2 9 16,0 1-16,1-3 0,-3-7 0,12-3 0,1 0 0,-1 0 0,-12 3 16,9-3-16,-3 0 0,0 1 0,-6 2 0,14-19 0,-2 1 15,1 0-15,-6 6 16,1 3-16,-1 0 0,-7 9 0,3-6 0,-1 3 0,0-2 15,1 3-15,-3 1 0,0 1 0,1-1 0,-1 1 16,0 0-16,0 0 0,0 0 0,0 0 0,7-15 16,-3 2-16,1 1 0,-1 3 0,-2 2 0,1 0 15,-3 7-15,1-6 0,1 3 0,-1 0 0,-1 3 0,4 12 16,-2 0-16,0-1 0,-2-11 0,3 7 0,-2 0 16,1 0-16,4 13 0,-3 0 0,1 1 0,-4-21 15,2 10-15,1 2 0,0-1 0,-3-11 0,2 6 16,-1-4-16,1 2 0,-2-1 0,0-3 0,0 3 15</inkml:trace>
  <inkml:trace contextRef="#ctx0" brushRef="#br0" timeOffset="-84240.402">17188 13755 0,'0'0'0,"0"0"15,13 66-15,-8 11 16,-4-4-16,-3-6 16,3-7-1,-1-60-15,0 0 0,0 0 0,3 16 0,-2 1 0,0-2 16,1-6-16,-2 1 0,0-1 0,3-4 0,-3-2 16,0 0-16,0 0 0,0-1 0,0-1 0,0 0 15,0-1-15,0 0 0,1 3 0,-1 1 0,0-3 16,0-1-16,0-6 0,0 2 0,0-1 0,-2-7 15,0 1-15,-1 1 0,3 10 0,-6-11 0,2 0 0,0 0 16,-2 1-16,0 2 0,-1-2 0,7 10 0,-7-5 16,0 0-16,0 1 0,-5 4 0,3-2 0,0 2 15,9 0-15,-8 2 0,-1-2 0,1 0 0,-1 2 16,1-1-16,1 1 0,7-2 0,-8 7 0,4-3 16,-1-1-16,1 6 0,0-3 0,0 2 0,4-8 0,2 6 15,-2 1-15,0 0 0,4 0 0,-1-1 0,0 2 0,-3-8 16,5 7-16,-1-2 0,2 1 0,3-2 0,-1-1 0,1 0 15,-3 0-15,0-2 0,1 2 16,-4-1-16,0-2 0,-1 2 0</inkml:trace>
  <inkml:trace contextRef="#ctx0" brushRef="#br0" timeOffset="-83853.455">17677 13888 0,'0'0'0,"0"0"0,0 0 0,45-75 0,-9 4 16,-15 15-1,-10 15-15,-13 11 16,2 30-16,0 0 0,0 0 0,0 0 15,-3-10-15,1 2 0,-1-1 0,-2 3 0,1 3 16,1-3-16,3 6 0,-5-2 0,0 2 0,0-1 16,-3 2-16,1-1 0,0 2 0,7-2 0,-9 6 0,3-1 15,-1 1-15,0 4 0,1 0 0,0 0 0,6-10 16,-6 15-16,0-2 0,1 0 0,1 8 0,0 1 16,0-1-16,4-21 0,0 26 0,0-3 0,0 2 15,4 1-15,-3 0 0,0-1 0,4 1 0,-2-1 16,-1 1-16,-2-26 0,5 25 0,-3-1 0,1 0 0,0 0 15,-1-2-15,0 1 0,-2-23 0,0 19 0,0 1 16,0-1-16,-1-7 0,0-1 0,0 1 0,2-15 16,-1 3-16,0 0 0</inkml:trace>
  <inkml:trace contextRef="#ctx0" brushRef="#br0" timeOffset="-83707.903">17605 14029 0,'0'0'0,"0"0"0,0 0 15,0 0-15,0 0 16,83-30 0,-24 6-16,-35 15 15,-24 9-15,0 0 0,0 0 0</inkml:trace>
  <inkml:trace contextRef="#ctx0" brushRef="#br0" timeOffset="-83417.11">17879 13945 0,'0'0'0,"0"0"0,0 0 0,0 0 16,0 0 0,0 0-16,0 0 15,0 0-15,0 0 0,0 0 0,0 0 0,0 0 0,0 0 16,0 0-16,23-8 0,-3 0 0,0 0 0,-20 8 16,16-9-16,-1 0 0,-1 1 0,-5 0 0,-1 2 15,-1-1-15,-7 7 0,4-5 0,-2 0 0,1-1 16,-6 0-16,1 0 0,1 2 0,1 4 0,-6-2 15,2 1-15,0 1 0,-3 1 0,1 0 0,-1 0 16,7-1-16,-8 4 0,2 0 0,-1 1 0,-1 2 0,0 0 16,1 0-16,7-7 0,-8 14 0,1-1 0,-1-1 15,8-12-15,-5 14 0,1 2 0,0-2 0,6 0 16,-2 2-16,0-2 0,5 2 0,-1-2 0,0 3 16,-4-17-16,8 9 0,-1 0 0,1 0 0,3-9 0,-1 2 15,0-1-15</inkml:trace>
  <inkml:trace contextRef="#ctx0" brushRef="#br0" timeOffset="-83145.045">18082 13872 0,'0'0'0,"0"0"0,0 0 16,0 0-16,0 0 15,31 82 1,-7-12-16,-24-70 15,0 0-15,0 0 0,7 16 0,-2 0 0,0-2 0,-5-14 16,5 10-16,0-1 0,0 0 0,-5-9 0,5 5 16,-3 2-16,1-3 0,0 0 0,-3-3 0,2 1 15,-2-2-15,1 0 0,-1 2 0,0-2 0,0 0 0,3-2 16,-3 0-16,0 2 0,5-12 0,-3 3 0,0 0 16,5-12-16,-1 3 0,0-2 0,-6 20 0,6-25 15,1 0-15,-1 2 0,0 0 0,-1 2 0,0-1 16,0 9-16,-2 2 0,-1-1 0</inkml:trace>
  <inkml:trace contextRef="#ctx0" brushRef="#br0" timeOffset="-82856.991">18317 13934 0,'0'0'0,"0"0"16,0 0-16,0 0 15,0 0 1,0 0-16,57-37 0,-57 37 0,0 0 15,0 0-15,0 0 0,12-12 0,1 0 16,-1 1-16,-5 1 0,-1 1 0,0 0 16,-6 9-16,4-9 0,-2 4 0,1-1 0,-5 2 15,2 1-15,0-1 0,0 4 0,-2-3 0,-1 2 0,1 0 16,-4 3-16,1-2 0,0 1 0,5-1 0,-7 6 16,0-1-16,1 1 0,0 4 0,1-1 0,0 0 15,5-9-15,-7 9 0,1 3 0,1-3 0,1 5 16,1 0-16,-1-1 0,4-13 0,-1 15 0,0-2 15,-1 2-15,4-3 0,-1 1 0,0 1 0,-1-14 0,7 10 16,-3 1-16,1 0 0,7-4 0,-4-3 0,1 1 16</inkml:trace>
  <inkml:trace contextRef="#ctx0" brushRef="#br0" timeOffset="-82529.342">18575 13842 0,'0'0'0,"0"0"0,0 0 16,0 0 0,0 0-16,0 0 15,56 50-15,-56-50 0,0 0 0,0 0 16,11 16-16,0-2 0,1 1 16,-12-15-16,5 14 0,-3-2 0,0 0 0,-4-2 0,2 1 15,0-2-15,-5-2 0,0 0 0,0 0 0,5-7 16,-6 3-16,2 0 0,1 0 0,-3 0 0,2-3 0,0 0 15,4 0-15,-5 0 0,1 0 0,0 0 16,2 0-16,0-3 0,-1 3 0,3 0 0,-1-4 0,1 2 16,0-1-16,1-4 0,-1 0 0,0 3 0,0 4 15,1-14-15,1 2 0,-1 1 0,5-5 0,0 2 16,0-2-16,-6 16 0,10-17 0,-1 3 0,0-1 16,-9 15-16,14-12 0,1 0 0,-2 1 0,3 2 15,-1 2-15,0-3 0,-15 10 0,15-8 0,0 0 0,0 1 16</inkml:trace>
  <inkml:trace contextRef="#ctx0" brushRef="#br0" timeOffset="-82016.704">19148 13807 0,'0'0'0,"0"0"0,0 0 0,0 0 0,0 0 31,0 0-31,0 0 16,0 0-16,0 0 15,0 0-15,0 0 0,-25 16 0,3 0 0,0 0 0,-1-4 16,1 0-16,-1 0 0,23-12 0,-21 7 0,2-1 16,-2 1-16,3-3 0,0-3 0,1 1 0,17-2 0,-15 2 0,0-2 15,0 0-15,5-2 0,1 1 16,-1 0-16,10 1 0,-8-1 0,3-1 0,0 1 16,4-3-16,0 2 0,-1-1 0,2 3 0,3-8 0,-1 1 15,1 0-15,6-2 0,-2-1 0,1 0 0,-8 10 16,12-15-16,-1 1 0,0 0 0,9-2 0,-2 0 15,-1 0-15,-17 16 0,20-18 0,-3 1 0,1 1 16,3-1-16,-3 2 0,1-2 0,-4 4 0,0-2 16,-1 0-16,-14 15 0,12-12 0,-2 0 0,0 2 0,-10 10 15,7-13-15,-1 3 0,0 1 0,-3 0 0,0 3 0,-1 0 0,-2 6 16,1-6-16,-1 3 0,0 0 16,0 3-16,0-3 0,0 2 0,0-1 0,-2 5 15,-1-3-15,1 3 0,2-3 0,-6 6 0,2 0 16,0 0-16,-2 6 0,0 0 0,0-2 0,6-10 0,-8 16 15,2-3-15,-1 2 0,7-15 0,-9 16 0,1 2 16,1-1-16,1 4 0,2 0 0,0-1 0,4-20 16,-4 25-16,3 0 0,0-2 0,3 4 0,-2-3 0,0 0 0,0-24 15,2 25-15,-1-1 0,0-1 16,1 0-16,-2-1 0,2 0 0,-2-22 0,2 23 0,-2-2 16,0 0-16,4 0 0,-3 1 0,1-1 0,-2-21 15,1 19-15,0 0 0,1-1 0,-2-18 0,-3 15 16,2-1-16,-1 0 0,1-9 0,0-1 0,0-1 0</inkml:trace>
  <inkml:trace contextRef="#ctx0" brushRef="#br0" timeOffset="-81660.518">19671 13659 0,'0'0'0,"0"0"0,0 0 0,0 0 0,0 0 0,0 0 15,0 0 1,0 0-16,-42 55 15,42-55-15,0 0 0,0 0 0,0 0 16,-11 19-16,2-1 0,0 0 0,3-3 16,0-1-16,0 0 0,6-14 0,-2 13 0,1 0 0,0 0 0,0 0 15,1-1-15,0 0 0,0-12 0,3 11 0,-1-1 0,-1 1 16,-1-11-16,6 8 0,-1 0 0,0-1 16,3 0-16,-2-2 0,0 0 0,-6-5 0,14-1 15,-4 0-15,2 0 0,-2-2 0,-2 1 0,1 0 0</inkml:trace>
  <inkml:trace contextRef="#ctx0" brushRef="#br0" timeOffset="-81335.14">19857 13693 0,'0'0'0,"0"0"0,0 0 16,0 0-1,0 0-15,-1 75 16,1-22-16,0-53 15,0 0-15,0 0 0,1 11 0,1-1 0,-1 1 16,1-6-16,0-1 0,-1 1 0,8 0 0,-2-1 16,1 1-16,-8-5 0,11 2 0,0-2 0,0 2 15,1-5-15,0 2 0,-1 1 0,-11 0 0,11-5 0,-1-1 16,0 1-16,0-3 0,-3-1 0,0 1 0,-7 8 16,6-10-16,-3 1 0,1 0 0,-4 9 0,-1-11 15,1 1-15,0 1 0,-5-1 0,1 2 0,1 0 16,3 8-16,-9-8 0,3 2 0,0-1 0,-1 5 15,2-3-15,0 2 0,3 1 0,-1 1 0,1 0 0,2 1 16,-19 2-16,0 1 0,1-1 0,18-2 0,-22 6 16,1 0-16,2-2 0,4 3 0,1-2 0,0 0 15,14-5-15,-4 0 0,-2 0 0,2 0 0</inkml:trace>
  <inkml:trace contextRef="#ctx0" brushRef="#br0" timeOffset="-80961.152">20097 13648 0,'0'0'0,"0"0"16,0 0-16,0 0 15,0 0-15,15 75 16,-4-12-16,-5-26 16,-6-37-16,0 0 0,0 0 0,2 8 15,-1-1-15,0 1 0,-1-8 0,5 5 0,-2-1 16,-1 0-16,3-2 0,0 1 0,0-2 0,-5-1 0,10-1 15,-3-1-15,1 0 0,2-3 0,-2-1 0,1 1 16,-9 5-16,10-11 0,-1 1 0,-1 1 0,2-6 16,-2 2-16,-1-1 0,-2 5 0,1-1 0,-2 1 0,-4 9 0,8-15 15,-2 0-15,0 1 0,-1 1 0,0 1 16,0-2-16,-5 14 0,4-7 0,-2 0 0,1-1 16,-2 2-16,1 2 0,-2 1 0,0 3 0,2-2 15,-2 2-15,0 0 0,0 5 0,0-1 0,0 2 16,1 3-16,-1-1 0,0-1 0,1 0 0,-1-2 15,0 1-15,0-6 0,-2 14 0,0-1 0,2 0 0,-3 1 16,2 0-16,-1 0 0,2-14 0,3 9 0,-2 0 16,1 0-16,4-7 0,2-1 0,-1 1 0,1-2 15,-3 0-15,0 0 0</inkml:trace>
  <inkml:trace contextRef="#ctx0" brushRef="#br0" timeOffset="-80256.902">20634 13642 0,'0'0'0,"0"0"0,0 0 15,0 0-15,0 0 16,0 0 0,-71-32-16,71 32 15,0 0-15,0 0 0,-20-4 0,2 1 0,-1 0 16,19 3-16,-15 0 0,0 0 0,0 0 0,5 3 0,2 0 16,-1 0-16,9-3 0,-8 8 0,3-4 0,1 4 0,4-8 0,0 9 0,0-2 15,0 2-15,8 2 16,-1-1-16,1 2 0,-8-12 0,13 13 0,-1-1 15,0 1-15,2 2 0,-1-2 0,2 3 0,-1 1 0,-1-1 16,-1 0-16,-12-16 0,12 19 0,0-1 0,-1 0 16,-5-1-16,-2-1 0,-1 0 0,-3-16 0,2 16 15,-1 1-15,0-1 0,-5-2 0,2 0 0,0-1 16,-1-4-16,1-1 0,-1 1 0,3-9 0,-9 4 0,2 1 16,-1 0-16,-1-1 0,1-1 0,1 0 0,7-3 15,-9-2-15,3 1 0,0 1 0,0-3 16,2 0-16,0 0 0,4 3 0,-5-8 0,1 1 0,0-2 15,3-2-15,0-1 0,0 0 0,1 12 0,5-16 16,-1-2-16,2 2 0,6-5 0,-2 1 0,0 1 16,-10 19-16,16-23 0,-1 2 0,0-2 0,-15 23 0,16-23 15,0 1-15,0-1 0,3-1 0,0 1 0,0-1 16,-19 24-16,14-25 0,1 1 0,0-2 0,-4 2 16,0 0-16,1 0 0,-12 24 0,4-22 0,1-1 15,1 2-15,-6 21 0,2-18 0,-2 0 0,0 0 16,-2 3-16,0 3 0,1 0 0,1 12 0,-6-9 0,2 3 0,0-2 0,4 8 15,-4-4-15,1 1 0,-1-1 16,-2 8-16,1-1 0,0 1 0,1 1 0,1-2 16,-1 0-16,0 1 0,3-2 0,0 0 0,1-2 15,-5 21-15,2 0 0,0-2 0,3-19 0,-6 24 0,1 0 16,1 0-16,0-2 0,2-1 0,-1-1 0,3-20 16,-1 19-16,-1 0 0,1-1 0,4-4 0,-1 0 15,0 0-15,-2-14 0,6 12 0,-4-1 0,0 0 16,-2-11-16,5 8 0,-2 0 0,0 0 0,0-3 15,1-2-15,0 0 0,-4-3 0,7 3 0,-1-1 0,0 0 16,-6-2-16,9 0 0,0 0 0,0 0 0,-9 0 16,9-2-16,1-2 0,1 1 0,-11 3 0,11-3 15,-1 2-15,-1 0 0,-9 1 0,12 0 0,-3 0 16,1 0-16,-10 0 0,9 2 0,0 1 0,-1 1 16,-8-4-16,7 5 0,-2 2 0,0-3 0,-1 3 0,-1 2 15,1-1-15,-4-8 0,0 9 0,0 2 0,0-2 16,0-9-16,-3 9 0,3-3 0,0 1 0,-1-3 0,1 1 0,0-2 0</inkml:trace>
  <inkml:trace contextRef="#ctx0" brushRef="#br0" timeOffset="-79736.483">21110 13943 0,'0'0'0,"0"0"0,0 0 0,0 0 16,0 0-1,0 83-15,1-32 16</inkml:trace>
  <inkml:trace contextRef="#ctx0" brushRef="#br0" timeOffset="-79464.226">21486 13297 0,'0'0'0,"0"0"0,0 0 0,0 0 15,0 0-15,0 0 16,29 73-16,-5-2 15,-10-11-15,-14-60 16,0 0-16,0 0 0,4 19 0,-3-1 0,1-1 16,-2-5-16,0-1 0,0-1 0,0-6 0,0 3 15,0-3-15</inkml:trace>
  <inkml:trace contextRef="#ctx0" brushRef="#br0" timeOffset="-79256.072">21341 13786 0,'0'0'0,"0"0"16,0 0-16,71-25 16,1 6-16,-9 3 15,-3 2-15,-8-5 16,-52 19-16,0 0 0,0 0 15,13-9-15,0 3 0,0-1 0</inkml:trace>
  <inkml:trace contextRef="#ctx0" brushRef="#br0" timeOffset="-79065.958">21322 13280 0,'0'0'0,"0"0"16,0 0-16,0 0 15,0 0 1,0 0-16,0 0 16,0 0-16,0 0 0,0 0 0,0 0 0,0 0 15,0 0-15,0 0 0,61-9 0,0 0 0,0 1 16,-21 2-16,-1 1 0,1 0 0</inkml:trace>
  <inkml:trace contextRef="#ctx0" brushRef="#br0" timeOffset="-78495.93">22178 13486 0,'0'0'0,"0"0"0,0 0 0,0 0 15,0 0 1,0 0 0,0 0-16,0 0 0,0 0 0,0 0 15,0 0-15,0 0 0,0 0 0,0 0 0,-26-9 16,0 0-16,0-1 0,26 10 0,-21-1 0,0 1 0,0 0 16,6 8-16,2-2 0,1 0 0,12-6 0,-9 11 0,1-1 0,1 0 0,2 0 15,2 0-15,1-1 16,2-9-16,2 9 0,-2 2 0,0-1 0,0-10 15,8 9-15,-1 0 0,1-2 0,3 0 0,-1-5 16,0 3-16,-10-5 0,16 0 0,-2-1 0,0-1 0,-14 2 16,16-3-16,-1-3 0,0 2 0,0-6 0,2 1 15,-1-1-15,-16 10 0,14-13 0,-1-3 0,1 3 16,-14 13-16,11-21 0,-1 0 0,0 0 0,-3-6 16,1 2-16,-1-1 0,-7 26 0,5-30 0,-1 3 15,0-2-15,-4 29 0,1-26 0,-1 1 0,0 1 16,-3 4-16,3 1 0,0 1 0,0 18 0,-3-15 0,0 2 15,1-1-15,2 14 0,-1-9 0,-1 2 0,1 0 16,1 1-16,0 1 0,0 0 0,0 5 0,-3 0 16,3 0-16,0 0 0,-2 6 0,2 1 0,0-1 0,0-6 0,2 13 15,1 0-15,0 0 0,0 6 0,-1-1 16,-1 0-16,-1-18 0,3 25 0,1-2 0,0 1 16,-4-24-16,5 25 0,0 1 0,0 1 0,2 0 0,-1-1 0,1-1 0,-7-25 15,6 27-15,-1-5 16,0 1-16,-1 3 0,-2-3 0,1 0 0,-3-23 15,4 20-15,-2-1 0,0-1 0,-2-18 0,4 12 0,-3-3 16,1 0-16</inkml:trace>
  <inkml:trace contextRef="#ctx0" brushRef="#br0" timeOffset="-78324.126">22413 13471 0,'0'0'0,"0"0"0,0 0 16,32 72-16,-5-3 16,-19-24-16,-2-30 15,-6-15 1,0 0-16,0 0 0</inkml:trace>
  <inkml:trace contextRef="#ctx0" brushRef="#br0" timeOffset="-78182.676">22410 13275 0,'0'0'0,"0"0"15,0 0 1,0 0-16</inkml:trace>
  <inkml:trace contextRef="#ctx0" brushRef="#br0" timeOffset="-77754.143">22739 13331 0,'0'0'0,"0"0"0,0 0 15,0 0-15,-69 24 16,18 12-1,27 11-15,15 1 16,9-48-16,0 0 0,0 0 0,1 15 16,0 0-16,0 0 0,-1-15 0,6 15 0,-2 0 15,0-3-15,2 0 0,-2-3 0,-1 2 0,-3-11 16,11 5-16,-4 3 0,0-2 0,-7-6 0,11 2 0,-2-1 16,0 1-16,3-5 0,-4-2 0,1 4 0,-9 1 15,10-11-15,-1 2 0,-1-1 0,1-7 0,-2 5 16,1-3-16,-8 15 0,4-18 0,-1-2 0,0 1 15,-3 1-15,0-2 0,0 1 0,-2 7 0,2 1 0,0 0 16,0 11-16,-2-12 0,0 1 0,2 1 0,-2 2 16,1 2-16,0-1 0,1 7 0,-2-5 0,2 2 15,0 0-15,-1 3 0,1 0 0,0 0 0,0 0 16,-2 3-16,2 1 0,0 1 0,0 4 0,0 2 16,0-1-16,0-10 0,3 12 0,-1 0 0,-1 0 0,4 5 0,0-1 0,0-2 0,-5-14 15,6 19-15,-1-1 16,0 0-16,-5-18 0,8 12 0,-2 2 0,0 1 15,3-10-15,-1 0 0,1 1 0</inkml:trace>
  <inkml:trace contextRef="#ctx0" brushRef="#br0" timeOffset="-77266.352">23040 13326 0,'0'0'0,"0"0"0,0 0 0,0 0 16,0 0-16,0 0 16,-70 26-1,70-26-15,0 0 0,0 0 0,-21 8 0,0 0 16,2-1-16,19-7 0,-11 6 0,-1 0 0,1-2 16,6 0-16,0-1 0,0-1 0,5-2 0,5 5 15,-2-3-15,-1 0 0,5 1 0,1-1 0,-1 1 0,-7-3 16,10-3-16,1 3 0,-2 0 0,0-3 0,-3 3 15,0-2-15,2 2 0,-2-1 0,1 1 0,-7 0 16,6 0-16,-2 0 0,1 0 0,-1 3 0,0-3 0,0 3 16,-4-3-16,5 4 0,-1 1 0,-1 0 0,3 6 15,-2-2-15,0 1 0,-4-10 0,2 16 0,0-4 16,1 1-16,1 4 0,-3-2 0,0 2 0,-1-17 16,-1 19-16,1-1 0,0 0 0,3 3 0,-1-3 15,0 3-15,-2-21 0,0 18 0,0-1 0,0-1 0,0-16 16,-4 15-16,0-2 0,0 1 0,-3-3 0,2 0 15,-1-1-15,6-10 0,-6 7 0,3 1 0,-1-1 16,-2-3-16,2 0 0,0-1 0,4-3 0,-3 2 16,-1 0-16,0-2 0,4 0 0,-4-2 0,1 0 15,0 1-15,0-5 0,-1 0 0,0-1 0,2-6 0,-1 3 16,1-3-16,2 13 0,1-18 0,0 0 0,0 1 16,-1 17-16,6-23 0,-2 2 0,0 0 0,6-2 15,-3 2-15,1-2 0,-8 23 0,14-21 0,-4 0 16,2-1-16,-12 22 0,15-21 0,-3 0 0,0 0 15</inkml:trace>
  <inkml:trace contextRef="#ctx0" brushRef="#br0" timeOffset="-77000.557">23188 13280 0,'0'0'0,"0"0"0,0 0 15,0 0 1,0 0-16,0 0 16,0 0-1,-29 75-15,29-75 0,0 0 16,0 0-16,-6 20 0,0-2 0,0 0 0,6-18 0,-3 12 15,2 2-15,0-3 0,6-1 0,-2 0 0,-1-1 16,-2-9-16,6 6 0,1-1 0,-1 2 0,-6-7 16,8 0-16,-1 0 0,-1 0 0,3-3 0,-1 1 15,1 0-15,-9 2 0,10-9 0,-1 4 0,-1-4 0,-8 9 16,5-12-16,0 0 0,0 1 0,-5 11 0,4-12 16,-3 1-16,0-1 0,-3 1 0,2 1 0,0-1 0,0 11 0,-6-9 0,2 0 15,0 0-15,4 9 16,-11-8-16,2 1 0,1 0 0,-5-2 0,2 4 15,-1-1-15,4 3 0,1-1 0,-1 1 0,3 3 0,3-2 16,-1 0-16</inkml:trace>
  <inkml:trace contextRef="#ctx0" brushRef="#br0" timeOffset="-76619.308">23315 13266 0,'0'0'0,"0"0"0,0 0 0,0 0 0,0 0 16,24 70-16,-3-4 15,-10-17 1,-11-49-16,0 0 0,0 0 16,2 14-16,0-3 0,-2 1 0,3-5 0,-3-3 0,0 4 0,1-7 0,-1 2 15,0-1-15,0 0 0,0-1 16,0-1-16,0 0 0,0 0 0,0 0 0,0 0 16,-2-8-16,0 1 0,2-2 0,0 9 0,-2-11 0,1-1 0,0 1 0,3-6 15,0 2-15,-2-2 0,0 17 16,6-18-16,-1 1 0,-1-2 0,-4 19 0,8-16 15,-1 1-15,-1-1 0,-2 6 0,1 1 0,1 0 0,-3 4 16,-2 3-16,1-3 0,7 1 0,-1-1 16,-1 2-16,-7 3 0,12-3 0,-3 2 0,2-2 15,-4 6-15,0-2 0,1 2 0,-8-3 0,5 8 0,-1-1 16,-1 0-16,-3-7 0,2 11 0,-2-1 0,0 1 16,-3 0-16,3-2 0,0 1 0,0-10 0,-4 9 15,3 0-15,0 1 0,1-10 0,-4 7 0,3-1 16,0 0-16,2-2 0,0 1 0,1-1 0,-2-4 15,3-1-15,1 1 0,0 0 0,-4 0 0,8-6 0,0 1 16,-1-1-16</inkml:trace>
  <inkml:trace contextRef="#ctx0" brushRef="#br0" timeOffset="-76401.78">23701 13222 0,'0'0'0,"0"0"0,0 0 0,0 0 15,0 0-15,0 0 16,0 0-16,0 0 15,0 0-15,0 0 0,0 0 0,0 0 16,-14 16-16,1 2 0,-1-1 0,14-17 0,-9 16 16,3 0-16,0 0 0,3-2 0,1 0 0,0 0 0,2-14 15,-2 15-15,2 0 0,0-1 0,2-3 0,-2 1 16,0-1-16,0-11 0,-2 10 0,1-1 0,0 0 16,1-9-16,-5 8 0,3-2 0,-1-1 0,0-7 15,1 2-15,0 0 0,2 0 0,0-8 0,0 1 16,0 1-16</inkml:trace>
  <inkml:trace contextRef="#ctx0" brushRef="#br0" timeOffset="-76126.44">23780 13372 0,'0'0'0,"0"0"0,0 0 15,0 0 1,0 0 0,40-64-16,-10 12 15,-30 52-15,0 0 16,0 0-16,7-13 0,-3 1 0,2 1 0,-6 11 0,2-9 15,-2 0-15,0 1 0,0 8 0,-2-4 0,2-2 16,-2 1-16,-5 4 0,1-1 0,0 2 0,6 0 16,-12 3-16,2 1 0,0 0 0,10-4 0,-13 7 0,1 0 15,1 0-15,-1 5 0,2-1 0,0-1 0,10-10 16,-9 12-16,3 1 0,0-1 0,6-12 0,-4 16 16,3-4-16,0 1 0,5 4 0,-4-2 0,2 2 15,-2-17-15,6 14 0,0 2 0,1 0 0,2-4 0,1-1 16,1 0-16,-11-11 0,14 9 0,0-1 0,0 1 0,-14-9 15,19 2-15,0-1 0,0-1 0</inkml:trace>
  <inkml:trace contextRef="#ctx0" brushRef="#br0" timeOffset="-75700.366">24090 13235 0,'0'0'0,"0"0"15,0 0-15,0 0 16,0 0 0,-47 66-16,18-9 15,29-57-15,0 0 0,0 0 16,-1 14-16,0 0 0,0-2 0,1-12 0,3 10 0,0 0 16,0 1-16,-3-11 0,4 8 0,0-1 0,0 0 15,5-2-15,-2-1 0,1 1 0,-8-5 0,12 0 0,-1-3 16,0 3-16,-1-6 0,0-2 0,0 1 0,-10 7 15,8-13-15,1 2 0,0-1 0,0-7 0,-3-2 16,0 2-16,-6 19 0,8-28 0,-4 1 0,2 0 16,-6 27-16,6-33 0,-3 3 0,1-2 0,0 4 15,-3-2-15,0 2 0,-1 28 0,2-25 0,-1 2 0,0-1 16,0 7-16,-1 2 0,0-3 0,0 18 0,2-9 16,-1 0-16,0 0 0,-2 6 0,1-2 0,0 1 0,0 4 0,-3 3 0,3-2 15,0 1-15,-2 7 16,2-1-16,0 1 0,0-9 0,-3 16 0,2 1 15,0-2-15,-3 9 0,3-2 0,0 1 0,1-23 0,-2 28 16,2-2-16,0 1 0,0 6 0,0 0 0,0-1 16,0-32-16,-6 36 0,3 0 0,-1-1 0,-2-1 15,-1-2-15,1 1 0,6-33 0,-4 30 0,1-3 16,-1 3-16</inkml:trace>
  <inkml:trace contextRef="#ctx0" brushRef="#br0" timeOffset="-75188.546">22328 14170 0,'0'0'0,"0"0"15,0 0-15,45-74 16,-5-5-1,-13 14-15,-19 16 16,-35 8 0,27 41-16,0 0 0,0 0 0,-11-11 0,1 1 0,1-1 15,9 11-15,-14-5 0,3-2 0,0 1 0,11 6 16,-14-4-16,0 0 0,0 1 0,2 6 0,1 1 16,0 0-16,11-4 0,-13 8 0,2 0 0,0 1 15,11-9-15,-10 14 0,0-1 0,0-1 0,3 7 16,-1-1-16,1-1 0,7-17 0,-2 24 0,2 0 0,-2-2 15,2-22-15,2 26 0,-2-1 0,0 1 0,6-1 16,-3 1-16,1-1 0,-4-25 0,4 26 0,0-2 16,-1 0-16,1-9 0,-3 0 0,0 0 0,2-9 15,-3 1-15,0 2 0,0-9 0,-6 17 0,2-2 0,0 3 0,4-18 16,-9 11-16,1 0 0,-1 0 0</inkml:trace>
  <inkml:trace contextRef="#ctx0" brushRef="#br0" timeOffset="-75047.206">21986 14305 0,'0'0'0,"0"0"16,0 0-16,0 0 16,0 0-1,89-27-15,-127 39 16,38-12-16,0 0 0,0 0 0,0 0 16,-10 3-16,-1-1 0,2 1 0,75-26 0,-2 0 0,1 0 15</inkml:trace>
  <inkml:trace contextRef="#ctx0" brushRef="#br0" timeOffset="-74827.229">22546 13891 0,'0'0'0,"0"0"0,0 0 0,0 0 0,0 0 15,1 78 1,4 12-16,-5-9 15,0-81-15,0 0 0,0 0 0,0 25 0,0 1 16,0-2-16,0-24 0,3 24 0,-2-3 0,0 2 16,3-3-16,-2 0 0,0-1 0,-2-19 0,4 17 15,-2 0-15,-1 0 0,3-12 0,0 0 0,-1-1 16</inkml:trace>
  <inkml:trace contextRef="#ctx0" brushRef="#br0" timeOffset="-74136.88">22697 14165 0,'0'0'0,"0"0"0,0 0 16,0 0-16,0 0 16,0 69-16,6-11 15,3-24 1,-9-34-16,0 0 0,0 0 0,4 7 0,0-2 15,0 0-15,-4-5 0,6 3 0,0-2 0,0 2 0,0-7 16,0 2-16,1 0 0,1-4 0,0 3 0,-1-1 16,-7 4-16,8-12 0,-1 3 0,1-1 0,0-4 15,-1-1-15,-1 1 0,-6 14 0,7-14 0,-1-2 16,-2 3-16,1 1 0,0 3 0,0-1 0,-5 10 16,4-9-16,0 0 0,-1 1 0,-3 8 0,4-4 15,-2-1-15,-2 1 0,3 2 0,-3-1 0,0 1 0,0 2 16,-1 2-16,1 1 0,0-2 0,-2 4 0,2-2 15,0 0-15,0-3 0,-3 9 0,2-3 0,-1 1 16,0 2-16,-1 1 0,1 0 0,2-10 0,-2 10 0,2 0 16,-2-1-16,0 2 0,2 0 0,0-1 0,0-10 15,2 10-15,-2-1 0,0 0 0,0-9 0,9 7 16,-3 2-16,0-2 0,7 2 0,-3-1 0,-1-2 16,-9-6-16,17 7 0,-2-2 0,0 0 0,2-4 15,-1 2-15,0 0 0,-16-3 0,20-3 0,-1 0 0,-1 2 16,1-8-16,0 1 0,0 3 0,-19 5 0,15-16 15,0 3-15,0-1 0,-1-1 0,-1 0 0,1-2 16,-14 17-16,10-13 0,-1-1 0,0 1 0,-9 13 16,3-11-16,1 2 0,0 0 0,-6 2 0,2 1 0,0 0 0,0 6 15,-2-3-15,0-1 0,-1 0 0,-5 4 16,0 0-16,1 0 0,7 0 0,-8 2 16,1 1-16,-1 0 0,2 0 0,-1 2 0,1-2 0,6-3 15,-7 4-15,2 1 0,0-1 0,0 2 0,3 0 16,-1-2-16,3-4 0,-3 7 0,3-2 0,-2 0 15,2-5-15,2 7 0,-2 0 0,0-1 0,8 3 16,-3-2-16,0 1 0,5 3 0,-2-1 0,1-1 0,-9-9 16,15 9-16,-3-2 0,1 0 0,-13-7 0,10 9 15,0-1-15,0-2 0,10 3 0,0-1 0,-1 1 16,-19-9-16,21 4 0,0-1 0,-2 1 0,-19-4 0,23 0 16,-1 2-16,1 1 0,-1-8 0,-2 4 0,0-1 15,-20 2-15,16-4 0,0 1 0,0 2 0,-16 1 16,11-5-16,-1 2 0,0-1 0,-4 2 0,0-3 15,-2 3-15</inkml:trace>
  <inkml:trace contextRef="#ctx0" brushRef="#br0" timeOffset="-68816">14390 11339 0,'0'0'0,"0"0"0,0 0 0,0 0 16,0 0 0,94-19-16,-37 7 15,-57 12-15,0 0 0,0 0 16,0 0-16,34 1 0,-3 1 0,0-2 0,-31 0 0,17 2 16,0-2-16,-1 0 0,-16 0 0,39 0 0,0 0 15,0 0-15,-39 0 0,41 0 0,-1-2 0,-1 2 16,-18 0-16,-2-2 0,-1 2 0,-10 0 0,-1 0 15,1 0-15,-8 0 0,72-5 0,-3 1 0,1 1 0,-70 3 16,77-7-16,0 0 0,0 0 0,-77 7 0,71-6 16,-3 1-16,1 0 0,10-2 0,-2 0 0,0 1 15,-77 6-15,92-9 0,-2 1 0,1 1 0,-91 7 16,87-9-16,0 2 0,0-2 0,-87 9 0</inkml:trace>
  <inkml:trace contextRef="#ctx0" brushRef="#br0" timeOffset="-68217.539">20562 10792 0,'0'0'0,"0"0"0,0 0 0,-81-1 16,32-1-1,-65 9-15,-7-1 16,121-6-16,0 0 0,0 0 0,-22 2 16,3-2-16,-2 1 0,14 1 0,0-2 0,0 0 15,7 0-15,-72 3 0,4 1 0,0 0 0,68-4 0,-85 7 16,3 0-16,1-2 0,-3 10 0,1-5 15,0 1-15,83-11 0,-83 12 0,0 0 0,1 0 0,82-12 16,-94 12-16,-1-1 0,1 0 0,-1-1 0,2-1 16,-1 1-16,94-10 0,-89 6 0,1 0 0,-1 0 15</inkml:trace>
  <inkml:trace contextRef="#ctx0" brushRef="#br0" timeOffset="-67460.311">23079 10262 0,'0'0'0,"0"0"0,0 0 16,0 0 0,0 0-16,0 0 15,0 0 1,0 0-16,0 0 0,0 0 0,0 0 0,0 0 0,0 0 16,0 0-16,-34 13 0,1-3 0,-1 3 0,34-13 0,-20 7 15,0 0-15,1 0 0,19-7 0,-42 13 0,0-3 16,1 2-16,41-12 0,-46 12 0,3 0 0,-1-2 15,44-10-15,-52 12 0,2-1 0,-1 1 0,-12 0 16,3 0-16,1 0 0,59-12 0,-71 15 0,0-1 16,0 0-16,-3-2 0,0-1 0,2 1 0,72-12 0,-79 11 15,3-1-15,0-1 0</inkml:trace>
  <inkml:trace contextRef="#ctx0" brushRef="#br0" timeOffset="-46555.612">20441 2053 0,'0'0'0,"0"0"15,0 0-15,0 0 16,0 0-16,0 0 15,0 0 1,0 0-16,0 0 0,0 0 0,0 0 16,0 0-16,2 28 0,-2 0 0,0-3 0,0-8 0,0-1 15,0-1-15,0-15 0,0 31 0,0-3 0,0 1 16,0-29-16,-5 33 0,1-2 0,0 1 0,4-32 16,-9 33-16,1 1 0,-1-2 0,4-16 0,0-2 15,0 2-15,5-16 0,-10 28 0,1-2 0,1 1 16,8-27-16,-5 16 0,0-4 0,0 2 0,5-14 15,-9 19-15,1-2 0,-1-1 0,9-16 0,-6 10 0,2-1 16,0-1-16,4-8 0,-4 4 0,3 0 0,0-1 16,0-3-16,1 1 0,0 0 0,0-1 0,-2 2 15,2-2-15,0 0 0,-1-16 0,0 0 0,-1 3 16,2 13-16,0-10 0,0 0 0,0 1 0,0 9 0,0-25 16,0 2-16,0-1 0,2 11 0,-2 1 15,0-3-15,0 15 0,5-29 0,0 2 0,0-1 0,-5 28 16,5-16-16,-3 0 0,1 1 0,-3 15 0,16-30 15,-2-1-15,-1 1 0,-13 30 0,10-17 0,-1 0 0,0 1 16,-9 16-16,10-29 0,-1 1 0,1 2 0,-10 26 0,5-15 0,1 0 16,-2 0-16,0 9 0,-3 1 15,1-1-15,-2 6 0,1-3 0,-1 2 0,0-1 16,0 2-16,15-6 0,-3 4 0,0-2 0,-12 4 16,9-3-16,-3 3 0,0-3 0,-6 3 0,9 10 15,-1 1-15,-1-2 0,-7-9 0,4 6 0,0 0 16,0 0-16,-4-6 0,9 21 0,1 0 0,1 1 0,-5-11 15,0 1-15,-1 0 0,-5-12 0,4 22 0,-1-1 16,0-2-16,-3-19 0,2 12 0,-1 0 0,1 1 16,-2-13-16,1 4 0,-1-1 0,0 2 0,0-5 0,1 2 0,-1-1 15,0 0-15,6 13 0,0-1 0,1 0 16,-7-13-16,4 7 0,-1 0 0,1 1 0,-3-5 16,0-1-16,1 1 0,-2-3 0,12-14 0,1-1 0,-1 0 0,-12 15 0,9-9 15,-3 0-15,0 1 16,-6 8-16,18-24 0,-3 0 0,-1 0 0,-4 11 15,-2-1-15,-1 2 0,-7 12 0,15-23 0,-3 2 0,1-2 16,-13 23-16,8-12 0,-2 1 0,1 1 0,-7 10 16,11-20-16,-2 1 0,0 1 0,-9 18 0,6-9 15,-1 0-15,-1-1 0,0 5 0,-2 3 0,-1-2 16,-1 4-16,1-3 0,-1 3 0,0-2 0,0 2 16,10 11-16,-1 1 0,0 0 0,-3-6 0,-1 2 0,-1-4 15,-4-4-15,6 23 0,-3-4 0,1 1 0,-4-20 16,2 10-16,0 2 0,-1-1 0,-1-11 0,3 31 15,-1-1-15,-1-3 0,2-9 0,-3-1 0,0 0 16,0-17-16,3 32 0,0 0 0,0-1 0,-3-31 16,0 18-16,2-2 0,-1 1 0,-1-17 0,3 30 0,-2-1 15,0 1-15,-1-30 0,1 16 0,-1 0 0,0-2 16,0-14-16,6 4 0,0 1 0,-2-2 0,1-2 16,-2-1-16,0 1 0</inkml:trace>
  <inkml:trace contextRef="#ctx0" brushRef="#br0" timeOffset="-46317.803">21176 2190 0,'0'0'0,"0"0"0,0 0 16,0 0-16,0 0 15,54 66 1,-19-27-1,-35-39-15,0 0 0,0 0 0,0 0 0,13 15 0,-1 1 0,-1 1 16,-11-17-16,6 9 0,1-1 0,-1 0 0,3 5 16,-1-2-16,1 1 0,-9-12 0,4 8 0,2-1 0,-1-1 0,-5-6 15,2 3-15,0-2 0,-2 1 0,0-2 16,7-3-16,-2-2 0,0 1 0</inkml:trace>
  <inkml:trace contextRef="#ctx0" brushRef="#br0" timeOffset="-46085.783">21553 2104 0,'0'0'0,"0"0"0,0 0 0,0 0 16,0 0-16,0 0 15,0 0-15,-20 68 16,-7 7 0,27-75-16,0 0 0,0 0 0,-6 23 0,1 1 0,0-1 15,-4 2-15,3-2 0,0 1 0,6-24 0,-6 27 16,2 0-16,0 0 0,-2 2 0,1-3 0,0 0 15,5-26-15,-6 27 0,-1-2 0,1 1 0,2-2 0,-2-2 0,1-1 0,5-21 16,-4 18-16,-2 1 0,1-3 16,5-16-16,-1 12 0,1 0 0,0-1 0,1-13 15,1 1-15,-1-1 0</inkml:trace>
  <inkml:trace contextRef="#ctx0" brushRef="#br0" timeOffset="-45738.232">21995 2100 0,'0'0'0,"0"0"16,0 0-16,0 0 15,0 0-15,0 0 16,0 0-16,-96 25 15,96-25-15,0 0 0,0 0 16,0 0-16,-29 17 0,1-2 0,-1 0 0,7 6 0,3-1 16,-1-1-16,20-19 0,-15 18 0,3 1 0,-1-1 0,6 4 0,0 0 15,-1-1-15,8-21 0,-4 25 16,1-2-16,1 2 0,4-4 0,-2 0 0,0 0 16,0-21-16,7 18 0,-1 0 0,0 0 0,4-3 0,-1-1 0,0 2 0,-9-16 0,15 9 15,-1 3-15,1-3 16,2-4-16,1-1 0,0-1 0,-18-3 0,21 0 15,-1-3-15,-1 3 0,-19 0 0,23-9 0,-1 2 16,0-1-16,-5 0 0,-4 1 0,1 1 0</inkml:trace>
  <inkml:trace contextRef="#ctx0" brushRef="#br0" timeOffset="-45488.379">22493 2021 0,'0'0'0,"0"0"0,0 0 0,0 0 15,0 0 1,0 0-16,0 0 16,0 0-16,0 0 15,0 0-15,0 0 0,0 0 0,0 0 16,0 29-16,0-2 0,0 0 0,2 1 0,-1 1 16,0-2-16,-1-27 0,2 21 0,-1 0 0,0-1 0,2-1 15,-2-2-15,0 1 0,-1-18 0,4 18 0,-3 0 16,0 1-16,2-8 0,-3 0 0,0 0 0,-5 7 15,3 0-15,-1 1 0,3-19 0,-5 14 0,2-1 16,1 1-16,0-7 0,-1 1 0,0-2 0</inkml:trace>
  <inkml:trace contextRef="#ctx0" brushRef="#br0" timeOffset="-45275.252">22296 2604 0,'0'0'0,"0"0"16,0 0-16,0 0 15,0 0 1,0 0-16,0 0 16,0 0-16,0 0 0,0 0 0,0 0 15,0 0-15,0 0 0,0 0 0,32-9 0,-1 4 16,1-4-16,-10 4 0,1 0 0,-2 0 0,13-4 0,-3 3 16,0-3-16,-31 9 0,33-9 0,-3 3 15,2-3-15,-6 0 0,-1 2 0,0-1 0,-25 8 0,18-12 16,1 2-16,-1-2 0</inkml:trace>
  <inkml:trace contextRef="#ctx0" brushRef="#br0" timeOffset="-45076.323">22250 2113 0,'0'0'0,"0"0"0,0 0 0,0 0 16,75-27-16,8-3 16,5 12-1,-10-8-15</inkml:trace>
  <inkml:trace contextRef="#ctx0" brushRef="#br0" timeOffset="-44828.744">22951 1968 0,'0'0'0,"0"0"0,0 0 0,28 82 15,2-10-15,-7-13 16,-2 1-1,-14-9-15,-7-51 0,0 0 16,0 0-16,0 0 0,4 18 0,-3-2 0,0 3 0,-3-3 16,2 0-16,0 0 0,0-16 0,-5 14 0,0-2 15,0 0-15,-6-8 0,1-1 0,0-1 0</inkml:trace>
  <inkml:trace contextRef="#ctx0" brushRef="#br0" timeOffset="-44554.6">22913 2008 0,'0'0'0,"0"0"16,0 0-16,0 0 15,0 0-15,111 60 0,-27-5 16,-15-11-1,-69-44-15,0 0 0,0 0 16,18 14-16,0-1 0,0 1 0,-1-2 0,0 1 16,0-1-16,-17-12 0,18 11 0,-2-1 0,0 1 0,-6-5 15,0 1-15,0-2 0,0 3 0,-1-2 0,0 0 16,-3-1-16,-1-3 0,-1 0 0,-4-2 0,4-4 16,0-1-16,0 0 0</inkml:trace>
  <inkml:trace contextRef="#ctx0" brushRef="#br0" timeOffset="-44349.935">23378 1760 0,'0'0'0,"0"0"0,0 0 16,0 0-1,20 104-15,-7-9 16,-15 2-16,-9-1 15,11-96-15,0 0 0,0 0 16,-8 35-16,1-3 0,1 1 0,0 1 0,1 0 16,0-1-16,2-11 0,1-1 0,0 0 0</inkml:trace>
  <inkml:trace contextRef="#ctx0" brushRef="#br0" timeOffset="-40050.424">20645 3257 0,'0'0'0,"0"0"16,0 0-16,0 0 16</inkml:trace>
  <inkml:trace contextRef="#ctx0" brushRef="#br0" timeOffset="-38423.315">20822 3308 0,'0'0'0,"0"0"0,0 0 0,0 0 16,-6 107-16,2-44 16,-9 48-1,13-111-15,0 0 0,0 0 0,0 0 0,-4 21 16,3-1-16,0-2 0,1-18 0,-13 40 0,1-4 16,0 3-16,3-18 0,3 0 0,0-2 0</inkml:trace>
  <inkml:trace contextRef="#ctx0" brushRef="#br0" timeOffset="-38027.355">20423 3722 0,'0'0'0,"0"0"15,0 0-15,0 0 16,-13-74-16,14 11 15,11 13 1,-12 50-16,0 0 0,0 0 0,0 0 0,9-15 0,-1 5 16,-1-2-16,7 4 0,-3 2 0,0 0 0,-11 6 15,18-9-15,-2 3 0,0-3 0,6 4 0,-1 1 16,-2 1-16,5 1 0,-3 2 0,0 0 0,-21 0 16,25 5-16,-3-1 0,1-2 0,2 6 0,-2-1 15,1-1-15,-24-6 0,22 9 0,-1 0 0,0 3 0,-21-12 16,19 15-16,0-1 0,0-1 0,-10 8 15,0 0-15,0-1 0,-9-20 0,3 19 0,-1-1 0,-1 2 16,-6-2-16,0 0 0,0 1 0,5-19 0,-11 19 16,1-1-16,0 0 0,-6 0 0,1 0 0,0 0 0,15-18 0,-22 15 15,-1 0-15,1 0 0,-3-4 16,2-1-16,-1-1 0,24-9 0,-21 7 0,0-3 16,0 2-16,21-6 0,-18 3 0,3 0 0,0 0 0,-1-6 15,0 0-15,0 0 0,16 3 0,-8-17 0,2 1 16,0-2-16</inkml:trace>
  <inkml:trace contextRef="#ctx0" brushRef="#br0" timeOffset="-37850.246">20998 3538 0,'0'0'0,"0"0"0,0 0 15,0 0-15,0 0 16,26 102-16,-18-18 15,-15-26 1,7-58-16,0 0 0,0 0 0,-5 16 0,0-2 16,1 0-16,-3-5 0,3-3 0,0 1 0</inkml:trace>
  <inkml:trace contextRef="#ctx0" brushRef="#br0" timeOffset="-37706.214">21148 3451 0,'0'0'0</inkml:trace>
  <inkml:trace contextRef="#ctx0" brushRef="#br0" timeOffset="-37285.292">21395 3549 0,'0'0'0,"0"0"0,0 0 0,0 0 16,0 0-16,0 0 15,-49 62 1,10-4-16,39-58 0,0 0 0,0 0 0,-11 16 0,2 0 15,0-2-15,9-14 0,-6 19 16,0-3-16,0 1 0,6-17 0,-3 13 0,0-1 16,0 1-16,9-6 0,0 0 0,-2 1 0,-4-8 15,11 3-15,-4-2 0,1 1 0,4-5 0,-1 1 16,0 0-16,-11 2 0,11-8 0,-1-1 0,0 1 16,-10 8-16,11-14 0,0 2 0,1-1 0,-3-4 15,-3-1-15,0 1 0,-6 17 0,7-20 0,-1 2 0,1 0 16,-7 18-16,4-17 0,-1 1 0,1 1 0,0 4 15,-3 2-15,0-1 0,-1 10 0,2-6 0,-2-2 0,0 1 0,0 7 0,0-2 16,0 2-16,0 0 0,4 6 16,-2-3-16,-1 2 0,-1-5 0,2 10 0,0-2 15,-1-1-15,2 10 0,-1-4 0,-1 2 0,-1-15 16,0 14-16,0 1 0,0 0 0,0-15 0,0 15 16,0-1-16,0-1 0,3 0 0,0 1 0,0-1 15,-3-13-15,5 10 0,-1-1 0,-1-2 0</inkml:trace>
  <inkml:trace contextRef="#ctx0" brushRef="#br0" timeOffset="-36771.66">21910 3532 0,'0'0'0,"0"0"0,0 0 15,0 0-15,0 0 16,0 0-1,-107 47-15,107-47 16,0 0-16,0 0 0,-26 16 0,0 0 0,0 0 0,26-16 16,-14 12-16,3-3 0,0 2 0,11-11 0,-8 8 15,2 0-15,-1-2 0,9 1 0,-2-2 0,0-1 16,0-4-16,9 2 0,-2 0 0,1-1 0,4-4 16,-2 1-16,0 1 0,-10 1 0,16-6 0,-1 1 0,0 1 15,-15 4-15,15-6 0,-2 0 0,1 0 0,1-2 16,-2 1-16,-1 1 0,-12 6 0,11-6 0,-2 0 15,-1 1-15,3 4 0,-4 1 0,1-2 0,-4 4 0,1-2 16,0 1-16,-5-1 0,7 14 0,-1 0 16,-1 0-16,-5-14 0,4 17 0,-1 0 0,1 0 0,-4 1 15,0 1-15,0 1 0,0-20 0,-4 22 0,3 0 16,-1 1-16,0 3 0,0-3 0,-1 0 0,3-23 16,-2 23-16,0-2 0,1 0 0,1-21 0,-6 21 15,2-3-15,0 0 0,4-18 0,-6 16 0,2-2 0,-2 1 16,-3-2-16,2-2 0,-1 1 0,8-12 0,-9 7 15,1 0-15,1-2 0,7-5 0,-10 4 0,1-3 16,1 2-16,-2-7 0,1-1 0,0 3 0,9 2 16,-10-10-16,0 0 0,1-1 0,9 11 0,-8-18 15,3 3-15,0-1 0,2-1 0,3-4 0,-2 3 16,2 18-16,5-21 0,-2 3 0,-1-3 0,-2 21 0,10-24 16,-1 3-16,0-1 0,8-6 0,-2 3 0,-1-1 0,-14 26 15,19-30-15,0 0 0,-1 0 0,-18 30 0,-11-26 16,3 2-16,-1 0 0</inkml:trace>
  <inkml:trace contextRef="#ctx0" brushRef="#br0" timeOffset="-36499.234">22073 3488 0,'0'0'0,"0"0"0,0 0 0,0 0 0,-8 71 16,-5-8-16,10-13 15,6-17 1,-3-33-16,0 0 0,0 0 0,9 6 0,-3 2 0,0-3 15,-6-5-15,13 3 0,0-2 0,-1-1 0,-12 0 16,15-5-16,-2 1 0,2 0 0,2-7 0,-2 1 16,-1 0-16,-14 10 0,13-17 0,0 1 0,-1 1 15,-1-2-15,-2 2 0,-1 0 0,-8 15 0,8-17 16,-3 4-16,-1-2 0,-4 15 0,-6-9 0,3-3 0,-1 0 16,-4 6-16,1 0 0,-1 0 0,8 6 0,-9-3 15,0 0-15,0-3 0,-3 12 0,0-4 0,-1-1 16,13-1-16,-16 9 0,0-3 0,0 0 0,1-3 0,0-3 15,0 0-15,15 0 0,-10-6 0,3 0 0,-1 2 16</inkml:trace>
  <inkml:trace contextRef="#ctx0" brushRef="#br0" timeOffset="-36149.278">22445 3428 0,'0'0'0,"0"0"0,0 0 0,0 0 0,44 68 15,-19 6-15,-8-13 16,-6-25 0,-11-36-16,0 0 0,0 0 15,2 6-15,-2-1 0,2 1 0,-2-6 0,1 3 0,-1-2 16,0 1-16,3-4 0,-3 1 0,0-1 0,0 2 16,0-6-16,0 0 0,0 0 0,0 6 0,3-14 15,-1 1-15,-1 1 0,5-6 0,-1 0 0,0 2 16,-5 16-16,11-18 0,-2-2 0,0 2 0,-1 5 15,-1 2-15,-1-1 0,9-3 0,-2 3 0,1-3 0,-14 15 16,14-12-16,-1 0 0,1 2 0,-14 10 0,11-2 16,0-1-16,1 0 0,1 12 0,-2 0 0,1-3 15,-12-6-15,9 13 0,1-2 0,0 0 0,-10-11 16,7 16-16,-3-1 0,1 0 0,-1 0 0,-2 0 16,1 1-16,-3-16 0,-3 17 0,3-2 0,-2 0 0,2-15 15,-5 14-15,3-1 0,-1 1 0,0-10 0,3 1 16,0-2-16</inkml:trace>
  <inkml:trace contextRef="#ctx0" brushRef="#br0" timeOffset="-35895.158">23161 3373 0,'0'0'0,"0"0"16,0 0-1,0 0-15,0 0 16,0 0-16,-51 51 15,51-51-15,0 0 0,0 0 0,0 0 16,-13 15-16,1 0 0,-1 0 0,7-3 0,1 0 16,1 0-16,4-12 0,0 9 0,0 2 0,0-1 15,6-1-15,-1 0 0,-1 2 0,-4-11 0,8 12 16,-1-2-16,-1 1 0,-2-4 0,0 1 0,0 0 0,-4-8 16,1 5-16,1 0 0,-2 1 0,0-2 0,0 1 15,0-2-15,0-3 0,-3 3 0,2-3 0,-1 2 16,2-2-16,-6-4 0,3 3 0,-1-1 0</inkml:trace>
  <inkml:trace contextRef="#ctx0" brushRef="#br0" timeOffset="-35598.408">23356 3523 0,'0'0'0,"0"0"0,0 0 16,0 0-16,0 0 15,40-51 1,-13 8-16,-27 43 15,0 0-15,0 0 0,0 0 0,7-14 0,1-1 0,-1 3 16,-7 12-16,5-11 0,0-2 0,0 3 0,-3 1 16,-2 1-16,2 0 0,-2 8 0,-5-5 0,2-2 0,1 1 15,-5 8-15,-1 0 0,1-1 0,7-1 0,-12 4 16,3 1-16,1-2 0,8-3 0,-15 13 0,2-2 16,-1 1-16,3 3 0,0-3 0,-1 0 0,12-12 15,-9 15-15,1-4 0,1 2 0,7-13 0,-4 15 16,2-3-16,1 0 0,5 3 0,-1-1 0,1-1 15,-4-13-15,9 12 0,-3 0 0,1 0 0,10-3 16,-2-1-16,-1 1 0,-14-9 0,24-3 0,0 2 0,0 1 16,3-11-16,0 0 0,0 1 0</inkml:trace>
  <inkml:trace contextRef="#ctx0" brushRef="#br0" timeOffset="-35402.972">23880 3215 0,'0'0'0,"0"0"16,0 0-1,0 0-15,0 0 16,-36 72 0,23-2-16,13-70 0,0 0 15,0 0-15,-3 20 0,2-3 0,-1 1 0,2-18 0,-3 18 16,-1 0-16,0-3 0,0 3 0,1-3 0,-1-1 16,4-14-16,-8 18 0,1-2 0,-1 2 0,8-18 15,-9 17-15,-1-2 0,0 1 0,-6 1 0,0-2 16,-1 0-16</inkml:trace>
  <inkml:trace contextRef="#ctx0" brushRef="#br0" timeOffset="-34691.512">20672 4136 0,'0'0'0,"0"0"0,0 0 15,18 68-15,-9-26 16,17 58-1,-13-44-15,-13-56 16,0 0-16,0 0 0,0 0 0,6 33 0,0 0 16,1 0-16,-7-33 0,5 16 0,-2 2 0,-1-1 0,-2-17 15,-2 32-15,2-2 0,0 0 0,-3-14 0,3 1 16,0 1-16,0-18 0,0 0 0</inkml:trace>
  <inkml:trace contextRef="#ctx0" brushRef="#br0" timeOffset="-34421.781">20825 4485 0,'0'0'0,"0"0"0,0 0 0,0 0 0,0 0 16,0 0-16,73-16 16,-17 24-16,-14 18 15,-42-26-15,0 0 0,0 0 16,0 0-16,6 13 0,-3-1 0,1 0 0,-4-12 0,2 12 15,-2 0-15,2 1 0,-6-3 0,2 1 0,-1 0 16,3-11-16,-8 9 0,0 3 0,1-3 0,7-9 16,-12 10-16,1 1 0,0-2 0,-5 0 0,1 0 15,0-1-15,15-8 0,-19 7 0,3-1 0,0 1 0,1-2 16,2 1-16,-1-2 0,14-4 0,-13 2 0,1 1 16,0-2-16,12-1 0,-12-6 0,3 2 0,1 1 15</inkml:trace>
  <inkml:trace contextRef="#ctx0" brushRef="#br0" timeOffset="-33991.244">21356 4526 0,'0'0'0,"0"0"16,0 0-16,0 0 15,-16-64-15,-18 31 16,-9 27-16,43 6 15,0 0-15,0 0 0,-14 6 0,-1 1 16,0-1-16,15-6 0,23 17 0,-2-3 0,1 0 0,-22-14 16,-28 16-16,1-2 0,1 0 0,26-14 0,-22 15 15,-1 0-15,1-3 0,11 2 0,1-1 0,0 0 16,10-13-16,-5 13 0,2 0 0,1 2 0,2-15 16,2 9-16,0 2 0,-1-2 0,6 0 0,-2-1 15,1 0-15,-6-8 0,13 5 0,-2-3 0,1 1 16,-12-3-16,15-4 0,-1 1 0,0-2 0,1-4 15,-3-1-15,1 1 0,-13 9 0,10-13 0,-1 3 16,1-1-16,1-3 0,-2 0 0,0 1 0,-9 13 0,6-15 16,0 0-16,0 0 0,-6 15 0,6-9 0,-4-4 15,1 2-15,-3 11 0,2-6 0,0 0 0,-2 1 16,0 5-16,2-3 0,-2 1 0,0 0 0,-2 4 16,2 0-16,0 1 0,0-3 0,4 8 0,-1 0 0,-1-1 15,3 7-15,0-3 0,0 1 0,-5-12 0,6 11 16,0 1-16,1 0 0,-7-12 0,8 10 0,-2 1 15,0-1-15,3 0 0,2-3 0,-1 2 0,-10-9 0,11 0 16,-1 3-16,-1-2 0</inkml:trace>
  <inkml:trace contextRef="#ctx0" brushRef="#br0" timeOffset="-33799.553">21681 4429 0,'0'0'0,"0"0"0,0 0 15,0 0 1,-34 69-16,0-6 16,20-15-16,14-48 15,0 0-15,0 0 0,1 12 0,1 0 0,-1-1 0,-1-11 16,8 11-16,1 1 0,0-2 0,7-3 0,-2-3 16,-1 3-16,-13-7 0,20-3 0,-2-1 0,-1 2 15</inkml:trace>
  <inkml:trace contextRef="#ctx0" brushRef="#br0" timeOffset="-33599.311">21927 4246 0,'0'0'0,"0"0"0,0 0 0,0 0 15,27 80 1,1 0-16,-3-12 15,-13 5-15,-12-73 0,0 0 16,0 0-16,3 21 0,-2-2 0,0 3 0,-1-22 16,-4 12-16,0 0 0,1 1 0</inkml:trace>
  <inkml:trace contextRef="#ctx0" brushRef="#br0" timeOffset="-33454.108">21800 4570 0,'0'0'0,"0"0"15,0 0 1,59-35 0,19 4-16,12-2 15</inkml:trace>
  <inkml:trace contextRef="#ctx0" brushRef="#br0" timeOffset="-33160.503">22218 4487 0,'0'0'0,"0"0"0,0 0 16,0 0 0,0 0-16,57-70 15,-19 20-15,-38 50 16,0 0-16,0 0 0,4-10 0,0 1 0,0 0 15,-4 9-15,-4-3 0,0-1 0,0-1 0,-4 9 16,1-1-16,-1 0 0,8-3 0,-10 9 0,0-1 0,0 0 16,-3 4-16,2 1 0,1-1 0,10-12 0,-12 12 15,3 0-15,0 0 0,9-12 0,-3 13 0,0 0 16,1 0-16,4 2 0,-2-1 0,2 0 0,-2-14 0,4 16 16,-1 0-16,0-2 0,6-4 0,-1-1 0,1 0 15,-9-9-15,16 2 0,-2-1 0,-1 1 0</inkml:trace>
  <inkml:trace contextRef="#ctx0" brushRef="#br0" timeOffset="-32734.024">22398 4360 0,'0'0'0,"0"0"0,0 0 15,0 0-15,0 0 16,84-14-1,1 20-15,-85-6 0,0 0 0,0 0 16,0 0-16,21 3 0,0 2 0,1-3 0,-7 5 16,0 0-16,0 0 0,-15-7 0,9 10 0,-3-1 15,0 0-15,-6-9 0,2 14 0,-2-3 0,0 3 16,-7-4-16,3 1 0,1 1 0,3-12 0,-6 6 16,1 0-16,0 0 0,5-6 0,-8 3 0,2 0 0,0 0 15,-2-1-15,2-1 0,0-1 0,6 0 0,-6-3 16,-1 1-16,1 0 0,3-3 0,0-2 0,0 0 0,3 7 15,3-13-15,-3 1 0,0 0 0,0 12 0,5-16 0,0-1 0,0 2 16,-5 15-16,12-19 0,-2 2 16,1-1-16,4 2 0,0 0 0,0-3 0,-15 19 0,21-11 0,-2 0 15,0 1-15,-19 10 0,17-7 16,-2 2-16,0 0 0,2 5 0,0 0 0,-1 0 16,-16 0-16,15 4 0,-3 0 0,0 0 0,-12-4 0,12 9 0,-1-2 15,0 1-15,-6 5 0,-2 2 16,1-2-16,-4-13 0,-2 14 0,2 0 0,0 0 0,0-14 15,-4 15-15,3-1 0,0-1 0,-1-1 0,1-1 16,0-1-16,1-10 0,-2 5 0,-1-2 0,1 0 16</inkml:trace>
  <inkml:trace contextRef="#ctx0" brushRef="#br0" timeOffset="-32610.241">22974 4186 0,'0'0'0,"0"0"0,0 0 15,0 0 1,0 0-16</inkml:trace>
  <inkml:trace contextRef="#ctx0" brushRef="#br0" timeOffset="-32226.432">23333 4202 0,'0'0'15,"0"0"-15,0 0 0,0 0 0,0 0 16,0 0-16,0 0 16,0 0-16,0 0 15,0 0-15,0 0 0,-27 8 0,1-2 0,0 2 0,26-8 16,-19 11-16,0-1 0,1 1 0,18-11 16,-9 14-16,0-1 0,1-1 0,8 2 0,0 0 0,0 0 15,0-14-15,6 15 0,-1-2 0,0 0 0,4-1 16,0-3-16,-1 1 0,-8-10 0,10 6 0,0-1 15,0-2-15,-10-3 0,12 0 0,-1 0 0,1 0 0,1-8 16,1 2-16,0 0 0,-14 6 0,12-12 0,-1-1 16,0 0-16,-2-1 0,0-1 0,0 1 0,-9 14 15,5-15-15,-1 1 0,2 0 0,-6 14 0,6-14 16,-3 1-16,1 0 0,0 4 0,0 0 0,-1-1 16,-3 10-16,3-6 0,-2 3 0,1-1 0,1 9 0,-2-1 15,1 0-15,-2-4 0,2 8 0,-1-1 0,1 0 16,-2-7-16,4 15 0,-4-3 0,2 0 0,4 2 15,-2 1-15,-1-2 0,-3-13 0,10 13 0,1 3 16,-2-1-16,3-1 0,1-3 0,0 2 0,-13-13 0,14 3 16,-1-3-16,0 3 0</inkml:trace>
  <inkml:trace contextRef="#ctx0" brushRef="#br0" timeOffset="-32057.939">23708 3907 0,'0'0'0,"0"0"16,0 0-16,28 81 16,-3 9-1,1 0-15,-22 9 16,-6-13-16,2-86 16,0 0-16</inkml:trace>
  <inkml:trace contextRef="#ctx0" brushRef="#br0" timeOffset="-31790.196">22330 5166 0,'0'0'0,"0"0"0,0 0 0,43 63 16,-10-1-16</inkml:trace>
  <inkml:trace contextRef="#ctx0" brushRef="#br0" timeOffset="-31628.541">22173 4817 0,'0'0'0</inkml:trace>
  <inkml:trace contextRef="#ctx0" brushRef="#br0" timeOffset="-31331.269">22526 5247 0,'0'0'0,"0"0"16,0 0-1,0 0-15,0 0 16,0 0-16,0 0 16,0 0-16,0 0 0,0 0 0,0 0 0,0 0 15,0 0-15,0 0 0,0 0 0,0 0 0,0 0 16,0 0-16,-4-28 0,3-2 0,0 1 0,1 29 16,7-26-16,-2 0 0,0 1 0,-5 25 0,14-14 15,0 3-15,-1-3 0,4 9 0,1 0 0,0 0 16,-18 5-16,21 1 0,1-1 0,-1 0 0,0 7 0,-1-1 15,0 1-15,-20-7 0,19 12 0,-4-1 16,2 1-16,-7 3 0,-1 1 0,2 2 0,-11-18 0,4 21 16,-1-3-16,0 1 0,-3-19 0,-6 18 0,-2-2 15,1 0-15,-8-6 0,3-1 0,0 1 0</inkml:trace>
  <inkml:trace contextRef="#ctx0" brushRef="#br0" timeOffset="-31017.229">23227 4777 0,'0'0'0,"0"0"16,0 0-16,-18-72 16,-13 21-1,-3 29-15,0 11 16,34 11-16,0 0 0,0 0 0,-13-3 0,3 2 15,1 1-15,9 0 0,-9 4 0,0 1 16,0-1-16,9-4 0,-8 12 0,-1 0 0,0-1 0,2 3 16,2 0-16,0-1 0,5-13 0,0 20 0,0-3 15,0 0-15,4 6 0,-2 0 0,1-1 0,1-7 16,-2 0-16,0 0 0,0-6 0,-1-2 0,0 0 0,-1-7 16,13 33-16,-2-2 0,0 2 0,-11-33 0,12 36 15,-1 0-15,-2 1 0,-4-5 0,-1-4 0,-1 2 16,-3-30-16,-6 23 0,3-2 0,-1 1 0</inkml:trace>
  <inkml:trace contextRef="#ctx0" brushRef="#br0" timeOffset="-30871.721">22952 5168 0,'0'0'0,"0"0"0,0 0 0,0 0 15,54-41-15,16 7 16,4 3-1,-14-3-15,-60 34 0,0 0 0,0 0 16</inkml:trace>
  <inkml:trace contextRef="#ctx0" brushRef="#br0" timeOffset="-30573.114">23375 5016 0,'0'0'0,"0"0"15,0 0 1,0 0-16,0 0 15,0 0-15,62-37 16,-16-2 0,-46 39-16,0 0 0,0 0 0,9-14 15,-1 0-15,-1 2 0,-7 12 0,4-12 0,-2 2 0,1 0 16,-3 10-16,-3-10 0,3 4 0,0 1 0,0 5 16,-8-1-16,1-2 0,1 2 0,-5 5 0,1-2 15,1 0-15,9-2 0,-12 11 0,1-3 0,0 1 16,-3 4-16,3 3 0,0-2 0,2 4 0,1-3 0,-1 0 0,9-15 15,-6 18-15,0-3 0,2 2 0,4-17 16,-2 18-16,2-2 0,0 2 0,6 1 0,-2 0 16,0 0-16,-4-19 0,9 15 0,-1-1 0,1 0 15,8-5-15,-3 0 0,1 0 0,-15-9 0,11 5 0,0-1 16,1-1-16</inkml:trace>
  <inkml:trace contextRef="#ctx0" brushRef="#br0" timeOffset="-30364.229">23795 4912 0,'0'0'0,"0"0"16,0 0-16,-15 75 16,12-9-16,25-20 15,12-21 1,-34-25-16,0 0 0,0 0 0,15 0 0,-2 1 15,1-1-15,-14 0 0,22-4 0,-4 1 0,0 1 0,6-8 0,-3-1 16,0 2-16</inkml:trace>
  <inkml:trace contextRef="#ctx0" brushRef="#br0" timeOffset="-30160.445">24164 4482 0,'0'0'0,"0"0"0,30 60 16,-9 7 0,-14 9-1,-4 5-15,5 1 16,-8-82-16,0 0 0,0 0 0,0 0 0,-4 30 16,3-2-16,0-1 0,-4-1 0,1-4 0,1 2 0,3-24 15,-8 20-15,1-3 0,-1 1 0</inkml:trace>
  <inkml:trace contextRef="#ctx0" brushRef="#br0" timeOffset="-29901.237">24161 4984 0,'0'0'0,"0"0"0,0 0 16,0 0-16,0 0 16,47-67-16,-1 7 15,0 10 1,-46 50-16,0 0 0,0 0 0,8-10 0,1 0 15,0 0-15,-9 10 0,12-11 0,-2 2 0,1 0 0,2 5 16,-2-3-16,1 2 0,-12 5 0,9-5 0,1 4 16,1-2-16,-11 3 0,8 3 0,1 1 0,-1 0 15,0 9-15,-1 0 0,1 0 0,-8-13 0,6 16 16,-1-1-16,0-2 0,-5-13 0,8 21 0,-2-1 16,0 0-16,-3-1 0,0 0 0,0 1 0,-3-20 0,-3 18 15,2-2-15,-1 1 0,2-17 0,-5 11 0,1-1 16,-2 1-16</inkml:trace>
  <inkml:trace contextRef="#ctx0" brushRef="#br0" timeOffset="-29781.829">24556 4734 0,'0'0'0,"0"0"16,0 0-16,0 0 0</inkml:trace>
  <inkml:trace contextRef="#ctx0" brushRef="#br0" timeOffset="-29514.209">24654 4847 0,'0'0'0,"0"0"0,0 0 16,0 0-16,17 74 15,0-26 1,-10-28-16,13-26 15,-20 6-15,0 0 0,0 0 0,9-8 16,-1 1-16,1-1 0,-9 8 0,10-11 0,0 2 16,0-1-16,-10 10 0,10-15 0,-1-1 0,-1 2 0,1-3 15,-3 1-15,0 0 0,-6 16 0,3-16 0,-3 3 16,0 1-16,-3 0 0,3 4 0,0-1 0,0 9 16,-11-2-16,3-2 0,-1 1 0,-3 6 0,3-1 15,-1 0-15,10-2 0,-13 1 0,1 0 0,-1 2 0,4-1 16,1 0-16,1-2 0,1 1 0,2 0 0,0 0 15</inkml:trace>
  <inkml:trace contextRef="#ctx0" brushRef="#br0" timeOffset="-29152.569">24911 4640 0,'0'0'0,"0"0"0,0 0 0,48 52 15,-20-5-15,-17-3 16,-17-11 0,-3-15-16,9-18 0,0 0 0,0 0 0,-5 2 0,1-2 15,-2 2-15,6-2 0,-5-3 16,3 3-16,0-1 0,5-6 0,0 0 0,-1 3 16,-2 4-16,7-11 0,-1 1 0,-1 1 0,1-4 15,-2 0-15,2 1 0,-6 12 0,6-13 0,-3-2 16,1 1-16,5 0 0,-1-1 0,-1 2 0,-7 13 0,8-11 15,-1 0-15,-1-1 0,-6 12 0,9-5 0,-1 1 16,1 0-16,1 8 0,-1-1 0,-1-1 0,-8-2 16,9 9-16,0 0 0,0-2 0,-6 5 0,1-1 0,0 0 15,-4-11-15,4 10 0,-3 1 0,0-1 16,-1-10-16,4 14 0,-3 0 0,0-2 0,-3-2 0,2 2 16,0-1-16,0-11 0,-3 7 0,3-2 0,0 2 15,1-8-15,1 0 0,-1-1 0,1-1 0,0 1 16,-1 1-16</inkml:trace>
  <inkml:trace contextRef="#ctx0" brushRef="#br0" timeOffset="-28948.929">25296 4557 0,'0'0'0,"0"0"0,0 0 16,0 0-16,0 0 16,0 0-16,0 0 15,-22 68 1,22-68-16,0 0 0,0 0 0,-1 21 0,-1-2 0,2 1 0,0-20 15,3 14-15,-2 0 0,1-1 0,-5-1 16,3 0-16,0-2 0,0-10 0,-5 13 0,1-4 16,1 1-16,-7-3 0,1 0 0,1 0 0,8-7 15,-17 4-15,4-4 0,-1 3 0,-5-7 0,1 0 16,-1-1-16</inkml:trace>
  <inkml:trace contextRef="#ctx0" brushRef="#br0" timeOffset="-27600.681">19768 1894 0,'0'0'0,"0"0"0,0 0 0,0 0 16,0 0-16,17 85 15,-2 10 1,-4 12-16,-11-107 0,0 0 15,0 0-15,0 0 0,-2 37 0,-1-1 0,1 0 16,2-36-16,-2 43 0,-1-2 0,0 1 0,0 0 16,2 0-16,-1 0 0,2-42 0,-3 48 0,1 0 0,1 0 0,1-48 0,-3 63 15,1 0-15,0-1 0,2-62 16,-4 76-16,1-2 0,1-1 0,2-73 0,2 73 16,0-2-16,-1-1 0,-1-70 0,4 56 0,-2-5 15,0 3-15,-2-54 0,11 33 0,-4-3 0,0 2 0,-7-32 16,9 24-16,-3 1 0,1-1 0,-7-24 0,7 35 15,-1-2-15,0 0 0,-6-33 0,8 39 0,-2 0 16,1 0-16,-7-39 0,6 44 0,-3 0 0,1-2 16,-4-42-16,5 39 0,0 0 0,0-2 0,-5-37 0,11 32 15,-1 3-15,0-3 0,-10-32 0,13 33 0,0-2 0,-1 0 16,-12-31-16,11 26 0,-2-1 0,1 0 16,-10-25-16,15 24 0,-2 0 0,-1 0 0,-12-24 0,13 21 15,-1-1-15,0-1 0,-12-19 0,14 17 16,-1 1-16,2-1 0,-15-17 0,19 16 0,-2-5 15,1 3-15,-18-14 0,22 11 0,-1-2 0,1 3 0,-22-12 16,25 9-16,-1 3 0,1-3 0,-25-9 0,25 12 16,0-3-16,-1 0 0,-24-9 0,24 7 0,-1 2 15,-1 0-15,-22-9 0,29 8 0,-4-1 0,2 1 16,-27-8-16,30 7 0,-2-2 0,1 1 0,-29-6 16,28 3-16,0 0 0,-1 0 0,-27-3 0,0 0 0,31 3 15,0 2-15,0-2 0,-31-3 0,32 7 0,0-1 16,1 2-16,-33-8 0,30 8 0,-3 0 0,0 1 15,-3 4-15,-2-1 0,1-1 0,-23-11 0,22 15 16,-1 1-16,0 1 0,-21-17 0,0 0 0,22 15 16,-1 3-16,0-2 0,-21-16 0,19 22 0,0-1 15,0 0-15,-19-21 0,16 25 0,-1 0 0,0 0 0,-1 2 0,-3 0 0,0 0 16,-11-27-16,14 29 0,-3 1 16,0-1-16,-1 2 0,-2 1 0,-1 0 0,-7-32 15,5 31-15,0 1 0,-1 2 0,-4-34 0,12 30 0,-3 0 16,0 0-16,-1-3 0,-1-3 0,1 2 0,-8-26 15,13 24-15,-4-2 0,1 1 0,3-2 0,-3 0 16,-1 0-16,-9-21 0,8 18 0,-1 0 0,1 1 16,5 0-16,-1-1 0,-1 0 0,-11-18 0,13 16 15,-2-4-15,-1 1 0,5-1 0,0 0 0,-2 0 0,-13-12 16,16 9-16,0 3 0,0-1 0,-16-11 0,15 10 16,0-1-16,0 0 0,11 0 0,-2-4 0,0 2 0,-24-7 0,28 6 15,-1-1-15,1-1 0,6-1 16,1 1-16,0 1 0,-35-5 0,38 0 0,-2 3 15,2-1-15,5 2 0,-1-4 0,-2 3 0,-40-3 0,49-3 16,-1-1-16,1 3 0,8-3 0,-1 1 0,-1 2 16,-55 1-16,63-2 0,-3-1 0,-1 3 0,7-6 15,-3 3-15,1 0 0,-64 3 0,79-6 0,1-2 0,-1 4 0,12-3 16,0 2-16,-1 0 0,-90 5 16,93-4-16,0-1 0,-2 1 0,-8 1 0,-2-1 0,0 2 15,-81 2-15,72-5 0,-1 2 0,-1 1 0,-9 0 16,-1-2-16,-1 2 0,-59 2 0,62-3 0,-3 0 15,1 1-15,5 0 0,-2 0 0,0-1 0,-63 3 16,71-2-16,-1 1 0,-1 1 0,-3-2 0,-1 1 16,-1 0-16,-7-1 0,0 0 0,0 1 0,-57 1 0</inkml:trace>
  <inkml:trace contextRef="#ctx0" brushRef="#br0" timeOffset="3681.478">1097 12925 0,'0'0'0,"0"0"0,0 0 0,0 0 0,0 0 16,0 0-16,0 0 16,0 0-16,0 0 15,0 0-15,0 0 0,0 0 0,0 0 0,0 0 16,0 0-16,0 0 0,28 1 0,0-1 0,-1 0 15,-11 2-15,0-2 0,1 0 0,5 0 0,-2 0 16,0 0-16,-20 0 0,12 0 0,-1 0 0,-2 0 16,16-2-16,-6 1 0,2 0 0,-21 1 0,15-2 0,-4 2 15,2 0-15,14 0 0,-2 0 0,3 0 0,-13 0 16,-2 0-16,1 0 0,-14 0 0,39 0 0,-3 0 16,1 0-16,-15 0 0,-3 0 0,0 0 0,36 0 15,-2 0-15,-2 0 0,8-3 0,-4 3 0,-1 0 0,-54 0 16,50 0-16,-3 0 0,3 0 0,-4-2 0,-2 2 15,3-1-15,-47 1 0,51-2 0,0 1 0,-2-2 16,1 1-16,-1 1 0,-1 0 0,-48 1 0,66-2 16,-3-1-16,0 0 0,17 0 0,-3 0 0,0 0 15,-77 3-15,84-4 0,0 2 0,-3-3 0,0 2 0,-1-2 16,-1 0-16,-79 5 0,72-3 0,-6 0 0,3-1 16,-12-1-16,-5 2 0,1 0 0,-53 3 0,46-6 15,-1 3-15,1 0 0,-10-3 0,3 3 0,-3-3 16,-17 4-16,-4 1 0,3-2 0,-18 3 0,30-6 15,0 0-15,-3 0 0,-10 0 0,-1 2 0,-2 2 0,-14 2 16,36-9-16,-5 3 0,2 0 0,7 0 0,1 2 16,1-3-16,-42 7 0,44-4 0,-1-2 0,1 1 15,-44 5-15,43-3 0,-3 2 0,1 0 0,4-2 16,0-1-16,0 1 0,-23 1 0,0 0 0,0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22T13:44:52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8551 5856 0,'0'0'0,"0"0"0,0 0 0,77-10 0,-28 2 15,59 4-15,6-3 16,-58 2 0,-56 5-16,0 0 0,0 0 0,0 0 0,58-3 0,-2 1 0,1 1 0,9-2 0,0 0 15,0 0-15,-66 3 16,63-3-16,-5 0 0,2 1 0,-60 2 0,75-3 0,-3-1 15,1 2-15,9-1 0,0-2 0,0 0 0,-82 5 16,80-2-16,1 0 0,0-2 0,-8 1 0,-3 3 16,1-1-16,-71 1 0,62-1 0,-1 1 0,0 0 0,-4 0 15,-1 0-15,0 0 0,-56 0 0,63-2 0,-1 2 16,2-2-16,5 4 0,0-2 0,1 2 0,1 0 16,-2 0-16,1 1 0,-70-3 0,71 5 0,-5-3 15,1 3-15,-2-1 0,-3-1 0,0 2 0,-62-5 16,68 2-16,-2-1 0,0 0 0,2-2 0,0 0 15,1 1-15</inkml:trace>
  <inkml:trace contextRef="#ctx0" brushRef="#br0" timeOffset="6489.418">12511 6733 0,'0'0'0,"0"0"0,0 0 15,0 0-15,72-33 16,-29 15 0,37 5-16,-80 13 15,0 0-15,0 0 0,0 0 0,13-2 0,1 0 0,-1 1 16,-13 1-16,30-3 0,-3 1 0,1-1 0,-28 3 16,16-3-16,-1 2 0,0-1 0,-15 2 0,33-4 15,1 0-15,-1 0 0,-33 4 0,38-4 0,-1 1 0,0 1 16,4-1-16,-3 1 0,1 0 0,-39 2 0,44-5 15,-2 2-15,0 2 0,-42 1 0,45-5 0,-2 2 16,1 0-16,-44 3 0,53-4 0,0-1 0,-2 2 16,-51 3-16,68-4 0,-4 1 0,1-2 0,-65 5 15,64-5-15,-1 4 0,-1-2 0,-7 0 0,-1 3 0,0-2 16,-54 2-16,47 5 0,-3-3 0,1 0 0,-45-2 16,24 2-16,-3-2 0,0 3 0,-21-3 0,42 6 15,-2-3-15,0 2 0,-40-5 0,49 4 0,-2 1 16,1-1-16,-48-4 0,72 6 0,0-3 0,0 2 15,-72-5-15,77 3 0,0-1 0,0 2 0,-77-4 0,66 3 16,-3-3-16,0 2 0,-63-2 0,58 2 0,-3 1 16,-1 0-16,-54-3 0,52 3 0,-1 0 0,0 0 15,-51-3-15,48 3 0,-4-1 0,1-1 0,-45-1 16,22 0-16,-1 2 0,0-2 0,-21 0 0,40 2 16,-1 0-16,-1 0 0,-38-2 0,44 3 0,-1-1 0,1 0 15,-21 0-15,-2 0 0,1-1 0,-22-1 0,14-6 16,1 1-16,0 1 0</inkml:trace>
  <inkml:trace contextRef="#ctx0" brushRef="#br0" timeOffset="11569.454">5793 7835 0,'0'0'0,"0"0"0,0 0 0,0 0 16,0 0-16,0 0 15,0 0-15,0 0 16,0 0 0,0 0-16,0 0 0,0 0 0,0 0 0,0 0 15,0 0-15,0 0 0,0 0 0,0 0 0,0 0 0,-32-7 16,1-1-16,-3 2 0,15 1 0,0 0 16,0 0-16,19 5 0,-28 10 0,4 1 0,-3-1 0,27-10 15,-15 9-15,1-1 0,0-2 0,-8 12 0,0-1 16,1 2-16,21-19 0,-13 10 0,2 1 0,-1-1 15,12-10-15,-6 17 0,4 1 0,-3 0 0,3-9 0,0 2 16,2-2-16,0-9 0,14 22 0,-1 0 0,-2 0 16,-11-22-16,9 12 0,-1-1 0,0 1 0,18 13 15,1-1-15,-3 1 0,-24-25 0,15 13 0,0 0 16,0 1-16,-15-14 0,27 23 0,-2-1 0,3-1 16,-15-9-16,1 0 0,-1-1 0,-13-11 0,12 18 0,-6 0 15,2 1-15,-8-19 0,4 8 0,-1 1 0,0 0 16,-7 6-16,0-5 0,2 4 0,2-14 0,-4 7 15,1 1-15,1-2 0,2-6 0,-14 5 0,1 2 16,-1-1-16,4-3 0,4 1 0,-3-1 0,9-3 0,-23 7 16,2 0-16,2-1 0,19-6 0,-14 5 0,3-1 15,0-1-15,-15 6 0,1-3 0,0 0 0,25-6 16,-14 6-16,0-3 0,1 2 0</inkml:trace>
  <inkml:trace contextRef="#ctx0" brushRef="#br0" timeOffset="12089.384">5516 9189 0,'0'0'0,"0"0"0,0 0 0,0 0 0,0 0 0,0 0 0,0 0 15,15 85 1,-11-8-1,-11-17-15,7-60 0,0 0 0,0 0 16,-4 21-16,-3 0 0,2-1 0,-1-1 0,3 1 16,-2-1-16,1-1 0,0-1 0,2 1 0,2-18 0,-3 17 15,0 1-15,2 0 0,5-2 0,-4 1 0,0 1 16,3-4-16,-1 3 0,-2-2 0,2-3 0,0 0 16,-1 0-16,2-3 0,0-1 0,-1 1 0,1-4 15,0 2-15,0-2 0,0 1 0,0-1 0,3 2 16,1-5-16,1-1 0,1 1 0,0 2 0,1-4 0,-2 1 15,6-1-15,-3 1 0,3-1 0,2-2 0,1 1 16,0-2-16,-1 3 0,2 0 0,0-2 0,0 1 16,0 1-16,0 0 0,-4 1 0,1-1 0,0 0 15,-2 4-15,2-2 0,-2 0 0,2 1 0,-1-1 16,-1 0-16,-2 3 0,-2-2 0,1 1 0,-1-1 16,-3 2-16,2-3 0,-6-1 0,2 0 0,1 1 0</inkml:trace>
  <inkml:trace contextRef="#ctx0" brushRef="#br0" timeOffset="12411.414">5589 10355 0,'0'0'0,"0"0"0,0 0 0,0 0 0,0 0 15,0 0-15,14 87 16,-3-7 0,-11-80-16,0 0 0,0 0 0,0 22 0,0-1 0,0 0 15,0-9-15,0 2 0,0-2 0,0 8 0,0 0 16,0-1-16,-6 5 0,3-2 0,1 0 0,-1 0 15,1-1-15,0 0 0,0-3 0,2 0 0,0 0 16,-1-2-16,1 0 0,0-2 0,-1-5 0,1 1 0,0-1 16,0-5-16,0-1 0,0 2 0</inkml:trace>
  <inkml:trace contextRef="#ctx0" brushRef="#br0" timeOffset="12814.324">5372 10363 0,'0'0'0,"0"0"0,0 0 0,0 0 0,56-42 15,10 13-15,-66 29 16,95-3-16,-24 15 15,-15 12-15,-56-24 16,0 0-16,0 0 0,18 12 0,-1 0 16,0-1-16,2 5 0,-4 1 0,1-1 0,0 8 0,-2-3 15,-1-1-15,-13-20 0,15 25 0,-1-4 0,0 3 16,-1 0-16,-1 2 0,0-3 0,-3 3 0,-1-2 16,1 0-16,-5 1 0,-1-1 0,0-1 0,-6-1 15,3-3-15,0 2 0,-7-2 0,1 1 0,-1-1 0,-6-1 16,1 0-16,1 0 0,-7-3 0,2 0 0,-3 0 15,-4-1-15,2-3 0,-2 3 0,-5-2 0,1-3 16,3 3-16,-4-7 0,1 2 0,-2-1 0,29-6 0,-30 5 16,3-1-16,-3 2 0,3-5 0,0-1 15,-1 0-15,3-7 0,0-2 0,1 2 0,4-11 0,1 4 16,2-2-16</inkml:trace>
  <inkml:trace contextRef="#ctx0" brushRef="#br0" timeOffset="13201.916">6249 8366 0,'0'0'0,"0"0"0,0 0 0,0 0 0,0 0 15,0 0-15,0 0 16,77-35-16,-8 13 16,-69 22-16,0 0 0,0 0 0,19-5 0,0 2 15,1 1-15,-20 2 0,15-7 0,-2 1 0,1 0 16,-4 0-16,-1 1 0,-3 1 0,-1 0 0,-3 2 0,0 1 16</inkml:trace>
  <inkml:trace contextRef="#ctx0" brushRef="#br0" timeOffset="16176.295">7409 7895 0,'0'0'0,"0"0"0,0 0 15,0 0-15,0 0 16,0 0-16,0 0 16,0 0-16,0 0 0,0 0 15,0 0-15,0 0 0,0 0 0,0 0 0,0 0 16,0 0-16,0 0 0,-41 5 0,3-4 0,-1 2 15,39-3-15,-24 4 0,1-3 0,-1 1 0,24-2 0,-22 19 16,-3-2-16,2 0 0,10-6 0,2-1 0,0 1 16,11-11-16,1 19 0,2 2 0,-3 0 0,0-21 15,2 12-15,0-1 0,-2 0 0,0-11 0,25 22 16,-2-2-16,-2 1 0,-21-21 0,15 11 0,-3-1 16,0 1-16,12 6 0,-1 0 0,-1 0 0,-22-17 0,14 11 15,-4-3-15,1 1 0,-11-9 0,7 18 0,1 0 16,-1 0-16,-3-7 0,-2 0 0,1-1 0,-3-10 15,-9 15-15,4-3 0,-2 1 0,7-13 0,-6 8 16,2-2-16,0 0 0,4-6 0,-20 10 0,1-2 16,2 1-16,3-4 0,5-1 0,-1 1 0,10-5 0,-5 2 15,1 0-15,0 1 0</inkml:trace>
  <inkml:trace contextRef="#ctx0" brushRef="#br0" timeOffset="16517.18">7630 8261 0,'0'0'0,"0"0"0,0 0 16,50-48 0,-10 8-16,-18 6 15,-13 4-15,-9 30 0,0 0 16,0 0-16,0 0 0,-3-8 0,3 1 0,0-1 15,-4 4-15,1 0 0,2 1 0,1 3 0,-8-2 16,5 1-16,-3 0 0,-5 5 0,1-2 0,1 1 0,9-3 16,-12 9-16,3-3 0,0 1 0,-3 7 0,0 0 15,1 1-15,11-15 0,-10 16 0,0 0 0,2 2 16,-1-2-16,1 1 0,1-2 0,7-15 0,-2 17 16,0-1-16,0-2 0,6 4 0,0-5 0,1 2 15,-5-15-15,10 12 0,0 0 0,0-1 0,7-7 0,0 2 16,-4-2-16,-13-4 0,21-4 0,-1-2 0,0 3 15,3-12-15,0 0 0,-1 0 0,-5 4 0,-4-1 16,1 2-16</inkml:trace>
  <inkml:trace contextRef="#ctx0" brushRef="#br0" timeOffset="16709.323">7969 7782 0,'0'0'0,"0"0"15,0 0 1,0 0-1,15 80-15,0 1 16,-2-3-16,1 0 16,-14-78-16,0 0 0,0 0 0,2 25 15,-1-2-15,0 2 0,-1-25 0,-2 23 0,0 0 16,-1 0-16,0-5 0,3-1 0,-2 1 0,2-18 16,-3 7-16,2 1 0,0 1 0</inkml:trace>
  <inkml:trace contextRef="#ctx0" brushRef="#br0" timeOffset="17020.853">8191 8286 0,'0'0'0,"0"0"0,0 0 16,57-49 0,-5-2-16,-17 8 0,-14 7 15,-21 36 1,0 0-16,0 0 0,0 0 0,3-13 0,-3 0 0,0 1 15,0 3-15,-3 0 0,3 0 0,0 9 0,-8-6 16,2 2-16,0 1 0,6 3 0,-11-2 0,1 2 0,1 0 16,-4 6-16,1 2 0,-1-2 0,-1 4 0,0 1 15,1-2-15,13-9 0,-14 17 0,5-3 0,-2 2 16,3 2-16,1-3 0,1 1 0,6-16 0,-5 15 16,2 1-16,-4 0 0,3-3 0,3 0 0,1 0 15,0-13-15,4 12 0,0-1 0,0 1 0,10-7 0,0 2 0,0-1 0,-14-6 16,21 3-16,-3-2 0,2 1 15,8-11-15,-1 1 0,-3 2 0,-24 6 0,30-16 16,0-1-16,1 3 0</inkml:trace>
  <inkml:trace contextRef="#ctx0" brushRef="#br0" timeOffset="17212.374">8644 8071 0,'0'0'0,"0"0"15,0 0 1,0 0-16,-22 69 15,9-4-15,20-10 16,-7-55-16,0 0 0,0 0 16,0 0-16,10 14 0,-2 1 0,1-2 0,-9-13 15,21 10-15,-4-2 0,2 2 0,7-10 0,-3 0 0,1 0 16,-6-3-16,-2 3 0,0-2 0,-7 1 0,-3 1 16,1-2-16,-1 0 0,-4 2 0,2-1 0</inkml:trace>
  <inkml:trace contextRef="#ctx0" brushRef="#br0" timeOffset="17410.779">9044 7721 0,'0'0'0,"0"0"0,0 0 15,0 0 1,0 0-16,19 81 16,-2 4-1,-17-85-15,0 0 0,0 0 0,0 0 0,5 24 0,0 2 16,0-1-16,-1 0 0,-2 0 0,1 1 0,-3-26 15,2 27-15,1 2 0,-1-2 0,-4-1 0,1 0 16,-1-1-16,-5-3 0,2-1 0,1-1 0,4-20 16,-11 12-16,3 0 0,2-2 0</inkml:trace>
  <inkml:trace contextRef="#ctx0" brushRef="#br0" timeOffset="17682.806">8963 8156 0,'0'0'0,"0"0"0,0 0 15,0 0 1,71-34-16,1 3 16,-9 5-16,-5 2 15,-58 24-15,0 0 0,0 0 0,0 0 16,21-9-16,-2 1 0,-1 2 0,-2 1 0,-2 1 16,-1-2-16,-13 6 0,15 0 0,-3-2 0,0 1 0,-2 2 15,0 1-15,1 1 0,-11-3 0,5 8 0,1 0 16,0 1-16,2 5 0,-3 1 0,0-2 0,-5-13 15,6 17-15,-3 0 0,0-2 0,0 3 0,-3-2 0,0 0 16,0-16-16,3 19 0,-3-2 0,0 0 0,-4 0 0,4-1 0,0-1 16,0-15-16,-5 10 0,2-1 15,0 0-15,0-11 0,2 2 0,-1-2 0</inkml:trace>
  <inkml:trace contextRef="#ctx0" brushRef="#br0" timeOffset="17823.392">9400 7911 0,'0'0'0,"0"0"0,0 0 0,0 0 16</inkml:trace>
  <inkml:trace contextRef="#ctx0" brushRef="#br0" timeOffset="18052.261">9632 8129 0,'0'0'0,"0"0"0,0 0 0,0 0 0,29 66 15,-8-13 1,-10-22-16,-4-16 16,-4-9-16,-3-6 0,0 0 15,0 0-15,6-1 0,-5-1 0,1 0 0,-2 2 16,10-5-16,-2 3 0,-1-3 0,4-4 0,-7 0 15,2 2-15,-6 7 0,11-14 0,-4 0 0,1 1 0,-1-4 0,1 1 0,-2-2 16,-6 18-16,9-19 16,1 1-16,-2 0 0,-2 6 0,-3 2 0,3-2 0,-4 6 15,1 1-15,-1 0 0</inkml:trace>
  <inkml:trace contextRef="#ctx0" brushRef="#br0" timeOffset="18401.661">10037 8082 0,'0'0'0,"0"0"0,0 0 0,0 0 0,57-46 16,-11-2 0,-19 9-16,-17 11 15,-10 28-15,0 0 0,0 0 0,3-5 0,-3 0 16,0 1-16,0 4 0,-3-6 0,0 3 0,1 0 0,-3 0 15,0 2-15,0 1 0,5 0 0,-11 4 16,1 1-16,0-1 0,-2 5 0,0-1 0,1 0 16,1 6-16,-5-2 0,4 1 0,11-13 0,-10 14 0,2-2 15,-1 1-15,2 0 0,-1-3 0,1 2 0,7-12 16,-3 10-16,0 0 0,0 0 0,0 4 0,3-2 16,0-1-16,0-11 0,6 9 0,-2 1 0,1-1 15,8 1-15,-1-1 0,1 0 0,-13-9 0,19 10 0,-1 1 16,0-2-16,1-5 0,0 2 0,1 0 0,-3-1 0,2 0 0,-1-1 15,-18-4-15,20 3 0,-1-2 16,1 0-16,-10-1 0,1 0 0,0 0 0</inkml:trace>
  <inkml:trace contextRef="#ctx0" brushRef="#br0" timeOffset="18837.34">6497 9707 0,'0'0'0,"0"0"0,0 0 0,0 0 0,0 0 16,0 0-16,86-17 15,-2 3 1,1 1-16,-85 13 0,0 0 0,0 0 0,0 0 16,26-3-16,-2-1 0,0 1 0</inkml:trace>
  <inkml:trace contextRef="#ctx0" brushRef="#br0" timeOffset="20309.378">7393 8854 0,'0'0'0,"0"0"0,0 0 16,0 0-16,0 0 15,-18 94-15,9-38 16,-18 55 0,27-111-16,0 0 0,0 0 0,-7 21 0,2-2 15,0 1-15,5-20 0,-8 35 0,-1 2 0,1-1 0,8-36 16,-6 19-16,3 2 0,-1-3 0,4-18 0,2 35 16,0-1-16,1-1 0,1-14 0,-3-1 0,0 1 15,-1-19-15,3 27 0,0 1 0,-3-3 0,0-25 16,2 14-16,-2-1 0,0 0 0,0-13 0,0 7 0,0-2 15,0 1-15,0-4 0,0-1 0,0 1 0,0-2 16,1 0-16,-1 2 0,0-2 0,0 0 0,0 0 0,0 0 0,0 0 16,8 7-16,-4-2 0,0 0 15,1-1-15,-2 0 0,-1-1 0,-2-3 0,14-3 16,-2 1-16,1-2 0,-13 4 0,8-2 0,-1 1 16,0-1-16,11-3 0,-3 3 0,2-2 0,-17 4 0,11-3 15,-3 1-15,0-1 0,-8 3 0,4-2 0,-1 2 0,1 0 0,11 0 0,-1 0 16,0 0-16,-14 0 0,10-2 15,-4 2-15,1 0 0,-7 0 0,5 0 16,-2 0-16,0 0 0,0 0 0,-3 0 0,0 0 16,0 0-16,9-5 0,-5 1 0,3 1 0,-3 1 0,0-1 15,0 2-15,0-2 0,-4 3 0,3 0 0</inkml:trace>
  <inkml:trace contextRef="#ctx0" brushRef="#br0" timeOffset="20461.545">7720 9449 0,'0'0'0,"0"0"0,0 0 15,0 0 1,0 0 0,22 75-16,-11-8 15,-11-67-15,0 0 0,0 0 0,-2 19 16,2-1-16,-3 2 0,3-20 0,-4 12 0,0 0 16,1-1-16,-3-6 0,1-3 0,0 3 0</inkml:trace>
  <inkml:trace contextRef="#ctx0" brushRef="#br0" timeOffset="20596.412">7693 9344 0,'0'0'0,"0"0"0,0 0 16,0 0 0,0 0-16</inkml:trace>
  <inkml:trace contextRef="#ctx0" brushRef="#br0" timeOffset="20912.926">7889 9610 0,'0'0'0,"0"0"0,0 0 0,0 0 16,0 0-1,0 0-15,0 0 16,0 0-16,0 0 15,0 0-15,0 0 0,0 0 0,0 0 0,0 0 0,0 0 16,0 0-16,0 0 0,0 0 16,0 0-16,5-14 0,-3 0 0,1-1 0,5-2 15,-3 2-15,1-1 0,-6 16 0,12-14 0,-6 0 16,1 1-16,4 2 0,-2 3 0,1-1 0,-10 9 16,14-4-16,-2 1 0,1-1 0,1 5 0,-1-1 0,1 0 0,2 3 0,-1 2 0,1-3 15,-16-2-15,13 8 16,-1-2-16,1 1 0,-4 3 0,-1-1 0,1 1 15,-9-10-15,2 13 0,0 0 0,1-1 0,-7 2 16,3-3-16,1 1 0,-9-1 0,4 0 0,0-1 16,0-3-16,1-2 0,2-1 0</inkml:trace>
  <inkml:trace contextRef="#ctx0" brushRef="#br0" timeOffset="21254.29">8482 9462 0,'0'0'0,"0"0"0,0 0 15,0 0 1,36-60-16,-13 9 16,-18 11-1,-5 40-15,0 0 0,0 0 0,0 0 0,-4-11 0,2 3 16,-1-1-16,-3 5 0,1-3 0,-3 3 0,0 3 15,-1 0-15,1-2 0,8 3 0,-11 4 0,3-3 16,-3 0-16,0 7 0,1-1 0,1 1 0,9-8 0,-11 10 16,1-1-16,1 0 0,1 6 0,-1-2 0,0-1 15,9-12-15,-7 16 0,-1-2 0,2 1 0,6 2 16,0 0-16,0-2 0,0-15 0,3 16 0,0-1 16,0 1-16,4-2 0,1 0 0,-1-1 0,-7-13 15,16 12-15,0-3 0,-2 3 0,7-10 0,0 3 0,1-3 16,-22-2-16,24-2 0,0-3 0,0 3 0,-9-3 15,2 2-15,-4-1 0</inkml:trace>
  <inkml:trace contextRef="#ctx0" brushRef="#br0" timeOffset="21612.37">9019 9279 0,'0'0'0,"0"0"0,0 0 0,0 0 0,0 0 15,0 0-15,0 0 16,-72 37-16,12 7 15,60-44-15,0 0 16,0 0-16,-15 15 0,0-2 0,0 0 0,15-13 16,-8 15-16,-2-2 0,1 1 0,3 2 0,1-2 0,1 0 15,4-14-15,-2 10 0,1-1 0,0 2 0,5-6 0,-1 0 0,1 1 16,-4-6-16,8 3 0,0-1 16,1-2-16,2-3 0,3-2 0,-3 1 0,-11 4 15,16-9-15,-5 1 0,2 0 0,-13 8 0,15-13 0,0 0 16,-1 0-16,-1 3 0,-4-1 0,3 1 0,-12 10 15,7-9-15,-1 0 0,1 1 0,-3 2 0,-1 2 16,0 1-16,-3 3 0,1-4 0,0 2 0,0-1 0,1 3 16,-2-2-16,0 2 0,0 0 0,0 2 0,0 1 0,0-1 15,1 2-15,-1-1 0,0 1 16,0-4-16,3 9 0,-3-1 0,0 1 0,2 5 0,-1-1 16,0 0-16,-1-13 0,5 15 0,-1-1 0,-2-2 15,-2-12-15,4 12 0,1-1 0,0 0 0,2-6 16,-1-3-16,0 0 0</inkml:trace>
  <inkml:trace contextRef="#ctx0" brushRef="#br0" timeOffset="21939.777">9233 9210 0,'0'0'0,"0"0"0,0 0 16,88 37-1,-11-3-15,-30 1 16,-26 6-16,-21-41 16,0 0-16,0 0 0,0 0 0,3 12 0,-2 2 15,1-2-15,-5-2 0,3 0 0,0 0 0,0-10 0,-5 9 16,0-2-16,0 1 0,-4-3 0,3-1 0,-3 0 16,9-4-16,-4 3 0,-3 1 0,3-2 0,-3-3 0,3 0 0,0-1 0,4 2 15,-2-5-15,-2 1 16,2 0-16,0-4 0,-1-1 0,1 1 0,2 8 0,2-14 15,-2 1-15,0 1 0,5-3 0,1 0 0,-2 0 16,-4 15-16,10-16 0,-3 2 0,2-1 0,5-1 16,-1 1-16,1 0 0,-14 15 0,16-14 0,1 2 0,-2-1 15,3 4-15,0-1 0,-1 0 0,-6 4 16,-1 3-16,0-1 0</inkml:trace>
  <inkml:trace contextRef="#ctx0" brushRef="#br0" timeOffset="22468.347">6645 10734 0,'0'0'0,"0"0"0,0 0 0,0 0 0,0 0 0,0 0 15,67 0 1,7-4 0,-15-1-16,-59 5 0,0 0 0,0 0 15,15-2-15,-1 0 0,-1 1 0,-13 1 0,14-1 16,-2-1-16,-2 1 0,-2-2 0,-2 2 0,0 1 16,-3-3-16,-3 1 0,0-2 0,-3 1 0,3 2 15,0 0-15</inkml:trace>
  <inkml:trace contextRef="#ctx0" brushRef="#br0" timeOffset="23513.594">7921 10534 0,'0'0'0,"0"0"0,0 0 0,0 0 0,0 0 15,0 0 1,0 0-16,0 0 16,0 0-16,0 0 0,0 0 0,0 0 0,0 0 0,0 0 15,0 0-15,0 0 0,0 0 0,0 0 0,0 0 0,0 0 0,-3 13 16,1 1-16,0-1 0,2-13 16,-2 9-16,1 0 0,0-1 0,-2 16 0,1-1 15,-2 0-15,4-23 0,-2 14 0,0 0 0,1-1 0,1-13 16,-5 27-16,3-1 0,-1-1 0,3-25 0,-2 15 0,0-1 15,2 0-15,-2-8 0,2 0 0,0 0 16</inkml:trace>
  <inkml:trace contextRef="#ctx0" brushRef="#br0" timeOffset="23889.247">7547 10434 0,'0'0'0,"0"0"0,0 0 0,0 0 15,77-25-15,4 7 16,-2 24 0,-11 22-16,-68-28 0,0 0 0,0 0 0,0 0 0,22 14 15,-2-2-15,0 1 0,-2 4 0,-3 1 0,1-2 0,-16-16 16,16 20-16,1 0 0,-4-2 15,-2 1-15,-2 1 0,1-2 0,-10-18 0,2 21 16,1 0-16,1 0 0,-9-5 0,3 1 0,2-1 16,0-16-16,-9 16 0,0 0 0,0-1 0,-4 0 15,-1-1-15,0 0 0,14-14 0,-16 9 0,0 0 0,0 0 16,-4-2-16,3 0 0,-1 0 0,18-7 0,-20 4 16,1 1-16,2-2 0,-2-2 0,2 0 0,0-1 0,17 0 0,-17-1 0,-1 1 15,0 0-15,1-3 16,2-1-16,-1 1 0,5-5 0,1 1 0,0 1 15,5-1-15,2 2 0,-1-1 0,1 4 0,2-1 0,1 0 16</inkml:trace>
  <inkml:trace contextRef="#ctx0" brushRef="#br0" timeOffset="24238.653">8128 10753 0,'0'0'0,"0"0"16,0 0-1,0 0-15,0 0 16,0 0-16,68-34 16,-68 34-16,0 0 0,0 0 0,19-12 15,-2-1-15,0 1 0,-1 0 0,-5 0 0,3 0 16,-14 12-16,7-10 0,2-1 0,-3 1 0,2 1 16,-5 0-16,3-1 0,-6 10 0,2-5 0,1-1 15,-1-2-15,-4 5 0,-1-3 0,1 2 0,2 4 0,-6-5 16,0 2-16,1 0 0,-3 3 0,-2-1 0,1-1 15,-6 7-15,2-4 0,1-1 0,12 0 0,-16 8 16,2-2-16,1 1 0,-1 2 0,1-1 0,-2 1 16,2 1-16,4 1 0,-1-1 0,10-10 0,-11 11 15,5 0-15,-3-1 0,7 1 0,0 2 0,-2-3 16,4-10-16,1 12 0,2-3 0,-3 0 0,7 3 16,-1-1-16,-2 0 0,-4-11 0,13 8 0,-1-1 0,0 1 15,11-5-15,-4 2 0,2-2 0,-21-3 0,23-5 16,0-1-16,1 1 0</inkml:trace>
  <inkml:trace contextRef="#ctx0" brushRef="#br0" timeOffset="24580.073">8764 10330 0,'0'0'0,"0"0"15,0 0-15,43-79 16,-7 6-1,-16 17-15,-11 6 0,-9 13 16,0 37-16,0 0 0,0 0 16,0 0-16,-6-10 0,2 4 0,-1-1 0,-4-1 15,3 4-15,0-1 0,6 5 0,-11 0 0,1-1 0,2 1 16,-6 4-16,3 1 0,-3-2 0,14-3 0,-13 9 16,-1 0-16,3 0 0,-6 4 0,6 2 0,-2-1 15,13-14-15,-12 19 0,1-2 0,1 1 0,2 3 16,1 0-16,1 0 0,4-5 0,-1-3 0,1 1 15,2-14-15,0 8 0,-2-1 0,2-2 0,-3 27 0,2 0 16,-1 1-16,4 6 0,-1-3 0,2 1 0,-3-37 16,2 35-16,-1-2 0,2 1 0,-2-5 0,0 1 15,0-1-15,-1-29 0,-2 24 0,2-2 0,0 3 16,-5-9-16,0-1 0,2 1 0,-1-9 0,0 1 16,0 0-16</inkml:trace>
  <inkml:trace contextRef="#ctx0" brushRef="#br0" timeOffset="24717.972">8510 10685 0,'0'0'0,"0"0"0,0 0 15,0 0-15,66-42 16,3-9 0,-7 6-16,-62 45 0,0 0 15</inkml:trace>
  <inkml:trace contextRef="#ctx0" brushRef="#br0" timeOffset="24866.444">8887 10505 0,'0'0'0,"0"0"0,0 0 0,0 0 16,0 0-16,0 0 15,2 84 1,-7-5-16,5-79 16,0 0-16,0 0 0,0 0 0,-5 19 0,2 1 0,1-1 0,-2-5 0,-1-3 0,2 2 0,-2-7 15,1-2-15,0 1 0,0-3 16,4-2-16,-2 3 0</inkml:trace>
  <inkml:trace contextRef="#ctx0" brushRef="#br0" timeOffset="24981">8875 10481 0,'0'0'0,"0"0"0,0 0 16,0 0-16,0 0 15</inkml:trace>
  <inkml:trace contextRef="#ctx0" brushRef="#br0" timeOffset="25282.836">9007 10703 0,'0'0'0,"0"0"0,0 0 15,0 0-15,0 0 16,0 0-16,0 0 15,0 0-15,0 0 0,0 0 16,0 0-16,0 0 0,0 0 0,0 0 0,0 0 16,0 0-16,0 0 0,10-26 0,-2 0 0,-2-1 0,-6 27 15,13-23-15,-2 2 0,1-2 0,1 13 0,0-1 16,-1 1-16,-12 10 0,13-6 0,-1 3 0,0-3 16,2 6-16,-1 0 0,2 0 0,-3 4 0,0-2 15,0 1-15,-12-3 0,10 9 0,1-2 0,-2 1 0,-1 3 16,-6-2-16,2 0 0,-4-9 0,-1 13 0,0 1 15,-1-1-15,2-13 0,-7 12 0,-1-1 0,1 1 16,-1-4-16,-2-1 0,2 0 0,-1-5 0,2-1 16,-1 0-16</inkml:trace>
  <inkml:trace contextRef="#ctx0" brushRef="#br0" timeOffset="25486.224">9428 10448 0,'0'0'0,"0"0"0,0 0 0,0 0 0,23 95 15,-21-10 1,-15-22-16,-18-21 16,31-42-16,0 0 0,0 0 0,-11 4 15,1-3-15,1 1 0,9-2 0,-6-8 0,-1 1 16,1 1-16</inkml:trace>
  <inkml:trace contextRef="#ctx0" brushRef="#br0" timeOffset="25721.568">9561 10014 0,'0'0'0,"0"0"0,0 0 0,0 0 16,0 0-1,0 0-15,32 67 16,-15 16-16,-17-83 0,0 0 0,0 0 0,0 0 16,6 28-16,-4 1 0,1-2 15,1 3-15,-4-3 0,2 1 0,-2-28 0,2 28 16,-2-3-16,3 1 0,-6-1 0,3 1 0,0-4 0,0-22 16,-2 26-16,0-3 0,-1 0 0,0-9 0,2 1 15,-3-3-15</inkml:trace>
  <inkml:trace contextRef="#ctx0" brushRef="#br0" timeOffset="25878.361">9536 10499 0,'0'0'0,"0"0"0,0 0 0,0 0 16,0 0-16,93-18 15,-8-15 1,-85 33-16,0 0 0,16-6 15,2-3-15,-4 1 0</inkml:trace>
  <inkml:trace contextRef="#ctx0" brushRef="#br0" timeOffset="26186.28">9892 10455 0,'0'0'0,"0"0"0,0 0 15,0 0-15,0 0 16,64-20-1,-14-3-15,-50 23 0,0 0 16,0 0-16,11-9 0,-1 1 0,0 1 0,-10 7 16,7-9-16,0 2 0,-1-1 0,-6 8 0,5-8 0,-3 1 15,0 0-15,-2 7 0,-2-5 0,1 0 0,0 1 16,-6 2-16,3 2 0,-2 0 0,6 0 0,-11 5 16,0-3-16,0 2 0,-5 5 0,2-2 0,0 1 15,14-8-15,-14 13 0,0-1 0,-2-1 0,5 4 0,2-3 16,0 1-16,2 1 0,-1-1 0,2 1 15,6-14-15,-3 14 0,3-2 0,-2 1 0,2-13 0,2 14 16,-2-1-16,0-1 0,9 0 0,-1-3 0,-4 1 16,-4-10-16,15 10 0,0-3 0,0-1 0,9-9 15,-3 3-15,0 0 0,-3-3 0,-3 0 0,0 0 0,-15 3 16</inkml:trace>
  <inkml:trace contextRef="#ctx0" brushRef="#br0" timeOffset="26458.777">10774 10127 0,'0'0'0,"0"0"0,0 0 0,0 0 15,-72 7-15,8 7 16,11 16-1,53-30-15,0 0 0,0 0 0,0 0 0,-15 13 0,3-1 16,-1 0-16,2 2 0,2-1 0,2 0 0,7-13 16,-7 15-16,3-1 0,1 2 0,0-2 0,3 0 15,0 0-15,0-14 0,8 16 0,-3-2 0,0 0 0,-5-14 16,12 14-16,0-1 0,-1-1 0,7-1 0,1-1 16,-1 1-16,-18-11 0,28 3 0,-2 0 0,0-2 0</inkml:trace>
  <inkml:trace contextRef="#ctx0" brushRef="#br0" timeOffset="26701.956">11118 9797 0,'0'0'0,"0"0"0,0 0 15,0 0-15,0 0 16,4 90-16,-2 0 15,-2-90-15,0 0 0,0 0 16,-2 30-16,2-2 0,0 1 0,0-29 0,3 31 16,-3-1-16,0-2 0,-3 2 0,1-1 0,1-1 15,1-28-15,-4 30 0,2-2 0,0-1 0,-2-1 0,4-3 16,-2 3-16,2-26 0,4 15 0,-2 3 0,-2-3 16</inkml:trace>
  <inkml:trace contextRef="#ctx0" brushRef="#br0" timeOffset="27115.64">11524 10164 0,'0'0'0,"0"0"0,0 0 16,0 0-16,0 0 0,-86-7 15,1 28 1,85-21-1,0 0-15,0 0 0,-24 14 0,1-2 0,1 1 0,10-3 0,-1-1 16,1 0-16,2 3 0,0 1 0,0-1 0,10-12 16,-8 13-16,4-1 0,-1 0 0,5-12 0,1 11 0,0-3 15,0 3-15,5-5 0,-2 0 0,-1 0 16,-3-6-16,11 0 0,-4 0 0,2 0 0,-9 0 0,14-5 16,-1 1-16,1-1 0,4-5 0,-1 1 0,0 0 15,-17 9-15,17-14 0,1 3 0,0-3 0,-18 14 16,15-16-16,-2 1 0,1 0 0,-5 4 0,2-1 15,-1-1-15,-10 13 0,7-7 0,-2 2 0,0 0 0,-3 1 16,1 1-16,-1 1 0,-2 2 0,3-2 0,-3 0 16,0 1-16,0 1 0,-3 5 0,2 0 0,0 0 15,-3 6-15,1-1 0,1 1 0,2-11 0,-2 13 16,2-1-16,-3 0 0,2 4 0,1 0 0,0-1 16,1 2-16,2-1 0,-3-1 0,0-15 0,0 13 0,0-1 15,0 1-15,0-13 0,1 5 0,-1 0 0,0-2 16,1-9-16,1 0 0,-2 0 0</inkml:trace>
  <inkml:trace contextRef="#ctx0" brushRef="#br0" timeOffset="27457.308">11582 10097 0,'0'0'0,"0"0"16,0 0-1,0 0-15,0 0 16,0 0-1,5 109-15,-5-109 0,0 0 0,0 0 16,0 0-16,4 21 0,0 2 0,0-3 0,2-12 16,-3-1-16,1 0 0,-4-7 0,6-1 0,-1 0 0,0 1 0,6-8 15,0 3-15,1-2 0,-12 7 0,13-11 16,-2-1-16,1 1 0,-12 11 0,11-15 0,-1 2 16,0-1-16,-2-2 0,-1 3 0,-1-2 0,-6 15 15,5-9-15,0 0 0,0 0 0,-5 9 0,5-5 16,-2 1-16,1 0 0,-4 4 0,4-2 0,-3 0 15,1 0-15,-1 3 0,-1-1 0,0 0 0,0 0 0,-4 11 16,3-4-16,1 2 0,-5 7 0,3-4 0,2 1 16,-2 5-16,2-1 0,0-1 0,0-16 0,2 19 15,-2-2-15,0 1 0,4-4 0,-1 1 0,-1-1 16,-2-14-16,5 7 0,-1 0 0,-1 1 0,6-9 16,-1-1-16,-1 0 0</inkml:trace>
  <inkml:trace contextRef="#ctx0" brushRef="#br0" timeOffset="27712.322">12110 10037 0,'0'0'0,"0"0"0,0 0 16,0 0 0,0 0-16,0 0 15,0 0 1,0 0-16,0 0 0,0 0 0,0 0 0,0 0 15,0 0-15,0 0 0,0 0 0,0 0 0,0 0 0,-21 38 16,2-1-16,-2 0 0,21-37 0,-9 29 0,1-1 16,1-1-16,7-27 0,-3 17 0,2 1 0,-1-2 15,-1-4-15,2-1 0,-1 1 0,2-12 0,-7 7 16,-1 1-16,1 0 0,7-8 0,-12 5 0,1 0 0,-1-2 16,-1-5-16,0 1 0,0 0 0</inkml:trace>
  <inkml:trace contextRef="#ctx0" brushRef="#br0" timeOffset="28062.827">12454 10212 0,'0'0'0,"0"0"0,67-25 0,-9-5 15,-25 2 1,-17 3-16,-12 7 15,-4 18-15,0 0 16,0 0-16,0 0 0,-1-4 0,0 1 0,-1-1 16,-7 3-16,3 0 0,0 0 0,6 1 0,-12 2 15,0-2-15,1 1 0,-6 5 0,2-2 0,0 1 16,15-5-16,-17 10 0,1-1 0,-1 2 0,4 0 16,-1-1-16,0 1 0,14-11 0,-10 12 0,1 0 0,0-1 15,3-1-15,2 1 0,0-1 0,4-10 0,0 12 16,0 0-16,0 0 0,5-1 0,-2 1 0,-1-2 15,-2-10-15,14 9 0,-2-2 0,1 1 0,8 0 16,-4-2-16,2 0 0,-19-6 0,22 6 0,-2-1 16,0-1-16,-1-3 0,-1-1 0,1 0 0,-19 0 0,18-5 15,-3 0-15,2-1 0,-6 1 0,-1 1 0,0 1 16,-10 3-16</inkml:trace>
  <inkml:trace contextRef="#ctx0" brushRef="#br0" timeOffset="31822.522">11934 8110 0,'0'0'0,"0"0"0,0 0 16,0 0-16,0 0 15,85-24-15,-36 10 16,37-4 0,-86 18-16,0 0 0,0 0 0,0 0 0,17-2 15,-2 0-15,0-1 0,21-1 0,-2 2 0,-1-1 16,-33 3-16,18-3 0,1 1 0,0 1 0</inkml:trace>
  <inkml:trace contextRef="#ctx0" brushRef="#br0" timeOffset="33196.319">13499 7739 0,'0'0'0,"0"0"0,-59 28 15,24-11-15,-24 28 16,28-17 0,1 36-16,30-64 0,0 0 15,0 0-15,0 0 0,-6 13 0,1-1 0,1 0 16,4-12-16,2 15 0,0 0 0,1 0 0,1-7 16,-3-1-16,0-1 0,-1-6 0,16 5 0,0-1 0,0 1 0,-16-5 0,11 1 0,0 2 15,-1-2-15,-10-1 16,21-8-16,-3 0 0,1-1 0,-19 9 0,11-6 15,1 1-15,-2 1 0,-10 4 0,15-18 0,-1 3 16,0 0-16,-14 15 0,7-9 0,1 0 0,-1 0 0,-7 9 16,14-15-16,-1 0 0,1-3 0,-14 18 0,9-8 15,-3 1-15,0 0 0,-6 7 0,3-5 0,-1 2 16,0 1-16,-2 2 0,3-1 0,-3 1 0,0-3 16,0 3-16,1 0 0,-1 0 0,0-2 0,0 2 15,0 0-15,0 0 0,0 0 0,5 6 0,-2-4 0,0 1 16,-3-3-16,2 3 0,-1-2 0,0 0 0,-1-1 15,-1 19-15,1-4 0,0 4 0,0-19 0,-3 11 16,3-2-16,0 3 0,0-12 0,-4 25 0,1-1 16,1-1-16,2-23 0,-3 15 0,2-2 0,-1 0 0,2-13 0,-3 33 15,2 2-15,-1-3 0,2-32 0,-2 19 16,2 1-16,0-2 0,0-18 0,2 28 0,1-2 0,0 1 16,-3-27-16,2 15 0,-1-2 0,0 1 15,-1-14-15,-8 15 0,1 0 0,1 1 0,6-16 16,-4 9-16,0-2 0,0 0 0,4-7 0,-3 3 15,2 0-15,0 0 0,1-3 0,-13 3 0,2 0 0,0-2 16,4 1-16,0-2 0,1 1 0,6-1 0,-4 0 16,2 0-16,-1 0 0,3 0 0,-17-11 0,0 3 15,-1-1-15,18 9 0,-9-6 0,-2 0 0,1 0 16,7 3-16,-1 0 0,0 2 0,4 1 0</inkml:trace>
  <inkml:trace contextRef="#ctx0" brushRef="#br0" timeOffset="33562.291">13866 7766 0,'0'0'0,"0"0"0,0 0 16,0 0 0,0 0-16,-17 72 15,-4-10 1,21-62-16,0 0 0,0 0 0,-7 17 0,2 0 0,0-2 15,5-15-15,-2 11 0,-1-1 0,1 1 0,-1-7 0,3 2 16,0-1-16,9-1 0,-3-1 0,0 3 0,-6-6 16,12 0-16,-3 2 0,1-2 0,4-2 0,-2-1 15,1 0-15,-13 3 0,16-4 0,-3-1 0,1-1 16,2-1-16,-2-3 0,-1 3 0,-13 7 0,12-12 16,-1 3-16,0 0 0,-11 9 0,8-9 0,-3 0 0,-1-3 15,-2 3-15,-1 0 0,0-3 0,-1 12 0,-4-9 16,2 1-16,0-1 0,-5-1 0,3 0 0,-2 1 15,6 9-15,-8-8 0,1 2 0,1 0 0,6 6 16,-7-3-16,-1 0 0,1 1 0,-4 6 0,2-2 0,0 0 16,9-2-16,-12 6 0,2 0 0,0 1 0,1-4 15,3 2-15,0-2 0,2 0 0,1-1 0,-1-1 16</inkml:trace>
  <inkml:trace contextRef="#ctx0" brushRef="#br0" timeOffset="33984.876">14379 7703 0,'0'0'0,"0"0"0,0 0 0,0 0 16,0 0-16,0 0 16,-50 54-1,-2 8-15,52-62 0,0 0 0,0 0 16,0 0-16,-10 16 0,1-1 0,1 3 0,8-18 15,-4 12-15,0-1 0,1-1 0,0-1 0,0-1 16,1-1-16,2-7 0,2 6 0,1 2 0,0-1 0,3-1 16,0-3-16,0 3 0,-6-6 0,9 0 0,-2 0 15,1 0-15,1-6 0,-2 0 0,0 0 0,-7 6 16,7-9-16,0 0 0,-1 1 0,4-8 0,0 3 16,0-1-16,-10 14 0,8-17 0,1-1 0,0 2 15,-9 16-15,7-14 0,-2 1 0,1-1 0,-2 0 16,-1 2-16,-1 0 0,1 3 0,-2 1 0,1-2 15,-2 10-15,0-3 0,0-1 0,0 1 0,2 2 16,-2 0-16,0-1 0,0 2 0,-2 4 0,2 1 16,-2 0-16,2-5 0,0 7 0,0 0 0,0 1 0,2 5 15,1 0-15,0-1 0,-3-12 0,3 14 16,0 0-16,-1 1 0,2 4 0,-1-2 0,-1-2 0,-2-15 16,4 15-16,-1-2 0,1-1 0,-4-12 0,9 11 15,-3 1-15,0 0 0,-6-12 0,10 1 0,-1 1 16,0 1-16</inkml:trace>
  <inkml:trace contextRef="#ctx0" brushRef="#br0" timeOffset="34167.315">14701 7463 0,'0'0'0,"0"0"0,0 0 15,0 0 1,13 71-16,-9 13 15,-6 3-15,-16 7 16,18-94-16,0 0 0,0 0 0,0 0 16,-5 31-16,0 1 0,0 1 0,0-11 0,1 1 0,1 1 15,3-24-15</inkml:trace>
  <inkml:trace contextRef="#ctx0" brushRef="#br0" timeOffset="47127.134">16149 6130 0,'0'0'0,"0"0"16,0 0-16,0 0 15,0 0 1,0 0-16,0 0 15,0 0-15,0 0 0,0 0 0,0 0 16,0 0-16,0 0 0,0 0 0,0 0 0,0 0 0,0 0 16,0 0-16,-4-6 0,3 0 0,0 1 0,-1 0 15,2 1-15,-2 2 0,2 2 0,-2-3 0,2 1 16,0 2-16,0 0 0,0-2 0,0 2 0,0 0 16,0 0-16,0 0 0,0 0 0,0 0 0,8 12 15,0 1-15,-1 1 0,-7-14 0,5 7 0,0-1 0,0 2 16,-5-8-16,2 2 0,0 1 0,-1 1 0,-1-4 15,8 13-15,-1-1 0,1 2 0,-8-14 0,4 7 16,0-1-16,0 2 0,-4-8 0,1 2 0,0 1 16,1-1-16,-2-2 0,2 3 0,-2-3 0,0 2 15,0-2-15,0 0 0,0 0 0,0 0 0,0 0 0,10 7 16,0 2-16,0-1 0,-3-2 0,-1-2 0,-2 3 16,-4-7-16,13-7 0,-1 1 0,1 1 0,-13 5 0,6-3 0,0-2 0,0 1 15,-6 4-15,21-14 16,0-2-16,0 2 0,-21 14 0,15-11 0,-5 2 15,1 0-15,-11 9 0,28-17 0,-1 1 0,1-1 0,-28 17 16,16-11-16,-3 2 0,1 0 0,-14 9 0,24-12 16,0-2-16,-1 3 0,-23 11 0,13-8 0,-1 1 15,-1 1-15,-11 6 0,17-11 0,-2 2 0,0 0 16,-15 9-16,9-6 0,-1 2 0,-1-3 0,-7 7 16,11-10-16,-1 1 0,0 0 0,-10 9 0,5-4 0,0-1 15,0 0-15,-5 5 0,2-2 0,0 0 0,1-1 16,-3 3-16,3 0 0,-3 0 0,0 0 0,0-2 15,0 2-15,0 0 0,0 0 0,0 0 0,0 0 16,0 0-16,1 0 0,-1 0 0,0 0 0,0 0 0,0 0 16,0 0-16,0 0 0,0 0 0,0 0 0,0 0 15,0 0-15,0 0 0,0 0 0,0 0 0,5-2 16,0 0-16,0 2 0,-5 0 0,4-3 0,-2 3 16,0 0-16,0-3 0,-1 3 0,0 0 0,-1 0 15,2 0-15,-2 0 0,0 0 0,1 0 0,-1 0 0,0 0 16,0 0-16,0 0 0,0 0 0,0 0 0,0 0 15,0 0-15</inkml:trace>
  <inkml:trace contextRef="#ctx0" brushRef="#br0" timeOffset="49886.42">16735 7284 0,'0'0'0,"0"0"0,0 0 0,0 0 0,0 0 16,21 89 0,-9-38-16,-11 29 15,-1-80-15,0 0 0,0 0 0,0 14 16,0 0-16,0 0 0,0-14 0,2 25 0,0-4 16,-1 2-16,-1-23 0,3 12 0,-3 0 0,2 1 15,-2-13-15,5 25 0,-1-2 0,0 1 0,-4-24 0,2 13 16,0 1-16,1-2 0,-3-12 0,2 5 0,-2 1 15,0-2-15,-3-1 0,1-2 0,1 1 0</inkml:trace>
  <inkml:trace contextRef="#ctx0" brushRef="#br0" timeOffset="50224.026">17000 7666 0,'0'0'0,"0"0"15,0 0-15,68-37 16,-11 0 0,-23-2-16,-20-1 15,-14 40-15,0 0 0,0 0 0,-1-13 0,1 2 16,0 0-16,0 11 0,-4-8 0,1 1 0,1 0 16,2 7-16,-6-7 0,-1 2 0,1 0 0,-2 0 15,1 2-15,1-1 0,6 4 0,-10 3 0,0-2 0,0 1 16,-5 5-16,3 0 0,-1 0 0,13-7 0,-13 12 15,0-1-15,1-1 0,2 5 0,0-1 0,0-1 16,4 2-16,0-2 0,-1 1 0,7-14 0,2 17 16,-1-1-16,0-2 0,-1-14 0,10 18 0,-3-2 15,1 1-15,2-1 0,0-3 0,0 1 0,-10-14 0,17 14 16,-2-3-16,0 1 0,2-4 0,-2-2 0,2 0 16,-17-6-16,21-1 0,-2 0 0,2 0 0,-2-9 15,-1 1-15,-1-2 0</inkml:trace>
  <inkml:trace contextRef="#ctx0" brushRef="#br0" timeOffset="50536.416">17564 7416 0,'0'0'0,"0"0"0,0 0 0,0 0 16,42-68-16,-10-2 15,-19 23 1,-8 22-16,-5 25 15,0 0-15,0 0 0,3-3 0,-3 1 0,0-2 0,0 2 16,0 2-16,0-1 0,0 1 0,0-1 0,0 1 16,0-1-16,-12-3 0,1 2 0,0 0 0,11 2 15,-16 2-15,1 0 0,0 2 0,15-4 0,-16 10 0,2-1 16,1 2-16,-2 5 0,2-1 0,1 0 16,12-15-16,-10 17 0,3-1 0,-1 0 0,3 7 0,3-2 15,-1 0-15,3-21 0,-3 23 0,1-1 0,1 0 16,1 4-16,0-3 0,0 2 0,0-25 0,3 23 15,0-2-15,0 2 0,-3-23 0,0 23 0,2 2 0,-1-2 16,-1-23-16,-3 21 0,1-3 0,0 1 0,-6-5 16,1 0-16,-1-3 0</inkml:trace>
  <inkml:trace contextRef="#ctx0" brushRef="#br0" timeOffset="50668.752">17314 7645 0,'0'0'0,"0"0"0,0 0 16,82-21-16,9-15 16</inkml:trace>
  <inkml:trace contextRef="#ctx0" brushRef="#br0" timeOffset="50870.598">17768 7210 0,'0'0'0,"0"0"0,0 0 0,8 63 0,-4 7 16,4 3-16,-3 1 16,-7 7-16,2-81 0,0 0 0,0 0 15,-2 24-15,0-1 16,-1 2-16,3-25 0,-4 18 0,2 1 0,0-1 15</inkml:trace>
  <inkml:trace contextRef="#ctx0" brushRef="#br0" timeOffset="51007.18">17627 7641 0,'0'0'0,"0"0"0,0 0 0,74-35 15</inkml:trace>
  <inkml:trace contextRef="#ctx0" brushRef="#br0" timeOffset="51521.494">17975 7504 0,'0'0'0,"0"0"0,0 0 16,19 67-16,-10-13 15,-17-22 1,-3-20-16,11-12 0,0 0 0,0 0 16,-2 1-16,-1 0 0,1-1 0,0-5 15,1 3-15,0-1 0,1 3 0,2-6 0,0 1 16,-1 0-16,1-4 0,1 0 0,0 2 0,-3 7 16,6-14-16,-2 0 0,1 1 0,-5 13 0,8-12 0,-1 0 15,1-2-15,-8 14 0,11-9 0,-3 2 0,1-1 16,5 7-16,-1-1 0,-1 2 0,-12 0 0,16 5 15,-1 1-15,0-2 0,-4 6 0,-1-2 0,0 0 16,-10-8-16,6 13 0,-1 0 0,0 1 0,-5-14 0,4 9 16,-2 2-16,1-1 0,-3-4 0,0-2 0,0 2 15,0-6-15,1 2 0,-1 1 0,0-2 0,1 0 16,-1-1-16,0 0 0,0 0 0,-1-3 0,0-1 16,0 1-16,-2-6 0,2 2 0,0-2 0,1 9 15,1-12-15,-1 1 0,0 0 0,0 11 0,4-15 16,-1-2-16,1 2 0,1-4 0,0 2 0,0-1 0,-5 18 15,10-15-15,-2 1 0,-2-1 0,-6 15 0,11-11 16,-1 1-16,-1 0 0,4 5 0,-1 1 0,1 1 16,-13 3-16,16 3 0,-1-3 0,0 2 0,-15-2 15,17 7-15,-1 0 0,0 1 0,3 2 0,-2-1 0,1 2 16,-6-3-16,-1-3 0,-2 1 0,-9-6 0,5 5 16,0-2-16,0 0 0,-1 0 0,-3-3 0,0 0 15,-6 18-15,1 0 0,1-1 0,3-17 0,-6 19 16,2-5-16,0 2 0,4-16 0,-7 12 0,2-3 15,0 0-15,5-9 0,-4 2 0,2 0 0,-1 1 0,2-10 16,1 0-16,0 2 0</inkml:trace>
  <inkml:trace contextRef="#ctx0" brushRef="#br0" timeOffset="51837.24">18647 7387 0,'0'0'0,"0"0"16,0 0-16,0 0 15,0 0-15,-2 74 16,13-12 0,-11-62-16,0 0 0,0 0 0,0 0 15,6 12-15,-1-1 0,1 0 0,2-1 0,-1-2 0,1 0 16,-8-8-16,15 2 0,-3 0 0,1-1 0,-13-1 16,16-1-16,-2 0 0,-1 0 0,4-6 0,-3 0 15,1 1-15,-15 6 0,14-10 0,-2 2 0,1 0 0,-13 8 16,10-13-16,-1 0 0,-1 0 0,-8 13 0,6-12 15,-2 2-15,-1-2 0,-6 2 0,0 1 0,1-1 16,-3 4-16,3 0 0,-1 0 0,0 4 0,1-1 16,1 1-16,1 2 0,-14 1 0,1-1 0,-1 1 0,14-1 0,-19 3 15,1-1-15,1 0 0,17-2 16,-16 5-16,0-1 0,0 0 0,16-4 0,-10 3 0,1-1 0,0-1 16,18-5-16,0-1 0,0 1 0</inkml:trace>
  <inkml:trace contextRef="#ctx0" brushRef="#br0" timeOffset="52124.349">19156 7300 0,'0'0'0,"0"0"0,0 0 16,0 0-16,0 0 15,0 0 1,0 0 0,0 0-16,0 0 0,0 0 0,0 0 0,0 0 0,0 0 0,0 0 15,0 0-15,0 0 0,0 0 0,0 0 0,-21 13 16,4-3-16,0 1 0,17-11 0,-10 11 0,3 1 15,-1-1-15,10 3 0,1-2 0,0 1 0,-3-13 16,9 14-16,-1-1 0,-1 1 0,-7-14 0,12 13 16,-4 0-16,1 0 0,1-3 0,-3 1 0,1-2 15,-8-9-15,5 11 0,-1 0 0,2 1 0,-5-3 0,0 0 16,0 0-16,-1-9 0,-9 6 0,3 0 0,-2-1 16,8-5-16,-9 2 0,0 0 0,1 0 0,8-2 15,-11-5-15,-1 4 0,1-2 0,0-6 0,1 1 16,0 0-16,10 8 0,-7-7 0,2 0 0,-1 0 15,6 7-15</inkml:trace>
  <inkml:trace contextRef="#ctx0" brushRef="#br0" timeOffset="52357.028">19468 6996 0,'0'0'0,"0"0"0,0 0 0,34 62 15,-3 7 1,-13-8-16,-1-1 16,-15 6-1,-2-66-15,0 0 0,0 0 0,2 25 0,-1 0 0,0-2 16,-1-23-16,2 22 0,-2 0 0,0-2 0,0-20 16,-3 21-16,3-4 0,0 2 0,0-19 0,-6 17 15,1-1-15,0-1 0,-5-6 0,3 0 0,-1 0 0</inkml:trace>
  <inkml:trace contextRef="#ctx0" brushRef="#br0" timeOffset="52514.893">19260 7397 0,'0'0'0,"0"0"0,66-27 15,6 6 1,15 3-16,-6 0 15,-35 3-15,-46 15 0,0 0 16,0 0-16</inkml:trace>
  <inkml:trace contextRef="#ctx0" brushRef="#br0" timeOffset="57947.07">20090 7176 0,'0'0'0,"0"0"0,0 0 16,0 0-1,-11 83-15,4-32 16,16 13-1,-9-64-15,0 0 0,0 0 0,0 0 0,4 10 0,-3 0 16,0 1-16,-1-11 0,11 4 0,1 0 0,-1-1 16,-11-3-16,7 2 0,-1-1 0,1-1 0,-7 0 15,14-9-15,1 2 0,0-2 0,-15 9 0,9-6 16,0 1-16,0-1 0,-9 6 0,0 0 0,13-23 16,0 0-16,-1 0 0,-12 23 0,9-12 0,-3-1 0,0 0 0,-7-10 0,1 1 0,0 1 15,0 21-15,-1-12 16,-1 0-16,1-1 0,1 13 0,-1-4 0,1-1 15,0 2-15,0 3 0,-10-9 0,1 0 0,1 2 16,8 7-16,-7-6 0,3 2 0,-2 0 0,6 4 16,-18 8-16,2-2 0,-1 0 0,17-6 0,-11 8 0,3-4 15,-1 1-15,9-5 0,-4 2 0,0 0 0,1-2 16,3 0-16,-1 3 0,-1-3 0,1 0 0</inkml:trace>
  <inkml:trace contextRef="#ctx0" brushRef="#br0" timeOffset="58264.289">20403 7121 0,'0'0'0,"0"0"16,0 0-16,34 84 15,0-18 1,-14-20-16,-8-23 16,-12-23-16,0 0 0,0 0 0,0 0 0,0-1 15,0 1-15,0 0 0,2-4 0,-2 0 0,0 1 16,0 3-16,-2-6 0,2-1 0,0 0 0,0 7 15,2-12-15,0-1 0,0 0 0,-2 13 0,7-15 16,-2 0-16,0-1 0,4-2 0,-3-1 0,0 1 0,-6 18 16,7-12-16,-1 1 0,1 0 0,-7 11 0,6-5 15,0 0-15,1 1 0,0 1 0,-1 3 0,0 0 16,-6 0-16,10 9 0,-2-1 0,-1 2 0,-7-10 16,5 12-16,-1 2 0,0-1 0,-2-4 0,0 0 15,-2 0-15,4 7 0,0 2 0,0-1 0,-4-17 0,0 16 16,0 0-16,0 0 0,0-16 0,-3 12 0,3-4 15,0 1-15,-1-4 0,1-2 0,0 2 0,0-5 16</inkml:trace>
  <inkml:trace contextRef="#ctx0" brushRef="#br0" timeOffset="58552.327">20857 7222 0,'0'0'0,"0"0"0,0 0 0,0 0 0,0 0 15,0 0-15,0 0 16,39-60 0,-39 60-16,0 0 0,0 0 0,8-17 0,-4 2 15,2 0-15,-6 15 0,3-12 0,0 0 0,-1 3 16,-1 2-16,1 2 0,-1 0 0,2 1 0,-3 4 16,0-3-16,0 3 0,-4 3 0,0 0 0,0 0 0,-5 5 15,3 1-15,0-2 0,6-7 0,-10 13 0,0-1 16,0-1-16,10-11 0,-7 19 0,1 0 0,-1-1 0,5-4 15,0 3-15,2-2 0,0-15 0,3 15 16,0-2-16,-1 1 0,-2-14 0,10 17 0,-2-4 16,-1 3-16,-7-16 0,18 9 0,-3 0 0,2 0 15,8-10-15,-3-2 0,0 3 0</inkml:trace>
  <inkml:trace contextRef="#ctx0" brushRef="#br0" timeOffset="58808.362">21484 6774 0,'0'0'0,"0"0"0,0 0 0,0 0 0,0 0 16,0 0-1,0 0-15,26 97 16,-11-2-1,-15-95-15,0 0 0,0 0 0,1 29 0,-1-1 0,0 2 16,0-30-16,-4 23 0,2 1 0,-1-1 0,3-23 0,-1 19 16,0 1-16,0-1 0,-3-1 0,2-1 0,-1-1 15,3-16-15,-1 9 0,1-2 0,0 2 0</inkml:trace>
  <inkml:trace contextRef="#ctx0" brushRef="#br0" timeOffset="59091.834">21362 6792 0,'0'0'0,"0"0"0,0 0 15,76-29-15,-3 20 16,-17 22-1,-10 15-15,-46-28 0,0 0 16,0 0-16,0 0 0,11 14 0,-1-1 0,0 1 0,-5 2 16,0 1-16,0-2 0,-5-15 0,4 17 0,-2-1 15,0 2-15,-2-18 0,-6 12 0,3 2 0,-1-1 16,-6 2-16,1-3 0,1 0 0,8-12 0,-19 15 16,2-3-16,-1 2 0,-3-7 0,2-1 0,1 2 15</inkml:trace>
  <inkml:trace contextRef="#ctx0" brushRef="#br0" timeOffset="59451.083">21715 7146 0,'0'0'0,"0"0"15,0 0-15,35-70 16,-4 20-1,-7 31-15,3 15 16,-27 4-16,0 0 0,0 0 0,9 4 0,1-1 16,1 1-16,-11-4 0,13 12 0,-2-1 0,1-2 15,-12-9-15,12 18 0,0-3 0,0 0 0,-3 2 16,0-1-16,0 1 0,-4-7 0,-1 1 0,2-2 0,-6-9 0,2 4 16,-1 2-16,1-2 0,-7 4 0,2 0 15,0-1-15,3-7 0,-6 7 0,-1 2 0,1-2 16,6-7-16,-5 4 0,1-1 0,0 2 0,4-5 15,-4-1-15,1 1 0,0 0 0,1-5 0,1 1 16,0-1-16,1 5 0,-2-11 0,2 2 0,0 0 0,0 9 16,-2-15-16,2 2 0,0-1 0,0 14 0,5-18 15,-2 1-15,1-2 0,-4 19 0,13-18 0,-2 2 16,0-2-16,7 4 0,-1-2 0,-1 2 0</inkml:trace>
  <inkml:trace contextRef="#ctx0" brushRef="#br0" timeOffset="59754.351">22219 6996 0,'0'0'0,"0"0"0,-22 74 16,1-9 0,11-17-16,13-15 15,8-15-15,-11-18 16,0 0-16,0 0 0,0 0 0,7 6 0,1-3 0,-1 0 15,-1-1-15,0 0 0,0-2 0,-6 0 0,11-5 0,1 0 16,-1-1-16,2-6 0,-1 0 0,0 1 16,-12 11-16,14-15 0,-3-2 0,0 3 0,-11 14 0,6-18 15,0 4-15,-2-2 0,-4 16 0,2-12 0,-2 1 16,0-1-16,-6 3 0,2 0 0,-1 0 0,5 9 16,-10-3-16,0 0 0,0-1 0,10 4 0,-15 4 15,0-4-15,0 3 0,-2 3 0,2 0 0,0 0 0,15-6 16,-13 6-16,1 0 0,1-1 0,11-5 0,-5 1 15,1 2-15,0 0 0</inkml:trace>
  <inkml:trace contextRef="#ctx0" brushRef="#br0" timeOffset="60095.447">22536 6550 0,'0'0'0,"0"0"0,0 0 0,0 0 0,0 0 15,0 0 1,-2 99-16,0-3 15,2-96-15,0 0 0,0 0 0,0 27 16,0 1-16,0-3 0,0-25 0,-1 24 0,0 0 16,-1 0-16,-1-1 0,2 0 0,-1 0 0,2-23 0,4 23 15,-2-2-15,1 2 0,-3-23 0,6 21 16,-2 0-16,0 1 0,0-7 0,-1 0 0,1 2 0,-4-17 16,8 7-16,-1-1 0,-1 3 0,-1-6 0,0 0 15,0 0-15</inkml:trace>
  <inkml:trace contextRef="#ctx0" brushRef="#br0" timeOffset="60385.973">22727 6992 0,'0'0'0,"0"0"15,0 0 1,0 0-16,0 0 16,10 66-16,8-33 15,-18-33-15,0 0 0,0 0 16,-7-16-16,3 2 0,1-3 0,3 17 0,-4-11 15,2 0-15,-1 2 0,22 11 0,0 2 0,-1-1 16,-18-3-16,16-5 0,-1 1 0,0 1 0,-15 3 16,10-16-16,-2 4 0,-1 1 0,-5-6 0,1 1 0,0 1 15,-3 15-15,-4-13 0,1-1 0,1-1 0,2 15 16,-10-10-16,2 1 0,1 0 0,-4 5 0,-1 1 16,1-1-16,11 4 0,-13 6 0,-1-1 0,1 0 15,13-5-15,-17 11 0,1 0 0,0-1 0,0 1 16,2-1-16,0-1 0,14-9 0,-9 12 0,0 0 0,0 0 15,9-12-15,-1 7 0,1 1 0,0-4 0</inkml:trace>
  <inkml:trace contextRef="#ctx0" brushRef="#br0" timeOffset="60858.365">23056 6843 0,'0'0'0,"0"0"15,0 0-15,0 0 16,0 0-16,0 0 15,-49 72 1,49-72-16,0 0 0,0 0 0,-13 20 0,3-3 16,1 2-16,9-19 0,-6 9 0,4 0 0,0 0 15,2-9-15,1 5 0,-1-4 0,0 2 0,0-3 16,11-4-16,-2 2 0,-1-3 0,1 1 0,0 1 16,-1 1-16,5-8 0,-2 1 0,1-2 0,-12 11 15,10-10-15,1-1 0,-2 1 0,0 1 0,-3 2 0,0 0 16,-6 7-16,8-4 0,-3-1 0,0 1 0,-5 4 15,3-3-15,1 1 0,0 0 0,-4 2 0,4 4 16,-1-1-16,1 0 0,1 9 0,-2-3 0,-1 1 16,-1 7-16,1-4 0,-1 4 0,-1-17 0,3 18 15,-3-2-15,2 1 0,-1 4 0,-1 0 0,0-1 0,0-20 0,1 22 16,1 4-16,-1-3 0,-2 0 0,-1 1 16,1 1-16,1-25 0,-5 19 0,3 2 0,-1-1 15,3-20-15,-8 17 0,2-2 0,-2 3 0,1-8 16,1 1-16,0-1 0,6-10 0,-6 7 0,0 0 15,0-2-15,6-5 0,-12 2 0,3-2 0,-2 2 0,-3-8 16,1 3-16,0 0 0,13 3 0,-9-9 0,0 4 16,0-2-16,0-4 0,0 0 0,0-1 0,9 12 15,-3-14-15,1 2 0,0-1 0,2 13 0,1-14 16,0 0-16,1-2 0,6 0 0,-1 1 0,1-1 16,-8 16-16,13-19 0,-1 1 0,0 0 0,-12 18 0,20-21 15,-3 1-15,1 1 0,-4 5 0,-2 2 0,0-1 16</inkml:trace>
  <inkml:trace contextRef="#ctx0" brushRef="#br0" timeOffset="61182.942">23367 6443 0,'0'0'0,"51"59"16,9 17-16,-14 15 15,-3 11-15,-11 17 16,-28 28-1,-4-147-15,0 0 0,0 0 0,-16 49 0,1 0 16,0-1-16,-12-4 0,1 0 0,0 0 0,-10-10 16,2 1-16,0 0 0,-4-10 0,1-2 0,0 1 0,37-24 15,0 0-15,-26 23 0,2-2 0,0-1 0</inkml:trace>
  <inkml:trace contextRef="#ctx0" brushRef="#br0" timeOffset="61829.261">16651 6804 0,'0'0'0,"0"0"15,0 0-15,0 0 16,-88 58 0,24 48-16,3 37 15,61-143-15,0 0 0,0 0 0,-22 58 16,0 0-16,0 0 0,22-58 0,-21 61 0,2-2 15,-1 1-15,20-60 0,-14 53 0,3 0 0,0 1 16,11-54-16,-5 46 0,1 0 0,1 2 0,10-4 16,-2-3-16,0 1 0,-5-42 0,19 38 0,-4 1 0,2-1 15,-17-38-15,34 34 0,0-3 0,0 2 0,-34-33 16,55 19-16,0-1 0,0 0 0,8-19 0,-2 0 16,0 1-16</inkml:trace>
  <inkml:trace contextRef="#ctx0" brushRef="#br0" timeOffset="62761.3">12574 7832 0,'0'0'0,"0"0"16,0 0-1,0 0-15,0 0 16,0 0-16,0 0 16,0 0-16,0 0 0,0 0 15,0 0-15,0 0 0,0 0 0,0 0 0,-20 12 16,0-3-16,0 0 0,20-9 0,-12 7 0,0-2 0,1 1 16,11-6-16,0 0 0,-4 3 0,-2 0 0,1-1 15,5-2-15,-2 13 0,2 2 0,0-2 0,0-13 16,0 9-16,0-1 0,0 1 0,0-9 0,7 15 0,1 0 0,-1 1 0,-7-16 15,6 8-15,-2 1 0,0-1 16,-4-8-16,2 3 0,0-1 0,-1 0 0,-1-2 16,10 15-16,-3-1 0,1 1 0,-8-15 0,4 7 15,3 1-15,-3 0 0,-4-8 0,2 5 0,0-3 16,-2 0-16,0-2 0,-8 12 0,-1 0 0,0 0 16,9-12-16,-6 7 0,2-1 0,-2 1 0,-10 1 0,2 0 15,-1-1-15,15-7 0,-11 5 0,4-3 0,-1 2 16,4-1-16,1-2 0,0 0 0,3 0 0,0-1 15,-3 0-15,3 0 0,0 0 0,0 0 0</inkml:trace>
  <inkml:trace contextRef="#ctx0" brushRef="#br0" timeOffset="63121.242">12640 7900 0,'0'0'0,"0"0"15,0 0 1,0 0-1,12 70-15,-6-14 16,0-17 0,-6-39-16,0 0 0,0 0 0,0 0 0,4 8 0,-2-1 15,-2 0-15,4-3 0,-2 1 0,-1-1 0,-1-4 16,5 5-16,-3-2 0,1 2 0,1-3 0,2 0 16,-1 0-16,-5-2 0,8-2 0,-1 1 0,-1 1 0,-6 0 15,10-8-15,-3 2 0,1 0 0,-1-1 0,-1 0 16,0 0-16,-6 7 0,8-10 0,-2 1 0,0 0 15,0 1-15,-2 0 0,0 1 0,-4 7 0,2-3 16,1-3-16,-1 3 0,1 2 0,-3-1 0,0 0 16,0 2-16,1-1 0,-1 0 0,0-1 0,2 5 0,-2-2 0,0 1 0,0-2 15,3 4-15,2-2 0,-2 1 16,-3-3-16,4 8 0,-1-1 0,0 1 0,2 2 16,-3 0-16,0 1 0,-3 3 0,1-1 0,0-1 15,0-12-15,0 11 0,0-2 0,0 2 0,1-6 0,-1 0 0,0 1 16,2-3-16,-2-1 0,0 0 0</inkml:trace>
  <inkml:trace contextRef="#ctx0" brushRef="#br0" timeOffset="63548.234">12903 7717 0,'0'0'0,"0"0"0,0 0 15,0 0 1,31 64-16,-9 13 16,-11-14-16,-11-63 15,0 0-15,0 0 0,3 16 0,-2-1 0,1 1 16,-2-16-16,3 14 0,-2 1 0,1-1 0,0-4 16,-2-2-16,0 1 0,0-9 0,-2 9 0,0-2 0,1 0 15,1-7-15,-1 7 0,-1-3 0,2 1 0,0-5 16,-2 0-16,1 0 0,0 0 0,5-2 0,-4-2 0,2 2 0,-2 2 0,4-7 15,-3 2-15,0-1 16,4-2-16,-3 3 0,1-2 0,-3 7 0,3-5 0,-1 1 16,1 0-16,-2 1 0,0 1 0,1 0 0,-2 0 15,0 2-15,0 0 0,0 0 0,12 3 0,-3-2 16,-1 0-16,5 5 0,-1-2 0,-1 1 0,-11-5 16,11 7-16,-2 0 0,-1 1 0,0 1 0,-1-3 15,-1 1-15,-6-7 0,3 7 0,1-4 0,0 1 0,-4-4 16,4 4-16,-4-1 0,2-2 0,-4 2 0,0-1 15,1 0-15,1-2 0,-10 3 0,0 0 0,0 0 16,-12 4-16,2-1 0,0-1 0,20-5 0,-30 4 16,0 0-16,1-1 0,29-3 0,-32-2 0,4 1 0,1-1 15</inkml:trace>
  <inkml:trace contextRef="#ctx0" brushRef="#br0" timeOffset="99791.554">7899 11134 0,'0'0'0,"0"0"0,0 0 0,0 0 15,0 0-15,0 0 16,0 0-16,0 0 15,0 0 1,0 0-16,0 0 0,0 0 0,0 0 0,0 0 16,0 0-16,0 0 0,22-2 0,0 0 0,-2 0 15,-20 2-15,15-2 0,-3 1 0,1-1 0,-13 2 16,34 3-16,-6-3 0,2 2 0,-12-2 0,-3 0 0,2 0 16,-17 0-16,46 0 0,-4 0 0,1 0 0,-43 0 15,47 2-15,1-2 0,0 0 0,-48 0 0,48-2 16,0 2-16,-1 0 0,19 0 0,-2 0 0,1 0 15,-65 0-15,79 0 0,-1 0 0,-1 0 0,-77 0 16,80 0-16,0 0 0,-1 0 0,4-3 0,-2 1 0,0 0 16,-81 2-16,74-2 0,-4 0 0,1-1 0,-5 1 15,-2 1-15,1-1 0,-65 2 0,70-4 0,-1 1 16,1 1-16,-2-2 0,1-1 0,0 2 0,-69 3 16,67-4-16,1-1 0,1 1 0,-3-1 0,-3 0 15,0-1-15,-63 6 0,59-5 0,0-1 0,-1 3 16,1-6-16,0 4 0,-1-2 0,-58 7 0,57-7 0,-1 0 15,-2 3-15,-3-6 0,-2 3 0,1 0 0,-50 7 16,52-7-16,-2-1 0,-1 2 0,13-3 0,-5 2 16,2-1-16,-59 8 0,61-8 0,-1 1 0,-1 0 15,-59 7-15,52-5 0,-1-1 0,0 1 0,-51 5 0,25-1 16,-2-2-16,3 1 0,-26 2 0,25 2 0,3 1 16,-1-2-16,-12 1 0,-1-1 0,0 1 0,-14-2 15,23 0-15,1 0 0,-1 0 0,-23 0 0,13 0 16,-1 0-16,1 0 0,6-3 0,-1 1 0,0 1 15,-18 1-15,10 0 0,1-1 0,-2 0 0,7-1 0,-2 0 16,0 0-16,-14 2 0,10-1 0,-3 1 0,1-2 16,-8 2-16,11-7 0,-2 1 0,-1-1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08T03:40:24.5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5638 2595 0,'0'0'0,"0"0"0,0 0 0,0 0 0,0 0 0,0 0 0,0 0 0,0 0 0,0 0 0,0 0 0,0 0 0,0 0 0,0 0 0,0 0 15,0 0-15,0 0 0,0 0 16,0 0-16,0 0 16,0 0-16,0 0 0,-3 14 0,1 1 0,0-1 15,-1-5-15,3 0 0,-2-2 0,2-7 0,2 21 16,-2-3-16,0 1 0,2-9 16,-2 0-16,0-1 0,0-9 15,1 28-15,0-1 0,1-1 0,-2-26 16,1 26-16,1 0 15,-1 0-15,0-14 0,0 0 16,-1 1-16,0-13 0,0 24 0,-1 0 16,0 1-16,1-25 0,2 25 0,-1 0 15,0-1-15,0-11 0,-1-2 16,2 1-16,-2-12 0,-2 20 0,2 1 0,0-1 16,-2-10-16,2 1 0,0 1 0,0-12 15,4 13-15,-2-1 0,0 1 0,3-5 0,-4-2 16,0 2-16,0-6 15,0 1-15,0-1 0</inkml:trace>
  <inkml:trace contextRef="#ctx0" brushRef="#br0" timeOffset="316.897">5582 2636 0,'0'0'0,"0"0"16,0 0-16,0 0 0,41-33 0,0 3 15,4 9 1,3 3-16,-3 3 16,-45 15-1,0 0-15,0 0 0,18-6 16,0 1-16,-2 1 16,2-2-16,-1 2 0,1-1 15,0 1-15,0 1 0,0-2 16,-3 2-16,-1 0 15,-1 0-15,-13 3 0,11 0 0,-1-3 16,0 1-16,-4 4 0,1-2 16,0 1-16,-6 1 0,0 1 15,0 0-15,-4 0 0,0 2 16,0-1-16</inkml:trace>
  <inkml:trace contextRef="#ctx0" brushRef="#br0" timeOffset="591.512">5678 2934 0,'0'0'0,"0"0"0,0 0 0,0 0 0,0 0 15,0 0-15,0 0 16,43-16-16,-1 7 31,-42 9-31,0 0 0,0 0 0,0 0 0,15-4 16,-15 4-16,13-3 0,1 1 15,-3-1-15,-1 0 16,2 0-16,-4 2 16,-1-1-16,0 2 0,1-1 15,1 1-15,0-1 0,-1 0 16,-1-1-16,2 1 0,-4 2 0,0-1 16,1 0-16,-3 0 0,-1 0 15,1 0-15</inkml:trace>
  <inkml:trace contextRef="#ctx0" brushRef="#br0" timeOffset="838.025">6159 3008 0,'0'0'0,"0"0"0,0 0 0,0 0 15,10 41-15,-1-8 16,-7-7-1,1-5-15,-3-21 0,0 0 0,0 0 16,-3 7-16,3 0 16,0-2-16,-1 1 0,-1-2 15,1 1-15,1-5 0,-2 3 16,-1-2-16,2 2 0,-1-4 16,1 1-16,-1 0 0</inkml:trace>
  <inkml:trace contextRef="#ctx0" brushRef="#br0" timeOffset="953.245">6102 2886 0,'0'0'0,"0"0"0,0 0 0,0 0 16,0 0-16</inkml:trace>
  <inkml:trace contextRef="#ctx0" brushRef="#br0" timeOffset="1495.641">6319 2972 0,'0'0'0,"0"0"0,0 0 15,0 0-15,45-11 16,-1 11 0,-8 13-16,-12 6 15,-24-19-15,0 0 0,0 0 16,5 11-16,-1-3 16,-1 3-16,0-2 15,0 0-15,-1 0 0,-1 2 16,0-1-16,0 1 15,-1-11-15,-2 10 0,1-1 16,-1 1-16,-4-1 16,3 0-1,0 0-15,0 0 16,-1-1-16,1-2 0,3-6 0,-6 6 0,1 0 16,1 0-16,-1-2 15,1-1-15,-2 1 0,3-2 0,0 0 16,1-1-16,0-1 0,1 0 0,1 0 0,-3-3 0,3 1 15,0 0-15,1-7 0,-1 3 0,0-3 0,2-3 0,-1 0 16,1-1-16,4-3 0,0 3 0,-1-2 16,-5 15-16,6-15 0,0 1 0,1-1 0,-1 2 15,0 0-15,0 1 0,-1 0 0,-1 1 0,2-1 0,-2 4 16,2 1-16,-1 0 0,0-1 0,-1 2 0,-1-1 16,-3 7-16,5-5 0,-3-1 15,0 0-15,1 0 0,-3 1 0,2 0 16,1-2-16,-1 1 0,1 0 0</inkml:trace>
  <inkml:trace contextRef="#ctx0" brushRef="#br0" timeOffset="1862.888">6872 2876 0,'0'0'0,"0"0"0,0 0 15,0 0-15,0 0 16,-61 18-16,11-3 31,19 2-31,31-17 0,0 0 0,0 0 16,0 0-1,-7 6-15,2-1 0,0 0 0,2 1 0,1 0 16,-1-2-16,4 3 0,0-2 0,0 0 0,-1-5 16,7 9-16,-1-2 0,-1 1 0,4-1 0,0 0 0,-1 0 0,-2-2 15,1 0-15,-1-2 0,4 6 0,0-1 0,-1 2 0,2 1 16,-2-2-16,1 0 0,-10-9 0,8 10 0,-1-2 0,0 1 0,-4 0 16,0 0-16,0 0 0,-4-1 0,0 0 15,0 0-15,1-8 0,-1 7 0,-1 0 16,0 0-16,-5-1 0,2-1 15,-2 1-15,-3-2 0,2 0 0,-1 0 16,-1-3-16,0 2 16,0-1-16,0-4 0,0-1 0,1 2 15,2-3-15,0 0 0,1-1 0,2-4 16,2 0-16,0 1 0,3-6 0,-1 1 16,0 0-16,1 3 15,-1 1-15,0-2 0</inkml:trace>
  <inkml:trace contextRef="#ctx0" brushRef="#br0" timeOffset="2172.207">7118 2663 0,'0'0'0,"0"0"0,0 0 0,0 0 16,0 0-16,38 39 16,-15 1-1,-11 15-15,-12-55 0,0 0 16,0 0-16,3 19 0,-1 2 16,0-1-16,-2-20 0,-3 23 15,2-1-15,1 0 0,1 5 16,-1-3-16,0 2 15,4-1-15,-3-1 0,1 1 16,-2-25-16,2 21 16,0-2-16,1 0 15,-1-3-15,-1 1 16,1-1-16,-4-2 0,0 2 16,1 0-16,1-16 0,-3 10 0,0 2 15,2-2-15,-3-5 0,1 1 0,1-1 16,-3-7-16,3 1 0,-2-1 15,1-1-15,0 0 16,0 0-16</inkml:trace>
  <inkml:trace contextRef="#ctx0" brushRef="#br0" timeOffset="2291.263">7049 3061 0,'0'0'0,"0"0"15,0 0-15,0 0 0,0 0 0,59-35 0,8 5 63,3 11-63,-70 19 0,0 0 0,0 0 0,0 0 0,0 0 0,24-5 0,-2 0 15,-22 5-15,20-6 0,-20 6 0,0 0 0,23-4 0,-1-2 0,-22 6 0,23-5 0,-4 1 0,-19 4 0,17-3 0,0 1 0,-17 2 0,9-1 0,0 0 0,-9 1 0,10-1 0</inkml:trace>
  <inkml:trace contextRef="#ctx0" brushRef="#br0" timeOffset="2924.745">8139 2779 0,'0'0'0,"0"0"0,0 0 0,0 0 16,0 0-16,-21 36 15,0-5-15,-2 5 16,23-36-16,0 0 15,0 0-15,-8 15 0,1-3 0,0 3 16,7-15-16,-6 18 16,0-2-16,0 1 0,0 2 0,1 1 15,0-1-15,5-19 16,-5 21-16,1-2 0,-1 0 0,8 0 16,-2 0-16,1 0 0,-2-19 15,9 14-15,0 0 0,0 0 16,4-5-16,1 1 0,1 1 15,-15-11-15,15 3 0,2 0 16,-1 2-16,-1-4 16,0-1-16,0 0 0,-15 0 15,14-4-15,0-1 0,0 0 0,1-9 16,0 1-16,-2 0 0,-13 13 16,15-22-16,-1 1 0,0-1 15,-1-2-15,-3 0 0,1 1 0,-2 0 16,-3 1-16,2-1 0,-8 23 0,1-20 0,-1-1 15,0 1-15,-4 3 16,-1 1-16,2-1 16,3 17-16,-10-15 0,1 0 15,1 0-15,-5 2 0,2-1 16,-3 2-16,-2 3 0,-1 1 0,1 0 16,16 8-16,-21-5 0,3 4 15,-2-3-15,-2 6 0,1-2 0,-1 0 16,2 2-16,0-1 0,1 2 15,19-3-15,-16 5 16,0-1-16,0 0 16,7-1-16,1-1 0,-1 1 15</inkml:trace>
  <inkml:trace contextRef="#ctx0" brushRef="#br0" timeOffset="3210.516">8412 3056 0,'0'0'0,"0"0"0,0 0 16,32-23-16,5 11 0,-11 8 0,-1 15 0,2 6 15,-27-17-15,0 0 0,0 0 0,0 0 0,9 10 0,-4-2 16,1 0-16,1 3 0,-3-1 0,1 0 15,-5-10-15,1 13 0,-1-1 0,0 1 16,0-2-16,0 0 0,0 0 0,0-11 16,-2 10-16,0 1 0,2-1 15,-3-3-15,1 0 0,1 0 16,1-7-16,-6 4 0,2 0 0,0 0 0,1-2 0,0 1 0,0-3 16,3 0-16,-2 2 0,0-2 0,0 0 0,4-5 15,-2 2-15,0 0 0,0 3 0,2-10 0,-1-1 0,-1 1 16,4-7-16,0-1 0,0 1 15,-4 17-15,6-18 0,0 1 0,0 0 0,2 2 16,-1 0-16,0-1 0,-1 6 0,-1 2 16,-1 0-16,7-7 0,-5 3 0,3-2 0,-3 1 15,1-1-15,0 2 0,-7 12 0,8-13 0,-1 1 16,0 0-16,-2 3 0,-1 2 0,2-1 0</inkml:trace>
  <inkml:trace contextRef="#ctx0" brushRef="#br0" timeOffset="3857.178">8928 2678 0,'0'0'0,"0"0"0,0 0 0,12 45 15,0 6 1,-6 5-16,-2 2 16,1-1-16,-5-57 15,0 0-15,0 0 0,-1 21 0,0-1 16,0 0-1,1 0-15,-1 1 16,0-2-16,1-19 16,-2 18-16,1-1 0,0 1 15,0-1 1,1-2-16,0 1 16,0-16-1,-2 12-15,1-1 0,-1 1 16,4-5-16,-2 1 0,0 0 15,1-4-15,-1 0 16,1 0-16,-1-4 0,0 1 0,0 0 16,0 0-16,-1-5 0,-2 2 0,2 0 15,1 2-15,-5-9 0,2-1 16,0 1-16,-2-3 0,1 1 0,-2 0 16,6 11-16,-6-10 0,2 1 15,-1-1-15,-1 6 0,1-1 0,0 1 16,0 1-16,0 2 0,0-1 15,5 2-15,-5-3 0,0 2 0,1-1 16,-3 5-16,2-2 0,1 1 0,4-2 16,-6 5-16,0-1 15,1 1-15,-3 2 16,2 1-16,-1-1 0,1 2 16,0-1-16,1 0 0,5-8 0,-4 8 15,1 0-15,0 0 0,-2 1 16,2-1-1,0 1-15,3-9 0,-1 9 0,1-1 16,0-1-16,5-1 16,-1 0-16,-1-1 0,-3-5 15,10 3-15,-1-1 0,0 0 0,4-3 16,-1-1-16,1 1 16,2-4-16,-4 2 0,2 0 15</inkml:trace>
  <inkml:trace contextRef="#ctx0" brushRef="#br0" timeOffset="4165.259">9186 3164 0,'0'0'0,"0"0"0,0 0 0,0 0 0,0 0 0,0 0 0,0 0 16,0 0-16,0 0 0,0 0 0,0 0 0,0 0 0,0 0 0,0 0 0,12-13 16,-1 0-16,-1 0 0,-1 2 0,-2 1 0,0 0 93,-7 10-93,3-7 0,-3 7 0,1-7 0,1 0 0,-2 7 0,-2-4 0,0-1 0,2 5 0,-1-4 0,-5 0 16,3 0-16,-2 1 0,5 3 0,-7-4 0,0 1 0,0 0 0,-2 5 0,2-2 0,-2 1 0,0 4 0,0 0 0,0-1 0,9-4 0,-9 8 0,0-3 0,0 3 0,0 1 0,-1 1 16,1 0-16,9-10 0,-5 11 0,0 1 0,1-1 0,-1 3 0,2-2 0,0 1 0,3-13 0,1 12 0,-1 2 0,0-2 0,6 0 0,-2-2 0,2 1 0,3-6 0,0 1 0,1-1 15,-10-5-15,13 1 0,0 1 0,-1-2 0,0-3 0,-1-2 0,1 2 0,1-4 0,-1 2 0,0-2 0,-12 7 0</inkml:trace>
  <inkml:trace contextRef="#ctx0" brushRef="#br0" timeOffset="4286.959">9346 3068 0,'0'0'0,"0"0"0,0 0 0,0 0 16,0 0-16,0 0 0,41-9 0,1 11 16,-42-2-16,0 0 0,0 0 0,0 0 15,0 0-15,13 5 0,0 0 16,0-1-16,-2 5 0,0-2 0,0 0 15,-6 5-15,0-1 0,0-1 0,-5-10 16,2 15-16,-1-3 0,-1 1 16,1-4-16,-1 1 0,0-1 0,-4 2 15,1-2-15,-1 2 0,4-11 0,-6 8 0,2-1 0,0 1 16,-1-4-16,1 0 0,0 1 0,4-5 0,-5 1 0,1 1 0,0 1 0,1-3 0,0 0 0,-1 0 16,1-3-16,1 0 0,0 0 0,2 3 0,-3-8 0,1 1 0,-1 1 0,2 0 0,-1 0 0,1 0 0,3-9 0,-1 0 15,0-1-15,4-2 0,-1 1 0,1-1 0,1 4 16,-1 1-16,0-1 0,-5 14 0,6-13 15,1 2-15,-1 0 0,3 2 0,-1 0 0,0 1 0,2-2 16,-1 3-16,-1 0 0,-8 7 0,7-8 0,-1 1 0,0 0 16,-3-1-16,0-1 0,-1 0 15</inkml:trace>
  <inkml:trace contextRef="#ctx0" brushRef="#br0" timeOffset="5078.972">10255 2715 0,'0'0'16,"0"0"-16,0 0 0,0 0 0,0 0 15,0 0-15,7 66 16,-9 17 0,2-83-16,0 0 15,0 0-15,0 0 0,-5 33 0,2-2 0,0 2 16,3-33-16,-5 27 0,2-1 15,0 1-15,3-27 0,-2 27 0,1-3 0,-1 2 0,5-1 16,0-4-16,-1 3 0,-2-24 16,1 11-16,1 0 0,-1 0 15,-1-11-15,2 4 0,-1 0 0,-1 0 0,0-4 0,-6 3 16,3 0-16,-1 0 0,1-1 0,0-1 0,0 2 0,3-3 16</inkml:trace>
  <inkml:trace contextRef="#ctx0" brushRef="#br0" timeOffset="5650.304">10035 2909 0,'0'0'0,"0"0"0,0 0 16,17-57-16,5 6 47,8 14-47,3 13 0,-33 24 0,42-14 0,-42 14 15,0 0-15,0 0 0,15-3 0,1 0 16,0 0-16,0 7 15,2-2-15,-1 0 0,-17-2 16,20 5-16,0 0 0,-2 0 16,0 5-16,-2 0 15,1-1-15,-3 7 0,0-3 0,0 2 16,-14-15-16,12 18 0,-1-1 16,1 1-16,-7 3 0,0-1 15,1 0-15,-7 3 16,1-1-16,0-1 0,0-21 0,-9 21 15,2 0-15,0 0 16,-6-3-16,1 0 0,1 0 16,-7-3-16,1 1 15,1 0-15,16-16 16,-19 10-16,0 2 0,0-1 16,-1-4-1,2 1-15,-1 1 16,19-9-16,-17 5 15,1 0-15,0 1 16,-1-3-16,-1-1 16,1 0-16,17-2 15,-17-1-15,0-2 0,1 2 16,1-4-16,1-1 0,-1 1 0,6-4 16,0-1-16,0 1 15,9 9-15,-1-12 16,0 0-16,0 0 0,7-1 15,0-1-15,-1 2 16,-5 12-16</inkml:trace>
  <inkml:trace contextRef="#ctx0" brushRef="#br0" timeOffset="6163.242">10659 3112 0,'0'0'0,"0"0"0,0 0 0,48-4 0,-9-6 157,-10-8-157,-4-6 0,-25 24 0,18-23 0,-18 23 0,0 0 0,0 0 0,0 0 0,0 0 0,0 0 0,4-7 0,-4 7 0,4-5 0,-1-2 15,-3 7-15,1-3 0,1-1 0,-2 4 0,1-3 0,-3-2 0,2 5 0,-2-5 0,0 4 0,2 1 0,0 0 0,-7-3 0,7 3 0,-5-1 0,-1 0 0,6 1 0,-9 2 16,1-1-16,8-1 0,-7 2 0,7-2 0,-12 3 0,3 3 0,0-1 0,-3 1 0,1 2 0,-1 0 0,-1 1 0,1 0 15,0 0-15,12-9 0,-9 9 0,0-1 0,-1-1 0,5 1 0,-1 2 0,0-2 0,6-8 0,-1 9 16,-1 1-16,1-1 0,5 0 0,0-2 0,-1 1 0,-3-8 0,8 6 0,1 1 0,0-1 0,1-4 0,1 0 0,0 0 0,8-4 16,-2 0-16,0 2 0,-17 0 0,21-6 0,-1 2 0,1-1 0,-1-4 0,-1 1 0,1-1 0,-8 2 0,0 1 0,-1 0 15</inkml:trace>
  <inkml:trace contextRef="#ctx0" brushRef="#br0" timeOffset="6539.176">11220 2899 0,'0'0'0,"0"0"0,30-35 0,3 2 16,-10-1-16,-5 5 15,-18 29-15,11-38 0,-11 4 0,0 34 0,0 0 0,0 0 0,0 0 0,0 0 0,-4-12 16,4 12-16,-2-9 0,0-1 0,2 10 0,0 0 0,-5-8 0,-1-1 15,1 1-15,-3 4 0,0 1 16,1 0 0,-6 0-16,2 3 0,-1-1 15,12 1-15,-14 2 0,2 2 16,0-2-16,0 2 0,1 1 0,1-1 16,-2 4-16,2-1 15,-1 1-15,11-8 0,-9 10 0,2 0 16,-1-1-1,3 3-15,1-2 0,-1 0 0,2 6 16,2-2-16,-1 0 0,2-14 16,0 20-16,0-2 15,0 0-15,2 4 16,-1-1-16,0 0 0,3 2 0,-1 0 16,0-1-16,-3-22 15,3 22-15,1 1 16,-1 0-1,2-2-15,-2 0 16,0-1-16,-3-20 16,1 19-16,1 0 0,-1-1 0,1 0 15,-2-2-15,0 1 0,-3-2 0,2 0 0,-1 0 16,2-15-16,-3 11 0,1-1 0,0-1 0,-3-3 16,0 0-16,1-2 0,1-1 0,0 1 0,0-2 0</inkml:trace>
  <inkml:trace contextRef="#ctx0" brushRef="#br0" timeOffset="6595.209">11055 3117 0,'0'0'0,"0"0"0,0 0 0,51-27 0,6 3 16,-7 0-16,-9 2 0,-41 22 0,36-27 15,-36 27-15,0 0 0,0 0 0,8-5 0,-8 5 0,6-6 0,0 1 0,-6 5 0,3-3 0,0 0 0,-3 3 0,3-2 0,0-1 0,-3 2 0,1 1 0,9-2 0,-3 2 0,1 0 0,-8 0 0,9 2 16,-1-1-16,0 2 0,-2 0 0,-1-1 0,-1 1 0,-1 4 0,0 2 0,0-3 0,-3-6 0,1 11 0,0 0 0,0 0 16,1 4-16,-1-1 0,-1 0 15,0-14-15,-1 15 0,1-1 16,0-1-16,-4 1 0,3 1 16,-1-2-16,2-13 15,-1 14-15,0-2 0,0 0 16,-1 2-16,0-1 0,-1-1 0,3-12 15,-3 8-15,1-2 0,-1 0 0,0-6 0,1 0 16,0 0-16</inkml:trace>
  <inkml:trace contextRef="#ctx0" brushRef="#br0" timeOffset="6612.756">11418 2870 0,'0'0'0,"0"0"0,0 0 16</inkml:trace>
  <inkml:trace contextRef="#ctx0" brushRef="#br0" timeOffset="6992.114">11534 3181 0,'0'0'0,"0"0"0,0 0 0,0 0 0,0 0 15,0 0 1,0 0 0,0 0-16,0 0 0,0 0 0,0 0 15,0 0-15,0 0 0,0 0 0,0 0 0,0 0 16,0 0-16,0 0 0,12-20 0,-2 2 0,0-3 0,-10 21 16,13-16 62,-1-2-78,-1 1 0,2 5 0,-3 0 0,2 1 0,-12 11 0,9-7 15,1 1-15,-1-2 0,-1 4 0,1 1 0,-2-1 0,1 4 0,0 0 0,-1 0 0,1 3 0,-1 1 0,0-1 0,-7-3 0,5 6 0,0 0 16,0-1-16,1 3 0,-1 0 0,-1 0 0,-1 3 0,0 0 0,1 0 0,-4-11 0,4 13 0,-1-4 0,0 3 0,0-3 16,0 0-16,-1-1 0,-2-8 0,1 10 0,-1 1 0,2-1 15,-5-1-15,1 0 0,1 0 0,-3-4 0,2 0 0,0 0 16,-1-3-16,2-1 0,-1 1 0</inkml:trace>
  <inkml:trace contextRef="#ctx0" brushRef="#br0" timeOffset="7437.547">12010 3060 0,'0'0'0,"0"0"0,3 43 16,2-3 0,-4-2-16,4-13 15,-8-5 1,-4-10-16,7-10 15,0 0-15,0 0 0,-2-1 16,-1-1-16,1 1 0,0-7 16,0 1-16,-1-1 15</inkml:trace>
  <inkml:trace contextRef="#ctx0" brushRef="#br0" timeOffset="7525.726">11988 2844 0,'0'0'0,"0"0"0,0 0 15,0 0-15</inkml:trace>
  <inkml:trace contextRef="#ctx0" brushRef="#br0" timeOffset="7785.53">12222 2727 0,'0'0'15,"0"0"-15,0 0 0,15 65 16,-9 6 0,4-10-16,-4-10 15,-1 2-15,-5-53 0,0 0 16,0 0-16,-2 16 0,2 0 0,0 1 0,0-17 16,1 15-16,0 1 15,-1 1-15,0-3 0,0-1 16,0 1-16,-1-1 0,0-1 0,0 2 15,1-14-15,-3 10 16,-1 0-16,1 1 0,0-8 16,1 2-16,-1-1 0</inkml:trace>
  <inkml:trace contextRef="#ctx0" brushRef="#br0" timeOffset="7889.026">12261 3094 0,'0'0'0,"0"0"0,49-23 0,7-1 15,-6 3-15</inkml:trace>
  <inkml:trace contextRef="#ctx0" brushRef="#br0" timeOffset="8384.746">12528 3088 0,'0'0'0,"0"0"15,0 0-15,0 0 0,0 0 16,0 0-16,0 0 16,43-17-16,-43 17 15,0 0-15,0 0 0,12-8 0,-1 0 0,0 0 32,-4 3-32,-1-1 0,-6 6 0,6-4 0,-6 4 0,3-4 15,0-1-15,-1 1 0,-5-1 16,1 2-16,0-1 0,-2 2 0,1 1 15,0 1-15,-6 0 0,0 0 0,0 0 16,9 0-16,-11 4 0,1-1 16,-2 1-16,-2 4 0,1-3 15,0 1-15,2 1 0,0 1 16,0-2-16,11-6 16,-9 9-16,1 0 0,-1 0 15,3-1-15,2 1 0,-1 0 16,5-9-16,-4 11 0,2-2 15,-1 1-15,6-1 0,-2-1 0,1 1 16,5 0-16,-1-1 0,0 1 16,-6-9-16,14 7 0,-3 1 0,1 1 15,5-5-15,-1 2 0,0-1 16,-16-5-16,23 0 0,-1 0 16,-1 1-16,4-5 15,0 2-15,0-1 16,1-7-16,-1 1 0,1 1 0,-1-6 15,0 1-15,-1 0 0</inkml:trace>
  <inkml:trace contextRef="#ctx0" brushRef="#br0" timeOffset="8676.997">13460 2678 0,'0'0'0,"0"0"0,0 0 0,0 0 15,0 0-15,-59 33 16,1 15 0,2 11-16,56-59 15,0 0-15,0 0 0,-16 20 0,0 0 0,0 1 16,16-21-16,-15 21 15,0-3-15,0 2 16,4 3-16,-1 0 0,1-1 16,4 1-16,1-2 15,0 0-15,6-21 0,0 21 16,0 0-16,0 0 16,7-3-16,0 1 15,0 0-15,-7-19 0,15 15 16,1-1-16,0 1 15,5-7-15,1 1 0,0 0 16,-22-9-16,26 3 0,0 0 0,-1 0 16,4-6-16,-1-2 0,1 2 0,-11-1 15,0 1-15,1 0 0</inkml:trace>
  <inkml:trace contextRef="#ctx0" brushRef="#br0" timeOffset="8905.011">13761 2678 0,'0'0'0,"0"0"0,0 0 15,0 0-15,3 49 0,0 10 32,-1-2-32,-1 6 0,-1-63 15,0 0-15,0 0 0,2 24 16,-1-1-16,1-1 0,-2-22 0,-2 21 16,1 0-16,-1 0 0,-1 1 15,0 0-15,0-1 0,3-21 0,-1 22 16,1-1-16,0 0 0,-3-3 0,1-1 0,1-1 15,-2-4-15,1-3 16,-1 2-16,3-11 0,0 4 0,-1 1 16,0-1-16,1-4 0</inkml:trace>
  <inkml:trace contextRef="#ctx0" brushRef="#br0" timeOffset="9342.849">14051 2980 0,'0'0'0,"0"0"0,0 0 0,0 0 0,-22 52 15,-2 5 1,2-3-16,-2-9 16,24-45-16,0 0 0,0 0 0,0 0 0,-6 12 0,0-1 15,0 1-15,3-4 0,0 0 16,1 1-16,4-1 0,-1-1 0,0 0 0,-1-7 15,4 4-15,-1 0 0,-1-1 0,2-3 0,-1 2 0,0-2 0,-3 0 0,8-4 16,-1 0-16,-1 1 0,1-8 0,1 1 0,0-2 16,0-3-16,1 0 0,-1-2 0,-8 17 0,9-18 15,0 1-15,-1-2 0,0 3 0,0 0 0,-1-1 16,-3 7-16,0-1 0,0 1 0,-4 10 0,3-6 0,-1 1 16,-1-1-16,1 3 0,-2-1 0,1 1 15,1 2-15,-2 1 0,0-1 0,0 1 0,-2 1 0,1 1 16,1 0-16,0 5 0,0 1 0,0-2 15,-1 5-15,-1 0 0,1-1 0,1-10 16,1 14-16,-1-1 0,0 0 0,-1 3 16,1-3-16,0 1 0,0-14 0,-3 15 0,1-1 0,1 1 0,2-3 15,-1 1-15,1-1 0,-1-12 16,2 12-16,-1-3 0,1 2 16,0-5-16,-1-1 0,-1 1 0,3-6 0,-1 2 0,-1-2 15,-1 0-15,5-4 0,-1-1 0,-1 0 0</inkml:trace>
  <inkml:trace contextRef="#ctx0" brushRef="#br0" timeOffset="9726.255">14258 3013 0,'0'0'0,"0"0"16,-1 43-16,-1 9 16,0-5-1,0-12-15,10-2 16,3-11-16,-11-22 15,0 0-15,0 0 0,3 5 0,0-1 0,0 0 16,0-1-16,-2-1 0,1 0 0,1-4 16,0 0-16,-1 0 0,-2 2 0,4-6 0,0-1 0,-1 1 15,3-5-15,0 0 0,-1-1 0,-5 12 16,8-18-16,0 3 0,0-3 0,1-1 16,0 0-16,-1 0 0,3 3 15,-2-1-15,0 1 0,-9 16 0,6-13 0,-3 2 0,1-2 16,-2 7-16,-1-1 0,1 1 15,-1 1-15,-1 2 0,0 2 0,0 1 0,1 0 0,-1 0 0,0 0 0,2 5 0,-1-1 0,0 2 0,-1-6 0,-2 11 16,1-2-16,1 1 0,-5 2 0,1 2 0,1-1 0,1 1 16,2-2-16,0 1 0,0-13 0,1 14 0,-1 0 0,0-1 15,2-1-15,-1 1 0,0-3 0,-1-10 16,3 11-16,0-3 0,0 1 0,-1-3 0,0-2 0,1 1 16,0-5-16,0-1 0,0 1 0,-3 0 0,6-6 15,-1 2-15,0-1 0</inkml:trace>
  <inkml:trace contextRef="#ctx0" brushRef="#br0" timeOffset="10085.224">14679 2975 0,'0'0'16,"0"0"-16,0 0 0,0 0 0,0 0 16,0 0-16,0 0 15,-47 14-15,47-14 16,0 0-16,0 0 0,0 0 0,-12 7 0,1-2 15,0 0-15,5 2 0,0-1 0,6-6 0,-6 7 16,3 5-16,3 0 0,-1 1 16,1-13-16,1 12 0,0 1 15,0 0-15,2 1 0,-1-2 16,0 1-16,1 1 0,-2-1 0,0-1 16,-1-12-16,1 9 0,0 0 0,0 1 15,-3-2-15,2 1 0,-1-1 0,1-8 0,-3 7 16,1 0-16,1 0 0,-5-3 0,1 0 15,1 1-15,-4-2 0,2 0 16,0-1-16,6-2 0,-10-2 0,2 2 16,1-3-16,-1-3 0,2 1 15,-1 0-15,7 5 0,-3-13 16,1 2 0,1 0-16</inkml:trace>
  <inkml:trace contextRef="#ctx0" brushRef="#br0" timeOffset="10491.416">14795 3164 0,'0'0'15,"0"0"-15,0 0 0,50-26 16,-9-2 0,-19 11-16,-8-13 15,-2 3-15,-12 27 16,0 0-16,0 0 0,0 0 0,3-7 0,-1 1 16,0-3-16,-3 6 0,0 0 0,0-1 15,-5 1-15,1 0 0,0-1 0,5 4 16,-9 2-16,0-2 0,1 2 0,-5 2 0,3 0 15,-1 0-15,11-4 0,-13 5 16,-1 3-16,2-3 0,0 3 16,3-2-16,-2 2 0,3-2 0,0 2 15,0-1-15,8-7 0,-6 8 0,0-2 16,-1 1-16,4-1 0,0-1 16,0 0-16,3-5 0,-2 7 0,2 0 15,0-1-15,3 2 16,-1-1-16,-1 0 15,8-1-15,-1-1 0,1 1 0,6-2 16,-1 1-16,-1-2 16,-13-3-16,21 2 0,-3 0 0,1 0 15,2-1-15,-2-1 16,0 0-16,-19 0 0,18-1 0,0 1 16,0-2-16,-1-2 15,-1 1-15,-1 0 16</inkml:trace>
  <inkml:trace contextRef="#ctx0" brushRef="#br0" timeOffset="11488.245">15474 2702 0,'0'0'0,"-21"40"0,9-14 16,-36 70-1,-3 17-15,16-24 16,18-48-16,17-41 0,0 0 0,0 0 16,0 0-16,2 20 0,-1-1 0,0-1 15,-1-18-15,7 28 0,1-2 16,-2 1-16,-6-27 0,8 25 15,0 1-15,0-1 0,3 1 0,0-1 16,0-1-16,-11-24 16,15 25-16,-2-2 0,0 1 0,-13-24 0,17 21 0,0 0 15,-2-1-15,8-8 0,-1-1 16,-1 0-16,-21-11 0,29 2 0,-1 0 0,0-1 16,-28-1-16,29-6 0,0 0 0,0 0 15,-3-7-15,1 2 0,-1-1 0,-4-4 16,-1 0-16,1 0 0</inkml:trace>
  <inkml:trace contextRef="#ctx0" brushRef="#br0" timeOffset="11834.79">15924 2781 0,'0'0'0,"0"0"0,0 0 0,0 0 0,0 0 15,4 44 1,4 7-16,-7 7 16,-1-58-16,0 0 0,0 0 0,3 22 0,-1-1 15,1 1-15,-3-22 0,1 24 16,-1 2-16,0-2 0,2-1 16,-2 0-16,0 1 0,0-24 15,3 24-15,-1-1 0,-1 0 16,5 0-16,-3 0 0,1 1 15,-1-3-15,-1-2 0,-1 2 16,-1-21-16,5 15 0,-2 0 0,0 2 16,0-9-16,0 1 0,0 0 15,3-6-15,-3 0 0,1 1 0,-1-4 16,0 0-16,0 1 0</inkml:trace>
  <inkml:trace contextRef="#ctx0" brushRef="#br0" timeOffset="12077.15">16143 2797 0,'0'0'0,"0"0"0,0 0 0,0 0 15,16 49-15,-2 14 16,2-5 0,-2-2-1,-14-56-15,0 0 0,0 0 0,6 18 16,-2 1-16,1 1 15,-2 1-15,-1-1 0,0 0 16,-2-20-16,-1 20 0,1-1 16,0 1-16,-4-2 0,2-1 15,-1 1-15,-2-2 0,-1-1 16,1 0-16,-2-7 0,0 0 0,0 0 16</inkml:trace>
  <inkml:trace contextRef="#ctx0" brushRef="#br0" timeOffset="12193.527">15946 3207 0,'0'0'0,"0"0"0,0 0 16,46-24-16,18-1 15,10 3-15</inkml:trace>
  <inkml:trace contextRef="#ctx0" brushRef="#br0" timeOffset="12634.893">16342 3069 0,'0'0'0,"0"0"16,6 45-16,-2-1 31,5-7-31,2-13 0,-5-8 15,-6-16-15,0 0 0,0 0 16,4 3-16,-1-1 0,0 0 0,4-2 16,-1 0-16,-1 2 0,-5-2 15,9-2-15,-2 2 16,-1-2-16,2-5 0,-1 1 0,-1 2 0,-6 4 16,5-10-16,0 0 15,1 1-15,-4-4 0,1-1 0,-1 2 16,-2 12-16,0-14 15,0 0-15,0 0 0,-3 2 16,1-1-16,1 2 0,1 11 0,-4-11 16,0 1-16,0 1 0,-1 1 15,1 0-15,-1 0 0,-2 2 16,2 0-16,-1 0 0,-4 3 16,2 1-16,-1 1 0,9 1 0,-11-3 0,1 3 15,0-2-15,0 4 0,0-2 0,0 0 16,2 0-16,0 0 0,1 0 15</inkml:trace>
  <inkml:trace contextRef="#ctx0" brushRef="#br0" timeOffset="12852.229">16613 3050 0,'0'0'0,"0"0"15,37 48-15,0 4 0,-14-8 16,-17-14-16,-12-8 16,0-10-16,6-12 15,0 0-15,0 0 0,0 0 0,-3 3 0,0-1 16,0 1-16,0 0 0,0-3 0,0 3 0,3-3 0,-3 0 0,0 0 15,0 0-15,-2-3 0,0 0 0,0 0 16,0-3-16,1 0 0,-1-1 0,5 7 16,-6-9-16,1 0 0,0 0 0,2-3 0,0-1 0,0 2 0,3 11 15,-3-14-15,2-1 0,0 1 0,6 0 16,-2-2-16,0 2 0,-3 14 0,4-12 0,1-1 16,-1 2-16,4 0 0,-2 0 0,0 1 15,5 1-15,-2 0 0,1 0 0</inkml:trace>
  <inkml:trace contextRef="#ctx0" brushRef="#br0" timeOffset="13381.814">16835 3049 0,'0'0'0,"0"0"0,11 39 0,3 3 31,-3 1-31,-4-6 0,-4-12 16,-1-9-16,-2-16 15,0 0 1,0 0-16,0 0 0,1 4 0,-1-1 16,0 0-16,0-1 0,0-2 15,0 2-15,0-1 0,0-1 0,0 0 0,0-3 16,0 1-16,0-1 0,0 3 0,2-8 0,-2 0 16,0 0-16,2-8 15,-1 1-15,0 0 16,-1 15-16,3-21 15,0 2-15,0-1 0,4 0 16,-1 1-16,0 1 16,4 2-16,-2 0 15,0 0-15,-8 16 0,11-11 0,-1 0 16,0-1-16,-1 7 0,1 1 16,-1-1-16,1 5 15,0 0-15,0 0 0,2 5 16,-1-1-16,1 1 15,-12-5-15,11 10 0,1-1 0,-2 0 16,-1 4-16,-1-2 16,1 0-16,-1 2 15,-1-1-15,1-1 16,-8-11-16,7 13 0,-1 1 0,0-2 16,-1 1-16,-1 1 0,0-2 0,-4 0 15,0 0-15,0-2 0,0-10 0,-4 10 0,0-1 16,0 1-16,-2-5 0,2 0 0,-1 0 15</inkml:trace>
  <inkml:trace contextRef="#ctx0" brushRef="#br0" timeOffset="13695.653">17847 2933 0,'0'0'0,"0"0"0,0 0 0,0 0 0,0 0 15,0 0 1,0 0-16,0 0 15,0 0-15,0 0 0,0 0 16,0 0-16,0 0 0,0 0 0,-24 2 0,3-1 0,-1 1 0,22-2 16,-20 9 46,-1 0-46,1 0-16,20-9 0,-18 15 0,2-1 0,0 1 0,2 2 0,1-1 0,-1 1 0,14-17 0,-9 18 0,1 0 0,1 0 0,2 0 15,1-2-15,0 1 0,8 1 0,-3-1 0,1-1 0,-2-16 0,9 18 0,-2-3 0,1 2 16,-8-17-16,17 10 0,-3 0 0,1 1 0,6-8 0,-1 0 0,-2-1 0,-18-2 0,23-5 16,-1 0-16,-1 2 0,3-5 0,-1 0 0,0 0 15,-7 2-15,-1 2 0,-1 0 16,-6 1-16,-2 1 0,1-1 0</inkml:trace>
  <inkml:trace contextRef="#ctx0" brushRef="#br0" timeOffset="13932.297">18096 2665 0,'0'0'0,"0"0"0,0 0 16,0 0-16,0 0 15,0 0-15,-1 68 16,-1 0 0,2-68-16,0 0 0,0 0 0,0 0 0,0 0 0,2 21 0,-2 0 15,0-1-15,0-2 0,0 1 0,0-1 0,1 0 16,-1 0-16,1 0 0,-2-1 15,1-1-15,0 0 0,-2-1 16,2-1-16,0 2 0,-2-2 0,0-1 16,-1 1-16,3-14 0,-2 9 0,0 0 15,0 0-15,-1-5 0,3-1 0,-2 2 16</inkml:trace>
  <inkml:trace contextRef="#ctx0" brushRef="#br0" timeOffset="14485.582">18463 2909 0,'0'0'0,"0"0"0,0 0 16,0 0-16,0 0 15,0 0-15,-41 49 16,3 0-1,38-49-15,0 0 0,0 0 0,-12 13 0,0 0 16,0 1-16,3-1 16,0 1-16,0 0 15,9-14-15,-8 13 16,1-2-16,0 1 0,2-2 0,-1-1 16,0 2-16,3-3 0,2 1 0,-1-1 15,2-8-15,2 9 0,-1-3 0,-1 2 0,5-6 0,0 0 16,0 1-16,1-3 0,0-3 15,1 2-15,-7 1 0,8-6 0,-2 1 0,2-1 0,-1-4 16,-1 1-16,1-1 0,-7 10 0,8-15 0,-1 1 16,1-1-16,1-2 0,-1 1 0,0-2 15,-8 18-15,9-14 0,-1-1 0,1 1 16,-2 4-16,-2-1 0,1 1 0,-3 4 16,0 1-16,0 0 0,-3 5 0,3-2 15,-3-1-15,1 1 0,0 1 0,-1 0 0,0 1 0,0 0 0,1 2 0,-1 0 0,0-1 16,-1 3-16,1-3 0,0 3 0,-2 3 0,1 0 0,-1-1 15,2-6-15,-3 11 0,0 0 0,0 0 0,4 2 16,0 1-16,0-2 0,-1 3 0,0 0 16,0-3-16,0-12 0,4 14 0,-2 0 15,1 0-15,-3-2 16,0 0-16,0-1 16,0-11-16,3 5 0,-1 0 15,-1-1-15,5-8 0,-1 3 0,-1-1 16</inkml:trace>
  <inkml:trace contextRef="#ctx0" brushRef="#br0" timeOffset="15045.654">18622 2970 0,'0'0'0,"0"0"0,0 0 16,-1 49-16,-1-4 16,2-13-16,5-6 15,6-8-15,-11-18 0,0 0 16,0 0-16,0 0 0,2 3 0,0 1 0,1 0 16,-1-3-16,0 1 0,0-1 0,1-4 0,0 1 15,0 0-15,-3 2 0,5-7 16,0 1-16,0-1 0,3-4 15,-2 1-15,0 1 16,3-6-16,-2 0 0,1 1 16,-8 14-16,10-17 0,-1 1 15,0 0-15,0 4 16,-2-2-16,1 1 16,-2 4-16,0 2 0,0-1 0,-6 8 0,4-6 15,0 3-15,-1-2 0,-2 4 0,1 0 0,-1-1 0,0 4 16,-1-1-16,0 2 0,-1 0 0,1 1 0,-1 0 0,1-4 0,-2 7 0,1 0 15,0-1-15,0 4 0,1-1 0,0 0 0,2 4 0,-1-1 0,-1 0 16,0-12-16,0 12 0,-1-1 0,0 0 0,0-2 0,1 1 16,0-1-16,1-2 0,1-1 0,-1 1 15,-1-7-15,3 4 0,-1-1 0,1-1 0,0-5 0,0 1 16,1 0-16,-1-1 0,-1 0 0,1 0 0</inkml:trace>
  <inkml:trace contextRef="#ctx0" brushRef="#br0" timeOffset="15095.786">19039 2867 0,'0'0'16,"0"0"-16,0 0 0,0 0 15,0 0-15,-40 18 16,2-7 0,24 8-16,14-19 15,0 0-15,0 0 0,-2 8 16,1 1-16,-1-2 0,2-7 16,-1 9-16,0-1 0,0 1 15,5 3-15,-2 0 0,1 1 16,6-1-16,0 0 0,-1 1 15,-8-13-15,12 11 0,-2 1 0,0-1 0,-2-2 0,-1 0 0,1 1 16,-4-4-16,0-1 0,0 2 0,-4-7 0,3 6 0,0 0 0,0 1 16,-4 1-16,0-2 0,0 1 0,-2-3 0,0-1 15,0 0-15,3-3 0,-6 4 0,1-3 0,-1 1 0,2 0 16,-1-2-16,1 1 0,-1-4 0,0 0 0,0-1 0,2 1 16,0-1-16,0 1 0</inkml:trace>
  <inkml:trace contextRef="#ctx0" brushRef="#br0" timeOffset="15560.158">19183 3060 0,'0'0'0,"0"0"0,0 0 0,0 0 16,0 0-16,43-2 15,-9-6 1,-7-7 0,-27 15-16,0 0 15,0 0-15,0 0 0,0 0 0,7-5 0,-1-2 0,1 3 16,0-4-16,-1-1 0,2 1 15,-2-1-15,-1 1 16,0 0-16,-5 8 0,5-11 16,-1 4-16,-1-2 0,-2 1 0,0 0 15,0 0-15,-3 3 0,1 1 0,1-2 16,-2 3-16,1 0 0,1 0 0,0 3 0,-7-1 0,2 0 16,1 0-16,-3 1 15,0 0-15,0 0 0,-1 5 16,0-1-16,1 1 0,-2 2 15,0-1-15,0 0 0,9-6 0,-13 9 0,1-3 16,-1 3-16,3-1 16,0-1-16,1 2 0,1-1 15,0 1-15,1 0 16,7-9-16,-2 9 0,1-2 0,-1 2 0,4 0 16,-2-1-16,0-1 0,3 2 0,0 1 15,-1-2-15,-2-8 0,8 10 0,-1-2 16,0-1-16,7 1 0,-1 0 15,2-1-15,-15-7 0,20 5 0,-1 0 16,-1 1-16,6-7 16,0 1-16,-1 0 0,0-8 15,-1 3-15,-1-2 16</inkml:trace>
  <inkml:trace contextRef="#ctx0" brushRef="#br0" timeOffset="15772.531">19478 2522 0,'0'0'0,"0"0"0,0 0 0,59 13 0,0 19 15,-11 12-15,3 13 16,-4 16 0,-47-73-16,0 0 0,0 0 0,13 32 0,0-1 15,0-1-15,-5 9 16,0 0-16,-1 0 0,-7-39 16,-2 42-16,1 1 0,0 0 15,-15 0-15,2-1 16,-1 3-16,-22-6 0,0-2 15,0 1-15,-17-14 0,-1 2 16,-1-1-16</inkml:trace>
  <inkml:trace contextRef="#ctx0" brushRef="#br0" timeOffset="18038.012">5377 3594 0,'0'0'0,"0"0"0,0 0 0,0 0 15,0 0-15,57-5 0,-22 3 16,19 6-1,-54-4-15,0 0 0,0 0 0,10 2 0,1-1 16,-2 1-16,-9-2 0,21 2 0,-1-1 0,0 2 16,-20-3-16,23 3 0,1 0 0,-2 0 0,6 0 15,-2 1-15,0-2 0,-26-2 0,30 3 0,-1 0 16,-1 0-16,4 0 0,-2 0 0,0 0 0,-30-3 0,34 2 16,-2 0-16,0 0 0,6-3 0,-3 1 15,0 0-15,6-2 0,-2 1 0,0-1 0,-39 2 0,39-3 16,0 1-16,-1 1 0,2-3 0,1 2 15,-2-1-15,13-1 0,-2 2 0,1-2 0,-51 4 0,51-1 16,1 0-16,0 0 0,-5-1 0,0 1 0,-1-1 16,-1 1-16,0-1 0,-1 2 0,-44 0 0,53-2 0,-1 1 15,0 1-15,10-1 0,0-1 0,0 2 16,3-2-16,-1 2 0,1 0 0,-65 0 0,73-1 0,-2 0 0,0 1 16,5-1-16,-1 1 0,-1 0 0,-3 0 15,-2 0-15,0 0 0,-69 0 0,64-1 0,-2 1 0,1 0 16,2 1-16,-1-1 0,-1 0 0,-1 2 0,-1-1 15,-1-1-15,-60 0 0,57 3 0,0-1 16,1-1-16,-3 1 0,-1 1 0,-1-1 0,4 0 0,0 0 16,-1 0-16,-56-2 0,55 0 0,-2 1 0,1-1 15,0 2-15,-3-2 0,1 0 0,6-2 0,-2 2 16,0 0-16,-56 0 0,63-1 0,0 1 0,0 0 0,6 0 16,-3 0-16,2 0 0,-1 0 0,-1 0 0,1 0 15,-67 0-15,60 0 0,-1 1 0,0 2 0,-4-1 16,-1 0-16,2 0 0,-1 3 0,0-1 0,-1-1 0,-54-3 15,56 5-15,1-1 0,-2-1 0,7 3 0,0 0 16,-1-1-16,2 2 0,0-2 0,-1 1 16,-62-6-16,61 6 0,1 1 0,-1-1 0,-2 1 0,-2 0 15,1 0-15,-1 1 16,0-2-16,-1 1 0,-56-7 16,63 7-16,0 1 0,-1-1 0,8 1 15,-1 1-15,0-1 0,9 1 0,-1 0 16,0-1-16,-77-8 0,81 9 0,-1 0 0,0 0 0,0 0 0,1-1 15,-2 0-15,1 1 0,-2-1 0,1 0 0,-11-2 0,1-1 0,-1 0 16,-11-2-16,-1 1 0,1 0 0,-57-4 0,46 3 0,-2-3 0,0 3 0,-3-2 0,0 1 0,0-2 16,-41 0-16,42 3 0,-1-2 0,0 1 0,3-2 15,0 2-15,-1-1 0,2-1 0,-2 2 16,1-2-16,-44 0 0,42 0 0,0 0 0,0 0 0,1 0 16,1 0-16,-1 0 0,-43 0 0,44 0 15,-2 0-15,2 0 0,-2 0 0,0 0 0,0 0 16,-42 0-16,51 1 0,-1-1 0,0 0 0,4 1 15,-2-1-15,1 0 0,-53 0 0,51 1 0,1 0 0,-1-1 16,2 2-16,-1-1 0,1-1 16,-2 3-16,-1-2 0,-1 0 0,-49-1 0,52 2 0,0 0 0,-1-1 15,3 2-15,-1-2 0,0 1 16,-53-2-16,54 2 0,0-1 0,0 1 16,-54-2-16,55 3 0,-1-3 0,-1 2 15,4-1-15,1 1 0,-1 1 0,-57-3 0,62 1 0,-1 1 16,-1-1-16,-1 1 0,0-2 0,0 1 0,-3-1 15,1 1-15,-2-1 0,-55 0 0,55 0 0,-3 0 16,1 0-16,-53 0 0,55 0 0,-1 0 0,-1 0 0,-53 0 16,56-1-16,-2 0 0,0 1 0,5-2 0,-3 2 0,1 0 0,-57 0 0,57-1 0,1-1 15,-1 2-15,-3-1 0,0 1 0,0-2 0,3-1 0,-2 2 16,1-1-16,-56 2 0,54-3 0,0 3 0,0-2 16,-54 2-16,50-1 0,-3-1 0,0 1 0,0-1 0,-1 1 15,1-2-15,4 0 0,0 2 0,0-2 16,-51 3-16,48-3 0,1 0 0,-1 0 15,-6 0-15,2-1 16,-1 2-16,-1-1 0,0-1 16,-1 1-16,-41 3 0,39-3 0,-1 1 15,0-1-15,-2 0 0,-2 1 16,0-1 0,-3 0-16,-1 0 0,-1 0 15,-29 3-15,27-2 0,-2 1 0,1-1 16,-2 0-16,0 0 0,1 1 15,-13-1-15,-1 2 16,-1 0-16,10-5 16,-1 1-16,-1 1 0</inkml:trace>
  <inkml:trace contextRef="#ctx0" brushRef="#br0" timeOffset="26742.228">5645 4135 0,'0'0'0,"0"0"0,0 0 0,0 0 0,0 0 15,7 44 1,-1-18-16,-1 25 16,-5-51-16,0 0 15,0 0-15,0 0 0,2 9 0,-1 0 16,0 1-16,-1-10 0,3 26 0,-1-1 16,1 0-16,0 2 0,-2-1 15,2 0-15,-3-26 0,3 28 0,-3 1 16,1-1-16,-1-28 0,-1 30 0,1-1 0,0 0 15,0-1-15,0 1 0,0-1 16,0-28-16,0 27 0,0 0 0,0 0 16,0-27-16,1 36 0,0 0 15,0-2-15,-1-34 0,3 35 16,-1 0-16,-1-1 0,2-17 16,-3-1-16,1 1 0,-1-17 0,-7 1 15,2 1-15,-2 0 0,3-3 16,0 1-16,2-1 0</inkml:trace>
  <inkml:trace contextRef="#ctx0" brushRef="#br0" timeOffset="27371.176">5518 4266 0,'0'0'0,"0"0"0,28-43 0,0 10 15,8 8-15,5 13 16,-4 5 0,-4 15-16,-33-8 15,0 0-15,0 0 16,0 0-16,7 6 0,0 0 0,0 0 0,5-1 0,-3 0 16,2 0-16,0 4 15,0-1-15,0-1 0,-1 8 0,-3 0 0,1-1 16,-8-14-16,6 18 0,-3-2 0,2 1 0,-4-1 15,0-1-15,0 0 0,-4 1 0,0-1 0,1 0 0,-7-1 0,3-1 16,0 1-16,-6-1 0,0 1 0,-1 0 0,-1-1 0,0 1 16,0-1-16,14-13 0,-15 12 0,-1-2 0,0 1 0,1-2 15,0-1-15,2 1 0,2-5 0,2 0 0,-1 1 0,10-5 16,-8 1-16,1 0 0,-2 0 0,2 2 0,0-2 0,-1 1 0,8-2 0,-5-2 0,0 2 16,-1-1-16,3-1 0,0 1 0,0 1 0,2-1 15,-1 0-15,2 1 0,0 0 0,2-1 0,-2 1 0,0-1 16,3-1 31,1 2-47,0 0 0,4 2 0,-1-2 15,1 0-15,-8 0 16,14 4-16,-3 0 0,0 0 0,4 1 16,-2 0-1,2 0-15,-15-5 16,16 8-16,-1 0 15,-1-1-15,2 1 16,-1 0-16,1-1 0,-1 5 16,-1-3-16,1 0 0,-3 2 15,0-2-15,-1 1 0,2 1 0,-3 0 16,1-1-16,-11-10 0,7 11 0,-1-1 16,1 0-16,-4 2 0,-1-1 0,1 0 15,-2-4-15,-1 0 0,0 0 16,1-3-16,-1 0 0,0-1 0</inkml:trace>
  <inkml:trace contextRef="#ctx0" brushRef="#br0" timeOffset="27961.062">6027 4683 0,'0'0'0,"0"0"0,0 0 16,0 0-16,0 0 0,23 44 0,-1-7 16,-10-11-16,-12-26 0,0 0 0,0 0 0,0 0 0,6 9 0,-1-1 0,-1-1 15,0 0-15,-1-2 16,1 1-16,0-1 0,-1-2 16,0 0-16,0 0 0,1-1 15,0 0-15,2-1 0,-2 0 16,-1 0-16,3-4 0,-2 1 0,2 0 0,-1-5 0,1 1 15,0 0-15,-6 6 0,7-9 16,-2 1-16,0 2 0,1-7 0,1 3 16,-1-1-16,-1-1 0,-1 0 15,-1 1-15,-3 11 0,6-11 16,-4 1-16,1-1 0,2 3 0,0 1 16,-2-1-16,-3 8 0,3-6 0,0 2 0,-2-2 0,0 2 15,0 2-15,-1-1 0,2 3 0,-1 0 0,-1 0 16,-1 3-16,0-1 0,0 2 0,1 1 0,-1-1 0,0 2 15,3 3-15,-2 0 0,1 0 0,1 1 0,1 1 0,-1-2 0,3 3 16,-2-3-16,0 0 0,-3-9 0,6 14 0,-1-3 16,-1 2-16,0-2 15,-1 2-15,-1-1 16,-2-12-16,3 11 0,-1 0 0,-1-1 0,3-2 0,-3-2 0,0 2 0,1-4 16,-2-3-16,1 3 0,-1-6 0,0 0 0,0 1 0,0 1 0,2-9 15,-2 0-15,1 2 0,-1 0 0,2 1 16,-2-1-16</inkml:trace>
  <inkml:trace contextRef="#ctx0" brushRef="#br0" timeOffset="27997.456">6455 4366 0,'0'0'16,"0"0"-16,0 0 0,0 0 16,0 0-16,0 0 15,21 55-15,-6 4 32,-15-59-32,0 0 0,0 0 0,0 0 0,4 16 0,-3 2 15,0-1-15,2-1 0,0 1 16,1-1-16,-4-16 0,2 21 15,-1-3-15,1 1 16,-1 1-16,0-1 0,0 0 16,-3 0-16,1 0 0,-1-2 0,-2-1 15,-1 1-15,2-2 0,3-15 0,-6 10 0,2-1 16,-1 0-16,1-7 0,1-2 0,1 3 0</inkml:trace>
  <inkml:trace contextRef="#ctx0" brushRef="#br0" timeOffset="28338.416">6699 4768 0,'0'0'0,"0"0"0,0 0 16,0 0-16,42-24 16,-9 1-1,-11-4-15,-8 2 16,-14 25-16,0 0 0,0 0 16,3-9-16,-2 3 0,1-2 0,-2 3 0,0 1 15,0-2-15,0 6 16,-2-3-16,1 1 0,1 1 0,-1-2 0,0 2 15,0-1-15,1 2 0,0 0 0,-1-1 16,1 1-16,-5 2 0,2-1 0,0 0 0,3-1 0,-6 6 16,0 0-16,-1 0 0,1 3 0,0 0 15,0 0-15,-1 1 0,1 1 16,0 0-16,6-11 0,-5 13 0,0 0 16,1 1-16,1-2 0,1 1 0,0-1 15,3 1-15,-1 0 0,0-1 0,0-12 16,4 10-16,0 0 0,0 0 0,3-3 0,-1 0 15,0-1-15,-6-6 0,12 6 0,-3-2 16,2 2-16,4-6 0,-2 0 0,-1 0 16,-12 0-16,16-6 0,0 2 0,-3-1 15,3-4-15,-2 1 16,0 0-16,-4 1 0,-2 0 16,0 1-16</inkml:trace>
  <inkml:trace contextRef="#ctx0" brushRef="#br0" timeOffset="28611.333">7250 4592 0,'0'0'0,"0"0"0,0 0 0,0 0 0,0 0 15,-50 20-15,12 0 32,14 3-32,24-23 0,0 0 0,0 0 0,0 0 0,0 0 0,-4 9 0,1 0 15,-2 1-15,9 0 16,-3 0-16,0 0 0,5 1 16,-1-3-16,0 1 0,-5-9 15,7 8-15,-1 1 16,0-1-16,0 1 0,2-1 15,-1-1-15,-4 2 0,0-1 0,1 0 16,-2-2-16,-2-1 0,0 1 0,0-1 16,0-2-16,0 0 0,0-3 15,-4 5-15,1 0 0,0 0 0,-4 0 16,0 1-16,0-1 0,-3 0 0,0-1 0,0 0 0,-4 0 0,3-2 0,-1 1 0,12-3 16,-11-1-16,0 0 0,0 0 0,4-3 0,-1 2 0,1-1 0,4-1 15,1 4-15,-2-3 0</inkml:trace>
  <inkml:trace contextRef="#ctx0" brushRef="#br0" timeOffset="28858.467">7938 4643 0,'0'0'0,"0"0"0,27 40 0,-4 9 16,-13-9-16,-1 2 16,-9-6-16,-6-12 0,6-24 15,0 0-15,0 0 16,0 0-16,-4 6 0,1 0 0,0 0 16,-1-7-16,2-1 0,-1 2 0,1-2 15,1 0-15,-1 0 0</inkml:trace>
  <inkml:trace contextRef="#ctx0" brushRef="#br0" timeOffset="28965.565">7944 4487 0,'0'0'0,"0"0"0,0 0 0</inkml:trace>
  <inkml:trace contextRef="#ctx0" brushRef="#br0" timeOffset="29407.421">8142 4821 0,'0'0'0,"0"0"0,0 0 16,0 0-16,0 0 15,0 0-15,0 0 16,0 0-16,0 0 0,0 0 16,0 0-16,0 0 0,0 0 0,0 0 0,0 0 0,3-25 15,0 1-15,-1-2 0,5 1 172,-1 1-172,0 0 0,-6 24 0,6-16 0,0 0 0,0 0 0,2 7 0,-1 1 16,-1-1-16,-6 9 0,11-6 0,-1 1 0,0-1 0,2 3 0,-1 1 0,0-1 0,1 6 0,-2 0 0,-1 1 0,-9-4 0,12 9 0,-3-1 0,0-1 0,2 6 0,-1-2 0,-1 1 0,-3 2 0,2-2 0,-1 1 0,-1 1 0,-3-1 0,0 1 0,-3-14 0,3 15 0,-1 1 0,-1-1 0,-3 1 0,1-2 0,1 1 0,0-15 0,-4 17 15,1-2-15,1 1 0,-3-4 0,3-1 0,0 1 0,2-12 0,-2 6 0,1 0 0,-1-1 0,1-4 16,1 1-16,0-1 0,0-1 16,0 0-16,0 0 0</inkml:trace>
  <inkml:trace contextRef="#ctx0" brushRef="#br0" timeOffset="29686.295">9057 4275 0,'0'0'0,"0"0"15,0 0-15,29 53 16,-9 16 0,2 6-16,3 8 15,-25-83-15,0 0 0,0 0 16,6 25-16,-1 2 0,-1 0 0,-4-27 16,4 25-16,-2-1 15,1 2-15,-3-26 0,4 21 0,1 3 16,0-3-16,-4-2 0,-1-1 15,0-1 1,0-17-16,-4 14 0,1-1 16,-1 0-16,-2-10 15,1 0-15,0 2 0,-1-5 16,3 0-16,-1 0 0</inkml:trace>
  <inkml:trace contextRef="#ctx0" brushRef="#br0" timeOffset="30029.112">8971 4316 0,'0'0'0,"29"-46"0,3 2 16,1 14 0,0 6-16,-2 17 15,6 10-15,-37-3 16,0 0-16,0 0 0,0 0 0,14 8 0,0 0 16,0-1-16,1 6 15,1 0 1,0-1-16,-16-12 0,12 16 15,0 1-15,0 0 0,0 2 16,-2-1 0,1 0-16,-11-18 15,6 18-15,-1 0 16,0 1-16,-6 0 16,1 0-16,0 0 15,0-19-15,-7 20 0,1-1 16,-1-2-16,7-17 0,-16 18 0,1-1 15,-1 0-15,-5-2 0,1-1 16,0 1-16,0-6 0,0 0 16,1 0-16</inkml:trace>
  <inkml:trace contextRef="#ctx0" brushRef="#br0" timeOffset="30459.28">9423 4589 0,'0'0'15,"0"0"-15,0 0 0,0 0 0,0 0 0,0 0 16,42 24-16,-13 5 31,-29-29-31,0 0 0,0 0 0,0 0 0,5 12 16,-5-12-16,5 10 0,0 2 0,-5-12 0,1 12 0,-1-3 15,1 3-15,0-1 0,0-1 16,-1 0-16,0-1 0,0 0 0,0-1 16,0-8-16,-2 8 0,1-1 15,1-1-15,-3-2 0,0 1 0,1-1 16,2-4-16,-4 4 0,-1-3 15,1 2-15,4-3 0,-3 2 0,-1-1 0,1 1 0,1-1 0,1-1 16,-1 0-16,2 0 0,-2-1 16,1-2-16,1 2 0,3-8 0,-2 2 0,1 0 15,-2 7-15,4-14 0,1 1 0,0 0 16,2-3-16,-1 0 0,2-1 16,-8 17-16,8-12 0,-1 0 15,0-2-15,2 3 0,0 0 16,0 0-16,-2 3 15,1 2-15,0 0 16,-2 1-16,-2 3 0,1-2 16,-5 4-16,7-2 0,0-2 15,0 2-15,1-3 16,0 0-16,-1 0 16,-7 5-16</inkml:trace>
  <inkml:trace contextRef="#ctx0" brushRef="#br0" timeOffset="30975.554">9712 4631 0,'0'0'0,"0"0"0,5 48 0,-1-6 31,3 0-31,-1-8 0,-6-34 0,4 21 0,17-1 0,-21-20 0,0 0 16,0 0-16,0 0 0,12 5 0,-2 0 0,1 1 15,-11-6-15,10 3 0,1 1 0,-2-1 0,-9-3 16,11-2-16,-1 0 0,-1 0 16,2-4-16,-1 1 0,0 0 0,-10 5 15,7-9-15,0 0 0,0 1 16,-7 8-16,5-12 0,-1-2 15,1 2-15,-5-3 0,1 1 16,0 0-16,-1 14 16,-4-11-16,2 0 0,0 0 0,2 11 0,-7-11 0,1 2 15,1 0-15,-4 0 0,0 0 16,2 0-16,7 9 0,-14-6 0,2 2 0,-1-1 0,-4 1 0,2-1 16,-1 1-16,16 4 15,-15-5-15,-1-1 0,0 0 0,6-2 16,-1 0-16,0 0 0</inkml:trace>
  <inkml:trace contextRef="#ctx0" brushRef="#br0" timeOffset="30999.444">10032 4245 0,'0'0'0,"0"0"0,0 0 15,0 0 1,0 0-16,12 48 0,-9 5 31,-3-53-31,0 0 0,0 0 0,0 0 0,3 17 0,0 1 0,0-2 0,-3-16 16,5 19-16,-1 0 0,0 0 0,-4-19 0,3 18 15,0 1-15,0 0 0,2 4 0,-1-1 0,0 0 16,-4-22-16,1 21 0,1-1 16,-1 0-16,0-1 0,0 0 0,0-1 15,-1-18-15,-3 16 0,2-1 16,-1-1-16,-1-4 0,1 0 0,-1-1 16,3-9-16,-1 4 0,-1-2 0,1 1 0,-1-2 0,2-1 15,0 0-15</inkml:trace>
  <inkml:trace contextRef="#ctx0" brushRef="#br0" timeOffset="31455.768">10295 4551 0,'0'0'0,"0"0"0,0 0 16,0 0 0,0 0-16,-3 45 15,-6 3 16,9-48-15,0 0-16,0 0 0,0 0 0,0 0 0,0 0 0,-3 13 0,1-1 16,2-12-16,-1 11 0,0-1 0,1-10 0,-1 10 0,1-1 0,0-9 15,1 12-15,1-1 0,-1-1 16,-1-10-16,2 9 0,1 0 16,-1-1-16,2-4 15,-1 1-15,0-1 16,-3-4-16,7 4 0,0-1 0,0 0 0,2-1 15,-3-1-15,2 1 0,-8-2 0,10-3 16,-1 1-16,1 0 0,0-2 0,0-1 0,0 0 16,-10 5-16,11-11 0,-2 1 0,0-1 0,-9 11 15,8-13-15,-2 1 0,0 0 0,-2 2 0,2-1 0,-2 0 16,-4 11-16,2-7 0,1-2 0,-1 0 0,-2 9 0,-2-6 0,1 0 16,0 0-16,1 6 0,-4-6 0,1 2 0,0-1 15,-3 2-15,1 0 0,0 1 0,5 2 0,-9-1 16,1 0-16,-1-1 0,9 2 0,-12 0 0,3 0 15,-2 0-15,-1 0 16,0 0-16,1 0 0,11 0 16,-11 2-16,2-2 0,-2 1 15,4-2 1,2 1-16,0 0 0</inkml:trace>
  <inkml:trace contextRef="#ctx0" brushRef="#br0" timeOffset="32011.884">10836 4559 0,'0'0'0,"0"0"16,0 0-16,0 0 0,0 0 0,-60 27 16,9 5-1,51-32 1,0 0-16,0 0 0,0 0 0,-10 9 0,-1 1 0,2-1 16,4 2-16,1-1 0,0-1 15,4-9 1,-2 9-16,1-2 0,-1 2 0,5-2 15,-1 0-15,0-1 0,-2-6 16,8 8-16,-2-4 0,0 2 0,-6-6 0,9 0 16,-2 2-16,1-1 0,3-4 0,-2 0 0,1 0 15,-10 3-15,11-7 0,1-1 0,-1 2 0,2-4 16,-1-1-16,1 1 0,-13 10 0,11-10 0,1 0 0,-1 1 0,-2 0 16,-1 2-16,-1-2 0,-7 9 0,7-5 0,-3-1 0,1 0 15,-5 6-15,4-3 0,-2 0 0,0 0 0,0 1 0,-1 1 0,0 1 0,-1 0 0,-2 1 16,2-1-16,0 2 0,0 3 0,0-1 0,0 0 0,0-4 0,-1 11 0,0-2 15,0 0-15,1-9 0,0 15 0,0-2 0,0 1 0,0 7 0,0-1 16,0 0-16,0-20 0,-4 21 0,2 1 16,-1-1-16,-1 3 0,0-1 15,0 0-15,4-23 16,-6 24-16,3-1 0,-1 0 0,-1 0 0,0 1 0,1-2 0,4-22 16,-4 20-16,-1-1 0,1 0 15,4-19-15,-9 16 0,2 0 0,0 1 0,-2-6 0,2-1 0,-1-1 16,8-9-16,-9 8 0,1-1 0,1 1 15,-2-3-15,0 0 0,0-1 0,9-4 0,-11 1 0,1 0 16,0-1-16,-2-4 0,1 0 0,0 0 16,11 4-16,-15-11 0,2 2 0,0-1 0,13 10 15,-14-11-15,2 0 0,-2 0 0,4 1 16,1 0-16,0 0 0,9 10 0,-4-9 0,-1 0 16,2 0-16,8-1 0,-2-2 0,0 1 15,-3 11-15,13-11 0,-1 1 0,0-2 0,-12 12 0,20-11 0,-1-1 16,-1 2-16,6-2 0,-1 1 0,0 1 0</inkml:trace>
  <inkml:trace contextRef="#ctx0" brushRef="#br0" timeOffset="32919.396">6007 5368 0,'0'0'0,"52"-5"0,52-1 15,42-3-15,12 2 16,-8 0 0,28 0-16,8-4 15,-186 11-15,0 0 16,0 0-16,0 0 0,60-4 0,-2 2 0,1-2 15,-5 1-15,0 2 16,0-1-16,-54 2 0,51-2 0,0 1 16,0 1-16,-2-2 15,-1 2-15,0 0 0,0-1 16,0 1-16,0 0 0,-48 0 16,55-1-16,-1 1 0,-1 0 0,15-1 15,-2 1-15,1-1 0,-67 1 16,79 0-16,-2 0 0,1-1 15,14 0-15,-1 0 16,1 1-16,-92 0 0,91-1 0,1 1 0,-1 0 16,-9-2-16,0 2 0,0 0 0,-7 2 15,1-1-15,-1 0 0,-75-1 16,69 2-16,0-1 0,0 0 0,-69-1 16,63 4-16,-1-2 0,1 1 0,2 1 0,-1 0 15,0-1-15,5 2 0,0-2 16,0 1-16,-69-4 0,73 5 0,-1-1 0,0 0 0,2 0 0,0-1 15,0 1-15,-74-4 0,71 3 0,-1-1 0,0 1 0,-11-2 16,0 1-16,-1-2 0,-58 0 0,49 0 0,0 0 0,0 0 16,-49 0-16,47-2 0,-1 2 0,1 0 0,-47 0 15,53-1-15,-1 1 0,0 0 0</inkml:trace>
  <inkml:trace contextRef="#ctx0" brushRef="#br0" timeOffset="42254.834">6104 5912 0,'0'0'0,"0"0"0,0 0 0,0 0 15,0 0-15,0 0 16,0 0-16,0 0 16,0 0-16,0 0 0,0 0 15,16 3-15,0 0 0,-2 0 0,-14-3 0,10 2 16,-2-1-16,0 1 0,11 1 0,1-2 0,-2 1 15,-18-2-15,10 2 0,0-1 0,0 0 0,-10-1 0,28-2 16,0 0-16,-1 0 16,-27 2-16,27-3 0,0 0 0,0-1 0,-27 4 15,24-4-15,0 3 0,0-2 0,-11 1 0,-3 1 16,2 0-16,-12 1 0,21-4 0,0 1 16,-3 1-16,-18 2 0,12-2 0,-1 1 15,0-1-15,-6 1 0,-1 0 0,0 1 0,-3 0 16,2 0-16,-2 0 0,-1 0 0,2-1 0,-2 1 0,0 0 15</inkml:trace>
  <inkml:trace contextRef="#ctx0" brushRef="#br0" timeOffset="42877.86">6387 5948 0,'0'0'0,"0"0"0,20 39 0,-4-2 16,-10 4-16,-6 3 15,0 2 1,0 5-16,0-51 0,0 0 16,0 0-16,-1 18 15,1-1-15,0 1 0,0-18 16,-2 17-16,2 2 15,-1-1-15,0 1 0,1-2 16,0 1 0,0-18-16,-1 16 15,-1-1-15,1 1 16,-2-2-16,2 1 16,-1-1-16,2-14 15,-4 14-15,1 0 0,0-1 16,-1-2-16,0 1 0,1-1 0,3-11 15,-6 10-15,0-1 0,1 2 16,-2-4-16,1 2 0,0-1 16,6-8-16,-9 6 0,-1-2 0,1 0 0,-1-1 15,0 1-15,0 0 0,10-4 16,-12-2-16,2 2 0,0 0 0,-2-4 0,-3 4 16,2-3-16,13 3 15,-14-3-15,-1 0 0,1 0 0,-3-2 16,2 1-16,1 1 0,-2-2 15,2 1-15,1 0 16,-2 0-16,2 2 0,0-3 16,13 5-16,-14-4 0,1 0 15,0 0-15,1-1 0,0 1 16,1 0-16,11 4 0,-12-5 16,3 3-16,-3-1 15,4 0-15,0 0 0,-1 0 16,9 3-16,-5-5 0,2 0 15,0-1-15</inkml:trace>
  <inkml:trace contextRef="#ctx0" brushRef="#br0" timeOffset="43195.672">6654 6375 0,'0'0'0,"0"0"0,0 0 16,-18 48-16,-1 0 15,5-6-15,7-9 0,7-33 16,0 0-16,0 0 0,-1 8 0,1 0 0,0-1 16,5 2-16,-3-3 0,0 2 15,-2-8-15,5 6 0,-1-1 0,0 1 0,6-4 16,-1 1-16,1 0 0,-10-3 15,13-1-15,0 0 0,-1 1 16,2-4-16,-2 0 0,1 2 16,-2-6-16,0 1 0,-2 0 15,-9 7-15,9-9 0,-2 0 16,0 1-16,-3 0 0,1-1 0,0 1 16,-1-3-16,-1 1 0,0 0 0,-3 10 0,3-11 15,0 2-15,-1-1 0,-2 10 0,0-9 0,0-1 16,0 1-16,-5 0 0,2 1 0,-1-2 15,4 10-15,-8-7 0,2-1 0,0 0 16,-2 1-16,0 1 0,-1 0 0,-2 1 0,-1 1 16,3 1-16,9 3 0,-13-1 0,3-1 0,-2 2 0,0 2 0,1-1 0,0-1 0,11 0 15,-10 3-15,1-3 0,1 2 0</inkml:trace>
  <inkml:trace contextRef="#ctx0" brushRef="#br0" timeOffset="43787.286">7034 6104 0,'0'0'0,"0"0"0,0 0 0,0 0 0,0 0 16,23 51 0,-7 5-16,-8 0 15,-8-56-15,0 0 0,0 0 0,2 21 0,-2-1 16,0 0-16,0-20 0,0 20 15,0-3-15,0 2 0,3-2 16,-1-3-16,0 2 16,-2-16-16,2 15 0,-1 0 15,0-2-15,0 1 16,1 1-16,-2-3 16,0-12-16,2 12 0,0-3 15,-1 3-15,1-6 0,0 2 0,-1-2 0,-1-6 16,1 5-16,0-2 0,0 1 0,-1-3 0,0 1 0,0-1 0,0-1 0,0 0 0,0-1 15,0 1-15,0-3 0,0-1 0,0 1 0,0 3 0,1-9 0,0 2 0,0-2 16,2-1-16,-1 0 16,0 2-16,-2 8 0,3-8 0,-1 1 0,-1-1 15,6 1-15,-2-1 16,-1 2-16,-4 6 0,9-7 0,1-1 0,-1 2 16,3-2-16,-1 1 0,0 0 15,-11 7-15,13-4 0,0 1 16,-1 0-16,-1 3 0,-1 0 15,1 0-15,-11 0 0,9 3 0,1-3 0,0 2 16,-3 4-16,0-1 0,-1 1 16,-2 4-16,0-1 0,0 0 15,-4-9-15,4 12 0,-2 0 0,1-1 16,1 1-16,-1 0 16,0-1-16,-3-11 15,2 12-15,0 1 0,0-2 0,-4 2 16,2-3-16,0 3 0,0-13 0,-2 8 15,0 1-15,-1 1 0,-1-2 16,1-1-16,-1-1 0,4-6 0,-2 3 0,-1-1 16,0 0-16</inkml:trace>
  <inkml:trace contextRef="#ctx0" brushRef="#br0" timeOffset="44161.335">7579 6428 0,'0'0'0,"0"0"0,0 0 0,11 41 0,-5-1 16,-9-3-16,-1-9 0,4-28 0,0 0 16,0 0-16,0 0 0,-1 7 0,1 0 0,0 0 15,0-2-15,0 0 0,0 1 0,0-6 0,2 3 0,-2 1 16,0 1-16,1-2 0,-1 0 0,0 0 15,0-3-15,0 3 0,0-3 0,0 0 0,0 0 16,0 0-16,0 0 0,0-1 0,0-2 0,0 1 0,0 2 0,-1-6 16,0 0-16,0 0 0,0 0 0,1-1 0,0 1 15,0 6-15,4-11 0,-2 0 0,1 1 0,3-2 16,-1 0-16,0 0 0,-5 12 0,7-13 16,-3 0-16,1 2 15,1 0-15,-1 1 16,0-1-16,-5 11 0,6-9 0,-2 1 0,2 1 15,-6 7-15,10-9 0,0 0 0,2 0 0,-3 3 16,0 0-16,-1 0 0,-8 6 16,7-6-16,2 3 0,-2 0 0,1 2 0,-1 1 0,0 0 0,-7 0 0,10 5 15,-3-1-15,1 0 0,-1 5 0,1-2 0,-2 1 16,-6-8-16,7 9 0,1 2 0,-2-1 0,2 5 0,0-1 0,0-1 16,-8-13-16,6 18 0,2-1 0,-1-1 0,-5 4 0,0 0 15,0-1-15,-2-19 0,0 19 0,-1 0 0,0 0 16,-3-3-16,0 1 0,-1-1 0,5-16 0,-4 11 15,-1-1-15,1 0 0</inkml:trace>
  <inkml:trace contextRef="#ctx0" brushRef="#br0" timeOffset="45541.887">8532 5904 0,'0'0'0,"0"0"0,0 0 0,0 0 16,0 0-16,0 0 15,3 77 1,-3-77-16,0 0 0,0 0 0,3 28 16,-2-2-16,0 1 0,-1-27 15,3 27-15,-2-1 16,1 0-16,-2-26 0,4 27 0,-2-1 16,0 0-16,-2-26 0,3 28 0,-1 0 0,1-1 15,-3-27-15,6 27 0,-3 0 16,0 0-16,-3-27 0,4 26 0,-2-2 0,1 2 15,-3-26-15,-3 26 16,3-1-16,-1 0 0,-1-12 0,2 0 16,-1-1-16,1-12 0,-2 5 0,2 0 15,0-1-15</inkml:trace>
  <inkml:trace contextRef="#ctx0" brushRef="#br0" timeOffset="45720.457">8736 6316 0,'0'0'0,"0"0"0,0 0 0,0 0 16,28 40-16,-7 8 16,-16 0-16,-5-6 15,0-42-15,0 0 0,0 0 0,0 0 0,-3 15 16,0-3-16,0 1 0,-3-4 0,2-1 16,-1 1-16,2-4 0,0-1 15,0 0-15</inkml:trace>
  <inkml:trace contextRef="#ctx0" brushRef="#br0" timeOffset="45851.208">8724 6098 0,'0'0'0,"0"0"0,0 0 0</inkml:trace>
  <inkml:trace contextRef="#ctx0" brushRef="#br0" timeOffset="46109.038">8942 6011 0,'0'0'0,"0"0"16,0 0-16,26 52 15,6 13 1,-8 7-16,-5-5 15,0 6-15,-19-73 0,0 0 16,0 0-16,6 22 0,-1-2 0,0 2 0,-5-22 16,3 22-16,-2-1 0,1 1 0,-4-1 15,2-2-15,0 0 0,0-19 16,-2 21-16,0-2 0,-1 1 16,0-6-1,0-1-15,0 0 0</inkml:trace>
  <inkml:trace contextRef="#ctx0" brushRef="#br0" timeOffset="46457.17">9243 6283 0,'0'0'0,"0"0"0,0 0 16,0 0-16,-38 13 16,-18 9-1,8-1-15,48-21 0,0 0 0,0 0 16,0 0-16,-13 4 0,1 1 0,-1 0 15,4 0-15,0-1 0,0-1 16,9-3-16,-6 5 0,3-2 0,-1 1 0,4-4 16,-2 3-16,2 1 0,-1 1 0,6-2 0,0 0 15,-1 0-15,-4-3 0,9 7 0,-1 0 0,0-1 16,-8-6-16,13 8 0,0-2 0,1 0 16,3 5-16,-1-1 0,2 0 15,-18-10-15,18 12 16,-3 0-16,2 1 0,-1-1 15,1 0-15,-1 1 0,-16-13 16,16 10-16,1-1 16,-2 0-16,-15-9 15,14 7-15,-1-1 0,0 2 0,-3-5 16,-2 0-16,0 0 0,-2-2 16,-2 0-16,0 1 0</inkml:trace>
  <inkml:trace contextRef="#ctx0" brushRef="#br0" timeOffset="46835.594">9479 6485 0,'0'0'0,"0"0"0,0 0 0,0 0 0,36-30 15,-6 1 1,-8 2-16,-22 27 0,0 0 16,0 0-16,5-7 0,0-1 0,0 1 0,-5 7 0,2-7 15,0-1-15,0 2 0,-2 6 0,-1-7 0,1 1 16,0 1-16,-4 2 0,2 0 0,0 0 0,2 3 0,-6 0 16,3-1-16,-1 1 0,4 0 15,-9 2-15,1 0 0,0 0 0,-6 5 16,2 0-16,-1 1 15,0 3-15,-1-1 0,1 2 16,13-12 0,-11 9-16,1 2 0,0-2 0,3 2 15,2-1-15,-1 0 0,6-10 16,-2 13-16,-1-2 0,1 2 0,2-13 16,2 12-16,-2-1 0,0 1 0,6-3 15,0 0-15,0 0 0,-6-9 0,9 7 16,2 1-16,-1-2 0,4 0 15,-1-2-15,0 0 0,-13-4 16,17-2-16,0 2 16,0 0-16,-17 0 0,20-7 0,1 1 15,-1 1-15,1-6 16,-2 2-16,0-1 0</inkml:trace>
  <inkml:trace contextRef="#ctx0" brushRef="#br0" timeOffset="47079.441">9979 6326 0,'0'0'0,"0"0"0,0 0 0,0 0 0,0 0 0,0 0 0,0 0 16,0 0-16,0 0 0,0 0 0,0 0 0,-25-2 15,-1 2-15,1 0 0,4 0 16,1 0-16,0 2 0,20-2 0,-10 3 0,1 0 16,1 0-16,8-3 0,-2 4 15,0 1-15,1 1 0,1-6 0,1 6 0,0 0 0,0-1 16,6 3-16,0-1 0,0 1 0,3 3 0,-2-2 16,1-1-16,-9-8 0,9 11 0,1-1 15,-1 0-15,-9-10 0,9 12 0,-1-3 0,0 2 16,-1-2-16,0 1 0,0 0 0,-7-10 15,4 8-15,0 1 0,1 0 0,-4-2 16,-1 1-16,0 0 0,0-8 0,-5 8 0,2-1 0,0 1 0,3-8 16,-11 6-16,0 1 0,1-1 0,-6-2 0,1 2 0,1-2 15,14-4-15,-18 2 0,0-2 0,2 2 0,0-4 0,1 0 16,1-1-16</inkml:trace>
  <inkml:trace contextRef="#ctx0" brushRef="#br0" timeOffset="68588.419">10752 6269 0,'0'0'0,"0"0"0,0 0 0,-42-1 15,15 1-15,-31 56 16,-2 12-1,60-68-15,0 0 16,0 0-16,-17 22 0,0 0 16,0-1-16,17-21 15,-8 11-15,0 0 0,1-1 0,7-10 16,-8 19-16,0-2 0,0 1 0,8-18 16,-3 10-16,-1 0 0,0 0 15,4-10-15,8 6 0,-2 2 16,2-2-16,-8-6 0,5 4 15,-1-2-15,0 1 0,-4-3 16,0 0-16,17-4 0,-1-2 16,0 1-16,-16 5 15,17-13-15,-1 1 0,0-1 16,-16 13-16,10-7 0,-3 1 16,1 0-16,-8 6 0,9-18 0,0 0 15,1 0-15,-10 18 0,5-10 16,-1 1-16,1-2 15,-5 11-15,2-15 0,-1 1 0,1 1 16,-2 13-16,2-9 0,-2 3 16,0-3-16,0 9 0,1-3 15,-1 0-15,0 1 0,0 1 16,0 0-16,0 0 0,0 1 16,4 3-16,-1 0 0,0 0 0,-3-3 15,3 2-15,-2 0 0,1 0 0,5 16 16,0-1-16,0 1 0,-7-18 15,4 10-15,1 0 0,-2 0 16,-3-10-16,12 23 0,-1-2 0,-1 0 16,-10-21-16,7 12 0,-1-1 0,-1 2 0,-5-13 15,8 16-15,-1 0 0,0 1 16,-7-17-16,4 9 0,-1 0 0,0-1 16</inkml:trace>
  <inkml:trace contextRef="#ctx0" brushRef="#br0" timeOffset="69107.371">10911 6419 0,'0'0'0,"0"0"0,0 0 0,10 46 0,-7-1 188,-6-19-188,-1-13 15,4-13-15,0 0 0,0 0 0,0 0 0,0 0 0,-3 2 0,3-2 0,0 1 0,-1 1 0,1-2 0,0 0 0,-1-1 0,1 1 0,-1 0 0,1 0 0,0 0 0,0-4 0,0 1 0,0 3 0,0-2 0,0 2 0,0 0 0,2-9 0,-1 1 16,-1 8-16,0-9 0,5-6 0,-1 1 0,-1-1 0,-3 15 0,8-14 0,-1-1 0,-1 1 0,-6 14 0,9-13 0,-1 2 0,-1 0 0,2 6 0,-1 0 0,-1-1 16,3 3-16,-1 0 0,-1-1 0,5 5 0,-2 0 0,1 0 0,-12-1 0,12 7 0,0-1 0,-2 0 0,-10-6 0,11 10 0,-1 0 0,0-1 0,-10-9 0,10 13 0,-2 0 0,1 1 0,-1 1 15,-1 1-15,0 0 0,-7-16 0,5 17 0,-2 0 0,0 0 0,1-5 0,-2 0 0,0 0 0,-2-12 0,1 4 0,-1 0 0,0 0 0,-1-3 0,0 0 0,1 1 0</inkml:trace>
  <inkml:trace contextRef="#ctx0" brushRef="#br0" timeOffset="69138.377">11307 6344 0,'0'0'0,"0"0"0,0 0 0,24 54 0,3 0 15,-5-9-15,-6-18 16,-16-27-16,0 0 0,0 0 16,0 0-16,4 6 0,0-2 0,0 1 0,0-3 15,-1 0-15,1 1 0,-4-3 0,9-2 0,-2 1 16,0 0-16,-7 1 0,10-8 0,0-2 0,0 2 0,4-10 0,0 1 16,0 0-16,-14 17 0,15-19 0,0-1 0,0-1 15,-15 21-15,10-13 0,0-1 0,0 0 16,-3 7-16,-2-1 0,1 0 15,-6 8-15,4-3 0,-2 0 0,1 1 16,-3 2-16,3 2 0,0-1 0,-1 1 0,2 4 16,-2 2-16,1 0 0,-3-8 0,4 14 0,-1-1 0,0 2 0,3 3 15,-1 1-15,1 0 0,-6-19 0,7 25 0,-1-2 0,1-1 0,-7-22 16,7 22-16,-1 0 0,0-1 0,1 3 0,-3-1 0,1 1 16,-5-24-16,3 19 0,0 0 0,-1-1 0,-1-3 0,2-2 15,-2 1-15,1-5 0,-2-1 0,1-1 0</inkml:trace>
  <inkml:trace contextRef="#ctx0" brushRef="#br0" timeOffset="69620.97">11862 6300 0,'0'0'0,"0"0"0,0 0 0,0 0 16,0 59-16,-4 10 16,1-13-1,3-56-15,0 0 0,0 0 0,1 14 16,0-1-16,0 0 0,-1-13 16,4 12-16,1-2 0,-1 1 0,-4-11 15,6 7-15,0-2 16,0 2-16,4-5 0,-1-1 15,1 0-15,-10-1 0,13-5 0,2 2 16,-1-1-16,-14 4 16,13-11-16,1-1 0,-1 1 15,2-9 1,0 0-16,0 0 0,-15 20 16,13-22-16,-2 2 0,1-2 0,-12 22 0,8-18 15,-1 0-15,0 0 0,-5 4 0,1 1 16,-1-1-16,-2 14 0,-5-11 0,2 0 15,0 1-15,-6 5 0,1-1 16,0 0-16,8 6 16,-16-1-16,0 1 0,1 0 15,15 0-15,-21 4 0,-1-1 16,0 3-16,-3 2 0,0 0 16,0 0-16,25-8 0,-22 7 0,2 1 15,0-1-15,20-7 0,-13 4 16,1 0-16,-1-1 0</inkml:trace>
  <inkml:trace contextRef="#ctx0" brushRef="#br0" timeOffset="70381.631">12112 6197 0,'0'0'0,"0"0"0,26 49 0,-6 8 16,-2 5 0,-11-12-16,-7-50 0,9 37 0,-9-37 0,0 0 0,0 0 0,0 0 0,1 8 0,0-1 0,0-1 0,-1 0 15,0-3-15,0 0 0,0-3 0,1 0 0,-1 0 16,0 0-16,0 0 0,4-5 0,-2 1 0,0 1 0,7-9 0,-3 0 16,0-1-16,-6 13 15,10-21-15,0 1 0,0-1 0,4-2 16,-1 0-16,0 0 0,-13 23 0,12-18 0,-1 0 15,1 0-15,-12 18 0,7-10 0,0 1 0,0 1 16,0 3-16,0 2 16,0-1-16,-1 3 0,-3 0 0,1 0 15,-4 1-15,11 11 16,-2-1-16,0 0 0,1 9 0,-1-3 16,1 0-16,-10-16 0,6 23 0,-2-2 15,1 1-15,-2 1 0,1 1 0,-1 0 16,-3-24-16,1 21 0,0-1 0,0 1 15,-1-21-15,-1 13 0,1 1 0,0-1 16,1-7-16,-1-2 0,1 1 0</inkml:trace>
  <inkml:trace contextRef="#ctx0" brushRef="#br0" timeOffset="70405.469">12635 6365 0,'0'0'0,"0"0"0,0 0 16,49 27-16,1-9 31,-9-19-31,-4-15 0,-37 16 16,0 0-16,0 0 15,10-7-15,-1-2 16,2 2 0,-11 7-16,8-9 0,1-1 15,-1 1-15,1-3 16,-1 1 0,-1 0-16,-7 11 0,6-9 0,0-1 15,0 0-15,-6 10 16,0-9-16,0 2 15,0-2-15,-3 4 0,-2 1 16,1 0-16,4 4 0,-9-1 0,0 0 16,0-2-16,-5 8 0,2-1 0,-1-1 15,13-3-15,-14 9 0,0 0 0,0 0 0,14-9 0,-15 9 0,1 1 0,1-2 16,2 5-16,3-4 0,0 4 0,8-13 0,-7 11 16,2 0-16,1 0 0,4-11 0,-4 13 15,2 1-15,0-1 0,4 0 0,-1 0 0,1 0 16,-2-13-16,7 9 0,-1 1 0,1-2 0,4 0 15,0-1-15,-1 1 0,-10-8 0,18 7 0,-3 0 0,2 1 0,-17-8 16,19 4-16,0 1 0,0-1 0,0-2 16,-1-2-16,1 3 0,-19-3 15,20-3-15,1 3 0,-1 0 0,1-4 16,-2 2-16,0-1 0,-19 3 0,17-2 0,0 1 0,-1-1 0,0-2 16,-1 1-16,-1 0 0,-14 3 0,15-4 0,-1 1 0,-1-1 15,-13 4-15,10-3 0,-2 2 0,1-2 0</inkml:trace>
  <inkml:trace contextRef="#ctx0" brushRef="#br0" timeOffset="74005.085">13839 6176 0,'0'0'0,"0"0"15,0 0-15,0 0 16,0 0-16,0 0 16,2 63-1,-2-63-15,0 0 0,0 0 0,0 0 0,-2 30 16,2 1 0,-1-1-16,1-30 0,-3 29 0,1-2 0,-1 1 15,3-28-15,-2 14 0,1 0 16,0-1-16,1-13 15,-2 5-15,2 0 0,0-1 0,0-4 16,7 10-16,-2-1 16,1 1-16,-6-10 0,3 5 0,0 1 15,1-1-15,-4-5 16,14-5-16,-1-1 0,0 2 16,-13 4-16,9-4 0,-2 0 15,1 1-15,-8 3 0,10-15 0,0-1 16,1 1-16,-11 15 15,5-9-15,0 0 0,0-1 16,-5 10-16,4-11 0,-1-1 16,0 1-1,-3 11-15,2-7 0,-2 1 16,1 0-16,-1 6 0,2-3 0,-2 1 0,0-1 16,0 3-16,0-2 0,0 2 0,0 0 0,0-1 0,0 1 15,0 0-15,0 0 0,-2 6 0,0 1 0,0-1 16,2-6-16,-3 4 0,3-1 0,-1 1 0,1-4 0,-1 0 15,0 3-15,0 0 0,1-3 0,10 6 0,0-1 16,1 1-16,-11-6 0,6 4 16,0-1-16,0 0 0,-6-3 0,11-8 0,-2 1 15,1 1-15,-10 6 0,5-3 0,-1-3 16,1 3-16,-5 3 0,6-12 0,-2 0 0,1 2 16,-5 10-16,0 0 0,2-6 0,0 0 15,1 0-15,-3 6 0,3-4 0,-3 2 0,1 0 0,-1 2 16,1-1-16,-1 0 0,0 1 0,0 0 0,0 0 0,0 0 15,0 0-15,0 0 0,1-7 0,-1 1 0,0 1 0,1 1 0,-1 0 0,0 1 16,0 3-16,0-2 0,0 1 0,0-1 0,0 2 0,8 2 0,0-1 0,0-1 16,-8 0-16,5 1 0,-1-1 0,1 1 0,-5-1 15,18-5-15,0-1 0,0 0 0,-18 6 0,11-3 16,-1-1-16,0 1 0,-10 3 0,20-16 0,-2 2 0,-1 0 16,-17 14-16,17-21 0,-1 3 0,0-1 15,-16 19-15,12-20 0,1-1 0,-1 1 16,-12 20-16,6-9 0,0-1 0,-1 0 0,-5 10 0,3-20 15,-1 0-15,0 1 0,-2 19 0,1-12 0,0 2 16,-1-1-16,0 11 0,-6-12 0,-1-2 0,-1 1 16,8 13-16,-5-7 0,1 0 0,1 0 0,3 7 0,-12-3 15,3-1-15,-2 1 0,11 3 0,-6-2 0,1 0 16,0 1-16,5 1 0,-9 8 0,0 1 0,1 0 0,8-9 0,-6 5 16,2 1-16,-1-1 0,5-5 0,0 0 0,1 23 0,-1 0 15,0 1-15,0-24 0,3 28 0,0 0 0,0 0 16,-3-28-16,4 30 0,-2-1 0,0 1 0,-2-30 15,5 25-15,-1 2 0,1-2 0,-5-25 16,3 13-16,0-1 0,-1 0 0,-2-12 0,4 18 16,-2 0-16,0 0 0,-2-18 0,2 11 15,-1-3-15,0 3 0,-1-11 0,1 3 0,-1 0 16,0 0-16,0-3 0,1 2 0,-1-1 0,0 0 0,0-1 0,0 2 0,0-2 0,0 0 16,0 0-16,8-7 0,-2 2 0,1-2 15,-7 7-15,4-4 0,0 0 0,0 1 0,-4 3 0,12-15 0,0 1 16,-1 0-16,-2 5 0,-3 1 15,0-1-15,-6 9 0,0 0 0,15-7 0,-1 0 0,1 0 0,-15 7 0,9-3 0,-1-1 16,0 0-16,-8 4 0,14 5 0,-1 1 0,2-3 16,-8 1-16,1-1 0,-2 0 0,-6-3 0,8 20 0,0-2 0,0 1 15,-5-7-15,1-1 0,0 1 0,-4-12 0,-2 17 0,1 1 0,0-1 16,0-6-16,0-2 0,0 0 0,1-9 0,-1 4 0,1-1 0,0 2 0,-1-5 0,1 1 0,0 1 0,5-16 16,0-2-16,1 2 0,-6 14 0,3-8 0,0-1 0,0 1 0,-3 8 15,11-24-15,-2 0 0,0 1 0,-9 23 0,6-13 0,-1-1 16,0 1-16,-5 13 0,7-12 0,0 0 0,-1 0 0,-6 12 0,3-6 0,0 0 15,0 0-15,-2 4 0,0 0 0,0 0 0,2 8 16,-1 0-16,0 1 0,-2-7 0,3 4 0,-3-1 0,1 1 0,-1-4 16,2 19-16,1 0 0,-1-1 0,-1-7 15,1 0-15,-1 1 0,-1-12 16,2 16-16,-1 1 0,0 0 16,0-8-16,0-1 15,-1 1-15,0-9 0,0 4 16,0-1-16,0 1 0,9-1 0,-3-1 0,2 1 15,-8-3-15,5 1 0,-1 1 0,0-1 16,-4-1-16,11-9 0,-2 0 0,0 0 16,-2 3-16,-2 1 0,0-1 0,-5 6 0,8-18 15,-2-1-15,1 1 0,-2 9 0,-2-2 16,0 1-16,-3 10 0,-1-16 0,-1 2 16,0-1-16,0 6 0,1 3 15,0-3-15,1 9 16,-7-4-16,0-1 0,0 0 15,7 5-15,-5-1 0,1-1 16,1 0-16,-14 12 16,2-2-16,1 2 0,14-10 15,-17 14-15,1 0 0,1 1 16,7-9-16,0 2 0,1 0 16,7-8-16,-4 2 0,1 1 15,1-1-15,8-1 0,0-1 0,-1 0 0,-5 0 16,0 0-16,15-6 0,-1-1 15,1 1-15</inkml:trace>
  <inkml:trace contextRef="#ctx0" brushRef="#br0" timeOffset="74195.362">15281 5766 0,'0'0'0,"0"0"0,0 0 0,0 0 0,16 46 0,-4-21 0,8 41 16,-20-66-1,0 0-15,0 0 0,0 0 0,4 12 0,-1 0 0,1 0 0,-4-12 0,1 24 16,-1-1-16,0 1 0,0-24 0,3 24 16,-2 1-16,1-2 0,-2-23 0,0 0 0,6 27 0,-1-2 15,0 1-15,-5-26 0,6 25 0,-3-2 0,2 1 0,-5-24 0,4 27 0,-1-2 0,0 0 16,-3-25-16,3 13 0,-2 0 0,1 0 0,-2-13 0,-3 14 15,1 1-15,0 0 0,2-15 0,-2 6 0,0 2 16,1-1-16</inkml:trace>
  <inkml:trace contextRef="#ctx0" brushRef="#br0" timeOffset="74328.245">15566 6149 0,'0'0'0,"0"0"0,0 0 0,9 58 15,4-3 1,5-1 0,-13-12-16,-5-42 15,0 0-15,0 0 0,0 0 0,-3 11 0,-1 0 16,1-2-16,-2-2 0,0-1 16,1 1-16</inkml:trace>
  <inkml:trace contextRef="#ctx0" brushRef="#br0" timeOffset="74457.12">15569 5976 0,'0'0'0,"0"0"0</inkml:trace>
  <inkml:trace contextRef="#ctx0" brushRef="#br0" timeOffset="74711.105">15666 5804 0,'0'0'0,"0"0"0,0 0 0,33 56 16,-6 4-1,-3-5-15,0 2 16,-2 4-16,-22-61 0,0 0 0,0 0 15,7 23-15,-1-1 0,1 0 0,-7-22 16,5 22-16,-1 2 0,-1-3 0,2 1 16,0 1-16,0-4 0,-5-19 0,3 22 0,0-3 0,0 2 0,-3-21 0,3 18 15,-1-2-15,-1 1 0,2-7 0,-2 0 16,0 0-16,-1-10 0,2 0 0,0 2 0,1-1 16,-3-1-16,4-9 0,-1 2 0,0-1 0</inkml:trace>
  <inkml:trace contextRef="#ctx0" brushRef="#br0" timeOffset="75012.735">16032 6146 0,'0'0'0,"0"0"0,0 0 0,0 0 15,0 0-15,-40 14 16,-7-1 0,47-13-16,0 0 0,0 0 15,-17 4-15,3 0 0,-1 0 16,15-4-16,-10 3 15,0-1-15,0 1 16,10-3-16,-5 1 0,-1 0 16,2 1-16,4-2 0,-3 0 0,1 2 0,1-1 0,3 2 15,-1-1-15,0-1 0,-1-1 0,5 7 0,0-2 16,0 1-16,-5-6 0,9 6 0,1 0 0,-1 1 0,3 1 16,-1 0-16,-1 0 0,-10-8 15,15 11-15,-1 0 0,-2 0 0,-12-11 0,15 9 0,-3 0 16,2-1-16,-14-8 0,13 8 0,0-3 15,1 1-15,-4-3 0,1-3 16,-2 1-16</inkml:trace>
  <inkml:trace contextRef="#ctx0" brushRef="#br0" timeOffset="75339.281">16206 6302 0,'0'0'0,"0"0"0,0 0 0,0 0 16,37-33-1,-3 3-15,-12 2 16,-22 28-16,0 0 0,0 0 0,3-8 15,0 0-15,0 1 0,-3 7 0,3-7 0,-2 0 16,1 0-16,-2 7 0,1-5 0,0 0 0,0 0 16,-4 3-16,0-1 0,1 1 0,2 2 15,-6 0-15,-1 0 0,1 0 0,-3 4 0,-2-1 0,1 0 16,10-3-16,-12 9 0,1-3 0,-1 0 0,0 4 0,1-2 16,0 1-16,11-9 0,-9 11 0,0-1 15,1 0-15,1-2 0,0-1 0,0 3 0,7-10 0,-4 9 0,0 1 16,0 1-16,2-1 15,1-2-15,0 1 0,1-9 0,4 8 0,-1 2 16,1-2-16,-4-8 0,7 6 0,0 2 0,1-2 0,1-1 16,0-1-16,0 0 0,-9-4 0,13 3 0,0-1 15,-1 0-15,-12-2 16,18-2-16,-2 2 0,1 0 0,0-8 0,1 1 16,0 1-16,-18 6 0,18-10 0,-1 2 0,0-1 15</inkml:trace>
  <inkml:trace contextRef="#ctx0" brushRef="#br0" timeOffset="76023.089">16887 6070 0,'0'0'0,"0"0"0,0 0 0,0 0 16,-42 12-16,13-1 15,7-7 16,22-4-31,0 0 0,0 0 0,0 0 0,-6 2 0,6-2 0,-6 0 0,1 2 16,5-2-16,-4 0 0,2 2 0,0-1 16,-2 0-16,1 1 0,-1 0 0,4-2 0,-1 1 0,-1 1 15,1-1-15,0 0 0,1 0 16,0 0-16,0-1 0,-1 1 0,1 0 16,0-1-16,0 0 0,0 0 0,0 0 0,0 0 0,-1 0 15,1 0-15,0 0 0,0 0 0,-2 1 0,2-1 16,0 0-16,0 0 0,-3 3 0,1 0 0,0 0 15,-6 1-15,3 0 0,0 0 0,5-4 0,-5 7 16,-1-2-16,0 0 0,6-5 16,-5 7-16,1-1 0,-1 0 15,1-1-15,1 1 16,0-1-16,3-5 0,3 9 0,-2-1 0,1 1 0,-2-9 16,8 7-16,-2 0 0,0 1 15,-6-8-15,10 6 0,-1 2 16,-1-2-16,5 1 0,-1 0 0,0 0 15,-12-7-15,12 7 0,-1-1 0,0 0 0,-11-6 16,8 5-16,0 1 16,0-1-16,-3-1 0,-1 0 0,1 0 0,-5-4 15,2 2-15,-1 2 0,-1-1 0,0-3 0,-3 2 0,0 1 16,1-1-16,-7 2 0,1 1 0,0-2 0,8-3 0,-12 3 0,1-1 16,0-1-16,11-1 15,-14 0-15,-1 0 0,2 0 0,13 0 16,-17-3-16,2 0 0,1 1 15,4-5-15,1 0 16,0 1-16</inkml:trace>
  <inkml:trace contextRef="#ctx0" brushRef="#br0" timeOffset="76683.155">17363 6035 0,'0'0'16,"0"0"-16,-2 51 0,3 1 0,7-11 15,5-4-15,1-10 16,-14-27-16,0 0 0,0 0 15,3 5-15,-1 0 0,0-1 0,5 1 0,-2-1 16,0 0-16,-5-4 0,7 3 0,-1 0 16,-1-1-16,4-2 0,-2-3 0,0 2 0,-7 1 15,11-5-15,0 1 0,-2 1 0,-9 3 0,13-8 0,-2 0 16,0 2-16,1-5 0,0 1 0,-1 0 0,-11 10 16,10-9-16,-2-1 0,0 2 0,-2 2 0,0 0 0,-1 0 15,-5 6-15,3-3 0,-1 1 0,0 0 0,-2 2 16,1 0-16,1-2 0,-2 2 0,2 5 15,-2 0-15,0 0 0,1 1 0,-1-3 16,0 2 0,2 6-16,-1 1 15,-1 0-15,0-12 0,1 14 0,0-1 16,0 1-16,-1-14 0,4 12 16,1 2-16,0-1 0,2-2 0,1 0 15,0 0-15,-8-11 0,10 7 0,0 1 16,0-1-16,2-2 0,0-1 15,-1 1-15,-11-5 0,13 2 16,-1-2-16,1 1 0,-13-1 0,14-3 16,-2 0-16,1 0 0,-3-6 0,2 0 0,-2 2 15,-10 7-15,8-17 0,1 2 16,0 0-16,-9 15 16,5-18-16,1-1 0,-1 0 0,-4 1 0,0-1 15,-1 2-15,0 17 0,-3-16 0,0-2 0,0 1 0,3 17 16,-6-13-16,1 1 0,1 0 0,4 12 0,-6-12 0,1 3 15,1 0-15,-1 0 0,1 3 0,1-2 0,3 8 16,-7-5-16,2 0 0,-1-1 16,6 6-16,-8-3 0,0-1 0,0-1 0,2 1 15,2-1-15,-1-1 0,5 6 0</inkml:trace>
  <inkml:trace contextRef="#ctx0" brushRef="#br0" timeOffset="76711.298">18066 6042 0,'0'0'0,"0"0"15,0 0-15,18 62 0,0 2 16,-6-16-1,-14-10-15,-4-14 16,6-24-16,0 0 0,-1 3 0,0 0 16,0 0-16</inkml:trace>
  <inkml:trace contextRef="#ctx0" brushRef="#br0" timeOffset="76808.211">18061 5858 0,'0'0'0,"0"0"0</inkml:trace>
  <inkml:trace contextRef="#ctx0" brushRef="#br0" timeOffset="77244.708">18252 6011 0,'0'0'16,"18"39"-16,-6 6 0,4 0 0,-9-14 16,-3-13-16,-2-10 15,-2-5 1,0-3-16,0 0 0,0 0 15,-1-3-15,1 3 0,0 0 0,0 0 0,1-6 16,-1 1-16,0 0 0,0 5 0,1-12 0,-1 0 16,1 1-16,1-7 15,-1 2-15,0-2 16,-1 18-16,4-23 0,-1 1 16,0-1-16,3 2 15,-1 1-15,-1 0 0,-4 20 16,6-17-16,-1 2 0,0 0 0,2 5 15,-2-1-15,0 2 0,-5 9 0,8-3 0,-1 0 16,-1 0-16,-6 3 0,9 1 0,-1-1 0,-1 1 0,5 5 16,-3-1-16,0 0 0,3 8 0,-2-2 0,0 1 0,-10-12 0,11 16 0,0-1 15,-1 1-15,-2-2 0,0 1 0,-1-1 16,-7-14-16,6 13 0,0 0 0,-1 0 0,-5-13 0,3 15 0,0-2 16,1 0-16,-2 0 15,-1 0-15,1 0 0,-2-13 16,-2 10-16,2-1 0,-1 1 0,-1-4 0,-1-1 0,0 1 0,3-6 0,-1 1 15,-1 0-15,1 0 0</inkml:trace>
  <inkml:trace contextRef="#ctx0" brushRef="#br0" timeOffset="77707.194">18795 6056 0,'0'0'0,"0"0"0,0 0 16,42-2-1,-4-7-15,-11-6 16,-5-7-1,-22 22-15,0 0 0,0 0 0,0 0 0,4-9 0,1 0 16,0 0-16,-2 0 0,-2 0 16,1-1-16,-2 10 0,1-8 0,-1-1 0,0 0 15,-1 4-15,0-1 0,0 1 0,1 5 16,-5-2-16,1-1 0,-2 1 0,-3 2 16,1 0-16,-1 0 0,9 0 0,-11 4 15,0 0-15,2-1 0,9-3 0,-14 9 0,3-3 0,-1 3 16,1 0-16,-1-1 0,0 1 15,12-9-15,-11 11 0,1 1 16,0-1-16,3 0 0,2 2 0,0-2 16,5-11-16,-5 11 15,1 2-15,1-1 0,3-12 0,-3 10 16,3 1-16,-1-1 0,4 1 0,0-2 16,0 1-16,-3-10 0,5 6 0,0 2 0,-1-2 15,4 0-15,-1-1 0,0 1 16,-7-6-16,12 5 0,0 1 15,-1 0-15,-11-6 0,17 4 0,-2 0 0,0 0 16,6-4-16,-2 2 0,1-1 0,-20-1 16,22-3-16,0 3 0,0 0 0,-1-4 0,0 0 15,0 1-15,-7-1 0,-1 3 0,-1-1 16,-6 0-16,0 1 0,-1 1 0,-5 0 0,2-2 0,0 1 0,1 1 16</inkml:trace>
  <inkml:trace contextRef="#ctx0" brushRef="#br0" timeOffset="82977.159">6931 7350 0,'0'0'0,"0"0"0,0 0 16,0 0-16,0 0 15,0 0 1,6 43-16,-6-43 0,0 0 0,0 0 16,0 0-16,2 8 0,-1 0 0,0 1 0,-1-9 15,5 20-15,-3-1 0,0 2 16,-2-21-16,3 22 0,-2 1 16,1 0-16,-2-23 0,0 25 0,0-1 15,0 2-15,0-26 0,1 25 0,-1 1 16,0 0-16,0-26 0,3 25 0,-1 0 15,0 0-15,3-1 0,-2 1 0,0 0 16,-3-25-16,2 12 0,-1 0 0,1 0 0,-2-12 16,5 24-16,-2-2 0,2 1 0,-5-23 0,3 13 15,-1-2-15,1 1 0,-3-12 0,4 20 0,0-1 16,1-1-16,-2-8 0,-1 0 0,0 0 16,-2-10-16,1 4 0,0 0 0,-1 0 0,2-4 15,-2 1-15,0 1 0,0-2 0</inkml:trace>
  <inkml:trace contextRef="#ctx0" brushRef="#br0" timeOffset="83218.629">7281 7771 0,'0'0'0,"0"0"0,0 0 16,8 58-16,2-1 15,-2-9 1,-6-6-16,-2-42 16,0 0-16,0 0 0,-1 14 0,-1-1 0,1 1 15,1-14-15,-6 10 0,1-1 16,0 1-16,1-4 0,1-1 16,-1 1-16</inkml:trace>
  <inkml:trace contextRef="#ctx0" brushRef="#br0" timeOffset="83337.054">7162 7634 0,'0'0'0,"0"0"0,0 0 0,0 0 0,0 0 16,28-52 0</inkml:trace>
  <inkml:trace contextRef="#ctx0" brushRef="#br0" timeOffset="83639.521">7363 7551 0,'0'0'0,"0"0"0,22 37 15,0 10 16,-1 8-31,-4 6 0,-5-4 16,-12-57-16,0 0 0,0 0 16,0 0-16,1 19 0,-1 1 15,0 0-15,0-20 16,1 17-16,0 1 0,0-1 16,-1 1-16,0-3 15,0 3-15,0-18 0,-3 17 0,0-1 16,1 2-16,-1-7 15,1-1-15,0 0 0</inkml:trace>
  <inkml:trace contextRef="#ctx0" brushRef="#br0" timeOffset="83990.458">7578 7697 0,'0'0'0,"0"0"15,0 0-15,0 0 16,0 0-16,0 0 16,0 0-1,0 0-15,0 0 0,0 0 16,0 0-16,0 0 0,-21 13 0,3 0 0,-1 0 0,5-3 15,0 1 1,1-2-16,13-9 0,-8 6 16,1 0-16,-1-1 0,3-4 0,2 2 0,0-1 15,3-2-15,-2 2 0,2 0 0,0 0 16,2 0-16,-1 1 0,-1-1 0,0-2 0,5 6 0,-1 0 16,-1 0-16,-3-6 15,7 7-15,1 1 0,0-1 0,2 4 0,2-2 16,-2 2-16,-10-11 0,14 10 15,-1 2-15,1-2 16,0 1-16,-1 1 0,2-2 16,-15-10-16,14 11 0,-1-2 15,1 2-15,-4-4 0,0 1 0,1-1 16,-11-7-16,8 7 0,1-2 0,-1 1 16,-8-6-16,5 3 0,0 0 15,0 0-15,-4-4 0,0 0 0,-1 0 16</inkml:trace>
  <inkml:trace contextRef="#ctx0" brushRef="#br0" timeOffset="84435.313">7804 7900 0,'0'0'0,"0"0"0,0 0 16,0 0-16,44-37 16,-5 0-1,-17 8-15,-22 29 0,0 0 16,0 0-16,0 0 0,5-10 0,0 1 16,-1 1-16,-4 8 0,2-10 0,-1 2 15,1-1-15,-4 2 0,2 0 0,-1-1 16,1 8-16,-4-6 0,0 0 15,0 0-15,4 6 0,-8 0 0,1-2 16,0 1-16,-3 4 0,0 0 0,-1-1 16,11-2-16,-11 5 0,1 0 15,0-2-15,-1 5 0,2-1 16,0-1-16,9-6 0,-9 10 0,0-2 16,0 1-16,2 3 0,1 0 0,0 0 15,6-12-15,-5 12 0,1 1 0,0 0 0,2-2 16,1 2-16,0-2 0,1-11 0,3 13 0,-2-2 15,1 0-15,4 1 16,-2-3-16,1 2 0,-5-11 16,6 10-16,1-1 0,1 0 0,1-3 0,0 0 0,1-1 15,-10-5-15,14-1 0,-2 1 0,0-1 0,4-5 0,0 0 16,0 1-16</inkml:trace>
  <inkml:trace contextRef="#ctx0" brushRef="#br0" timeOffset="84654.757">8184 7751 0,'0'0'0,"0"0"0,0 0 0,0 0 15,0 0-15,0 0 16,0 0-16,0 0 15,0 0-15,0 0 0,-13-5 0,-1 0 0,-1 0 0,15 5 16,-12 1-16,0-1 0,1 0 0,11 0 0,-6 5 31,-1-2-31,1 0 0,6-3 0,-1 7 0,-1 1 16,1-2 0,1-6-16,1 9 15,0 1-15,0-1 0,6 2 0,-4 1 0,3 0 16,-6-12-16,6 12 0,0 1 15,-1-1-15,-5-12 0,9 12 0,-2-1 16,-1 0-16,2-1 0,-1-1 16,-1 0-16,-6-9 0,6 8 0,-3-1 15,1 1-15,-4-8 0,2 7 0,-1 2 0,0-2 0,-3 1 16,-1-1-16,1 0 0,2-7 0,-12 7 0,2 0 16,-2 0-16,12-7 15,-13 3-15,-1-1 0,2 0 16,-2-4-16,1 0 0,1 1 15</inkml:trace>
  <inkml:trace contextRef="#ctx0" brushRef="#br0" timeOffset="85008.858">8842 7268 0,'0'0'15,"0"0"-15,0 0 16,0 0-16,0 0 0,0 0 15,-55 70 17,1 5-32,54-75 0,0 0 0,0 0 0,0 0 0,0 0 0,-18 24 0,0 1 15,2-1-15,1 1 16,2 1-16,0-1 0,1 5 0,3-3 16,0 1-16,3 1 0,1-2 15,0 2-15,5-29 0,-2 27 16,2-2-16,0 2 15,0-27-15,0 26 0,1 0 16,0 2-16,6 0 16,0-2-16,-1 2 0,-6-28 15,11 27-15,0 0 0,-1-2 16,5-1-16,-1 0 0,0 1 0,3-4 16,-2-2-16,1 2 0,-16-21 15,20 14-15,0 1 0,-1-1 16,5-8-16,0 0 15,0-1-15</inkml:trace>
  <inkml:trace contextRef="#ctx0" brushRef="#br0" timeOffset="85659.461">8893 7567 0,'0'0'0,"0"0"0,44-16 0,11 0 16,-4 3-16,-7-4 15,-3-6-15,-41 23 16,0 0-16,0 0 0,12-7 0,-1 1 16,1 1-16,-12 5 0,9-5 0,-1 1 15,0 0-15,-8 4 0,4-5 0,1 3 16,-1-2-16,-1 2 16,-2 0-16,1 0 0,-2 2 0,-3-1 15,1 1-15,0-1 0,-3 2 0,-1 0 0,0-1 16,6 0-16,-5 2 0,1 0 0,-1-1 15,5-1-15,-5 5 0,0-3 0,0 3 16,1 1-16,-1 0 16,1 0-16,4-6 0,-6 9 0,2 1 15,0 0-15,1 3 0,1-1 0,0 0 16,2-12-16,0 18 0,0-3 0,0 0 0,4 4 16,0-2-16,0 2 0,-4-19 15,4 19-15,0-1 0,-1 1 0,0-1 16,-1 0-16,0 0 0,-2-18 15,3 21-15,0-3 0,-1 1 0,-2-19 0,1 16 16,2 0-16,-2 0 0,-2-1 16,1-1-16,0-1 15,0-13-15,-5 13 0,1-2 16,1 1-16,-3-1 0,2-2 16,-1 0-16,5-9 0,-9 8 15,1 0-15,0 0 0,-2-3 0,0 0 16,0 1-16,10-6 15,-15 5-15,2-2 0,0 1 0,13-4 0,-15 2 16,2 0-16,-1 0 16,0-4-16,1 2 15,0 0-15,-1-3 16,0 1-16,1-1 16,13 3-16,-11-3 15,1 0-15,1-2 0,2-3 16,2 2-16,1-1 0,4 7 15,1-10-15,-1-1 0,0 1 16,9-3-16,0-1 0,-3 1 16</inkml:trace>
  <inkml:trace contextRef="#ctx0" brushRef="#br0" timeOffset="86657.252">9335 7721 0,'0'0'0,"0"0"0,0 0 0,0 0 0,-9 53 0,-2-5 188,2-9-188,7-5 0,2-34 0,0 0 0,0 0 15,0 0-15,0 0 0,1 9 0,-1-9 0,1 9 0,-1-1 0,0-8 0,0 0 0,5 7 0,-5-7 0,4 6 0,-1 0 0,-3-6 0,0 0 0,7 3 0,-7-3 0,6 3 16,0-1-16,-6-2 0,9 2 0,-1 0 0,-8-2 0,7 3 0,-7-3 0,0 0 0,11-3 0,-1 1 0,-10 2 0,11-1 0,-1-5 0,-10 6 0,11-5 0,0 1 0,-11 4 0,0 0 0,10-10 16,-1 0-16,0 0 0,-9 10 0,7-10 0,0 0 0,-1-1 0,-3 0 0,-1 0 0,0 0 0,-2 11 0,-1-14 15,1 2-15,0 0 0,0 12 0,-6-13 0,1 2 0,1-1 0,-8 5 0,2-3 0,0 1 0,10 9 0,-13-8 16,1 1-16,1 0 0,11 7 0,-15-6 0,1 0 0,1 0 0,-2 5 0,3 0 0,-2 0 0,14 1 0,-13-2 16,1 1-16,1 1 0,11 0 0,-7-6 0,2 2 0,0-1 0</inkml:trace>
  <inkml:trace contextRef="#ctx0" brushRef="#br0" timeOffset="86688.215">9594 7361 0,'0'0'0,"0"0"0,0 0 0,0 0 16,0 0-16,4 57 0,3 9 31,-7-66-31,0 0 0,0 0 0,0 0 0,0 0 16,0 0-16,2 22 0,0-2 0,1 2 15,-3-22 1,2 21-16,-1 0 16,1-1-16,0 4 15,-1-1-15,0 0 0,-1-23 16,5 21-16,-2-1 0,0 0 15,1-1-15,1-1 0,-1 0 16,-4-18-16,5 13 0,-2 0 16,0 0-16,-1-7 0,-1 1 15,0-1-15,0-2 0,-1-1 0,0-2 16,1 2-16,-1-3 0,0 2 0,0-2 0,0 0 0,0 0 0,0 0 0,2-8 16,0 2-16,1-3 0,-3 9 0,4-10 0,0-1 0,0-1 15,3-1-15,1 1 0,0-1 0,-8 13 16,8-10-16,0 1 0,-2 1 0,-6 8 0,9-7 15,-2 0-15,0 0 0,0 4 0,0-1 0,0 1 16,-7 3-16,7 2 0,-1-1 0,1 1 0,-7-2 16,8 7-16,-1-2 0,1 1 0,-1 4 0,-1-3 15,1 2-15,-2 5 0,0-2 16,-1 0-16,-4-12 0,2 16 16,-1 0-16,1-2 0,-2-14 15,3 14-15,-1-1 0,-1 1 0,-1-14 16,1 11-16,-1-1 0,0 1 0,-4-6 0,0 1 0,0-1 15,4-5-15,-4 0 0,1 0 0,-1 0 0,1 0 0,1-1 0,0 1 0</inkml:trace>
  <inkml:trace contextRef="#ctx0" brushRef="#br0" timeOffset="86711.138">10017 7725 0,'0'0'0,"0"0"0,13 46 16,1 2-16,-9-9 0,1-6 15,-2-12-15,-4-9 16,0-12-16,0 0 0,0 0 0,0 0 16,0 2-16,0 0 0,0-1 0,0-1 0,1 0 15,-1 0-15,0 0 0,-2-4 0,0-2 0,1 2 16,1 4-16,-3-11 0,1 0 0,-1 0 0,3-6 15,0 1-15,0 1 0,1 2 0,-1 2 16,0-1-16,0 12 0,1-6 0,-1 1 0,0-1 16,9-15-16,1 2 0,-1-2 0,-9 21 0,11-20 0,-1 0 15,-1 1-15,1 6 0,-2 3 0,1-2 16,-9 12-16,7-4 0,0-1 0,0 1 0,-7 4 0,11 2 0,-1-1 16,2 0-16,3 7 0,-3 1 0,2-1 0,-14-8 15,13 10-15,-1 3 0,-1-2 0,-1 5 0,-1 1 0,0-2 0,-9-15 16,7 21-16,-1-1 0,0-1 0,-3 4 0,-1-1 15,0 2-15,-2-24 0,-5 21 0,2 0 0,-1 1 0,4-22 16,-7 17-16,0-1 0,0 1 0</inkml:trace>
  <inkml:trace contextRef="#ctx0" brushRef="#br0" timeOffset="88293.939">10612 7937 0,'0'0'0,"0"0"0,0 0 15,8 47 1,-5-21-16,0 33 16,-1-28-1,-2-31-15,0 0 0,0 0 0,-8 23 16,-1 0-16,2 0 15,7-23-15,-11 22 0,0 0 0,1 0 0,10-22 0,-15 22 16,2 0-16,0-1 0,13-21 16,-8 10-16,2 1 0,0-1 15,6-10-15</inkml:trace>
  <inkml:trace contextRef="#ctx0" brushRef="#br0" timeOffset="88648.81">11097 7463 0,'0'0'0,"0"0"0,0 0 0,0 0 16,0 0-1,0 0-15,-21 81 31,21-81-31,0 0 0,0 0 0,-8 25 0,1-1 16,-2 0-16,1-3 0,0-2 16,-1 1-16,9-20 15,-12 23-15,1-2 0,0 0 16,-2 2-16,0-3 0,-1 1 16,14-21-16,-18 21 0,1 0 15,-1-2-15,-1 0 16,1-2-16,0 1 0,18-18 15,-18 13-15,1-1 0,0 0 0,17-12 16,-12 3-16,1-1 0,0 0 0</inkml:trace>
  <inkml:trace contextRef="#ctx0" brushRef="#br0" timeOffset="88856.415">10885 7509 0,'0'0'0,"0"0"16,0 0-16,0 0 16,0 0-16,39 37 15,-7 3 1,0 5-16,-32-45 15,0 0-15,0 0 0,8 17 0,0-1 16,1 0-16,-9-16 0,9 14 16,-1 2-16,0-2 0,-8-14 0,8 16 0,1-1 15,0 1-15,0 3 0,0-1 16,0 0-16,-9-18 0,11 20 0,-2-1 16,0-2-16,-9-17 0,10 16 0,-2-1 15,0 0-15,1-7 0,-1 0 0,0 0 16</inkml:trace>
  <inkml:trace contextRef="#ctx0" brushRef="#br0" timeOffset="89318.294">11202 7069 0,'0'0'0,"0"0"0,0 0 0,46 34 15,9 11 1,-4 15-16,-2 9 16,-49-69-16,0 0 0,0 0 0,22 27 15,-2 0-15,1-1 16,-6-1-16,0 1 15,-2-2 1,-13-24-16,7 24 0,0-2 0,0 2 16,-2 0-1,1 1-15,-2-1 0,-4-24 16,0 26-16,0-2 0,0 2 0,-4-1 16,-1 2-16,1-3 0,4-24 0,-11 30 15,-1 0-15,1 0 0,-7 6 16,0-1-1,0 1-15,-7-4 16,2 2-16,0-2 0,0-5 16,1-1-16,-1 1 15</inkml:trace>
  <inkml:trace contextRef="#ctx0" brushRef="#br0" timeOffset="91009.941">12203 7502 0,'0'0'0,"0"0"0,0 0 0,0 0 0,0 0 16,0 0-1,0 0-15,0 0 16,0 0-16,0 0 0,0 0 0,0 0 0,0 0 15,0 0-15,0 0 0,3-6 0,-1 2 0,1-2 16,-3 6-16,2-2 0,-1-3 0,1 4 0,-2 1 0,1-3 16,-1 2-16,0 1 0,0 0 0,1-1 0,-1 1 15,0-1-15,1 1 0,-1 0 0,0 0 16,0 0-16,0 0 0,0 0 0,0 0 0,0 0 16,0 0-16,0 0 0,0 0 0,0 0 15,0 0-15,0 0 0,0 0 0,0 0 0,0 0 0,0 0 0,0 0 16,0 0-16,0 0 0,0 0 0,0-3 0,1 3 15,0-3-15,-1 3 0,0 0 0</inkml:trace>
  <inkml:trace contextRef="#ctx0" brushRef="#br0" timeOffset="91529.075">12225 7802 0,'0'0'0,"0"0"16,0 0-16,0 0 15,0 0 1,0 0-16,0 0 16,0 0-16,0 0 0,0 0 0,0 0 0,0 0 15,0 0-15,0 0 0,0 0 0,0 0 0,0 0 16,0 0-16,3-7 0,-1-1 0,0 2 0,-2 6 15,2-5-15,0 0 0,-1 1 0,1 2 16,-2 0-16,0-1 0,0 3 0,0 0 16,0 0-16,0-1 0,0 1 0,1 0 15,-1 0-15,0 0 0,0 0 0,0 0 16,0 0-16,0 0 0,0 0 0,0 0 0,0 0 0,-1 0 0,1 0 0,0 0 16,0 0-16,1 0 0,-1 0 0,0 0 15,0-2-15,0 2 0,0-1 0,0 1 0,0-1 0,0 0 0,0 1 0,0 0 16,0 0-16,0 0 0,0 0 0,0 0 0,0 0 0,0 0 15,0 0-15,0-2 0,0 2 0,0-1 0,0 1 16,3-1-16,-1 1 0,0-2 0</inkml:trace>
  <inkml:trace contextRef="#ctx0" brushRef="#br0" timeOffset="92045.009">12502 7622 0,'0'0'0,"0"0"0,0 0 0,0 0 15,0 0 1,0 0-1,0 0-15,0 0 0,0 0 0,0 0 16,0 0-16,0 0 0,0 0 0,0 0 16,0 0-16,0 0 0,0 0 0,0 0 0,2 1 15,-1-1-15,1 1 0,4-2 0,0 1 16,-1 0-16,-5 0 0,10 1 0,-1 0 0,0-1 0,3 1 0,-3-1 16,2 2-16,-4-2 0,-1 0 15,0 0-15,-6 0 0,0 0 0,13-3 0,1 1 0,-2 1 0,2 0 16,-1-1-16,0 1 0,-13 1 15,11-1-15,1 0 0,0 1 16,-2 1-16,-2 1 16,1-2-16,-9 0 15,8 0-15,-1 2 16,0-2-16,-1 0 0,0 0 16,0 0-16,-6 0 0,5 0 15,-2 0-15,0 0 0,-3 0 0,3 0 0,-1 0 0,-1 0 16,0 0-16,0 0 0,0 0 0,-1 0 0,0 0 0,0 0 0,0 0 0,0 0 0,0 0 15,0 0-15,0 0 0,0 0 0,0 0 0,0 0 0,0 0 0,0 0 0,0 0 0,0 0 16,2 2-16,-1-2 0,-1 1 0,2 0 0,-1 0 16,0 1-16,-1-2 0,2 0 0,-2 0 0,0 0 0,-1-4 0,0 2 0,0-1 0,1 3 15,0 0-15</inkml:trace>
  <inkml:trace contextRef="#ctx0" brushRef="#br0" timeOffset="96068.819">13510 7052 0,'0'0'0,"0"0"0,0 0 16,0 0-16,0 0 15,0 0 1,0 0-16,0 0 0,0 0 0,0 0 16,2 18-16,-2-1 0,1 0 0,-1-17 0,2 25 15,-2-1-15,0 1 0,0-25 16,1 24-16,0 3 0,0-3 0,-1-24 31,3 30-31,-2-1 16,1 1-16,-2-30 0,4 31 15,0 0-15,0 2 0,-4-33 16,2 30-16,0 0 0,0 1 16,-2-31-16,5 31 0,-1 2 15,0-2-15,-4-31 0,3 38 16,0 0-16,0-1 0,-3-37 0,2 34 15,-1 1-15,1-1 0,-2-34 0,0 0 16,2 30-16,1-1 0,-1 1 0,-2-30 16,2 14-16,-2 0 0,1-1 0,1-8 15,-2 0-15,0 1 0,0-6 0,0 0 16,0 0-16,0 3 0,0-2 0</inkml:trace>
  <inkml:trace contextRef="#ctx0" brushRef="#br0" timeOffset="96250.741">13801 7511 0,'0'0'0,"0"0"0,0 0 16,0 0-16,10 48 15,-7 10 1,1 4-16,-4-62 0,0 0 16,0 0-16,1 20 0,-1-1 0,0 1 15,0-20-15,-1 18 0,1-1 0,0 0 16,0-17-16,0 18 0,-1-1 16,0 1-1,-3-3-15,2 0 16,0-1-16,2-14 0,-7 9 0,3 0 0,-1 0 0,5-9 15</inkml:trace>
  <inkml:trace contextRef="#ctx0" brushRef="#br0" timeOffset="96359.179">13671 7421 0,'0'0'0</inkml:trace>
  <inkml:trace contextRef="#ctx0" brushRef="#br0" timeOffset="96762.405">13959 7193 0,'0'0'0,"0"0"0,18 41 16,4 14-1,4 5-15,-7 6 16,-19-66-16,10 74 0,-10-74 16,0 0-16,0 0 15,6 26-15,-2-1 0,-1 2 16,-3-27-16,4 24 16,-1 0-16,0-1 0,-3-23 15,5 26-15,-2-1 16,0-1-16,-1 4 15,-1-1 1,1 0-16,-2-27 16,4 24-1,0 0-15,1 0 16,-5-24 0,3 22-16,-1-1 0,0 1 15,-2-22 1,1 12-16,-1 0 0,0 1 15,0-13-15</inkml:trace>
  <inkml:trace contextRef="#ctx0" brushRef="#br0" timeOffset="97992.97">14306 7493 0,'0'0'0,"0"0"0,-39 20 0,-5 1 15,6-2-15,6-3 0,32-16 0,-32 17 0,32-17 0,0 0 16,0 0-16,0 0 0,-6 5 0,0-1 16,0 1-16,6-5 0,-4 5 0,2 0 15,-1 1-15,5 1 0,-1 1 0,-1-1 16,0-7-16,6 7 0,1 0 15,-1 2-15,7 1 16,-1 0-16,1-1 16,-13-9-16,14 10 0,0 0 15,0 0-15,-14-10 0,18 11 0,0-2 16,-1 1-16,2-1 0,-1 0 16,0 1-16,-18-10 15,17 5-15,-2 0 0,-1 1 16</inkml:trace>
  <inkml:trace contextRef="#ctx0" brushRef="#br0" timeOffset="98042.114">14478 7736 0,'0'0'16,"0"0"-16,0 0 16,34-33-16,4-6 31,-5 4-31,-11 5 0,-22 30 0,0 0 16,0 0-16,4-9 0,0 1 0,-1 0 15,-1 3-15,-1 1 0,-1 0 0,1 1 16,-1 1-16,0-1 0,0 3 0,-4-4 0,-1 0 0,1 0 0,4 4 15,-11-1-15,1 1 0,0-1 0,10 1 16,-14 2-16,2 1 0,-1 0 0,-3 6 16,1-2-16,0 1 0,15-8 15,-14 10-15,0 0 0,1-1 0,2 1 0,0 2 0,0-2 16,11-10-16,-7 13 0,0-1 0,1 1 0,6-13 0,-2 14 0,1-1 0,-1 0 16,5-1-16,-1-1 0,-1 2 15,-1-13-15,8 13 0,-2-2 0,1 2 16,-7-13-16,13 10 0,-2-1 0,1 0 15,-12-9-15,19 6 0,-3-1 16,2-1-16,4-5 0,1 0 0,-1 0 16,-22 1-16,26-8 0,-1 0 0,1 0 0,-2-7 0,-1 2 0,0-1 0,-23 14 0,23-20 15,-2 1-15,1 1 0,-22 18 0,23-20 0,-1 1 0,1-1 0,-23 20 0,0 0 0,18-17 0,-1 0 16,-1 0-16</inkml:trace>
  <inkml:trace contextRef="#ctx0" brushRef="#br0" timeOffset="98084.223">14966 7460 0,'0'0'0,"0"0"16,0 0-16,0 0 15,-44 24 1,19 3 0,26 2-16,-1-29 0,0 0 15,0 0-15,0 0 0,6 11 16,-2-1-16,1-1 16,-5-9-16,7 11 0,-1 0 15,0 1 1,-6-12-1,8 13-15,0-2 0,-1 2 16,-7-13 0,9 11-16,-3 1 0,0 0 15,-3 0 1,-2-1-16,1 0 0,-2-11 16,-4 10-16,2 1 0,-1-1 15,3-10-15,-6 7 0,2 1 0,-1 0 0,5-8 16,-11 4-16,2 0 0,-1 2 0,10-6 0,-12 0 0,-2 0 15,1 0-15,13 0 0,-13-9 0,1 3 16,1-1-16,3-5 16,1 1-16,0-1 0,7 12 15</inkml:trace>
  <inkml:trace contextRef="#ctx0" brushRef="#br0" timeOffset="98119.168">15572 7080 0,'0'0'0,"0"0"0,0 0 0,0 0 0,0 0 16,-50 49-16,-1 6 15,0 9 1,51-64-16,0 0 0,0 0 15,-18 24-15,1-1 0,0 1 16,-2 4-16,1-1 16,-1 0-16,19-27 15,-14 32-15,1-1 16,0 0-16,5 2 16,2-2-16,0 2 0,6-33 15,-6 31-15,2 0 0,-1 0 16,9-2-16,-2 0 0,1 0 0,-3-29 15,7 27-15,1 0 0,-2 1 16,9-2-16,-2-2 0,1 1 16,6-4-16,-2-1 0,1 0 0,5-7 15,1 2-15,0-1 0,-25-14 0,28 8 0,0 0 16,0-1-16</inkml:trace>
  <inkml:trace contextRef="#ctx0" brushRef="#br0" timeOffset="98371.989">15945 7243 0,'0'0'0,"0"0"0,0 0 0,-19 37 0,-5 16 31,-7 6-31,-6 0 0,1 3 0,36-62 16,0 0-16,0 0 0,0 0 0,-11 22 0,1 2 15,-2-2-15,3 1 0,-1 1 16,-1-2-16,11-22 0,-9 21 0,-2 2 16,1-4-16,10-19 0,-13 23 0,0-4 15,0 2-15,13-21 0,-13 19 0,1-1 16,1-1-16,-2-5 0,0-1 15,1 1-15</inkml:trace>
  <inkml:trace contextRef="#ctx0" brushRef="#br0" timeOffset="98600.802">15626 7374 0,'0'0'0,"0"0"0,0 0 0,31 41 15,9 4 1,2 13-16,-7 1 16,-35-59-16,0 0 0,0 0 15,0 0-15,12 21 0,0 0 0,0 0 0,1 0 16,-2-2-16,0 1 0,-11-20 16,12 20-16,0 0 0,-1-1 0,-1-2 0,-1 0 15,1-1-15,-10-16 0</inkml:trace>
  <inkml:trace contextRef="#ctx0" brushRef="#br0" timeOffset="98773.373">16232 7811 0,'11'48'0,"-4"18"15,0 3 1,-16-4-16,-15-18 0</inkml:trace>
  <inkml:trace contextRef="#ctx0" brushRef="#br0" timeOffset="99485.908">16418 7537 0,'0'0'0,"0"0"0,16 67 15,-10-3 1,-3-14-16,-2-13 15,4-13-15,-5-24 16,0 0-16,0 0 0,0 0 0,2 5 16,-1-2-16,-1 2 0,0-5 0,1 2 15,0-1-15,0 1 0,-1-2 0,0 0 16,0 0-16,0 0 0,4-5 0,0 0 16,-1-1-16,4-8 0,-1 1 15,2 0-15,-8 13 16,12-18-16,-1 1 15,0-1-15,-11 18 16,12-15-16,0 0 0,0 0 16,-5 6-16,1 1 15,0 0-15,-8 8 16,6-4-16,-1 0 0,0 0 0,-5 4 16,6 4-16,-3 0 0,0 0 0,0 4 0,0 1 15,0 0-15,-3-9 0,6 14 0,-3-1 0,1 0 16,0 1-16,-1-1 0,0 0 15,-3-13-15,7 13 0,-2 0 0,0 0 16,-5-13-16,8 10 0,-2 1 0,0-2 16,1-3-16,-1 1 0,1-2 15,-7-5-15,5 3 0,0 0 0,1-2 16,-6-1-16,6-3 0,-2 1 0,1 0 0,-5 2 16,6-9-16,2 3 0,-1-1 0,1-8 0,0 1 0,0 0 15,-8 14-15,6-19 0,0 1 0,0 0 16,-6 18-16,4-16 0,-1-2 0,0 1 0,-1 3 15,-2 1-15,0 0 0,-1 0 16,0 2-16,0 0 16,1 11-16,-3-11 0,1 2 15,0-1-15,2 10 0,-3-6 16,0-2-16,0 2 16,3 6-16,-5-7 0,2-1 0,0 1 15,-2 2-15,1 1 0,1-2 0,3 6 0,-2-5 0,2 1 16,0-2-16</inkml:trace>
  <inkml:trace contextRef="#ctx0" brushRef="#br0" timeOffset="99570.616">16978 7558 0,'0'0'0,"17"36"0,-5 15 16,0-5-16,-9-6 0,-3-40 0,-3 31 0,-12-17 0,15-14 0,0 0 0,0 0 0,0 0 0,0 0 0,-3-3 0,3 3 0,-3-4 16,0 0-16,3 4 0,0 0 0</inkml:trace>
  <inkml:trace contextRef="#ctx0" brushRef="#br0" timeOffset="99633.011">16959 7353 0,'0'0'0,"0"0"16,0 0-16,0 0 15</inkml:trace>
  <inkml:trace contextRef="#ctx0" brushRef="#br0" timeOffset="100053.484">17144 7543 0,'0'0'0,"23"59"0,-6-10 32,-11-18-32,-3-16 0,-2-9 15,-1-11 1,0 5-16,0 0 0,0 0 0,0 0 0,2-4 0,-2-2 16,1 2-16,-1 4 0,2-9 0,0-1 0,-1 1 15,4-7-15,-1 0 0,1 2 16,-5 14-16,8-21 0,-1 2 0,0 0 15,-7 19-15,9-19 0,0-2 0,-1 3 16,1 3-16,-2 1 0,1 0 16,-8 14-16,9-8 0,-2 0 0,-1 1 15,-6 7-15,8-3 0,-2 0 0,0 1 0,1 4 16,-1 0-16,-1-1 0,-5-1 0,7 8 0,-1-2 0,0 1 0,-2 5 16,0 1-16,0 1 0,-4-14 15,1 15-15,1 2 0,-1 1 0,-1-18 0,3 19 16,-1-1-16,1 2 0,1-1 0,-1 2 0,0 0 15,-3-21-15,2 19 0,-2 0 0,1 0 16,-2-5-16,0-1 0,0 1 16,0-9-16,0 0 0,0 0 15,0-3-15,1-1 0,0 0 0</inkml:trace>
  <inkml:trace contextRef="#ctx0" brushRef="#br0" timeOffset="100380.054">17697 7602 0,'0'0'0,"0"0"0,0 0 15,54-25-15,-8-2 16,-12 2 0,-16-1-16,-18 26 15,0 0-15,0 0 0,4-7 0,-1 1 0,0-1 16,-3 7-16,3-5 0,-1 0 0,-1-1 0,-1 6 0,-1-4 16,0-1-16,0 1 0,1 4 0,-7-2 15,1-1-15,-1 2 0,-1 3 0,0 0 16,-1 0-16,9-2 0,-13 6 0,1-2 0,1 2 0,11-6 0,-15 8 15,2-1-15,0 1 0,0 1 0,2-1 16,-1 0-16,12-8 0,-10 9 0,1 0 16,-2 0-16,5 0 0,2 0 0,-2 0 0,6-9 15,-1 9-15,0 0 0,0 0 0,1-9 0,3 9 16,-1-1-16,1-1 0,4 2 0,0-3 0,1 0 0,-8-6 16,13 7-16,0-1 0,-1 2 0,-12-8 0,18 4 0,-2 0 0,0 0 15,4-5-15,-1 0 0,0 1 0,-19 0 0,19-5 16,-1 0-16,0-1 0,-18 6 0,18-11 0,0 1 0,0 0 15,-7 3-15,0 0 0,0 1 0</inkml:trace>
  <inkml:trace contextRef="#ctx0" brushRef="#br0" timeOffset="100670.299">18091 6944 0,'0'0'0,"47"28"0,9 22 15,11 15-15,-13 17 16,-12 23-16,-30 15 16,-11 24-16,-1-144 15,0 0-15,0 0 0,-22 54 0,0-2 16,0 1-16,-25 10 15,1-2-15,0 0 16,46-61-16,-61 62 0,-1 0 16,1-2-16</inkml:trace>
  <inkml:trace contextRef="#ctx0" brushRef="#br0" timeOffset="104583.468">3613 7615 0,'0'0'0,"0"0"0,33-27 0,-13 10 16,27-14-16,-21 13 16,18-9-16,-21 13 15,-23 14-15,0 0 0,0 0 16,0 0-16,10-14 0,1 1 0,-1 0 15,-4 5-15,-1 1 0,-1-1 16,-4 8-16,2-18 0,-1 0 0,-1 2 0,0 16 16,1-11-16,-1 1 0,0 1 0,-4-4 15,0 0-15,-1 1 0,5 12 16,-2-7-16,1 1 0,-2-2 0,1 6 0,1 0 16,1 0-16,-1 2 0,1-1 0,0 0 0,-7 4 0,2 0 15,0 1-15,5-4 0,-5 3 0,2-1 0,1 0 16,-4 11-16,3 0 0,0 0 15,1-5-15,0-1 0,1 1 0,1-8 0,-2 23 0,1 0 16,1 1-16,0-24 16,-1 28-16,1 0 0,0 0 0,1 2 0,-1-3 15,0 2-15,0-29 0,3 29 0,-2 0 0,-1 0 16,3 0-16,-1 2 0,1-1 0,-3-30 16,2 29-16,1-1 0,0 1 0,-3-29 0,1 26 0,1 1 15,-1 0-15,3 5 0,-2 0 16,0 0-16,-2-32 0,4 32 0,0-3 0,0 2 15,-3-15-15,0-1 0,1-1 0,-2-14 0,4 15 16,0-1-16,0 0 0,-2-7 0,1-1 16,0 2-16,-3-8 0,0 1 0,1 2 0,-1 0 0,-1-15 15,-1 1-15,1-1 0,1 12 0,-2-8 0,1 1 16,1-1-16,6-10 0,-3 2 0,1-1 16,-4 17-16,3-10 0,-1 0 0,1 1 15,6-13-15,-1 1 0,-1 0 16,-1 10-16,-2-1 0,-1 0 0,-3 12 15,11-16-15,-1-1 0,-1 0 0,-9 17 0,7-10 16,-2 3-16,1-3 0,3-1 16,2 1-16,-3 1 15,-8 9-15,8-7 0,-5 2 16,2-1-16,-5 6 0,10-2 0,-1 0 0,-1 0 16,-4 2-16,1-2 0,0 2 15,-5 0-15,8 8 0,-1 1 0,1 0 0,-5-4 16,2 1-16,-2-1 0,-3-5 0,7 18 0,-3 0 15,1 0-15,-5-18 0,3 10 0,0-1 16,-1 1-16,-1 13 0,-1 0 16,1 0-16,-1-23 0,2 14 0,-2-3 0,0 3 15,0-14-15,-3 19 0,0-1 0,2 1 16,-1-8-16,0 0 0,1-1 0,-1-6 16,2 0-16,0 0 0</inkml:trace>
  <inkml:trace contextRef="#ctx0" brushRef="#br0" timeOffset="104803.515">4284 7984 0,'0'0'0,"0"0"0,0 0 0,0 0 0,-3 52 0,1-22 16,9 10-16,-1-18 15,-6-22-15,0 0 0,0 0 16,7 7-16,1 2 0,0-2 0,-8-7 16,5 5-16,-2-2 0,1 1 0,7-5 0,-2 1 0,3-1 0,-6 0 15,-1 0-15,0 1 0,-5 0 0,2-1 0,1 1 16,0-1-16,3-6 0,0 1 0,0 1 0,-6 5 0,12-20 0,0-1 16,2 1-16,-8 7 0,1 2 0,-1 0 0,-1-8 15,0 3-15,2-2 0,-7 18 0,1-11 0,2 3 0,0-2 16,-9 1-16,0 1 0,0 0 0,6 8 0,-4-5 15,2 2-15,-1 0 0,3 3 0,-16 0 0,2 0 16,-1 0-16,6 0 0,0 0 0,3 0 0,6 0 0,-21 12 16,2-1-16,0 1 0,8-5 0,0-1 15,1 0-15,5-3 0,1 0 0,-1 0 0</inkml:trace>
  <inkml:trace contextRef="#ctx0" brushRef="#br0" timeOffset="105151.826">4592 7886 0,'0'0'0,"0"0"0,0 0 0,0 0 0,43 29 15,-10 8 1,-10 5 0,-18 4-16,-5-46 0,0 0 0,0 0 0,-1 13 0,0 0 15,0 0-15,-3-2 16,3 1-16,-2-1 0,-1-3 0,0 0 15,1 1-15,0-3 0,0-1 0,2 0 16,1-5-16,-3 3 0,1-1 0,1 0 0,-1-1 16,2 0-16,0 0 0,0 0 15,0-1-15,0 0 0,-3-1 0,3 0 0,-1 1 0,-1-6 0,2 0 16,0 1-16,2-6 0,-2-1 0,0 2 0,4-3 16,-4 1-16,0 2 0,0 10 15,3-14-15,-3 1 0,2 0 0,2-1 0,2 2 16,-3-2-16,8 0 0,-3-2 0,1 0 15,2 1-15,2 0 0,-2 0 0,-3 4 16,-1 3-16,1-2 0</inkml:trace>
  <inkml:trace contextRef="#ctx0" brushRef="#br0" timeOffset="105525.374">4937 7869 0,'0'0'0,"0"0"0,22 43 16,-2 5-1,-4-4-15,-4-6 16,-6-8-16,-6-30 0,0 0 0,0 0 15,0 0-15,1 6 0,0 0 0,0 2 0,0-4 16,-1-1-16,2 1 0,-2-1 0,0-1 16,0 1-16,0-3 0,1 0 0,-1 1 15,0 0-15,2-5 0,-2 1 0,1 0 0,1-8 16,1 0-16,0-1 0,-3 12 0,3-15 16,0 1-16,-1-3 0,4 0 0,-1-1 15,0 0-15,-5 18 0,6-18 0,0 0 0,1-1 16,1 2-16,-1 2 0,-1-1 15,4 2-15,-2 0 0,1 1 0,-9 13 0,7-10 16,1 1-16,0-1 16,1 5-16,0 1 0,0 0 0,0 1 0,-1 1 15,-1 1-15,2 6 16,-1-3-16,-1 1 0,1 5 16,1-2-16,-2 0 0,-7-6 0,9 13 0,-1 0 0,-1-3 15,2 5-15,-1-1 0,0 0 0,-8-14 16,5 17-16,0-1 0,1 1 15,-3 2-15,1-1 0,-1 0 0,-3-18 0,3 21 0,-3-1 16,2 1-16,-6-2 0,3 0 0,-1 0 16</inkml:trace>
  <inkml:trace contextRef="#ctx0" brushRef="#br0" timeOffset="106062.518">4275 8556 0,'0'0'15,"0"0"-15,0 0 0,0 0 0,0 0 16,0 0-16,-36-33 15,-3 25 1,39 8-16,0 0 16,0 0-16,0 0 0,-12 4 0,2 0 0,-1 1 15,2 2-15,0 1 16,-1-1-16,2 4 0,-1-1 16,0 1-16,9-11 0,-5 12 15,0 1-15,-1 0 0,4 1 16,-1-1-16,1 0 0,4 2 15,0-3-15,-2 2 16,5 0-16,0 0 16,1-2-1,2 0-15,2 0 0,-1 0 0,3 2 16,-2-2-16,0 0 16,-10-12-16,14 10 0,-3-1 15,2 0-15,3-4 0,-3 0 16,2 1-16,1-7 0,-1 1 0,1-2 15,0-5-15,0 1 0,1-2 16,-2-4-16,0-1 16,-1 2-16,-14 11 0,13-16 0,-2 0 0,1-1 15,0-4-15,-2 2 0,-1-1 16</inkml:trace>
  <inkml:trace contextRef="#ctx0" brushRef="#br0" timeOffset="106231.905">4471 8341 0,'0'0'0,"0"0"0,0 0 0,0 0 0,0 0 0,0 0 0,6 55 0,-1 5 62,-5-60-62,0 0 0,0 0 0,0 21 0,1 0 0,0 0 0,2-2 0,-2 0 0,1-1 0,0 4 0,0-2 0,0-1 0,-1 2 0,-1 0 0,0 0 0,0-21 16,0 21-16,-1-1 0,1-1 0,-5 1 0,4-1 0,-2 1 0,0-7 0,1 0 0,0 1 0,1-8 0,-2 0 0,2 0 0,1-3 0,-2 0 0,2 0 0</inkml:trace>
  <inkml:trace contextRef="#ctx0" brushRef="#br0" timeOffset="106580.253">4768 8575 0,'0'0'0,"0"0"0,0 0 0,0 0 15,0 0-15,0 0 16,0 0-16,-50 34 16,50-34-16,0 0 0,0 0 0,0 0 15,-11 13-15,-3-1 0,2 0 0,5-1 0,-2 1 16,3-2-16,0 4 0,3-2 0,0 0 0,3-12 0,-2 12 16,2 0-16,0 0 0,3-3 15,-1 0-15,0-1 0,2-2 0,0-1 16,0-1-16,0-2 0,-2 1 0,0-1 0,0 0 0,0-1 0,-1-1 15,8-6-15,-2 0 0,1 0 0,3-3 0,-3 0 16,1 0-16,1-5 0,-2 3 0,0-3 16,0 2-16,-1 0 0,0 0 0,-2 1 0,1 1 15,0 1-15,-3 0 0,1 1 16,-2 0 0,0 3-16,-1 1 0,-1-1 15,2 2-15,-2 0 0,0-2 0,0 5 0,1-1 16,-1-1-16,0 1 0,0 1 0,-1 0 0,1 0 0,0 1 0,0-1 15,0 2-15,0-1 0,0 3 0,0-1 0,1 5 0,-1 0 16,0-1-16,2 4 0,-1-2 0,0 2 0,-1-11 0,3 13 16,-1-2-16,1 1 0,1 1 0,-2-1 15,0 1-15,2-2 0,-2-1 0,0 1 0,1-5 16,-1 0-16,0-1 0,-2-5 0,1 0 0,0-2 0,0 2 16,0-2-16,-1 1 0,0-1 0</inkml:trace>
  <inkml:trace contextRef="#ctx0" brushRef="#br0" timeOffset="107377.376">4917 8534 0,'0'0'0,"0"0"16,0 0-16,0 0 0,18 43 15,0 3 1,-6-5-16,-3-12 16,-9-29-16,0 0 15,0 0-15,3 6 0,0 1 0,0 0 16,-3-7-16,3 5 0,-1 0 0,0-2 15,1 1-15,0 0 0,0-3 16,-1 1-16,1-2 0,0 1 16,-3-1-16,5-3 0,-2 0 0,1 0 0,2-5 0,0 0 15,0 0-15,1-7 0,-1 0 16,1 0-16,-3-2 0,0 2 16,0 0-16,1 2 0,-3 1 15,1 0-15,-3 12 16,3-8-16,-1 1 0,-1-2 0,0 5 0,-1 0 15,0-1-15,-1 3 0,1-1 0,0 2 0,0 1 16,0-2-16,0 2 16,0-2-16,0 2 0,0 0 0,0 0 0,1 4 0,-1 0 0,0-2 0,0-2 15,3 7-15,0 1 0,0-1 0,2 4 0,-2-1 16,2 0-16,-1 4 0,0-1 16,0 0-16,-4-13 0,4 16 0,-3-1 0,1 0 15,1-1-15,-1 0 0,-1-2 16,2 0-16,0-2 0,-2 1 15,2-4 1,0-3-16,-1 2 0,-2-6 16,5-1-16,-1-1 0,0 1 0,5-7 0,-2 1 0,1 0 15,3-3-15,-1-1 0,2 1 16,-12 10-16,12-14 0,2 0 16,-3 0-16,2-3 0,1 1 0,-3 1 15,2 0-15,-1 0 0,1 1 16,-13 14-16,9-10 0,-3 1 15,3-1-15,-5 5 0,-1-1 16,0 2-16,-1-1 0,-1 3 0,0-1 16,-1 3-16,-2-2 0,1 0 0,0-1 0,-4 2 0,0-1 15,1-1-15,-4 5 0,0-1 0,1 0 16,7-1-16,-10 2 0,2 1 0,0 0 16,1 1-16,2-1 0,0 1 0,0 1 15,1 1-15,0-2 0,4-4 0,-3 6 0,2 0 0,-1-1 16,4 3-16,-2 0 0,1 0 0,-1-8 15,5 9-15,-1-3 0,1 2 0,2 1 0,-1-1 16,0 1-16,1-2 0,-3 0 16,0 0-16,-4-7 0,2 6 0,-1 0 0,1-1 15,-2 0-15,0 1 0,0-1 0,0-5 16,-3 3-16,1 1 0,1-1 0,-8 1 0,2-2 16,0 1-1,7-3-15,-7-3 0,1 1 16,0 0-16,4-9 0,2-1 0,0 1 0</inkml:trace>
  <inkml:trace contextRef="#ctx0" brushRef="#br0" timeOffset="107651.241">5502 8603 0,'0'0'16,"0"0"-16,0 0 0,0 0 0,51-23 0,-20 9 172,7-9-172,-38 23 0,0 0 0,0 0 0,0 0 0,0 0 0,8-4 0,-1 0 0,-7 4 0,5-4 0,-5 4 0,0 0 0,4-11 0,-1 0 0,2 0 0,-5 11 0,1-6 16,1 0-16,0 0 0,-2 6 0,-7-7 0,1 1 0,0-1 0,6 7 0,-5-4 0,2 1 0,1 0 0,-12 6 0,0-3 0,2 3 0,12-3 0,-8 1 0,0 1 0,1-1 0,7-1 15,-16 9-15,1-1 0,-1 2 0,16-10 0,-9 5 0,1 1 0,1 0 0,7-6 0,-7 11 0,0 0 16,2 0-16,1-4 0,1-2 0,0 1 0,3-6 0,-1 3 0,-1 0 0,1-1 0,13 10 0,-3 0 0,0-1 0,-9-11 0,8 8 0,-4-2 0,2 2 0,6-1 0,1-1 0,0 1 0,-13-7 0,19 5 15,0-2-15,0 1 0,-19-4 0,10 2 0,-1 0 0,1-1 0,11-12 0,-1 1 0,-2 1 0</inkml:trace>
  <inkml:trace contextRef="#ctx0" brushRef="#br0" timeOffset="116323.18">12351 8290 0,'0'0'0,"0"0"0,0 0 16,0 0-16,0 0 16,4 41-16,-2-18 15,-2-23-15,0 0 0,0 0 16,0 0-16,-1 15 0,0 0 15,0-2-15,1-13 0,0 8 16,-1-1-16,0 1 0,1-8 0,-2 14 0,0-2 16,0 1-16,2-13 0,-1 7 15,1-1-15,-1 1 0,1-7 0,-5 9 0,2-1 0,0 0 16,1-2-16,0-1 0,0-1 0,1-2 0,-1 0 0,2-1 0,0-1 16</inkml:trace>
  <inkml:trace contextRef="#ctx0" brushRef="#br0" timeOffset="116511.125">12339 8146 0,'0'0'0,"0"0"0,0 0 15,0 0-15</inkml:trace>
  <inkml:trace contextRef="#ctx0" brushRef="#br0" timeOffset="116970.151">12588 8219 0,'0'0'0,"0"0"0,0 0 15,0 0-15,25-39 16,-13 8-16,-14 10 16,2 21-1,0 0-15,0 0 0,0 0 0,-5-5 16,1 0-16,-1 1 0,-2 1 0,0 3 16,0-3-16,7 3 0,-5-1 15,0 1-15,0-1 0,3 1 16,0 0-16,0 0 0,-6 5 0,1-2 15,1 0-15,6-3 16,-6 6-16,0 0 16,0 0-1,6-6-15,-6 9 0,2 0 16,-1 0-16,1 0 16,0 1-16,0 1 0,4-11 15,-3 12-15,1-2 0,0 1 16,2-11-16,-3 12 0,1-2 0,1 1 15,-1 2-15,2 1 16,0-1-16,0-13 0,-2 12 0,2 1 0,0 0 16,0-13-16,-1 12 0,1 0 0,0 1 0,0-1 15,0-1-15,0 1 0,0-12 0,-2 12 0,2-1 16,0 0-16,0-11 0,-1 8 0,1 1 0,0 0 0,0-9 16,-2 5-16,2 1 0,0-2 0,-1-4 0,-1 0 0,1 0 0,-2-2 0,3 2 15,-1-1-15</inkml:trace>
  <inkml:trace contextRef="#ctx0" brushRef="#br0" timeOffset="117057.415">12450 8373 0,'0'0'0,"0"0"0,0 0 0,43-10 0,9-5 31,-2 4-31</inkml:trace>
  <inkml:trace contextRef="#ctx0" brushRef="#br0" timeOffset="119546.376">12883 7329 0,'0'0'0,"0"0"0,0 0 15,0 0-15,-2-46 16,1 19-16,1 15 16,0 12-16,0 0 15,0 0-15,-1-2 0,1 1 0,0 0 0,0 1 0,-9-14 16,0 1-16,0-1 0,9 14 0,0 0 0,-5-9 15,1 1-15,-1 1 0,5 7 0,-13-13 0,1 0 16,0 0-16,12 13 0,-7-6 0,-1-1 16,2 1-16,6 6 0,-19-9 0,1-1 0,-1 1 0,19 9 15,-11-4-15,1-2 0,0 2 0,10 4 0,-24-7 16,1 0-16,1 1 0,22 6 0,-14-3 16,1 0-16,1 0 0,12 3 15,-27-1-15,1 0 0,1 0 16,25 1-16,-15 0 0,0 0 15,1 0-15,14 0 16,-25 4-16,1 1 16,0-2-16,24-3 15,-24 6-15,-1 0 0,0-2 16,25-4-16,-23 7 0,0-1 16,-1 0-16,24-6 15,-10 4-15,-1-1 0,0-1 0,11-2 16,0 0-16,-20 13 0,0-2 15,-1 2-15,21-13 0,-10 7 0,-1 1 16,0-2-16,11-6 0,-18 17 0,1 0 16,0 0-16,17-17 0,-10 10 0,1-2 0,-1 1 15,10-9-15,-14 23 0,0-1 0,-1-1 0,15-21 16,0 0-16,-7 12 0,0 0 0,0 0 0,7-12 16,-14 24-16,1-1 0,0-1 15,13-22-15,-11 23 0,0-1 0,0 1 16,11-23-16,-9 22 0,0 0 0,1 0 15,8-22-15,-4 10 0,0 1 0,0-1 16,4-10-16,-1 22 0,-1 0 0,2 0 16,0-22-16,0 0 0,-1 12 0,1 0 0,0 0 0,0-12 0,4 24 15,-1 0-15,0-1 0,-3-23 16,3 13-16,-1 0 16,-1 0-16,-1-13 0,11 23 0,-2-1 15,0 0-15,-9-22 16,7 12-16,-3 0 0,1 0 0,-5-12 15,15 20-15,-1-1 0,0-1 0,-14-18 16,19 18-16,-2-2 0,1 1 16,-18-17-16,11 9 0,-3-2 15,0 2-15,-8-9 0,0 0 0,22 10 16,-1 1-16,0 0 16,-21-11-16,13 6 0,-2 0 0,1 0 15,-12-6 1,25 4-16,-2-2 0,0 2 0,-23-4 15,13 2-15,0 1 0,1-2 16,-14-1-16,26-1 0,0 1 0,-1 0 16,-25 0-16,26-2 0,0 1 0,-1-1 15,-25 2-15,26-5 0,-1 0 0,-1 1 16,0-1-16,0 0 16,-1 1-16,-23 4 15,22-6-15,-1 0 0,1 0 16,-11 2-16,-1 2 0,1-2 0,-11 4 15,21-10-15,0 0 16,0 1-16,-21 9 0,12-5 16,0 0-16,0 0 0,7-7 0,-1 1 0,-1 0 15,-17 11-15,11-7 0,-2 2 16,1 0-16,-10 5 0,15-15 0,0-1 16,1 1-16,-8 7 0,0 1 0,0-2 0,-8 9 15,12-17-15,1 1 0,-1-1 0,-12 17 16,7-10-16,-1 2 0,0-1 0,-6 9 15,10-18-15,-2 0 0,-1 0 0,-2 9 16,-1-2-16,0 1 0,-4 10 16,7-20-16,-2 1 0,1 1 15,-6 18-15,4-11 0,-2 1 0,0 0 16,0-8-16,0 0 0,-1 1 0,-1 17 16,2-10-16,-2 1 0,0 0 15,0 9-15,-5-17 0,1 2 16,0-2-16,0 10 15,1-2-15,1 0 0,2 9 16,-7-18-16,2 1 0,-1 1 0,3 5 16,0 3-16,0-2 0,3 10 15,-9-13-15,0-1 16,1 1-16,3 5 0,-1 1 0,2 0 0,4 7 16,-11-17-16,0 2 15,1-1-15,3 6 0,1 3 0,1-2 16,5 9-16,-14-15 0,1 2 0,-1-2 0,14 15 15,-19-10-15,1 0 0,-1 1 16,-4 3-16,-1 0 0,1 0 16,23 6-16,-30-8 0,1-1 0,0 1 15</inkml:trace>
  <inkml:trace contextRef="#ctx0" brushRef="#br0" timeOffset="130653.37">7620 9110 0,'0'0'0,"0"0"0,0 0 0,0 0 15,0 0-15,0 0 16,0 0-16,50 9 16,-50-9-16,0 0 15,0 0-15,10 2 0,0-1 0,0 0 16,-10-1-16,20 2 141,0 0-141,-1-1 0,-19-1 0,23 0 0,-2 0 0,0 0 0,-21 0 0,24-2 15,-2 1-15,1-1 0,-23 2 0,27-1 0,-2-1 0,1 1 0,-26 1 16,29-3-16,-1 3 0,2-1 0,-30 1 0,0 0 0,36-3 0,0 1 15,-36 2-15,36-2 0,-36 2 0,39-1 0,1-1 0,0 1 16,-2 0-16,0 0 0,1 0 0,-39 1 16,48-2-16,1 0 0,0 0 0,5 0 0,1 1 15,-1-2-15,-54 3 0,50-3 0,-1 1 0,-1 1 0,-6-3 16,0 2-16,0-2 0,-42 4 0,39-3 0,-1 0 16,0 0-16,0-2 0,-1 2 0,1-1 0,-38 4 0,48-4 0,0 0 15,0-1-15,4-1 0,-2 2 0,1 0 0,-51 4 0,55-5 0,0 0 0,0 1 16,-55 4-16,54-3 0,-1-3 0,0 3 0,-2-1 0,0 2 0,0-1 0,-51 3 0,52-3 15,0 1-15,0 0 0,-2 0 0,-2-1 16,0 1-16,-48 2 0,46-2 0,1 0 16,-1 0-16,-46 2 0,44-3 0,-1 1 0,0-1 15,-1 1-15,-2 1 0,2-1 0,-42 2 0,42-2 0,-2-1 16,1 1-16,-8 0 0,0 0 0,0 1 16,-33 1-16,16-1 0,-1 0 15,1 1-15,3-1 0,-1 0 0,0 0 16,-18 1-16,12-1 0,-3 1 0,0 0 15,-9 0-15,5-1 0,-2 1 0,0 0 0,-2 0 16,0 0-16,0 0 0,-1 0 0,-23 1 0,1 1 16,0 0-16,9-2 0,-1 1 15,1 0-15,7-1 0,1 1 16,0-1-16,5 0 0,-2 0 0,1 0 16,-1 0-16,2 0 0,-1 0 15,0 0-15,1 0 0,0 0 0,0 0 0,0 0 0,0 0 16,0 0-16,0 0 0,-8-1 0,0 1 0,1-1 15,1 0-15,2 1 0,0 0 0,4 0 0,-13-4 16,0 1-16,0-2 0</inkml:trace>
  <inkml:trace contextRef="#ctx0" brushRef="#br0" timeOffset="131444.655">8922 9721 0,'0'0'0,"0"0"0,0 0 16,0 0-1,33-32-15,10-12 16,23-25 0,-66 69-16,0 0 0,0 0 15,0 0-15,24-25 0,-1-1 16,1 1-16,-12 13 0,-1 0 15,0 0-15,-11 12 16,11-20-16,1 1 16,0 1-16,-12 18 0,6-10 0,-1-1 15,0 3-15,-5 8 0,-1-18 0,1 2 16,0 0-16,0 16 0,-1-10 16,0 3-16,0-3 0,1 10 0,-5-9 15,-1 0-15,1 0 0,1 5 0,1 0 16,0-2-16,3 6 0,-10 5 0,1-4 15,1 3-15,8-4 0,-6 2 0,2 0 0,-1 0 16,5-2-16,-9 14 0,0 0 0,1 0 0,8-14 16,-11 17-16,2 1 0,0-1 0,9-17 15,-8 22-15,1 0 0,-1 0 16,8-22-16,-7 25 0,1-1 0,0 1 16,6-25-16,-5 26 0,0 0 0,0-1 15,5-25-15,-3 24 0,0 0 16,1-1-16,2-23 0,-1 12 0,0-1 15,0 1-15,1-12 16,2 20-16,-2 1 0,1 0 0,0-9 16,0-1-16,-1 0 0,0-11 15,1 5-15,-1-1 0,0 0 0,0-4 0,1 3 0,-1-2 16,0 0-16,0-1 0,0 1 0,0-1 0,0 0 0,6-2 0,-2 2 16,2 0-16,-6 0 0,3-1 0,0 1 0,0-1 0,-3 1 0,9-13 15,2-1-15,-1 1 0,-4 5 16,-1 1-16,0-2 0,-5 9 0,16-18 15,-1 0-15,1 0 0,-16 18 0,8-10 16,1-1-16,-1 3 16,-8 8-16,17-11 0,-1 0 15,0 2-15,-16 9 16,10-6-16,-2 2 0,0-1 0,5 5 0,-3 0 0,2 0 16,-12 0-16,6 1 0,-1 0 0,1-1 0,-6 0 0,7 11 15,-2 0-15,0 0 0,-5-11 0,3 5 0,0 2 16,-1-1-16,-2-6 0,5 19 0,-2 0 0,0 1 15,-3-20-15,2 12 0,0-3 0,-1 2 16,1 8-16,0-1 0,-1 1 0,-1-19 16,1 10-16,0 1 0,0-1 0,-1-10 0,0 4 15,0-1-15,0 2 0,0-5 0,2 4 0,-1 2 16,1 0-16,-2-6 0,0 0 0,1 2 0,-1 1 0,1-1 0</inkml:trace>
  <inkml:trace contextRef="#ctx0" brushRef="#br0" timeOffset="132094.142">9538 9774 0,'0'0'0,"0"0"15,0 0-15,0 0 0,0 0 0,47-25 0,-19 10 0,12-14 0,-40 29 0,0 0 0,0 0 16,7-6-16,-1 0 0,2 2 0,-8 4 0,8-8 0,-1 1 0,0-2 0,-7 9 0,4-3 0,0-1 0,0 0 0,-4 4 0,2-1 0,-1-1 0,-1 1 0,0 1 0,-3-6 0,2-1 15,-1 0-15,2 7 0,-2-4 0,1 0 0,1 0 16,0 4-16,-14 4 0,3 0 0,-1-1 0,12-3 16,-8 3-16,2 0 0,0-1 0,6-2 15,-15 13-15,1-1 0,1 1 0,13-13 16,-9 8-16,2 0 0,-1-1 16,8-7-16,-9 20 0,1-1 0,1 2 0,7-21 15,-5 10-15,1 1 0,1 1 0,3-12 0,2 18 0,-1 0 16,1 0-16,-2-18 0,2 10 0,-1 1 0,0-2 0,19-3 15,-1 0-15,1 0 0,-20-6 0,11 2 0,1 2 0,-1-2 0,-11-2 16,6 1-16,-2 0 0,1 0 16,-5-1-16,33-17 0,-3 2 0,1-2 15,-31 17-15,34-17 0,-2-1 0,0 2 0,-32 16 0</inkml:trace>
  <inkml:trace contextRef="#ctx0" brushRef="#br0" timeOffset="132144.718">10043 9652 0,'0'0'0,"0"0"15,0 0-15,0 0 16,0 0-1,-53 20-15,5 11 16,48-31-16,0 0 16,0 0-16,0 0 0,0 0 0,-11 13 0,0-3 0,0 1 15,5 1-15,-2-2 0,1 2 0,7-12 16,-3 11-16,0 1 0,0-2 16,3-10-16,-1 10 0,-1-2 0,2 0 15,0-8-15,3 6 0,-1 0 0,0-1 16,3-2-16,1 0 0,-1-1 0,-5-2 0,9-2 0,-1-1 15,1 1-15,-9 2 0,12-7 16,0-1-16,-1-1 0,2-1 16,-2-1-1,1-1-15,-12 12 0,10-12 16,-2 0-16,1 0 0,-9 12 0,9-12 16,-1 2-16,-1-2 0,-7 12 0,6-9 0,0-1 0,0 1 15,-3 2-15,0 1 0,0-2 0,-3 8 0,2-4 0,-1 0 0,-1-1 0,0 5 16,2-1-16,-2-1 0,0 0 0,0 1 0,0 1 0,0-1 0,0 1 0,1 3 0,-1-2 0,0 1 0,0-2 0,1 6 15,0-2-15,0 2 0,-1 3 0,0 1 0,0-1 0,0-9 0,1 13 0,-1 0 0,0-1 0,0-12 16,0 13-16,0 0 0,0 0 0,-1-1 0,1 1 0,0-2 0,0-11 0,0 11 0,0-3 16,0 2-16,0-10 0,3 3 0,-2-2 0,1 0 0,3-8 0,-1-1 15,-1 2-15,-3 6 0</inkml:trace>
  <inkml:trace contextRef="#ctx0" brushRef="#br0" timeOffset="132657.147">10490 9372 0,'0'0'0,"0"0"16,0 0-16,24 32 15,-5 15 1,-2 6-16,-19 0 16,-7-6-16,9-47 0,0 0 15,0 0-15,-5 16 0,1-3 0,1 2 0,3-15 16,-4 14-16,2 0 0,1-1 0,-1 0 0,1 0 0,-1 0 15,2-13-15,-2 11 0,1-1 0,1-1 0,-1-1 0,0-1 16,0 0-16,1-7 0,0 5 0,0-2 0,0 2 0,0-4 16,0 1-16,0-1 0,0-1 0,0 0 0,0 0 15,0 0-15,1-3 0,1 0 0,-1-1 0,-1 4 16,2-5-16,1 0 0,-1 1 0,0-2 0,-1 2 16,0-1-16,-1 5 0,-2-6 0,2-1 15,0 2-15,-4 0 0,2 1 0,0-1 0,2 5 0,-5-4 0,-1 0 16,0 0-16,-3 2 0,0 1 0,-1 0 15,10 1-15,-12 1 0,-1-1 0,1 1 0,-3 3 16,0 0-16,1 0 0,14-4 16,-15 7-16,0 1 15,1-2-15,-1 4 16,3-1 0,0 0-16,12-9 0,-10 9 0,0 2 15,1-3-15,3 1 16,0 0-16,1 0 15,2-1-15,1-2 0,-1 2 16,3-8-16,0 6 0,-1 0 0,0 1 16,1-7-16,3 4 0,0 1 0,0 1 15,2-3-15,1 0 0,0 2 0,-6-5 0,9 4 0,0-1 16,0 1-16,4-2 0,0 1 16,0 0-16,-13-3 15,14 2-15,1 0 0,-1-1 0,3-2 16,-2 0-16,-1 0 0,-14 1 0,15-4 15,-1 0-15,0 2 0,-5-1 16,0-1-16,-1 2 16</inkml:trace>
  <inkml:trace contextRef="#ctx0" brushRef="#br0" timeOffset="133989.772">13990 8735 0,'44'-1'0,"34"-4"15,56 1-15,32-4 16,4 1-16,37-4 15,-15-1-15,-192 12 16,0 0-16,0 0 16,56-4-16,-2-1 0,1 2 15,-55 3-15,50-4 0,0 0 0,1 0 16,-1 0-16,-1-1 16,2 1-1,-51 4-15,57-5 0,-1 0 16,-1 0-16,12-1 0,-2 0 15,0 1-15,-65 5 0,73-6 16,-1 0-16,0 0 0,2 0 16,-1 0-16,1 0 15,-74 6-15,73-6 0,-1 0 0,0 1 16,-72 5-16,72-5 0,0 0 16,-1 0-16,-71 5 0,74-4 0,0 0 15,0-1-15,-9 2 0,0 0 16,0 0-16,-65 3 15,58-2-15,-1 0 0,0 1 16,-57 1-16,49-2 0,0 1 16,0 0-16,-3 1 0,1 0 15,-1 0-15,-46 0 16,49 0-16,-2 0 0,0 0 16,-47 0-16,45 0 0,0 0 0,0 0 15,1 1-15,-2 0 0,1-1 16,-45 0-16,38 2 0,-1-1 0,0 0 15,-3 2-15,-1-3 0,-1 1 16,-32-1-16,17 2 0,-3-2 16,1 0-16,3 3 0,-2-2 15,0 1-15,-16-2 0,9 1 0,-1 0 16,1 0-16,-9-1 0,3 0 0,0 1 0,0 0 16,-1-1-16,-1 0 0,-1 0 0,0 0 0,1 0 0,-1 0 0,0 0 0,0 0 0,0 0 0,0 0 0,0 0 15,-7 4-15,0 1 0,1 0 0,1-2 0,1-1 0,-1 2 16,4-3-16,-1 0 0,1-1 0</inkml:trace>
  <inkml:trace contextRef="#ctx0" brushRef="#br0" timeOffset="134530.792">15197 9167 0,'0'0'0,"0"0"0,0 0 0,0 0 15,19 56 1,-7-22 0,-1 34-16,-11-68 15,0 0-15,0 0 16,0 0-16,3 13 0,-2-1 15,1 2-15,-2-14 16,-3 25-16,1 0 16,-1 0-16,3-25 15,-2 25-15,2-2 0,0 2 16,0-25-16,2 11 16,-2 0-16,0 0 0,0-11 15,-3 23-15,2-2 0,0-1 16,0-7-16,1-1 15,-1 0-15,1-12 16,-1 4-16,1 1 0,0-1 0</inkml:trace>
  <inkml:trace contextRef="#ctx0" brushRef="#br0" timeOffset="134772.842">15233 9571 0,'0'0'0,"0"0"0,0 0 0,10-51 0,9 8 47,5 11-47,2 9 0,-26 23 0,0 0 0,0 0 16,0 0-16,0 0 0,10-5 0,-10 5 0,10-4 0,-1-1 0,-9 5 0,0 0 0,9-2 0,-9 2 0,10-2 0,-1 0 0,-9 2 0,10 2 0,-2 0 0,1-1 15,-9-1-15,10 6 0,0 0 0,0 0 0,-10-6 0,9 9 0,-9-9 0,10 8 0,-1-1 0,-9-7 0,6 12 0,-1-1 0,-5-11 0,6 10 0,-6-10 0,0 0 0,6 11 0,-3-1 0,-3-10 0,4 12 0,-4-12 0,0 0 0,3 10 16,-1 1-16,-2-11 0,2 9 0,-2-9 0,0 0 0,-5 11 0,3-1 16,0 0-16,-6-1 0,2 1 0,-2-1 15,8-9-15,-12 9 0,1 0 0,0 1 0,-5-3 0,0-1 16,1 0-16,15-6 16,-19 7-16,1-1 0,0-2 0,18-4 0,-20 3 0,3 0 15,-1 0-15,0-2 0,1-1 0,2 1 0,15-1 16,-12-2-16,2 2 0,-1-2 0,11 2 0,-7-4 0,1 1 0,0-1 0,4-4 0,2-1 0,-1 1 15</inkml:trace>
  <inkml:trace contextRef="#ctx0" brushRef="#br0" timeOffset="135148.522">15669 9402 0,'0'0'0,"0"0"0,0 0 16,-5 47-16,2 4 15,-1-6-15,-1-7 16,7-9 0,-2-29-16,0 0 0,0 0 0,3 8 0,0 0 15,-1-1-15,-2-7 0,6 9 0,-2-3 0,2 2 16,-6-8-16,8 6 0,-1 0 16,2-1-16,-9-5 0,10 2 0,0 0 0,-1 0 15,3-5-15,-1 0 0,0 2 0,-11 1 16,14-9-16,0 3 0,0-1 0,-2-1 0,0-1 15,1 0-15,-13 9 0,10-12 0,0 2 16,0 0-16,-10 10 0,7-13 0,0 1 16,-1-1-16,-3-1 0,-1-1 0,0 2 15,-2 13-15,-3-16 0,0 3 0,0-1 16,3 14-16,-8-15 0,0 2 0,0 1 0,-5 2 0,1 1 16,-1 0-16,13 9 0,-16-6 0,0-2 0,-1 2 15,1 2-15,0-1 0,-1 2 0,17 3 0,-17-2 16,2 1-16,-1 1 0,16 0 0,-14 3 0,1-1 15,0-1-15,1 6 0,-1-1 0,1 0 0,12-6 0,-10 5 0,2-1 16,-1 1-16</inkml:trace>
  <inkml:trace contextRef="#ctx0" brushRef="#br0" timeOffset="135822.46">16219 9335 0,'0'0'0,"0"0"0,0 0 0,0 0 15,-39 39-15,8 8 16,7-2 0,24-45-16,0 0 0,0 0 0,-7 14 0,-1 0 15,2-2-15,6-12 0,-3 14 16,1-1-16,1-1 0,1-12 0,0 12 0,0-3 0,0 2 15,2-4-15,-2-1 0,0 0 0,5-1 16,0-1-16,1 0 0,-6-4 0,8 0 0,-1 0 16,0 0-16,1-5 0,0 0 15,0 0-15,-8 5 0,9-10 0,-1 1 16,0 0-16,-8 9 0,10-15 16,0 0-16,-1 0 0,-9 15 15,10-20-15,0-2 0,-1 1 0,1-6 0,-1 1 16,0-1-16,1-3 0,-3 0 0,2 2 15,-9 28-15,4-28 0,-1 1 0,0 0 0,-1 6 16,-2-1-16,1 1 0,-1 21 0,-2-18 0,1 2 16,0-2-16,1 18 0,-4-15 0,1 2 15,-1-1-15,4 14 0,-4-9 0,1 0 0,-1 0 16,1 3-16,0 2 16,0-1-16,3 5 0,-3-2 15,2 0-15,0 0 0,1 2 0,-1 0 0,1 0 16,0 0-16,-2 6 0,1-3 0,0 2 15,1-5-15,-1 13 0,1-1 16,-1 0-16,1-12 16,-2 17-16,2 1 15,0-1-15,2 5 16,-2-1-16,0 1 16,0-22-16,1 27 0,-1-1 15,0 1-15,0-27 0,2 26 0,-1 1 16,1 0-1,3 2-15,-2-2 0,0 0 16,-3-27-16,2 28 0,-1-2 16,1 2-16,-2-6 0,1 1 15,0 0-15,-1-23 0,1 13 0,0 1 16,0 0-16</inkml:trace>
  <inkml:trace contextRef="#ctx0" brushRef="#br0" timeOffset="136384.104">16647 9397 0,'0'0'15,"0"0"-15,6 44 0,3-3 16,5-8-16,-4-10 0,-10-23 0,13 13 0,-13-13 0,0 0 0,0 0 0,0 0 0,6 1 0,-1 0 15,0 0-15,-5-1 0,7-2 0,-1 1 16,0 0-16,1-4 0,0 1 16,0-1-16,-7 5 0,10-8 0,-2 0 15,1 0-15,-9 8 0,9-9 0,-1-2 16,0 1-16,0-3 0,-1 0 0,0 1 16,-7 12-16,7-13 0,-1 1 15,-1-2-15,1 2 0,-2 2 16,1 0-1,-5 10-15,2-8 0,-1-1 0,0 1 16,-1 8-16,0-6 0,0 1 0,0 0 16,0 2-16,0 0 0,0 0 0,0 3 0,0-1 15,0-1-15,0 1 0,0 1 0,0 0 0,0 0 0,0 0 0,0 3 0,0-1 0,0 0 16,0-2-16,0 9 0,0-3 0,0 3 0,0-9 0,1 12 0,0 0 16,0 0-16,1 6 0,-1-2 0,1 1 0,-2-17 15,3 21-15,-2-1 0,1 2 0,-1 2 0,-1 1 0,0-2 16,0-23-16,0 26 0,1 0 0,0 0 0,-1-26 0,-1 27 0,1 0 0,0 0 15,-1 0-15,1-3 0,0 3 0,0-27 0,-2 24 0,2-2 16,0 1-16,-1-4 0,1-1 0,-1 0 16,1-18-16,-4 15 0,3-1 0,-1 0 0,2-14 15,-3 12-15,2-1 0,-1 0 0,-1-4 0,2 0 0,-1 0 0,2-7 16,-4 4-16,-1 1 0,1-1 0,-4-4 0,-1 0 0,1 1 0,8-1 0,-12-3 0,-1 1 16,0-1-16,13 3 0,-15-5 0,1-1 0,1 1 0,-2-3 0,1 0 0,1 0 15,13 8-15,-12-10 0,2 1 0,-1 0 0,11 9 0,-8-11 0,1 1 0,0-1 16,3 1-16,1 1 0,0-1 0,1 4 0,1 0 15,0 0-15,1 6 0,6-12 0,-1 0 0,0 1 16,6-2-16,-2-1 0,0 1 0,-9 13 0,16-12 16,-1 0-16,0 0 0,-15 12 0,19-13 15,-2 0-15,1 0 0,-4-2 0,-3 2 0,1-1 0,-12 14 16,21-17-16,-2 1 0,2 1 0,3-3 0,0 2 0,-1-1 16,-23 17-16</inkml:trace>
  <inkml:trace contextRef="#ctx0" brushRef="#br0" timeOffset="136482.571">17241 9420 0,'0'0'0,"0"0"0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08T03:43:30.830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7030A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4731 2516 0,'0'0'0,"0"0"0,13 50 15,2 20 1,-7 1-16,-15 10 15,0 1-15,2-42 16,5-40-16,0 0 16,0 0-16,-4 22 0,-1 0 15,1 0-15,4-22 0,-1 12 16,-2 1-16,1-2 0,2-11 16,-10 17-16,-1-3 15,1 2-15,2-7 0,4-1 16,-2 0-16</inkml:trace>
  <inkml:trace contextRef="#ctx0" brushRef="#br0" timeOffset="288.515">4863 2312 0,'0'0'0,"0"0"0,65 84 16,-9 16-16,-23-8 16,-17 2-16,-23 2 15,-20 12-15,-20 17 16,47-125 0,0 0-16,-25 43 0,0 1 15,1-1-15,-11 3 16,0 1-16,1-1 0,-8 1 15,3 0-15,0 0 16</inkml:trace>
  <inkml:trace contextRef="#ctx0" brushRef="#br0" timeOffset="1891.976">5421 2343 0,'0'0'0,"0"0"0,25 44 16,-4 25-16,-12 3 15,-23 5 1,-2 4-16,7-4 16,9-77-16,0 0 0,0 0 0,-3 26 0,1-1 15,1 0-15,1-25 16,-2 12-16,2 0 0,0 1 0,0-13 16,-3 22-16,1-1 0,-2 1 0,2-9 15,1-2-15,0 0 0,-5 1 16,0 0-16,2 0 0,4-12 15,-3 6-15,1-2 0,0 3 0</inkml:trace>
  <inkml:trace contextRef="#ctx0" brushRef="#br0" timeOffset="2209.537">5452 2508 0,'0'0'0,"33"-56"0,2 3 15,1 13-15,-3 10 16,-5 3-16,-5 14 15,-2 12-15,-21 1 16,0 0-16,0 0 0,0 0 0,7 2 0,-2 1 0,0 0 16,3 3-16,-2-1 0,0 0 0,3 7 15,-2-1-15,0 0 0,0 4 0,-3 1 0,2-1 0,-6-15 16,3 23-16,1-1 0,-2 1 0,0 4 0,-1 0 16,1 1-16,-3 2 0,1 0 0,0 0 15,1-3-15,0 1 16,-1 0-16,2-1 0,-2 0 15,0 1-15,0-5 16,0 0-16,0-1 0,-3-3 0,0 0 16,1-1-16,2-18 0,-4 14 15,-1-2-15,0 1 0,0-8 0,-1 0 16,0 1-16</inkml:trace>
  <inkml:trace contextRef="#ctx0" brushRef="#br0" timeOffset="2370.256">5376 2833 0,'0'0'0,"0"0"16,0 0-16,51-15 0,13-8 16,6-3-16,4 0 15,-74 26-15,0 0 0,0 0 16,0 0-16,31-11 0,0 1 0,0 0 16,-10-1-16,0 1 15,2 0-15,-9-1 0,0-1 0,1 1 16</inkml:trace>
  <inkml:trace contextRef="#ctx0" brushRef="#br0" timeOffset="2632.7">6006 2396 0,'0'0'0,"0"0"15,14 60-15,4 12 16,-6 5-16,-10 5 15,0-7-15,-3 0 16,1-75-16,0 0 0,0 0 16,2 21-16,-2 1 0,0-2 15,-1-3-15,1 0 0,0 0 0,-2-6 16,2 0-16,0 2 0,-3-5 0,0 1 16,0-2-16,-1-2 0,2-1 15,0 1-15,0-3 0,0-1 0,0 1 16,1-1-16,1-1 0,0 1 0</inkml:trace>
  <inkml:trace contextRef="#ctx0" brushRef="#br0" timeOffset="2886.767">6220 2322 0,'0'0'0,"0"0"0,0 0 16,21 42 0,-21-42-16,18 105 15,-6 3 1,-15-13-16,3-95 0,0 0 0,0 0 15,3 30-15,-3-1 0,1 0 16,0-2-16,-1 0 16,0 0-16,0-27 15,2 22-15,0 0 0,-1-1 16,3-3-16,-3-1 0,0 1 16,2-4-16,1-2 0,-1 0 15,-3-12-15,5 6 0,-2-1 16,1 0-16,-2-8 0,0 1 0,0 0 15</inkml:trace>
  <inkml:trace contextRef="#ctx0" brushRef="#br0" timeOffset="3273.961">6879 2327 0,'0'0'0,"16"37"0,-3 30 15,-2 13-15,-2 2 16,-6 2-16,-3-6 15,1-13-15,-1-65 0,0 0 16,0 0-16,2 18 0,-2 0 0,0 0 0,-2-4 16,1-1-16,1 0 0,0-13 0,0 8 15,0 2-15,0-2 0,0-3 16,0-1-16,0 0 0,0-4 0,3-2 0,0 2 0,-2-2 16,4-11-16,-2 1 0,0 0 0,8-14 0,-2 2 0,0-1 15,6-3-15,0 0 0,0 1 0,1 5 16,2 1-16,-1 1 0,-17 20 0,15-13 0,-1 2 0,0-1 15,1 8-15,1-1 0,-1 0 0,0 7 0,0-2 0,-1 1 0,0 6 0,-2-2 16,1 1-16,-13-6 0,12 14 16,0-1-16,-1 0 0,-2 6 0,-2-1 0,-1 1 0,0 4 0,0-2 15,-1 1-15,-1-1 0,0 2 0,-1-2 16,-4 0-16,1-1 0,-1 1 16,-1-5-16,-1 1 15,0-1-15,3-16 0,-1 11 0,-1-1 16,1 2-16,-1-6 0,2 0 0,-1-2 0,-1-5 15,2-1-15,-2 1 0,1-2 0,0 1 0,0-2 0</inkml:trace>
  <inkml:trace contextRef="#ctx0" brushRef="#br0" timeOffset="3696.187">7509 2869 0,'0'0'0,"0"0"0,13 55 0,2-2 31,-3-14-31,-5-15 0,1-15 15,1-7 1,-9-2-16,0 0 0,0 0 16,6-5-16,0 0 0,-3 0 0,4-5 0,-2 0 15,1 0-15,3-5 0,-2 0 16,1-1-16,-8 16 0,9-20 16,-2-1-16,1 2 0,1 1 15,0 1-15,0-1 16,-9 18-16,5-10 0,0-2 0,0 1 15,1 7-15,-2 0 0,1 0 0,-5 4 0,3 2 0,1-1 16,1 0-16,-2 9 0,1 0 0,0 1 16,-1 1-16,0-1 0,0 0 15,-3-11-15,3 15 0,-3 1 16,0 0-16,1 0 0,-1-1 16,1 0-16,-1-15 0,2 12 15,1 0-15,-1 1 0,4-2 16,-3-2-16,1 2 15,-1-7-15,0 0 16,0 1-16,-3-5 0,6-2 16,-1-1-16,1 2 15,-2-8-15,0 0 0,0 1 0</inkml:trace>
  <inkml:trace contextRef="#ctx0" brushRef="#br0" timeOffset="4087.066">7885 2895 0,'0'0'0,"15"57"0,-3 3 0,-9-15 0,-3-15 0,0-30 0,2 18 0,2-14 15,-4-4-15,3-6 0,-3 6 0,0 0 0,0 0 0,0 0 0,3-7 0,0 0 0,-1 0 16,1-6-16,-2 1 0,1 0 0,2-9 0,-1 3 15,0-2-15,-3 20 0,8-22 0,-2 1 0,-2-1 0,4 7 16,-1 1-16,-1-1 0,-6 15 0,4-8 0,0 1 16,0-1-16,2 10 0,-1-2 0,0 0 15,1 6-15,-1 1 0,1 0 0,-6-7 0,4 15 0,1-1 0,0 2 16,-1 1-16,-3 0 0,1 0 0,-2-17 16,1 17-16,0 1 0,0-1 0,-3-3 0,1-1 0,-1 1 0,1-7 15,1 2-15,-2-2 0,2-7 0,-1 3 0,1 1 16,0-1-16,1-5 0,1 1 0,-1 0 0,-1 1 0,5-8 15,-2 0-15,0 2 0,1-7 0,-1-1 0,0 2 16,-3 12-16,8-22 0,-2 1 16,0 1-16,5-4 0,1 2 0,-2 0 15,-10 22-15,8-16 0,1 0 16,-1 0-16,-2 9 0,-1 0 16,0 0-16,-5 7 0,9-1 0,0 1 15,-1 0-15,2 6 0,-1 0 16,-2-1-16,-7-5 0,8 14 0,-1 1 0,-1 0 15,-2 0-15,-1 1 0,1 0 0,-4-16 0,0 15 16,0 0-16,0-1 0,1 1 16,0 0-16,0 0 0,0-1 0,-1 0 15,0-1-15,0-13 0,-1 11 0,1-3 16,0 2-16,4-10 0,-2 2 0,0-2 0,-2 0 0,6-3 0,-1 0 16,1-1-16</inkml:trace>
  <inkml:trace contextRef="#ctx0" brushRef="#br0" timeOffset="4514.617">8677 2940 0,'0'0'0,"0"0"0,0 0 16,-6-41-1,-10 16-15,-3 16 32,-3 13-32,22-4 0,0 0 15,0 0-15,0 0 0,-10 7 0,1-1 0,1 1 0,-1 3 16,-1 0-16,1-1 0,9-9 15,-12 13-15,1-1 0,-1 1 0,3 1 0,2-2 16,-3 0-16,6 0 0,-1-2 16,1 1-16,4-11 0,-5 9 0,3 3 0,0-3 0,4-3 0,-1 0 0,-1 0 15,0-6-15,7 3 0,-2 1 0,-1-1 0,3-2 0,0 0 0,-1-1 0,-6 0 16,8-5-16,1 1 0,-1-2 0,3-2 0,1-2 0,-2 1 16,-10 9-16,12-16 0,-2 0 0,0 0 0,0 0 0,-1 0 0,-1 0 15,-8 16-15,6-11 0,1 2 0,-1-1 0,-3 4 16,0 3-16,0-2 0,-3 5 0,2-3 0,-1 2 0,0-1 15,-2 4-15,1-1 0,0 1 0,0-2 0,-1 8 16,0-1-16,0 1 0,0 0 0,-1 2 0,1-1 16,1-9-16,-3 12 0,2-1 0,-1 0 15,2 2-15,0-2 0,0 1 0,0-12 0,1 9 0,1 0 16,-1 0-16,5-1 0,-3-1 0,1-1 16,-4-6-16,8 4 0,-1-2 0,0 2 0,2-8 15,-2 0-15,1 2 0,-8 2 16,8-7-16,-2 2 0,0-1 0,-2 3 15,0 0-15,0 0 0</inkml:trace>
  <inkml:trace contextRef="#ctx0" brushRef="#br0" timeOffset="5101.951">8873 2858 0,'0'0'0,"0"0"15,0 0-15,7 45 16,-2 5 0,-5 0-16,-8-10 0,1-11 15,7-29-15,0 0 0,0 0 16,0 0-16,0 6 0,0 1 0,0-1 0,1-2 15,0-1-15,-1 0 0,0-3 0,2 1 16,-2 2-16,0-2 0,0-1 16,0 0-16,0 0 0,0 0 0,-2-7 0,1 2 15,-1-1-15,5-7 0,-3 0 16,1 0-16,-1 13 16,5-22-16,-1 2 0,0-2 0,3-3 15,1 2-15,-1-1 16,1 6-16,0 1 0,0-1 0,-8 18 15,6-10-15,-1 1 0,1 0 0,-2 6 16,0 0-16,0 1 0,-4 2 0,5 5 0,1-2 16,-1 0-16,1 7 0,0 1 0,0-2 0,-6-9 0,3 15 0,1 0 15,0-1-15,-1 4 0,-1-2 0,1 1 0,-3-17 0,2 19 16,-1-3-16,1 2 0,1-2 0,-2-2 0,1 0 0,-2-14 16,2 11-16,-1-1 0,1-1 0,0-6 0,0 0 0,1 0 15,-3-3-15,5-7 0,-2 2 0,0-1 0,4-3 16,1 0-16,-1 0 0,-7 9 0,11-11 15,-1-2-15,0 1 0,6-6 0,0 0 16,-1 1-16,3-4 0,-2 1 0,0 0 16,3 2-16,-1 1 0,0 0 15,-6 6-15,0 1 0,0-1 0,-12 11 0,8-4 0,-2 0 16,0 0-16,-6 4 0,4-1 0,0-1 0,-1 1 0,-3-1 16,0 0-16,0 1 0,0 1 0,-2 1 0,0 1 0,-1-2 15,-6 5-15,2 0 0,-1-1 0,8-4 0,-9 7 0,2-3 16,-1 2-16,1 1 0,1-1 0,0 0 0,6-6 0,-5 9 0,0-1 0,1 2 0,4 0 15,0-1-15,0 1 0,0-10 0,5 14 0,-1-1 16,2 1-16,-6-14 0,6 12 0,-1 0 0,0 2 16,1-3-16,-1 1 0,1-1 0,-6-11 0,2 9 0,-1-1 15,1 2-15,-4-4 0,2 2 0,-1-2 0,-7 1 16,-1-1-16,2 1 0,7-7 0,-18 5 0,2 1 0,0 1 0,16-7 0,-20 2 16,1 0-16,1 0 0,18-2 0,-17-3 0,1 2 0,-1-1 15</inkml:trace>
  <inkml:trace contextRef="#ctx0" brushRef="#br0" timeOffset="7030.857">10066 2865 0,'0'0'0,"0"0"16,0 0-16,0 0 16,-50-18-16,-11 31 15,0 27 1,61-40-16,0 0 0,0 0 0,-18 18 15,0 0-15,0 0 16,18-18-16,-14 19 0,-1-2 16,1 1-16,14-18 15,-7 8-15,1 2 0,0-1 16,6-9-16,-3 15 0,2-1 16,-1 0-16,1-5 0,1-1 15,0 0-15,0-8 0,11 6 0,-1 0 0,0 1 16,-10-7-16,7 3 0,-1 0 15,0-1-15,-6-2 0,16-7 0,-2 0 16,0 0 0,2-7-16,-1 1 15,-1 0-15,-14 13 16,13-18-16,-1 0 16,1 0-1,-13 18-15,6-8 0,-1-2 16,1 1-1,-6 9-15,7-16 0,-1 0 0,1 0 16,-3 7-16,-1 0 16,0 0-16,-3 9 0,3-12 0,-1 2 15,-1-1-15,-1 11 0,2-6 16,-2 0-16,1 1 0,-1 5 0,1-2 0,-1 0 16,0 0-16,0 1 0,0 1 0,0-2 0,0 2 15,0 0-15,0 0 0,0 0 0,0 0 0,0 0 0,0 0 16,0 0-16,3 8 0,-1 1 0,0-1 15,1-4-15,-3 1 16,1 0-16,-1-5 0,4 17 0,0 1 16,-1 0-16,1-8 15,-2-1-15,-1 1 16,-1-10-16,-3 19 0,1-2 16,0 2-16,2-19 0,-1 10 0,-1-2 0,1 3 15,1-11-15,-1 3 0,0 1 0,1 0 0,0-2 16,0-2-16,0 0 15,0 0-15</inkml:trace>
  <inkml:trace contextRef="#ctx0" brushRef="#br0" timeOffset="7357.109">10172 2850 0,'0'0'0,"0"0"0,0 0 0,0 0 0,0 0 0,42 30 0,-4 6 93,-17 2-93,-21-38 16,0 0-16,0 0 0,0 0 0,0 0 0,3 12 0,0 1 0,-3-13 0,3 12 0,0 0 0,-3-12 0,3 11 0,-1 1 0,-2-12 0,1 7 0,1 0 0,-2-7 0,1 8 16,-1-8-16,0 0 0,-2 7 0,0 1 0,2-8 0,-2 7 0,-1-2 0,0 1 0,0-2 0,2-1 0,-1-1 0,1 1 0,1-3 0,-2 1 0,2 0 0,0 0 0,-1-1 0,1 0 15,0 0-15,0 0 0,-2-5 0,2 1 0,0 1 0,0-9 0,-1 4 0,0-2 0,1 10 0,3-14 0,-1 1 16,-1 0-16,2-1 0,0 1 0,-3 13 0,3-14 0,-3 14 0,0 0 0,5-12 0,-2 0 0,-3 12 0,3-11 0,3 2 0,-6 9 0,4-8 0,1 0 16,-5 8-16,5-6 0,-2 0 0,0 0 0,2 0 0,-1 1 0,0 0 0,2 0 0,-3 2 0,1 0 0</inkml:trace>
  <inkml:trace contextRef="#ctx0" brushRef="#br0" timeOffset="7465.363">10494 3026 0,'0'0'0,"0"0"0,0 0 0,0 0 0,0 0 16,0 0-16,41-32 15,-8-2 1,-33 34-16,0 0 0,0 0 16,7-9-16,-1 1 0,1-1 15,-5 1-15,0 1 16,0 0-16,-2 7 0,1-7 0,0 1 0,0 0 16,-5 2-16,2 1 0,-1-1 0,3 4 0,-5 0 0,1 0 0,-1 0 0,-2 2 15,0 0-15,0 0 0,-2 3 0,-1 0 16,1 0-16,9-5 0,-9 9 0,0-2 0,0 2 15,0 1-15,2-1 0,-1 0 0,0 1 0,2 0 16,0 0-16,6-10 0,-4 11 0,-1-1 0,1 1 0,3 1 0,1-2 0,0 1 0,0-11 0,4 10 0,0-2 16,0 1-16,6-2 0,0-2 0,0 1 0,-10-6 0,16 6 0,-3-2 0,1 0 15,5-5-15,0 0 0,-1 0 0,-18 1 0,23-6 16,-1-1-16,0 1 0</inkml:trace>
  <inkml:trace contextRef="#ctx0" brushRef="#br0" timeOffset="8089.339">11184 2821 0,'0'0'16,"10"41"-16,-3 10 15,4-2-15,-8-3 0,-3-46 0,-2 38 16,-1-14-16,2-11 15,1-13-15,0 0 16,0 0-16,2 2 0,-1 0 0,-1 0 0,0-2 0,2 1 16,-2 0-16,0 1 0,-1-4 0,1 1 0,0 0 0,0 1 15,0-7-15,0-1 0,0 1 0,3-7 16,-1-1-16,-1 1 0,-1 14 0,6-21 16,-1-1-16,0 1 15,3-1-15,0 0 0,0 1 16,-8 21-16,8-18 0,0 1 0,1 0 15,0 6-15,-1 2 0,-1 0 16,-7 9-16,9-1 0,-1 1 0,-1-2 16,2 11-16,1-4 0,-1 2 0,-1 3 0,0 1 15,-1 0-15,-7-11 0,6 14 0,-1-3 16,-1 3-16,-1 2 0,0-2 16,-1 1-16,-2-15 0,-2 12 0,2 0 15,0 0-15,-1-5 0,1 1 16,0 0-16,0-8 0,-1 4 15,1 0-15,0 0 0,-1-2 0,1 1 0,0-1 0,0-2 0,1-2 0,-1 2 16,0 0-16,1-6 0,0 2 0,-1 0 0,0 4 0,3-13 0,0 1 16,0 0-16,5-5 15,-1-1-15,-1 1 0,-6 17 0,12-20 0,-2 2 16,1 0-16,-1 5 0,1 0 0,0 0 16,-11 13-16,9-10 0,1 2 15,-1-1-15,0 6 16,-2 2-16,1-1 0,-8 2 0,7 6 0,-1-3 15,0 1-15,-1 8 0,0 0 0,-1-1 16,-4-11-16,3 17 0,0-1 0,-1 1 0,-3 1 16,1-1-16,0 0 0,0-17 0,2 16 0,-2 1 0,0-2 0,1 1 0,1-2 15,-1 1-15,-1-15 0,2 10 0,1-1 0,-2 0 0,2-7 0,-1 1 16,-1 0-16,-1-3 0,3-4 0,0 2 0,0-1 0,0-1 0,-1 2 0,0-1 0</inkml:trace>
  <inkml:trace contextRef="#ctx0" brushRef="#br0" timeOffset="8351.811">11734 2823 0,'0'0'0,"-2"57"0,2 1 16,-7-12-16,4-11 15,6-9-15,11-2 16,-14-24-16,0 0 0,0 0 0,0 0 16,7 3-16,0 0 0,0 0 0,6-3 0,-3 1 15,1 1-15,-11-2 0,13-6 0,-1 3 0,-1-3 0,-2 2 16,-2 1-16,0-2 0,-3 2 0,-1 2 0,0-1 16,13-17-16,-2-2 0,1 1 0,-15 20 0,14-23 0,-1 1 15,-1 0-15,-5 6 0,-2 0 0,1-1 0,-6 17 16,2-11-16,-1-1 0,-1 2 15,-4 3-15,0 1 0,0 0 0,4 6 0,-10-3 0,2 0 16,-1 0-16,-2 5 0,1-1 0,-2-1 16,12 0-16,-15 3 0,-2 0 0,1 0 15,1-2-15,-1-1 0,0 1 0,7-2 16,-1 1-16,1 0 0,9 0 0</inkml:trace>
  <inkml:trace contextRef="#ctx0" brushRef="#br0" timeOffset="8760.881">12125 2799 0,'0'0'0,"0"0"0,0 0 16,32 27-16,0 3 16,0-6-1,-6 13-15,-6-6 0,-20-31 16,0 0-16,0 0 0,4 10 15,-1 0-15,0 0 0,-3-10 16,2 7-16,-1 0 0,1 0 0,-3-3 16,0 1-16,1-1 15,0-4-15,-2 4 0,1 0 0,-1 0 0,0-1 0,1-1 0,0-1 0,-2 0 0,2-1 16,-1 1-16,2-1 0,-2-2 0,0 1 16,0-1-16,-1-1 0,2-2 0,-1 1 0,2 4 0,-1-8 15,-1-2-15,1 1 0,-3-2 16,3 0-16,-1 0 15,2 11-15,2-14 0,-2 1 16,1 1-16,5-6 16,-2 2-16,0-1 0,1 2 15,0 0-15,1 0 0,-6 15 16,8-15-16,0 0 0,0 0 0,2 0 0,0 1 16,0 0-16,-10 14 0,12-16 15,-2 0-15,0-1 0,2-2 16,-1 2-16,1-1 0</inkml:trace>
  <inkml:trace contextRef="#ctx0" brushRef="#br0" timeOffset="8884.092">12595 2507 0,'0'0'0,"0"0"16,0 0-16,0 0 0,0 0 0,1 42 0,4 9 47,5 8-47,-10-59 0,0 0 0,0 0 0,0 0 0,0 0 0,5 21 0,-1-2 0,-4-19 0,4 19 0,-1 2 0,-3-21 0,1 21 0,1 0 0,-2-21 0,0 0 0,4 20 0,-4-20 0,3 19 16,0 2-16,0 0 0,-1-1 0,-1 1 0,-1-21 0,4 21 0,0-2 0,0 2 0,-1-6 0,-2-2 0,1 2 0,1-8 0,0 0 15,-1-1-15</inkml:trace>
  <inkml:trace contextRef="#ctx0" brushRef="#br0" timeOffset="9031.947">12559 2865 0,'0'0'0,"0"0"0,0 0 0,0 0 15,41-24-15,13-1 16,3 2-16,-2 2 15,-55 21 1,0 0-16,0 0 0</inkml:trace>
  <inkml:trace contextRef="#ctx0" brushRef="#br0" timeOffset="9516.894">12901 2712 0,'0'0'0,"0"0"0,0 0 15,0 0-15,0 0 16,-51 34-16,7 1 15,44-35-15,0 0 0,0 0 16,-12 12-16,2 0 0,-2 1 0,6-1 0,0-1 16,0-1-16,6-10 0,-1 11 0,1-1 15,0 0-15,2-3 0,0 1 0,0-1 16,-2-7-16,5 5 0,0-1 0,1 0 0,6-4 16,-2 0-16,1 0 0,-11 0 0,14-7 15,-1 1-15,1 0 0,-2-3 0,1 0 16,-1 1-16,-12 8 0,11-12 0,-1 1 15,-1-1-15,1 0 0,-2 1 0,1 1 16,-9 10-16,7-9 0,-2 0 16,1 1-16,-3 2 0,0 3 0,0-3 15,-3 6-15,3-1 0,-3-2 0,1 1 16,0 1-16,-1 0 0,0 1 0,0 0 0,-1 3 16,0 1-16,1-1 0,0 2 15,0 1-15,0-1 0,-2 4 0,2 0 0,0 1 16,0-10-16,-1 9 0,1 2 0,0-1 15,0-10-15,3 11 0,-1 0 0,-1-1 16,4-1-16,-2 0 0,1 1 0,2-2 0,-2 1 0,1-3 16,-5-6-16,7 7 0,-2 0 0,1 0 15,-1-4-15,-1-2 0,2 1 0,-6-2 0,7-4 16,0-3-16,0 3 0,1-6 0,-2-1 16,0 2-16,-6 9 0,7-15 0,-3 0 15,1 0-15,0-7 0,1-1 16,-1 2-16</inkml:trace>
  <inkml:trace contextRef="#ctx0" brushRef="#br0" timeOffset="9639.918">13114 2400 0,'0'0'0,"0"0"0,0 0 0,21 48 0,-10 18 16,-4 25-16,-3-9 0,-4-82 0,9 89 0,-9-89 15,0 0-15,0 0 0,0 0 0,2 31 0,0 0 16,0 0-16,0 1 0,-1-1 0,0 1 0,3-5 16,-1-2-16,0 2 0,3-10 0,0 1 15,0-1-15</inkml:trace>
  <inkml:trace contextRef="#ctx0" brushRef="#br0" timeOffset="23327.697">4729 3927 0,'0'0'0,"0"0"0,0 0 16,-17-44-16,8 18 16,5 15-1,1-20-15,2 14 16,1 17 0,0 0-16,0 0 15,0 0-15,0-2 0,0 1 16,0-2-16,11 0 0,2 0 15,-3 1-15,-10 2 0,8-2 0,-1 1 16,0 0-16,10 7 16,-1 0-16,1 0 0,-17-6 15,10 3-15,-1 1 0,-1 0 16,-2 11-16,0-2 0,1 2 16,-7-15-16,2 9 0,1 0 15,-1-2-15,-2-7 0,-6 19 0,1 0 16,1-1-16,-7 2 15,3-1-15,-2 1 0,10-20 16,-6 9-16,1 1 0,0-1 0,-6 11 16,3-1-16,-2-1 0,10-18 0,-6 12 0,2-3 0,0 2 15,4-11-15,-6 14 0,0 0 16,1 1-16,5-15 0,-2 9 16,-1-3-16,1 2 0,5 2 0,-1-1 15,1 2-15,-3-11 0,3 5 0,-2 0 0,1 1 0,16-1 16,-2-1-16,1 0 0,-17-4 15,9 2-15,2 0 0,-1 0 0,-10-2 16,22-1-16,0-1 0,0 1 0,-10-2 16,0 2-16,0 1 0,-12 0 15,18-6-15,-1-1 0,-1 1 0,-7 2 0,0 2 0,0-2 16</inkml:trace>
  <inkml:trace contextRef="#ctx0" brushRef="#br0" timeOffset="23525.294">4828 3649 0,'0'0'0,"47"-4"0,8 11 15,5 14-15,-8 17 0,-8 18 16,-13 21-16,-20 6 15,-11-83-15,0 0 0,0 0 0,-1 29 16,1-2-16,0 1 0,0-28 0,-5 30 16,2 0-16,-2 0 0,-2 4 0,1-2 15,1 0-15,-3 4 0,-1-2 0,1 2 0,0-4 16,1 1-16,1 0 0,0-4 16,-2-2-16,1 1 0,2-8 0,1 0 15,-1-2-15,1-6 0,1-3 0,2 3 16</inkml:trace>
  <inkml:trace contextRef="#ctx0" brushRef="#br0" timeOffset="23806.862">5613 3717 0,'0'0'16,"0"0"-16,0 0 0,0 0 0,19 40 0,-4 25 31,-6 5-31,-4 2 0,-5-72 0,0 0 0,0 0 16,0 0-16,0 0 15,1 24-15,-1 1 0,0-1 16,2-2-16,-2-1 16,0 0-16,2 2 0,-1-1 15,0-1-15,-1-1 16,0 0-16,0 0 0,0-20 15,-2 14-15,0 1 0,2 1 16,-4-10 0,3 2-16,-1-1 0,-3-8 0,0 0 15,1 0-15</inkml:trace>
  <inkml:trace contextRef="#ctx0" brushRef="#br0" timeOffset="24148.027">5887 3910 0,'0'0'0,"37"-25"0,9-5 31,-3-3-31,-10 1 0,-6 0 15,-7-12-15,-6 5 16,-14 39 0,0 0-16,0 0 0,0-15 0,0 3 0,0-2 15,0 14-15,-3-11 0,-1 0 0,2 0 16,-2 2-16,1-1 0,0 1 16,3 9-16,-6-5 0,0 0 15,0 0-15,0 3 0,0 1 0,0 0 0,-4 6 0,1 0 16,0-1-16,0 2 0,1 0 0,0 1 0,1 4 15,0-1-15,0 0 0,3 4 0,0 0 16,0 0-16,0 4 0,3-1 0,-2-1 16,1 3-16,-1 0 0,0 0 15,4-1-15,0 1 0,0 0 0,-1-19 16,3 22-16,0-2 0,-1-1 0,4 4 0,-2-1 16,-1-1-16,3 3 0,-1-3 15,-1 3-15,-4-24 0,5 22 0,-1 0 16,0 0-16,-2 1 0,-2-2 0,0 1 0,-4-3 0,2 0 0,-1 1 0,-3-4 15,0-1-15,1 0 0,-3-7 0,-1 0 0,0 0 0</inkml:trace>
  <inkml:trace contextRef="#ctx0" brushRef="#br0" timeOffset="24320.417">5786 4111 0,'0'0'0,"0"0"0,0 0 0,0 0 16,57-12-16,16-4 15,-4 1 1,-69 15-16,0 0 15,0 0-15,24-9 0,0 0 0,1 0 16,-14 4-16,2-1 16,-1 2-16,-12 4 15</inkml:trace>
  <inkml:trace contextRef="#ctx0" brushRef="#br0" timeOffset="24711.838">6852 3851 0,'0'0'0,"0"0"0,0 0 0,0 0 15,0 0-15,0 0 16,-50 24 0,11-2-1,22 2-15,17-24 0,0 0 16,0 0-16,0 0 0,-1 6 0,1 1 0,0 0 15,6 0-15,-4-1 0,1 0 0,7 3 16,-1 0-16,-1 1 0,-8-10 0,10 11 16,1-1-16,-1 1 0,1-1 15,-1 0-15,0 0 16,-10-10-16,8 10 0,1 1 16,0-2-16,-4 1 0,-1-1 15,2 0-15,-6-2 0,2 0 0,0-1 0,-2-6 0,-2 9 16,1 0-16,0-1 0,-4-1 0,0 2 15,0-1-15,5-8 0,-9 9 0,1-2 16,1 1-16,-2-2 0,-1-1 0,0 3 16,-1-5-16,-1 0 0,1 2 15,-1-7-15,4-1 0,-2 3 0,10 0 0,-6-8 16,3 2-16,0-1 0,3-5 0,0 1 0,0 1 0</inkml:trace>
  <inkml:trace contextRef="#ctx0" brushRef="#br0" timeOffset="25068.915">7102 4053 0,'0'0'0,"0"0"16,0 0-16,5 54 15,2-7 1,-6-11-16,3-11 16,7-13-16,-11-12 15,0 0-15,0 0 0,0 0 0,5 2 16,1 0-16,0 0 16,4-3-16,1 1 0,-3 0 15,5-5-15,0 0 16,1 1-16,-14 4 0,13-9 15,0 2-15,0-1 0,-3-4 16,1 3-16,1-3 16,-12 12-16,8-13 0,-1-1 15,2-1-15,-4 1 0,-1 1 0,-1 0 0,0 2 16,-3 0-16,1-1 0,-1 12 16,-3-9-16,2 1 0,-1 0 0,-2 2 15,1 1-15,0-2 0,-3 6 0,-1-4 16,1 2-16,6 3 0,-11 2 0,1-1 0,0-1 15,-3 3-15,1 0 0,-1 1 0,5-2 16,-1 0-16,2-1 0,-7 5 0,2 0 16,0-1-16,12-5 0,-9 2 0,1 2 15,-1-2-15,4-2 0,1 1 0,0-1 0</inkml:trace>
  <inkml:trace contextRef="#ctx0" brushRef="#br0" timeOffset="25626.461">7458 4020 0,'0'0'0,"0"0"0,16 46 15,3-1-15,-12-8 16,-9-12-16,-1-11 15,0-10 1,3-4-16,0 0 0,0 0 0,0 1 0,0-1 16,0 2-16,-2-5 0,2 1 0,0 1 0,2-7 0,0 1 15,-1 1-15,-1 6 0,2-12 16,-1 0-16,1 1 0,-1-2 16,0-1-16,1-1 0,-1 2 15,0-1-15,0 1 0,2 2 0,-1 1 16,1 1-16,-3 9 0,4-8 0,1 2 15,-1-1-15,2 3 0,0 0 0,0 0 0,-6 4 16,6 3-16,-2 0 0,2-1 0,1 5 0,0 2 0,-2 0 16,0 1-16,0 2 0,-1-1 0,-4-11 0,5 15 0,-3-2 15,2 1-15,-4-14 0,3 12 0,0-1 0,-1 0 16,-1-3-16,1 1 0,-2-1 16,0-8-16,0 4 0,0 0 0,0 1 0,0-2 0,0-3 15,0 3-15,0-3 0,0 0 0,0 0 0,0 2 0,1-4 0,-1-1 0,1 3 0,1-9 16,-1 0-16,1 1 0,-2 8 15,3-12-15,0-1 0,0 1 16,2-3 0,-1 0-16,2 1 0,0 1 15,0 1-15,0 0 16,-6 12-16,6-9 0,1 0 16,-1 0-16,-2 5 0,0 0 15,-1-1-15,-3 5 0,5 2 0,-1-2 16,-1 0-16,3 7 0,0-1 15,0 0-15,-6-6 0,7 11 0,-1 0 16,1-1-16,-2 1 0,-1 1 0,0-2 16,-4-10-16,3 14 15,0 0-15,2-1 0,-5-1 16,1 1-16,-1 0 0,0-13 16,-1 8-16,1 0 0,-2 1 0,2-6 0,-1-1 15,-1 1-15,1-3 0,1 0 0,0 0 16</inkml:trace>
  <inkml:trace contextRef="#ctx0" brushRef="#br0" timeOffset="25984.118">7881 4065 0,'0'0'15,"0"0"-15,0 0 0,0 0 0,42 5 0,-8-7 0,-11-13 32,-7-1-32,-16 16 0,0 0 0,0 0 0,0 0 0,0 0 0,4-7 0,-1 2 0,-3 5 0,3-5 15,-1-1-15,-2 6 0,0-6 0,2 0 0,-2 6 16,0-5-16,0 1 0,0-1 0,-2 2 0,1 0 16,0-1-16,1 4 0,-2-1 0,0-1 0,-1 0 0,-2 1 0,0 1 15,0 0-15,-1 4 0,-2-2 0,1 2 0,7-4 0,-7 7 16,0 0-16,1-1 0,1 1 0,0 0 15,-1 0-15,6-7 0,-4 11 0,1-1 0,0-1 0,2 2 16,1-1 15,0 1-31,0-11 0,3 10 0,-1 2 16,1-2-16,3-1 0,-1 1 0,-1-2 16,-4-8-16,10 8 0,-1-2 0,-1 2 15,6-4-15,-1-1 16,0 1-16,-13-4 0,16-1 0,-3-2 15,2 1-15,-1-4 16,0-2-16,0 2 16,1-5-16,-1 1 0,-1-1 15,-3 4 1,-2 0-16,1 0 16</inkml:trace>
  <inkml:trace contextRef="#ctx0" brushRef="#br0" timeOffset="26178.06">8288 3907 0,'0'0'0,"0"0"0,0 0 0,-10 41 0,-4 4 62,5-4-62,2-8 0,7-33 0,0 0 0,0 0 0,0 0 0,0 0 0,-3 10 0,3-10 0,0 7 0,-1 1 0,1-8 0,0 0 0,4 8 16,-4-8-16,2 7 0,1-1 0,-3-6 0,0 0 0,7 5 0,-1-1 0,0 0 0,6-2 0,0 1 0,0-1 0,-12-2 0,15-4 0,-3 2 0,2-1 0,-3-2 0,0-1 0,0 1 0,0-5 0,0-2 0,0 3 0,-11 9 16,7-13-16,-1 2 0,0-2 0,-3 1 0,0 0 0,0 1 0,-3 11 0,-1-9 0,0-1 0,0 2 0,-2-1 0,1 4 0,1-1 0,1 6 0,-7-5 0,1 0 0,0-1 0,-5 4 15,2-1-15,-1 0 0,10 3 0,-13 2 0,1 1 0,1-1 16,-6 3-16,2 1 0,0-1 0,15-5 0,-15 7 15,0-1-15,0 2 0,6-5 0,0-1 0,1 1 16,3-1-16,1-2 0,0 0 0</inkml:trace>
  <inkml:trace contextRef="#ctx0" brushRef="#br0" timeOffset="26600.518">8549 3882 0,'0'0'0,"11"42"0,2 8 16,-2-1-16,-5-4 0,-6-45 0,0 39 0,-8-9 15,3-10 1,5-20-16,0 0 0,0 0 0,0 0 16,-3 2-16,2 1 0,0 1 0,0-3 15,1-1-15,0 3 16,1-8-16,-1 1 0,1 2 0,-1 2 0,4-8 15,-3 0-15,1 0 0,2-4 0,0-1 16,-1 1-16,-3 12 16,8-17-16,-2 1 15,1 0-15,3-3 0,-1 0 0,0 1 16,1 5-16,-1-2 0,-1 1 16,-1 6-16,-3 1 0,1 0 15,-5 7-15,10-5 0,-2 2 0,1-1 16,0 5-16,0 1 0,-1-1 0,-8-1 15,7 5-15,-1 0 0,1 0 16,-1 5-16,0 2 0,0-1 0,-6-11 0,6 15 16,-2 0-16,0 0 0,-1 1 0,-1 1 0,0-1 15,-2-16-15,2 16 0,-1 0 0,0-1 0,-3-3 0,2-1 0,0 0 16,-2-6-16,0 1 0,0-2 0,-1-2 0,2-2 0,-1 2 16</inkml:trace>
  <inkml:trace contextRef="#ctx0" brushRef="#br0" timeOffset="26869.718">8949 4028 0,'0'0'0,"0"0"0,0 0 0,0 0 0,45 22 0,-5-14 16,-10-13-1,-30 5-15,0 0 0,0 0 16,8-5-16,-1 0 0,0 0 16,-1-3-16,-1 1 0,-1 0 0,-4 7 15,3-9-15,0 1 0,0 1 0,-3-1 0,1 1 0,0-1 16,-3 2-16,0-1 0,0 1 0,2 6 0,-6-7 0,3 1 16,-1 1-16,-3 0 0,0 4 0,1-3 0,6 4 15,-10 2-15,-1 0 0,2-1 0,-4 4 16,1 2-16,-1-3 0,13-4 0,-13 8 0,2-1 0,-1 0 0,0 3 0,1-1 15,-1 0-15,12-9 0,-10 12 0,1-1 0,1 1 16,3 0-16,2-1 0,0 0 0,3-11 0,1 12 0,1-2 16,0 1-16,2 1 0,0-2 0,0 1 0,-4-11 0,11 12 0,-2-1 0,0-1 15,7-1-15,0-3 0,-1 1 0,-15-7 0,21 4 16,-1-2-16,0 1 0,5-4 0,-2 1 0,0-1 16,-23 1-16,27-6 0,-2-2 0,1 2 0,-10-3 15,1 5-15,-1-2 16</inkml:trace>
  <inkml:trace contextRef="#ctx0" brushRef="#br0" timeOffset="27098.47">9681 3855 0,'0'0'0,"0"0"0,22 62 16,2 5-1,-5-15 1,-7-11-16,-7-5 0,-5-36 16,0 0-16,0 0 0,-2 11 0,1-2 15,-1 1-15,2-10 16,-3 5-16,2 1 0,-2-1 0,2-3 0,0 0 16,0 1-16</inkml:trace>
  <inkml:trace contextRef="#ctx0" brushRef="#br0" timeOffset="27223.743">9688 3779 0,'0'0'15,"0"0"-15,0 0 0,0 0 16</inkml:trace>
  <inkml:trace contextRef="#ctx0" brushRef="#br0" timeOffset="27553.205">9982 3846 0,'0'0'0,"0"0"0,0 0 16,0 0-16,-28 38 16,5-5-1,13-8-15,10-25 16,0 0-16,0 0 0,2 9 0,0 1 15,-1-2-15,-1-8 16,6 9-16,0 0 0,-1-1 0,-5-8 16,7 9-16,0-2 0,0 2 0,2 0 15,-2-1-15,1 0 16,-8-8-16,6 8 0,-1-1 0,0 0 16,-1 0-16,-2-1 0,0 0 0,-2-6 15,0 9-15,0-3 0,0 0 0,-4-1 0,-1 0 16,0 0-16,5-5 0,-7 6 15,1-2-15,-1 1 0,-1-2 16,2 0-16,0-2 0,6-1 0,-6-1 16,0-2-16,0 1 0,4-4 0,0-1 0,0 1 0,2 6 0</inkml:trace>
  <inkml:trace contextRef="#ctx0" brushRef="#br0" timeOffset="28223.667">10493 3849 0,'0'0'0,"17"44"0,1 6 15,-13-10 1,-5-5-16,-9-5 0,-2-11 31,11-19-31,0 0 0,0 0 0,0 0 0,-3 4 16,2-1-16,-1 0 0,0-3 16,1 3-16,1-3 0,0 0 0,-2-3 15,1 2-15,-1-2 0,1-2 0,-1-1 0,1 0 16,-1-6-16,1 2 0,0-1 15,1 11-15,-2-16 0,2-1 16,-1 1-16,2-6 16,-1 2-16,0-1 15,0 21-15,2-20 0,1 0 16,-1 1-16,-2 19 0,6-15 0,-1 2 16,-1-1-16,4 7 15,-2-1-15,1 1 0,-7 7 16,11 0-16,-2 0 0,0 0 0,1 7 0,0 1 15,0-1-15,-10-7 16,10 12-16,0 0 0,-1 0 0,-9-12 0,6 15 16,1 0-16,-1-1 0,-4 2 15,0-1-15,0-2 0,-2-13 0,2 14 0,-1 0 16,-1-1-16,0-13 0,0 10 16,0 0-16,0-1 0,0-2 0,0 0 15,0 0-15,0-7 0,1 4 0,-1-1 0,0 1 0,0-2 16,0-1-16,0 0 0,0-1 0,-1-3 0,1 0 0,0-1 0,0 4 0,0-9 15,0 2-15,0-1 0,2-6 0,-1 0 0,-1 1 16,0 13-16,8-19 0,-2 2 0,0-2 0,-6 19 0,9-20 0,-1 1 16,0 0-16,5 4 0,-2 0 15,1 0-15,-12 15 0,12-9 0,1 2 16,0-1-16,-13 8 0,10 2 0,-1-1 0,1-1 16,-2 10-16,1-2 0,0 1 0,-9-9 15,9 15-15,-1 0 0,-1-1 0,0 4 16,-1-1-16,-1 0 0,-5-17 15,3 17-15,-3-1 0,1 0 16,-1-16-16,-1 13 0,1 0 0,-1 0 0,0-3 16,1-1-16,0 1 0,0-10 15,0 6-15,0 0 0,0 0 0,0-6 0,1-2 0,-1 1 0,0 1 0,1-6 16,0 0-16,0-2 0,-1 8 0,4-10 16,-1 0-16,0 0 0</inkml:trace>
  <inkml:trace contextRef="#ctx0" brushRef="#br0" timeOffset="28474.362">10974 3758 0,'0'0'0,"0"0"0,0 0 0,1 51 0,-1 7 31,-6-4-31,-3-8 0,9-46 0,0 0 0,0 0 0,0 0 0,0 0 0,0 0 0,0 0 0,-1 11 0,-1 0 0,2-11 0,-1 12 0,2-4 0,-1-8 0,0 8 0,1 1 0,-1-9 0,2 4 0,-2 1 16,0-5-16,1 5 0,-1-5 0,0 0 0,7 4 0,-2 1 0,-5-5 0,6 4 0,-6-4 0,0 0 0,8 2 0,1-1 0,-9-1 0,9 1 0,3-7 16,2 2-16,-1-1 0,-13 5 0,14-10 15,-1-1-15,0 1 0,-13 10 0,11-17 0,-2 1 16,0-2-16,-3-3 0,0-3 16,-1 3-16,-5 21 0,1-20 0,-1 1 15,0-2-15,0 21 0,-5-12 0,1-1 0,-1 0 16,-7 7-16,2-1 31,0 1-15,10 6-16,-14-3 0,1 0 0,-1 0 0,14 3 15,-15 2-15,0-1 0,-1 0 16,6 3-16,0-3 0,0 2 16</inkml:trace>
  <inkml:trace contextRef="#ctx0" brushRef="#br0" timeOffset="29049.403">11276 3818 0,'0'0'0,"0"0"15,0 0-15,0 0 16,0 0-16,0 0 15,40 6 1,-14 25-16,-26-31 0,0 0 16,0 0-16,7 15 0,-2 1 15,0 1-15,-5-17 0,3 15 0,-1-1 16,-1 2-16,-2-3 0,0 0 0,0 0 16,1-13-16,-4 9 0,0 0 0,0 1 15,-2-4-15,2 1 0,-1-1 16,5-6-16,-7 3 0,-1 0 0,2-1 0,0 0 15,0-2-15,0 0 0,6 0 16,-5-3-16,1 1 0,-1-1 0,5 3 0,-1-7 0,-1 1 16,0-1-16,4-3 0,-1 0 0,0-1 15,-1 11-15,5-14 0,-1 1 16,-1 0-16,-3 13 0,11-18 0,-2 1 16,0 1-16,5 0 0,0 1 0,0-1 15,-14 16-15,15-13 0,0-1 0,-1 1 16,0 2-16,-2 1 15,0 1-15,-12 9 0,13-10 0,0 0 0,-1 0 16,2-5-16,0 3 16,-2-3-16,-12 15 0</inkml:trace>
  <inkml:trace contextRef="#ctx0" brushRef="#br0" timeOffset="29217.992">11722 3587 0,'0'0'0,"0"0"0,0 0 0,0 0 16,-3 55-16,6 8 15,5 0-15,-8-63 16,0 0-16,0 0 0,4 22 0,1 0 0,0 0 15,-5-22-15,5 23 0,1 0 0,-1 0 16,2 0-16,-1-1 0,0 2 0,-6-24 0,3 18 16,0 0-16,0 0 0,-5-4 0,0-1 0,0 2 0,-1-7 15,0-1-15,0 0 0,3-7 16,-8 2-16,1-2 0,1 1 0</inkml:trace>
  <inkml:trace contextRef="#ctx0" brushRef="#br0" timeOffset="29350.502">11620 3931 0,'0'0'0,"0"0"0,0 0 0,45-37 15,11 13 1,1 10-16,-1 0 16,-56 14-16,0 0 0,0 0 0</inkml:trace>
  <inkml:trace contextRef="#ctx0" brushRef="#br0" timeOffset="29785.476">12082 3817 0,'0'0'0,"0"0"16,0 0-16,0 0 16,-47 26-16,2 8 31,17-4-31,28-30 0,0 0 15,0 0-15,-3 11 0,-1-2 0,0 0 0,4-9 0,0 12 16,0-2-16,0-1 0,0-9 0,2 9 16,1-2-16,-1 1 0,5-2 0,0 1 15,0-1-15,-7-6 0,12 2 0,-1 1 0,0-2 0,1-5 0,0 2 16,1-2-16,-13 4 0,10-7 0,0 1 0,0-2 16,-10 8-16,11-11 0,-2 0 0,2 0 15,-3 0-15,0-1 0,0 0 0,-8 12 0,7-13 0,-2 1 16,0 0-16,0 2 15,-2 1-15,1 0 0,-4 9 0,2-6 0,1 0 16,-1 0-16,-2 6 0,1-2 0,0-2 16,0 1-16,-2 4 0,0-1 0,1 0 0,0 0 0,-2 2 0,2 2 0,0-2 15,0-2-15,-3 8 0,0-2 0,0 1 16,2 2-16,-1-2 0,1 2 0,1 1 0,0-1 16,0 1-16,0-10 0,2 12 0,0-1 0,0 2 15,-2-13-15,3 9 0,-1 1 0,-1 0 16,2-2-16,0 0 0,1 1 15,-4-9-15,5 2 0,-1-1 0,1 1 0,-2-7 16,-2 1-16,1-1 0,-2 5 0,3-9 0,-1-1 0,-1 1 0</inkml:trace>
  <inkml:trace contextRef="#ctx0" brushRef="#br0" timeOffset="29997.98">12260 3599 0,'0'0'0,"0"0"0,0 0 16,0 0-1,0 0-15,0 0 16,6 60-16,-6-60 0,0 0 15,0 0-15,0 0 0,3 23 0,0 0 16,-1 1-16,-3-3 0,0-1 16,0 0-16,2 3 0,-1 0 15,0-1-15,0-22 0,2 21 16,-1-1-16,0 2 0,-1-22 0,-2 20 0,0 0 16,0 1-16,1-4 0,0-1 15,1 1-15,0-17 0,-3 12 0,3 1 0,-1-2 16</inkml:trace>
  <inkml:trace contextRef="#ctx0" brushRef="#br0" timeOffset="34590.327">12722 3522 0,'0'0'0,"0"0"0,0 0 16,0 0-16,0 0 16,0 0-1,29 75 1,-29-75-16,0 0 0,0 0 0,0 0 0,6 15 16,0 0-16,-1 0 0,-4 15 15,-1-1-15,0-1 0,0-28 16,2 28-16,-1-1 0,1 0 15,-2-27-15,1 26 0,0-2 16,0 2-16,-1-26 0,2 24 0,-2-1 16,0 0-16,0-23 15,1 12-15,-1-1 0,0 0 16,0-11-16,0 5 0,0-2 0,0 0 0</inkml:trace>
  <inkml:trace contextRef="#ctx0" brushRef="#br0" timeOffset="34724.759">12630 3837 0,'0'0'0,"34"-30"15,12-3-15,-15 12 0,12-15 16,-4-6 0</inkml:trace>
  <inkml:trace contextRef="#ctx0" brushRef="#br0" timeOffset="35122.801">12775 3505 0,'0'0'0,"0"0"0,0 0 15,-6 46-15,8 13 16,6-1-16,4-5 16,4-3-1,-16-50-15,0 0 0,0 0 0,2 18 16,0-3-16,1 0 0,-3-15 0,2 17 0,-1-1 15,1 0-15,-2-16 16,2 14-16,-1-2 0,0 1 0,-1-3 16,0-3-16,0 1 0,0-8 0,1 5 0,-1 0 0,0-1 15,0-4-15,-1 2 16,1 0-16,0-1 0,1-4 0,-1 0 0,0 0 0,0 3 0,4-8 0,-3 1 16,1-2-16,-2 9 0,4-13 0,-2 1 0,0-1 15,0 0-15,1 0 16,-1-1-16,-2 14 0,8-12 0,-2 1 15,0-1-15,5 5 0,-2 0 0,1 1 16,-10 6-16,13-4 0,-1 0 0,-1 1 0,3 6 16,-2-1-16,0 0 0,-12-2 0,12 8 15,0-2-15,-1 2 0,-11-8 0,10 10 0,-1 1 0,1-1 16,-5 4-16,1-1 0,-1 1 0,-5-14 16,3 17-16,-2 0 0,2 0 0,-9-3 0,2-2 0,-1 1 15,5-13-15,-8 8 0,0 0 0,0-1 16,2-2-16,0-2 0,1 0 0,5-3 0</inkml:trace>
  <inkml:trace contextRef="#ctx0" brushRef="#br0" timeOffset="35422.589">13111 3902 0,'0'0'0,"0"0"0,0 0 0,0 0 0,0 0 16,45-5-16,-9-7 16,-36 12-1,0 0-15,0 0 0,8-3 0,-2 1 0,0-1 16,2-4-16,-1-2 0,0 2 0,-3-2 0,1 1 0,0-1 0,-5 9 15,1-8-15,0 1 0,0-1 0,-1 8 0,-1-5 16,0-2-16,1 2 0,-4 0 0,0-1 0,0 3 16,4 3-16,-5 0 0,1 0 0,1 0 15,-7 5-15,2 0 0,-1 0 0,9-5 0,-10 7 0,1 1 16,-1-2-16,1 6 0,1-2 0,-1 1 0,9-11 16,-8 12-16,1-1 0,-1 1 0,2 0 15,-1 1-15,-1-3 0,8-10 0,-3 11 0,0 0 16,0-1-16,3-10 0,3 9 0,0 0 0,0 1 0,9-3 15,-3-2-15,2 2 0,-11-7 16,13 2-16,0 0 0,0 1 0,4-7 0,-1 0 16,0 0-16</inkml:trace>
  <inkml:trace contextRef="#ctx0" brushRef="#br0" timeOffset="35954.314">13386 3793 0,'0'0'0,"0"0"15,0 0-15,0 0 16,1 45-16,3-7 15,4-11 1,-2-15 0,-6-12-16,0 0 0,0 0 0,5 2 0,-1-1 15,1-1-15,-5 0 0,6-1 0,-1-1 0,0 0 0,1-4 16,-2 1-16,1-1 0,-5 6 0,5-10 16,-1 2-16,1 0 0,1-4 0,0 1 0,-1 1 0,-5 10 15,5-13-15,1-1 0,0 2 0,-2 0 16,-1 2-16,0-2 0,-3 12 0,2-7 15,-1 0-15,1 1 0,-2 6 0,0-4 16,1 2-16,0 1 0,1 4 0,0 1 0,-2 0 16,0-4-16,3 9 0,0 0 0,-1-1 0,1 8 15,-2-2-15,1 0 0,-2-14 0,2 20 16,0 0-16,-1 0 0,3 5 0,-1-1 16,0 2-16,-3-26 0,3 25 0,0 1 0,0-1 15,-3-25-15,1 27 0,-1-1 16,0 0-16,0-3 0,0-2 0,0 3 15,0-24-15,-2 22 0,1-1 0,-1 1 16,2-22-16,-4 18 0,1-1 0,-1 0 0,-5-8 16,1 2-16,0-3 0,8-8 0,-10 7 0,1-1 15,0-1-15,-2-4 0,0 1 16,0-1-16,11-1 0,-14-4 0,2 0 0,-1 1 0,13 3 16,-14-9-16,-1 0 0,0 0 0,2-5 0,-2 1 15,1 0-15,14 13 0,-11-17 0,-1 3 0,1-1 0,11 15 0,-8-16 0,1 2 16,1 1-16,6 13 0,-1-15 0,0 2 0,0 0 15,8 0-15,1 0 0,-2-1 0,-6 14 16,15-14-16,0 0 0,-1 0 0,8-1 0,0 0 16,0 1-16,5 0 0,-1 1 0,0 0 15,0 0-15,-1 2 0,-1-2 0,-24 13 16,23-14-16,-2 1 0,0 0 0</inkml:trace>
  <inkml:trace contextRef="#ctx0" brushRef="#br0" timeOffset="36358.401">14023 3766 0,'0'0'0,"0"0"0,0 0 0,47-9 16,2-4-1,-9-5-15,-9-6 16,-9-1-16,-22 25 16,0 0-16,0 0 0,3-8 0,1 0 15,0 1-15,-4 7 0,3-9 0,-2 0 16,1 0-16,-2 9 0,-1-6 0,0-2 0,1 2 15,-6 2-15,3 0 0,-1 0 0,4 4 0,-11 4 16,2 0-16,-2-1 0,-2 4 0,0 1 16,0-2-16,13-6 15,-16 12-15,1-1 0,0-1 16,15-10-16,-16 14 0,1-2 0,1 1 16,2-1-16,3 0 15,0 0-15,3 0 0,0-2 0,0 1 16,6-11-16,-1 11 0,-1 0 0,2-1 15,4 0-15,-1 0 0,0 1 0,-3-11 16,7 11-16,-2-1 16,1-1-16,-6-9 0,12 9 0,0 0 15,-1-1-15,-11-8 0,20 5 0,-2-3 0,0 3 16,3-6-16,-1 0 0,1 0 16,-21 1-16,23-8 0,-2 2 0,1 0 15</inkml:trace>
  <inkml:trace contextRef="#ctx0" brushRef="#br0" timeOffset="36627.448">14385 3680 0,'0'0'0,"0"0"0,0 0 0,27 52 16,-3-7-16,-8-7 16,-7-11-16,-9-27 15,0 0-15,0 0 0,0 0 0,6 4 16,-3 2-16,1-2 16,-4-4-16,4 5 0,-1-3 0,0 0 15,0 0-15,-1-2 0,0 1 0,-2-1 16,0-1-16,1 0 0,0 0 0,2-6 0,0 1 15,0 1-15,-3 5 0,4-13 0,2 2 16,-2-1-16,-4 12 0,5-16 0,-1-2 16,0 3-1,2-3-15,-2 0 0,1-1 0,-5 19 16,4-17-16,0 2 0,0-1 0,-4 16 16,4-11-16,-1-1 0,0 2 15,1 2-15,-1-1 0,0 1 0,-3 8 0,3-7 0,1 2 16,-1-2-16</inkml:trace>
  <inkml:trace contextRef="#ctx0" brushRef="#br0" timeOffset="36919.778">14682 3785 0,'0'0'0,"0"0"0,0 0 0,0 0 16,43-30-16,-10-4 16,-13 5-1,-13 3-15,-7 26 0,0 0 0,0 0 16,1-7-16,0-1 0,0 0 0,-1 8 15,0-4-15,0-1 0,0 1 0,-4 3 0,1-1 16,0 2-16,3 0 0,-5 4 0,2-1 0,-1-1 16,-5 7-16,1 0 0,-1-1 15,9-8-15,-9 11 0,1-1 0,0 0 16,0 2-16,1-1 0,-1 0 0,8-11 16,-6 12-16,1 0 0,0 0 15,3 1-15,0-1 0,1 0 0,1-12 16,3 13-16,0-2 0,0 2 0,-3-13 0,6 9 15,-2 2-15,1-1 0,3-4 0,-1 1 16,1-2-16,-1-1 0,-2-1 0,0-1 16</inkml:trace>
  <inkml:trace contextRef="#ctx0" brushRef="#br0" timeOffset="37286.922">15004 3672 0,'0'0'0,"0"0"0,0 0 0,3 42 0,3 2 15,0-10 1,-11-4-16,1-6 15,4-24-15,0 0 0,0 0 16,-1 6-16,1-2 0,0 1 0,0-5 0,0 3 16,0-2-16,0 1 0,0-2 0,1-1 0,-1-1 15,0 1-15,1-6 0,1 0 0,-1 2 0,-1 5 16,2-10-16,0 0 0,0-1 0,3-4 16,-1 1-16,0 0 0,-4 14 0,7-19 15,0 1-15,-1 0 0,-6 18 0,7-14 0,0-2 16,-1 2-16,3 3 0,0-1 0,0 1 0,-9 11 0,10-5 0,-1 2 15,-1-2-15,-8 5 0,9 3 16,-2 0-16,1-2 0,0 8 0,-1-1 0,1 1 16,-8-9-16,5 15 0,0-1 0,-2 1 15,1 4 1,0-1-16,0 1 0,-4-19 16,1 17-16,0 1 0,0 0 15,2-2-15,-3 1 16,1-2-16,-1-15 0,-1 13 0,1 0 0,0-1 15,0-12-15,-3 5 0,2 0 0,-1 0 0,-1-7 16,0 0-16,0-1 0</inkml:trace>
  <inkml:trace contextRef="#ctx0" brushRef="#br0" timeOffset="37523.57">15385 3418 0,'0'0'0,"0"0"0,0 0 16,15 66-16,-4 11 31,-9 4-31,-1-2 0,-2-5 15,1-74 1,0 0-16,0 0 0,0 20 0,0 2 16,0-1-16,0-21 15,3 18-15,-1 0 16,1-1-16,-3-17 16,1 15-16,0-2 15,0-1-15,-1-4 16,0-2-16,0 1 0,0-4 15,0 0-15,0 0 0</inkml:trace>
  <inkml:trace contextRef="#ctx0" brushRef="#br0" timeOffset="37609.905">15346 3800 0,'0'0'16,"0"0"-16,0 0 0,0 0 15,0 0-15,57-40 16,1 0 0,-11-1-16,-47 41 0,0 0 0,0 0 0</inkml:trace>
  <inkml:trace contextRef="#ctx0" brushRef="#br0" timeOffset="38040.962">15589 3649 0,'0'0'0,"11"41"0,-1 3 15,4-1-15,-2-11 16,2-10-16,6-5 16,-20-17-1,0 0-15,0 0 0,4 1 0,1 1 16,-1-1-16,-4-1 0,7-5 0,-2 1 0,0 0 15,-5 4-15,6-8 0,0 1 0,0-1 16,1-4-16,0 0 16,0 0-16,-7 12 0,9-16 15,-1 0-15,1 0 0,-9 16 16,6-15-16,0 2 0,1-1 0,-3 6 16,-1 0-16,0 0 15,-3 8-15,2-3 0,-1 0 16,1 2-16,-2 1 0,1 3 15,0 1-15,0-1 16,3 7-16,-2-1 0,1 0 16,-3-9-16,0 14 0,1-2 15,0 0-15,3 4 16,-1 0-16,1-1 0,-4-15 16,3 14-16,1 1 0,-1-1 0,-3-14 15,2 12-15,0-2 16,1 1-1,0-2-15,0-1 16,1-1-16</inkml:trace>
  <inkml:trace contextRef="#ctx0" brushRef="#br0" timeOffset="38586.987">16166 3607 0,'0'0'0,"0"0"15,0 0-15,0 0 0,0 0 0,-49 29 0,1 13 16,48-42-16,0 0 0,0 0 0,0 0 0,0 0 0,0 0 0,-12 14 16,0-1-16,12-13 0,-12 13 0,5-1 0,-1 2 0,0-2 15,8-12-15,-4 11 0,-1-1 0,1 2 16,2-3-16,1 0 0,1-1 15,0-8-15,3 8 0,0 0 16,0-1-16,3-2 0,2-3 0,-1 1 16,-7-3-16,7-2 0,1 2 15,0 0-15,2-6 16,-1 0-16,-1 0 0,-8 6 16,10-13-16,-2 3 0,0 0 15,-8 10-15,11-16 0,-3 1 0,0 1 16,2-1-16,-1 0 0,1 0 0,-10 15 0,6-10 0,0-2 15,1 2-15,-3 3 0,-2 1 0,0 1 16,-2 5-16,2-3 0,-1 1 16,-1 0-16,0 2 0,2 3 0,-2-2 15,0 1-15,-2 6 0,0-1 0,1 2 0,2 3 0,-1 0 16,0 1-16,0-13 0,1 15 0,0-1 0,-1 1 0,1 0 0,0-1 16,0 1-16,-1-15 0,3 12 0,-1 1 0,0 1 15,5-7-15,-2 1 0,0 0 0,-5-8 0,9 3 0,-3 2 0,1-2 0,-7-3 0,7-6 16,-1 3-16,-1-1 0,2-7 0,0-1 0,0 2 0,-7 10 15,6-16-15,-1 0 0,1 2 0,-3-7 0,0 2 16,-1-2-16</inkml:trace>
  <inkml:trace contextRef="#ctx0" brushRef="#br0" timeOffset="38620.242">16376 3378 0,'0'0'0,"0"0"0,0 0 0,0 0 0,-4 70 15,4 4 1,-1 1-16,1-75 0,0 0 0,0 0 0,0 0 16,-1 24-16,0-2 0,1 1 0,0-3 0,0 0 15,0 0-15,0-20 0,3 16 0,0 1 16,0 0-16,-3-17 0,2 15 0,-1-1 15,2 1-15,-3-6 0,0-1 0,0 1 16,0-9-16,2-3 0,-1-1 0,-1 2 0,4-10 0,-1 1 16,0 0-16</inkml:trace>
  <inkml:trace contextRef="#ctx0" brushRef="#br0" timeOffset="38753.796">16530 3268 0,'0'0'0,"0"0"0,0 0 0,5 50 15,2 25 1,-3 2-16,-3 7 16,-1-84-16,0 0 0,0 0 15,-1 26-15,1 0 0,-1-2 0,1-24 16,2 24-16,0-1 0,-1 1 0,1-5 0,-2-1 16,0 1-16,0-19 0,0 11 0,1 1 15,0 0-15,1-8 0,0 1 16,-1 1-16,-1-6 0,5-6 0,-1 0 0,0 1 0</inkml:trace>
  <inkml:trace contextRef="#ctx0" brushRef="#br0" timeOffset="39439.951">16738 3489 0,'0'0'0,"0"0"0,0 0 0,20 56 16,-6 5 0,-5-10-16,-7-6 0,1-7 15,-3-38 1,0 0-16,0 0 0,0 0 0,0 8 15,1 0-15,0-2 0,0-1 16,-1-2-16,0 1 0,0-4 0,0 0 16,0 2-16,0-1 0,0-1 0,3-6 0,0 3 15,-1-1-15,5-5 0,-3 1 16,1-1-16,-5 9 0,10-15 0,0-1 16,0 1-1,2-3-15,-1-1 0,1 0 0,-12 19 16,10-15-16,1 0 0,-1-1 15,-10 16-15,9-5 0,-1-1 16,0 0-16,0 8 0,-2-1 16,0 1-16,-6-2 0,5 7 0,0 1 15,0 0-15,-5-8 0,6 18 0,0-1 16,0 1-16,0 3 0,-1 0 16,-1 0-16,-4-21 0,6 22 0,-1 0 0,-1 1 15,1-2-15,-1 2 0,0 0 16,-4-23-16,5 19 0,-2 0 0,0 0 0,-3-19 15,3 18-15,-2-2 0,1 1 0,-1-4 16,-1-1-16,0 0 0,0-12 16,0 9-16,0-2 0,0 1 15,-1-2-15,-1-1 16,1 0-16,1-5 0,-3 4 0,0 0 16,0-1-16,-6-1 15,2 0-15,-1 0 0,8-2 16,-11-2-16,1-1 0,0 0 15,10 3-15,-14-3 0,1 1 0,0-2 16,2 0-16,0 0 16,0-1-16,11 5 15,-7-3-15,1-2 0,-2 1 16,8 4-16,-1-7 0,-1 0 0,1 2 16,3-5-16,-1 0 0,-1 0 0,0 10 15,9-17-15,-2 2 16,1-2-16,-8 17 0,13-19 0,0 0 0,0-1 15,5-1-15,-1 0 0,-1 0 16,0 3-16,0 0 0,-1 0 16,-15 18-16,13-13 0,-3-1 0,1 2 15,-4 4-15,0 0 0,0 1 0</inkml:trace>
  <inkml:trace contextRef="#ctx0" brushRef="#br0" timeOffset="40168.475">17980 3433 0,'0'0'0,"0"0"0,0 0 16,-23-32-16,-1 10 16,-6 19-1,-9 14-15,0 20 16,39-31-16,0 0 0,0 0 15,-16 15-15,3-1 0,-1 0 16,14-14-16,-15 16 0,3 2 16,-2-1-16,1 2 0,1-2 15,1 0-15,11-17 16,-4 20-16,0 1 0,0-3 16,1 0-16,2 0 0,-1 0 15,2-18-15,3 17 0,-1-2 16,1 1-16,2-4 0,-1 0 15,1 0-15,5-3 16,-1-3-16,0 3 0,-9-9 16,12 4-16,-3-2 0,0 1 0,3-6 15,1 1-15,-1 1 0,3-8 16,-2 3-16,0-1 16,-13 7-16,15-14 0,-1-1 0,0 0 15,-14 15-15,16-21 0,-1 0 16,0 0-16,-2-7 0,2 2 15,-2 0-15,-2-5 0,0 4 16,0-3-16,-3 1 0,-2 1 16,0 0-16,-6 28 0,4-22 0,-2-1 15,1 1-15,-3 2 0,1 0 0,0 0 0,-1 20 16,-2-15-16,1-1 0,0 0 0,-1 2 0,0 0 16,-1 1-16,3 13 0,-3-10 15,0 1-15,0-1 0,0 4 0,0 0 16,1-1-16,1 5 0,-1-2 0,1 1 15,1 3-15,-2 0 0,1 0 0,1 0 0,-3 4 0,2 1 0,-1-2 16,0 1-16,1-1 0,-1 1 0,2-4 0,-2 16 16,0 0-16,1-1 0,-2 5 15,1 0-15,-1 0 0,3-20 0,3 21 0,-1 0 16,0-1-16,-2-20 0,0 27 16,0-2-16,0 0 0,-2 0 0,0-1 15,-1 0-15,3-24 0,4 27 16,-1-3-16,0 0 0,-1-3 15,1-1-15,-1-1 0,-2-4 16,0-1-16,0 0 0</inkml:trace>
  <inkml:trace contextRef="#ctx0" brushRef="#br0" timeOffset="40317.959">18211 3457 0,'0'0'0,"9"54"0,-2 6 32,2 0-32,-1 1 0,-8-61 0,-3 45 0,-11-15 0,14-30 0,0 0 0,0 0 0,0 0 0,0 0 0,-7 4 0,2 1 0,0-2 15,-2-5-15,3-1 0,-1 0 0,5 3 0,-5-9 0,1 0 0,0 0 0</inkml:trace>
  <inkml:trace contextRef="#ctx0" brushRef="#br0" timeOffset="40337.954">18251 3327 0,'0'0'0,"0"0"0,0 0 16,0 0-16</inkml:trace>
  <inkml:trace contextRef="#ctx0" brushRef="#br0" timeOffset="40882.102">18352 3568 0,'0'0'0,"0"0"0,0 0 15,0 0-15,0 0 16,49-5-16,-9-6 16,-15-7-16,-25 18 15,0 0-15,0 0 0,0 0 0,8-10 16,-2 1-16,1 1 0,-1-3 15,0 1-15,0 1 16,-6 9-16,6-10 0,0 1 16,-1 0-16,-1 1 15,-2 1-15,1 0 0,-3 7 0,0-6 0,0 1 16,0 0-16,-4 1 0,3 1 0,-1 0 0,2 3 16,-4-2-16,2 0 15,0 1-15,-6 4 0,0-1 16,1 1-16,7-3 0,-11 5 0,2 0 15,0 1-15,-1 0 16,2 1-16,-1-1 0,3-1 0,2-1 16,-1 0-16,2-3 15,1 3-15,-1-3 0,3-1 0,-9 13 0,1-1 0,0 0 16,-1 5-16,2-3 0,-2 1 0,9-15 16,-3 14-16,0 1 0,0-3 0,6 2 15,-2-1-15,1-1 0,-2-12 0,5 13 16,1-2-16,-1 2 0,3-2 0,0 1 15,-1-1-15,-7-11 0,14 10 0,-1 2 16,1-3-16,2-3 0,-1-1 16,1-1-16,2-2 15,-1 0-15,1 0 0,-18-2 0,16-3 16,0 2-16,0-1 0,-16 2 16,18-6-16,-3 0 0,0 0 0,0-3 15,0-1-15,0 0 0,-6 3 0,0 1 16,-1-3-16</inkml:trace>
  <inkml:trace contextRef="#ctx0" brushRef="#br0" timeOffset="40972.041">19006 3546 0,'0'0'0,"0"0"16</inkml:trace>
  <inkml:trace contextRef="#ctx0" brushRef="#br0" timeOffset="56056.748">5110 5269 0,'0'0'0,"15"-36"16,-6 14-16,5-23 16,-7 21-1,3-18-15,-4 21 16,-6 21-16,0 0 0,0 0 16,-1-11-16,0 1 0,0-1 0,1 11 0,-1-5 0,-1-1 15,1 1-15,1 5 0,-9-1 0,0-1 0,1 2 16,1 0-16,3 0 0,-1 0 0,5 0 15,-15 14-15,1-1 0,0-1 0,14-12 0,-8 9 16,-1-1-16,2-1 0,-7 15 0,1-1 16,0 0-16,13-21 0,-13 25 0,2-3 0,1 2 0,10-24 15,-8 23-15,2 0 0,-1 0 0,2 0 0,2-1 16,-2 0-16,5-22 0,4 22 0,-3-1 0,1 0 16,-2-21-16,2 11 0,-1-2 0,1 2 0,-2-11 0,10 21 0,2 0 0,-2 0 15,-2-9-15,-3 0 16,1-1-16,-6-11 0,16 15 0,1-1 0,-1 1 0,-7-6 15,0-1-15,0-1 0,-9-7 0,18 8 16,2 1-16,0-2 0,-20-7 0,10 2 16,1 3-16,0-2 0,-11-3 0,24-8 0,0 1 15,-1-2-15</inkml:trace>
  <inkml:trace contextRef="#ctx0" brushRef="#br0" timeOffset="56461.772">5476 5385 0,'0'0'0,"0"0"15,0 0-15,0 0 16,0 0-16,-17 58 16,2-8-1,9-14 1,6-36-16,0 0 0,0 0 0,2 10 16,-1-1-16,-1-1 0,4 0 15,-1-1-15,-2-1 16,-1-6-16,9 5 0,-3 0 0,0 0 15,6-4-15,-2 0 0,1 0 0,-11-1 0,15-3 16,-2 0-16,0 0 0,3-6 16,-1 3-16,-1-2 0,1-2 0,-2 1 0,0 0 15,-13 9-15,10-11 0,0 2 16,0-1-16,-2-2 0,-3 1 0,0 0 16,-5 11-16,3-12 0,-1 1 15,1 0-15,-5 1 0,2 2 0,0-1 16,-3 2-16,-1 1 0,0 0 0,4 6 0,-7-5 15,-2 1-15,2-1 0,-5 6 16,0 0-16,0-1 0,12 0 0,-13 6 0,-1-1 16,2-1-16,-6 6 0,2-1 0,-1 0 15,17-9-15,-12 7 0,-2 1 0,2 0 0,5-7 16,0 4-16,0-2 0</inkml:trace>
  <inkml:trace contextRef="#ctx0" brushRef="#br0" timeOffset="56795.538">5797 5404 0,'0'0'0,"0"0"0,0 0 16,27 47-1,-1 2-15,-15-4 16,-9-8 0,-3-16-16,1-21 0,0 0 0,0 0 15,-2 4-15,2-1 0,0-1 0,0-2 0,0 2 16,0-1-16,0 0 0,1-3 0,-1 0 0,0 0 0,0 2 16,1-6-16,0 2 0,-1-1 0,4-6 0,-2 1 15,1 0-15,-3 10 16,6-14-16,0-1 0,-1 0 0,4-3 0,-2 3 0,-1-1 15,-6 16-15,9-15 0,-2-1 0,0 2 0,1 1 16,-1 3-16,0-2 0,-7 12 16,9-5-16,0-2 0,-1 2 0,0 1 0,-2 2 0,0 0 0,-6 2 15,7 2-15,0 0 0,-1 1 0,0 5 0,-1-1 0,1 1 16,-2 4-16,-1-1 0,1 1 0,-4-12 16,3 15-16,2 1 0,-3-2 0,-1 2 0,-1-1 15,0-1-15,-3-1 0,0-1 16,2 1-16,1-13 0,-4 10 15,2 0-15,0 0 0,-4-7 16,3 3-16,-1-3 0,4-3 0,-5 0 16,3 0-16,-2-1 0</inkml:trace>
  <inkml:trace contextRef="#ctx0" brushRef="#br0" timeOffset="57096.338">6138 5382 0,'0'0'0,"0"0"0,0 0 0,0 0 16,34 45-16,1 3 15,-10-2-15,-10-8 16,-6-14-16,-9-24 0,0 0 16,0 0-16,3 6 0,0-2 0,-1 1 0,1-2 15,-1-1-15,0 1 0,-2-3 0,3 1 0,-2 1 16,-1-1-16,3-2 0,1-1 16,-2 2-16,3-4 0,-3 0 0,0 0 15,-2 4-15,5-9 0,-1-2 0,1 1 0,-2-5 16,0 0-16,0-1 0,-3 16 0,3-15 15,0-1-15,0 1 0,-2 1 0,1 1 16,1 0-16,-3 13 16,3-11-16,-1-1 0,-1 2 0,1 1 0,-1 2 15,1-2-15,-1 2 0,0 1 0,0-1 16,-3 1-16,2 0 0,0 0 0,-1 2 16,1 0-16,0 0 0,0 4 0</inkml:trace>
  <inkml:trace contextRef="#ctx0" brushRef="#br0" timeOffset="57384.938">6577 5450 0,'0'0'0,"0"0"0,0 0 15,24-47-15,-12 10 16,-12 15 0,-10 11-16,-1 6 15,11 5-15,0 0 0,0 0 16,0 0-16,-9 4 0,3-1 0,1 2 15,-4 2-15,2 0 0,1 0 0,6-7 0,-9 10 0,1 1 16,1 0-16,-1 2 0,1-1 0,1 1 0,0 1 0,0-1 16,2 0-16,4-13 0,-3 14 0,0-2 15,0 2-15,4-4 0,-1 1 0,0-2 0,5 0 0,-2-1 16,1-1-16,-4-7 0,7 6 0,0-2 0,0 1 16,5-4-16,-2 0 0,2-1 0,-12 0 15,14-7-15,-1 2 16,1-1-16,-5 1 0,-1-1 0,1 1 0,-4 2 15,-1 1-15,0-1 0</inkml:trace>
  <inkml:trace contextRef="#ctx0" brushRef="#br0" timeOffset="57729.575">6759 5346 0,'0'0'0,"0"0"15,0 0-15,0 0 16,62 19-16,-10-3 16,-15 16-1,-13 1-15,-24-33 16,0 0-16,0 0 0,3 14 0,-1-1 15,0 0-15,-2-3 16,0 2-16,0-2 16,-1-2-16,0 0 0,0-1 15,1-7-15,-1 5 0,-2-1 0,3-1 16,-3 0 0,2-1-16,0-1 0,0 0 0,0-1 0,1 0 15,-3-4-15,1 1 0,-1 1 0,3 2 16,-4-10-16,0 3 0,1-1 0,-1-3 15,1 0-15,-1 0 0,4 11 16,-2-15-16,2 0 0,-2-2 0,4-2 16,0-1-16,-1-2 0,-1 22 0,6-22 0,0 1 15,0-2-15,-2 8 16,0 1-16,0 1 0,-1 6 0,-2 0 0,1 1 16</inkml:trace>
  <inkml:trace contextRef="#ctx0" brushRef="#br0" timeOffset="57860.511">7193 5082 0,'0'0'0,"0"0"0,17 61 0,-3 9 16,0-6-16,-4-6 0,-12 3 15,-8-3-15,10-58 16,0 0-16,0 0 0,0 0 0,-5 17 0,2 0 16,0 0-16,-3-3 0,3-1 0,-3 1 15,3-7-15,-1 2 0,1-2 0,3-7 16</inkml:trace>
  <inkml:trace contextRef="#ctx0" brushRef="#br0" timeOffset="57957.612">7117 5417 0,'0'0'0,"0"0"0,59-12 0,2-2 31,-2-2-31</inkml:trace>
  <inkml:trace contextRef="#ctx0" brushRef="#br0" timeOffset="58776.467">8047 4930 0,'0'0'0,"0"0"16,0 0-16,0 0 15,6 57-15,-8 12 16,-8 8-1,10-77-15,0 0 16,0 0-16,0 0 0,-5 27 0,3 0 16,-2-1-16,4-26 0,-1 25 0,1 0 15,0 0-15,0-25 0,0 26 0,1-1 16,0 1-16,2-2 0,-2 0 0,1 0 16,-2-24-16,1 11 0,-1 1 0,1-1 0,-1-11 15,-1 16-15,-1 1 0,1-1 0,1-16 16,-1 9-16,-1-1 15,2 1-15</inkml:trace>
  <inkml:trace contextRef="#ctx0" brushRef="#br0" timeOffset="59235.838">7920 5359 0,'0'0'16,"0"0"-16,43-28 0,12-2 15,7 0 1,-8 3-16,-3 3 0,-10 11 15,-41 13-15,0 0 16,0 0-16,9-1 0,-2 0 16,1 0-16,-8 1 0,4 1 0,1-1 0,-1 0 15,0 4-15,0 1 16,0-1-16,-4-4 0,3 11 0,-1-2 0,1 2 16,-2 3-16,-1 0 0,0 0 15,0-14-15,-3 16 0,2 0 0,-1-1 0,2-15 16,-1 16-16,1 0 0,0-1 15,1-2-15,0 2 0,0-1 0,-1-14 16,5 10-16,-1 1 16,0-2-16,-4-9 0,9 7 0,-1-2 15,0 2-15,5-3 0,-2-1 0,2 0 16,-13-3-16,15-2 0,-2 0 0,2 1 16,-3-5-16,0 0 0,-1 1 15,-11 5-15,9-8 0,-2-2 0,-1 1 16,-1-1-16,-1-2 0,-1 2 15,-3 10-15,1-11 0,-1 1 0,0 0 0,-3 3 16,1-1-16,0 1 0,2 7 0,-6-9 0,1 1 16,1 1-16,4 7 0,-7-7 0,0 1 0,2 0 0,-5-1 15,0 1-15,1 1 0,9 5 16,-13-4-16,2 0 0,-1 2 0,-3 0 16,1 0-16,0 2 0,4 0 0,2 0 15,-1 0-15,4 0 0,1 0 0,0 0 0</inkml:trace>
  <inkml:trace contextRef="#ctx0" brushRef="#br0" timeOffset="59403.02">8934 5052 0,'0'0'0,"0"0"0,16 46 15,-1 14-15,2 8 16,-1 7-16,0-6 16,-5-2-1,-11-67-15,0 0 0,0 0 0,1 20 0,1-2 0,-1 2 16,-1-20-16,2 16 0,-2-1 0,0 0 0,-2-5 15,1-2-15,1 1 0,0-9 0,-3-1 0,2-1 16,-1 0-16</inkml:trace>
  <inkml:trace contextRef="#ctx0" brushRef="#br0" timeOffset="59752.875">8866 5100 0,'0'0'0,"0"0"0,25-41 15,12 2 1,6 12-16,12 13 16,7 17-16,-2 19 15,-60-22-15,0 0 16,0 0-16,14 9 0,-2 0 0,1 0 0,-4 1 16,-1 0-1,-1 0-15,-7-10 0,5 12 0,-2 0 16,1-1-16,-7 3 0,3-2 15,0 2-15,0-14 0,-8 13 0,1 1 16,-2 1 0,-3-3-16,-1 0 15,1 1-15,12-13 16,-16 12-16,1 1 0,1 0 16,-3-7-16,0 1 0,1-1 0,16-6 15,-13-1-15,0 0 0,0 0 16</inkml:trace>
  <inkml:trace contextRef="#ctx0" brushRef="#br0" timeOffset="60086.738">9304 5354 0,'0'0'0,"0"0"0,0 0 0,0 0 16,27-31 0,-2 3-16,-8 12 15,3 18-15,-20-2 16,0 0-16,0 0 0,0 0 0,7 5 16,2-1-16,-2 1 15,1 2-15,0 1 0,-1 1 16,-7-9-16,7 11 15,-1 1-15,1 0 0,-3 1 16,-1 1-16,1-1 0,-4-13 16,-1 16-16,0-2 0,0 0 0,-1-1 15,0-2-15,1 0 16,1-11-16,-3 8 0,0 1 0,-1-2 0,1-2 16,0 1-16,0-2 0,3-4 0,-2 3 0,0-1 15,1 0-15,0 0 0,0-2 0,1 2 0,-2-4 0,2 1 16,0 0-16,0 1 0,-1-3 0,-1-1 0,0 0 0,1-4 0,1 1 15,0 0-15,3-4 0,-2-1 0,0 0 0,-1 12 16,3-12-16,0-1 0,-1 0 0,3 0 16,-1 0-16,0 1 0,4-1 0,-1 2 15,0-2-15,-7 13 0,11-10 0,-2 1 16,2-1-16,-1 2 0,-1 0 0,0 1 0</inkml:trace>
  <inkml:trace contextRef="#ctx0" brushRef="#br0" timeOffset="60382.748">9711 5378 0,'0'0'0,"0"0"0,0 0 0,0 0 16,31-38 0,-5 0-1,-15 17-15,-7 10 16,-4 11-16,0 0 0,0 0 16,0 0-16,-2-2 0,2 2 0,0 0 15,-4 2-15,-1-1 0,2 2 0,3-3 16,-7 5-16,0-1 0,0 3 0,-2 1 15,1 1-15,-1-1 0,-1 3 16,1-2-16,1 2 0,8-11 16,-8 11-16,0 0 0,2 0 15,6-11-15,-4 9 0,0-1 0,0 0 16,4-8-16,-2 9 0,2-1 0,0-2 0,-1 3 16,1-2-16,0 1 0,7 1 0,-2-2 15,-1 1-15,-4-8 0,11 6 0,-2-3 0,1 1 16,-10-4-16,16-2 0,-2 0 0,0-1 0,-4 0 0,0 1 0,0 1 15</inkml:trace>
  <inkml:trace contextRef="#ctx0" brushRef="#br0" timeOffset="60836.476">10129 5001 0,'0'0'0,"0"0"0,0 0 0,-2 43 16,-3 12-1,7 3-15,0 1 16,-2-59-16,0 0 0,0 0 0,3 20 15,-3 0-15,1 1 0,1-2 0,0 0 16,-1 0-16,-1-19 0,3 17 0,-1-1 0,-1 0 0,-1-16 16,3 15-16,-2-2 0,1 2 0,0-6 0,-1 1 15,-1-1-15,0-9 0,1 5 0,-1 0 0,0 0 0,1-3 16,-1 0-16,0 0 0,0-2 16,-2 0-16,2 0 0,0-2 0,-1-6 0,0 2 0,0-2 0,1 8 15,-3-12-15,0-1 0,1 0 16,-3 0-16,1 2 0,0-1 0,4 12 0,-6-10 15,0-1-15,0 1 0,-2 1 0,1 2 0,1-1 16,6 8-16,-8-6 0,0 1 16,0 0-16,0 3 0,-1 2 0,1 0 0,8 0 0,-10 5 15,2-2-15,0 0 0,-2 4 0,1-1 16,-1 0-16,10-6 0,-10 10 0,1-2 0,-2 2 16,2-1-16,-1 1 0,1-1 0,9-9 0,-6 10 15,-1-2-15,1 1 0,1 1 0,2-1 0,0 0 0,3-9 0,2 6 16,-1 2-16,-1-1 0,7 0 0,-1-2 15,1 1-15,-7-6 0,11 3 0,0 0 16,-2 0-16,8-4 0,-3 0 0,1 0 0,-15 1 0,20-6 0,1 0 16,-1-1-16,-1-3 0,0 0 0,0-1 0,0-7 15,-2 2-15,-1-2 0,-16 18 0,16-21 0,-2 0 16,0 0-16,-14 21 0</inkml:trace>
  <inkml:trace contextRef="#ctx0" brushRef="#br0" timeOffset="60978.319">10309 5211 0,'0'0'0,"0"0"0,0 0 16,5 45-1,1 0-15,1-2 16,-1-2 0,-6-41-16,0 0 0,0 0 0,0 13 0,0-1 15,0-1-15,0-11 0,-2 11 0,0-1 0,0 0 16,1-3-16,-1-1 0,1 0 16</inkml:trace>
  <inkml:trace contextRef="#ctx0" brushRef="#br0" timeOffset="61086.649">10328 5090 0,'0'0'0,"0"0"0</inkml:trace>
  <inkml:trace contextRef="#ctx0" brushRef="#br0" timeOffset="61438.119">10598 5206 0,'0'0'0,"0"0"0,0 0 0,0 0 16,0 0-1,0 0-15,-47 20 16,0 10-1,47-30-15,0 0 0,0 0 16,-9 7-16,-2 1 0,1-2 0,4 5 16,0-3-16,1 2 0,5-10 15,-1 9-15,0-1 16,0 1-16,3-1 16,-1 0-16,0-1 0,-1-7 15,6 9-15,0 0 0,-1-3 0,-5-6 0,9 9 0,1-3 16,-1 2-16,5 0 15,-1-1-15,0 2 0,-13-9 0,17 1 0,0 2 16,0-1-16,-5-2 0,0 0 16,-1 0-16,-5 0 0,-1 0 0,0 0 0,-5 0 15</inkml:trace>
  <inkml:trace contextRef="#ctx0" brushRef="#br0" timeOffset="61786.113">10941 5174 0,'0'0'15,"0"0"-15,0 0 0,-49 32 16,7-3-1,12-5-15,14 2 16,16-26-16,0 0 0,0 0 0,-3 7 16,0 1-16,1-1 0,2-7 15,1 7-15,0-1 0,-1 0 0,3-1 0,-2-1 16,1 1-16,-1-3 0,0 0 16,0 0-16,0 0 0,-1-1 0,0-1 0,0 0 0,10-3 0,-3-1 0,1-1 15,5 0-15,-2-1 16,1 1-16,-12 5 0,10-9 0,2 1 0,-2-1 0,-10 9 0,11-13 15,-2 2-15,0-1 16,-9 12-16,6-12 0,0 1 0,0 0 0,-2 3 16,-1 2-16,-1-3 0,-2 9 0,3-1 0,-3-4 0,1 2 15,-1 3-15,1 0 0,-1 0 0,0 0 0,-2 3 0,2 0 0,-1-1 0,1-2 0,-2 7 0,1 2 0,-1-1 0,2-8 16,-4 11-16,1-1 0,0 2 0,1 1 0,1-1 16,0 1-16,1-13 0,-3 13 0,2-2 15,-1 2-15,2-13 0,2 11 0,-1 1 0,0-1 0,3 0 16,-1-1-16,1 0 0,-4-10 0,6 8 15,-2-1-15,0 1 0,2-7 0,0-1 0,0 2 0,-6-2 0,7-3 16,-1-1-16,1 0 0</inkml:trace>
  <inkml:trace contextRef="#ctx0" brushRef="#br0" timeOffset="62025.106">11178 4934 0,'0'0'0,"0"0"0,0 0 15,0 0-15,14 56 16,-2 6 0,-7-4-16,-5-58 0,0 0 15,0 0-15,1 19 0,-1-2 0,0 1 0,1 0 16,0-1-16,-1-1 0,0-16 16,3 19-16,-3 0 0,1-1 0,-1-18 0,-1 17 15,1-1-15,-1 1 0,-6-3 16,3 0-16,-1-1 0,5-13 0,-8 8 0,0 0 0,0-1 15,2-7-15,1 0 0,-1 0 0</inkml:trace>
  <inkml:trace contextRef="#ctx0" brushRef="#br0" timeOffset="62202.804">11099 5244 0,'0'0'0,"0"0"15,39-7-15,5 8 16,2 9-16,-1 2 15,7-5 1,-52-7-16,0 0 0,0 0 16,0 0-16,15-2 0,1-1 0,-1 1 0,-15 2 15,12-3-15,-3-1 0,2 1 16</inkml:trace>
  <inkml:trace contextRef="#ctx0" brushRef="#br0" timeOffset="62541.718">11463 5325 0,'0'0'0,"0"0"15,0 0-15,0 0 16,36-18-16,-6-6 16,-14 9-1,-16 15-15,0 0 0,0 0 0,0 0 16,3-3-16,-2 0 0,1 0 0,-2 3 0,0-6 0,0-3 16,0 3-16,0 6 0,-3-5 0,0 1 0,0-2 15,3 6-15,-6-3 0,3 3 0,-2-3 0,5 3 0,-8 3 0,0 0 16,0 0-16,8-3 0,-9 6 0,1 0 15,-1 0-15,-2 3 16,0-1-16,1 0 0,10-8 16,-9 8-16,0 1 0,1 0 15,8-9-15,-8 11 0,2-2 0,0 2 16,6-11-16,-2 11 0,-1-2 16,0 1-16,6 1 0,0-2 15,-1 0-15,-2-9 0,8 12 16,-1-1-16,0 0 0,-7-11 0,14 8 15,-1 2-15,-1-2 0,6-5 0,1 0 16,0 2-16</inkml:trace>
  <inkml:trace contextRef="#ctx0" brushRef="#br0" timeOffset="62934.289">12068 4897 0,'0'0'0,"0"0"16,0 0-16,0 0 15,11 53-15,-8-7 16,-6 4 0,3-50-16,0 0 15,0 0-15,0 0 0,-2 12 0,1 1 16,-1 1-16,0 1 0,0-2 16,-1 1-16,1-4 0,1 1 0,-2-2 15,0 3-15,0 1 0,1-2 16,2-11-16,-2 15 0,1 2 0,0-2 0,1-15 15,0 13-15,-1 0 0,0-2 0,3 1 16,-2-3-16,0 2 0,0-11 0,4 6 16,-1 1-16,0-1 0,-3-6 15,8 6-15,-2 0 0,0-1 16,3-2-16,-1 0 16,-1-2-16,-7-1 0,13 4 0,-1-2 15,1 1-15,-13-3 16,15 3-16,-2 0 0,0 0 0,0 0 15,-1-2-15,-1 1 0,-11-2 0,11 1 0,-2 1 16,1-2-16,-2 0 0,1 0 0,0 0 0,-9 0 16,8-2-16,-1 0 0,2 0 0</inkml:trace>
  <inkml:trace contextRef="#ctx0" brushRef="#br0" timeOffset="63280.332">12420 5185 0,'0'0'0,"0"0"16,0 0-16,0 0 15,0 0-15,-11 51 16,2-13-1,9-38-15,0 0 16,0 0-16,0 0 0,3 9 0,-3 0 0,1 0 16,-1-9-16,5 9 0,0 0 0,-1 0 15,1-3-15,-2-1 0,0 1 0,4-2 16,-1-2-16,0 1 0,-6-3 0,9-2 16,-2 2-16,0 0 0,-7 0 0,7-4 0,0 0 0,0 2 15,0-7-15,2 2 0,-2 0 0,-7 7 0,5-12 16,1 1-16,-2 0 0,-4 11 0,2-14 0,-1 1 15,1-1-15,-2 14 0,-3-11 0,2-1 16,-1 0-16,-3 4 0,2-2 16,0 1-16,3 9 0,-5-5 0,0 0 0,1-1 0,4 6 15,-11 0-15,3 0 0,-1-1 0,-3 5 16,1-1-16,0-1 16,11-2-16,-12 7 0,2-3 0,-1 1 15,11-5-15,-9 7 0,0 1 0,-1-2 0,5 1 16,-1-2-16,1 2 0,5-7 0,2 5 15,-2-1-15,0 1 0</inkml:trace>
  <inkml:trace contextRef="#ctx0" brushRef="#br0" timeOffset="63873.655">12809 5177 0,'0'0'0,"0"0"0,0 0 16,0 0-16,0 0 16,0 0-16,0 0 15,0 0 1,0 0-16,0 0 0,0 0 0,-16 6 0,0-1 0,1 1 15,2 2-15,2-1 0,-1 0 0,12-7 0,-10 10 16,10-10-16,-9 8 0,1-1 0,8-7 16,-5 8-16,1 0 0,-1-2 15,5-6-15,4 7 0,-2-1 0,-1-1 0,4-3 0,1 0 0,-1-1 16,-5-1-16,10-1 0,-3-1 0,1 1 16,-8 1-16,11-5 0,-2 2 0,1-1 15,-10 4-15,11-5 0,0-1 16,0 2-16,1-6 0,0 3 15,0-1-15,-12 8 0,10-7 16,0 0-16,-1 0 0,-9 7 0,5-4 16,1 1-16,-1 0 0,-2 0 0,0 3 0,-1-2 0,-2 2 0,1 3 15,-1-1-15,1 1 0,-1-3 0,2 6 0,-1 1 0,0 1 16,0 5-16,-1 0 16,0-1-16,0-12 0,-1 16 0,1-3 15,0 1-15,-2 4 0,2-2 0,-1 2 16,1-18-16,-2 20 0,1-2 0,-1 1 0,2-19 15,-1 20-15,-1 0 0,1 0 16,-4 1-16,0 0 0,1-2 0,4-19 16,-5 16-16,1-1 0,1 1 0,3-16 15,-3 12-15,0-1 0,1 0 16,-2-5-16,2 0 0,0-2 0,2-4 0,-4 5 0,1-1 0,0-1 0,-1-3 16,1 0-16,0 0 0,3 0 0,-3-3 0,0 1 15,1-1-15,2 3 0,-6-8 0,1-1 0,0 1 0,5 8 16,-4-15-16,-1 2 0,1-1 15,-1-1-15,2 0 0,-1 0 0,4 15 0,1-15 16,-1 0-16,0 0 0,0 15 16,5-16-16,1 0 0,-1 2 0,-5 14 15,11-15-15,-1 1 0,0-1 16,4 0-16,-2 0 0,1 0 16,-13 15-16,15-18 0,0 0 0,0-1 15</inkml:trace>
  <inkml:trace contextRef="#ctx0" brushRef="#br0" timeOffset="63997.602">13107 5073 0,'0'0'0,"0"0"0,0 0 0,0 0 0,12 63 0,-10-3 16,-7-7-16,5-53 16,0 0-16,0 0 0,0 0 0,0 0 0,0 0 0,-4 13 0,4-13 0,-4 12 0,1 2 0,3-14 0</inkml:trace>
  <inkml:trace contextRef="#ctx0" brushRef="#br0" timeOffset="64091.58">13111 4929 0,'0'0'16,"0"0"-16,0 0 0</inkml:trace>
  <inkml:trace contextRef="#ctx0" brushRef="#br0" timeOffset="64299.756">13515 5004 0,'0'0'0,"0"0"0,0 0 16,0 0-1,0 0-15,-42 37 0,-9 1 16,4-5 0,47-33-16,0 0 0,0 0 0,0 0 15,-14 12-15,1 0 16,1-2-16,3 1 0,0-2 0,0 2 16,9-11-16,-5 8 0,0 0 0,0 1 15,2-1-15,3-1 0,-1 1 0,1-8 16,6 4-16,-2 1 0,1-1 0,-5-4 0,12 6 0,-2-1 15,2 1-15,-12-6 0,18 3 0,-1-1 0,0 1 0,6-4 0,-2 1 16,1 0-16</inkml:trace>
  <inkml:trace contextRef="#ctx0" brushRef="#br0" timeOffset="65735.864">5179 5967 0,'0'0'0,"0"0"0,0 0 15,0 0 1,40-7-16,-15 2 15,40 5 1,10 7 0,-75-7-16,0 0 0,0 0 0,0 0 0,26 1 0,-1 1 15,0-1-15,-25-1 16,29 2-16,0 0 0,1-1 0,-30-1 16,34 2-16,0 0 0,-1-2 0,7 1 15,-1-1-15,-1 0 0,-38 0 0,44 1 0,-3-1 16,1 2-16,3-4 0,-2 2 0,1 0 15,-44 0-15,46-1 0,-1 1 0,1-1 16,12-3-16,0 2 0,1 0 0,-59 2 0,60-3 16,0 1-16,0-2 0,-1 2 0,-1-2 0,0 1 15,10-2-15,-2 2 0,0 0 16,-66 3-16,71-4 0,-1 1 16,-1 0-16,0 0 0,-3 0 15,0 1-15,-66 2 16,65-1-16,-4-2 0,2 2 15,-7 1 1,0 0-16,1 0 16,-3 1-16,1 2 0,0-2 0,-55-1 15,54 3-15,2 1 16,-1-1-16,11 1 0,-1-1 0,1 0 16,-66-3-16,74 4 0,1-1 0,0-1 0,2 4 15,-1-3-15,0 2 0,-76-5 16,77 4-16,-2 0 0,0 0 0,1 2 0,0-3 15,0 0-15,-76-3 0,74 3 0,-2-1 0,2 1 16,-9-3-16,0 0 0,1 1 0,-66-1 0,63-2 0,0 2 0,0-2 16,3-3-16,-2 1 0,1 0 0,-65 4 0,68-6 15,-1 1-15,0 1 0,-67 4 0,80-6 0,-3 2 0,1-1 16,5 0-16,0 1 0,-2 0 0,-81 4 0,85-5 0,0 1 16,-1-1-16,-3-1 0,-2 2 0,2-1 0,-81 5 15,81-5-15,0 1 0,0-1 0,-81 5 0,82-3 0,-1-1 16,1 1-16,0-1 0,-1-1 0,0 3 0,-81 2 0,82-5 0,-2 1 15,1 0-15,-12-1 0,0 1 0,-1-1 0,-68 5 0,52-4 16,-1-1-16,1 1 0,-52 4 0,38-6 0,-2 3 16,0-2-16,-7 0 0,-3 0 0,0 1 15,-26 4-15,24-7 0,-2 0 0,1 1 0,1-3 0,-2 0 16,1 2-16,-23 7 0,24-8 0,0 2 0,0 0 0,3-1 16,-2-1-16,1 2 0,-26 6 0,0 0 0,24-9 0,-2 2 15,1-1-15</inkml:trace>
  <inkml:trace contextRef="#ctx0" brushRef="#br0" timeOffset="69686.815">4642 6789 0,'0'0'0,"0"0"0,0 0 16,0 0-16,0 0 15,0 0-15,0 0 16,13 48-16,-13-48 16,0 0-16,0 0 0,3 10 0,-1-1 0,1 0 15,-3-9-15,2 23 0,0 0 0,1 0 16,-3-23-16,-1 26 0,1-1 16,0 1-16,-5 1 0,1-1 15,-1 0-15,5-26 16,-5 23-16,0 1 0,-1-1 15,2-12-15,2 0 16,0 0-16,2-11 16,-1 4-16,-1-1 0,2 2 0</inkml:trace>
  <inkml:trace contextRef="#ctx0" brushRef="#br0" timeOffset="69938.751">4612 6504 0,'0'0'0,"0"0"0,45 18 15,9 15-15,2 18 16,-4 19-16,-6 10 16,-14 4-16,-32-84 0,0 0 15,0 0-15,5 32 0,-1-1 16,-1-1-16,-8 4 0,1-1 15,0 1-15,-12 8 0,-1-1 0,0 0 16,-16 15-16,0-2 0,3 0 16,-17 9-16,1-2 15,0 0-15</inkml:trace>
  <inkml:trace contextRef="#ctx0" brushRef="#br0" timeOffset="71336.568">5889 6865 0,'0'0'0,"0"0"15,0 0-15,22 35 16,2 19 0,-5 9-16,-11 3 15,-8-66-15,0 0 0,0 0 16,3 24-16,-2 0 0,0-1 0,-1-23 0,3 24 0,-2-2 15,1 2-15,-2-24 0,3 24 0,1 1 16,-2-1-16,-2-24 16,5 25-16,0-2 0,0 1 0,-5-24 15,3 12-15,-1 0 0,0-1 0,-2-11 0,5 21 0,-1-4 16,1 1 0,-3-10-16,0 3 0,1-2 0,-3-9 0,1 3 0,-1 2 0,2-1 15,-2-4-15,0 1 0,0-1 0,0 2 0,0-2 0,0 0 0,0 1 0,0 0 16,0-1-16,9-11 0,-3-1 0,0 2 0,-6 10 0,6-18 0,2 0 0,-1 0 15,2-5-15,-1 0 0,-1 1 0,-7 22 16,10-27-16,-2 1 0,-1 0 0,-7 26 16,11-35-16,-2-1 0,0 1 0,-9 35 15,9-36-15,-3 0 0,1 2 16,-7 34-16,8-30 0,-2 0 0,1 1 16,-4 15-16,1 0 15,-1 0-15,-3 14 16,7-25-16,0 1 0,1 0 0,-8 24 15,4-13-15,-1 0 0,1 0 0,-4 13 16,3-10-16,-1-2 0,2 1 16,-4 11-16,1-5 0,0-1 0,1 1 0,-2 5 0,1-1 15,-1-1-15,0 0 0,0 2 0,0-1 0,0 0 0,0 1 0,0 0 0,0 0 16,0 0-16,0 0 0,0 0 0</inkml:trace>
  <inkml:trace contextRef="#ctx0" brushRef="#br0" timeOffset="71529.844">5742 7279 0,'0'0'0,"0"0"0,0 0 0,0 0 0,70-19 16,12-3 0,-2 5-16,-11 3 15,-69 14-15,0 0 0,0 0 0,21-4 16,0 1-16,-1 0 0,-20 3 0,17-2 15,0 1-15,1 0 0,-3 2 0,0-1 0,1 0 0,-16 0 16,15 0-16,-1 0 0,1 0 0</inkml:trace>
  <inkml:trace contextRef="#ctx0" brushRef="#br0" timeOffset="71866.57">6738 7079 0,'0'0'0,"0"0"0,0 0 15,0 0-15,-16 46 16,-6 3 0,0-4-16,-4-4 15,26-41-15,0 0 0,0 0 0,0 0 16,-8 15-16,1-1 0,0-1 15,-1 2-15,1-1 0,-1-1 16,8-13 0,-8 14-16,1 0 0,0 0 0,7-14 15,-9 15-15,0 0 0,-1-1 0,0-1 16,-1-1-16,1 1 16,1-6-16,0 0 0,0-1 15</inkml:trace>
  <inkml:trace contextRef="#ctx0" brushRef="#br0" timeOffset="72056.901">6469 7163 0,'0'0'16,"0"0"-16,0 0 0,0 0 15,36 24-15,4 8 32,-3 8-32,3 4 15,-40-44-15,0 0 0,0 0 0,15 17 16,0 0-16,0 1 0,1-1 15,0 0-15,1 0 16,-17-17-16,14 16 0,1 0 0,0-1 16,-6-5-16,0 0 0,-1-1 0</inkml:trace>
  <inkml:trace contextRef="#ctx0" brushRef="#br0" timeOffset="73796.53">7683 6555 0,'0'0'0,"0"0"0,0 0 0,0 0 16,0 0 0,-50 38-16,0 17 15,50-55 1,0 0-16,0 0 0,0 0 0,-19 23 0,1 1 15,0-1-15,18-23 0,-18 27 0,1-2 16,0 2-16,2 2 0,1-1 16,0 0-16,14-28 15,-13 34-15,1 0 0,-3-3 16,15-31-16,-9 36 0,0-2 16,0 2-16,3-3 0,0 0 0,0 1 0,6-34 15,-3 32-15,2 0 0,-2 1 16,3-33-16,3 30 0,-3 1 0,1-2 15,-1-29-15,3 29 16,2-1-16,-1 1 16,-4-29-16,9 25 0,0-1 0,0 1 15,-9-25-15,14 22 0,-1-3 16,0 2-16,-13-21 16,8 10-16,0 0 15,-1 0-15,-4-7 16,0 0-1,0 0-15,-3-1 16,1-2-16,0 1 0</inkml:trace>
  <inkml:trace contextRef="#ctx0" brushRef="#br0" timeOffset="74576.241">7810 6907 0,'0'0'15,"0"0"-15,-1 45 0,1-16 16,12 37 0,-5-30-1,8 27-15,-15-63 16,0 0-16,0 0 16,4 12-16,-1-2 0,0 3 15,-3-13-15,5 19 0,-2 2 16,0 0-16,-3-21 0,3 12 15,-2-1-15,1 0 0,-2-11 16,-3 23-16,0-2 16,1 2-16,2-23 15,-1 13-15,-2-1 0,2 0 0</inkml:trace>
  <inkml:trace contextRef="#ctx0" brushRef="#br0" timeOffset="74850.973">7992 6852 0,'0'0'0,"0"0"0,30 42 15,-6 11 1,-7-3-16,-3 6 16,-3-2-16,-11-54 15,0 0-15,0 0 0,0 0 16,6 18-16,-2-1 0,-1-1 15,-3-16 1,5 18-16,-4-1 0,2 0 16,-2 2-16,0-1 15,0 0-15,-1-18 0,-3 18 16,3 1-16,-1-2 16</inkml:trace>
  <inkml:trace contextRef="#ctx0" brushRef="#br0" timeOffset="75008.622">7844 7184 0,'0'0'0,"0"0"0,0 0 0,0 0 15,0 0-15,53 3 16,10-9 15,-63 6-31,0 0 0,0 0 0,0 0 16,21-7-16,-21 7 0,19-6 0,0 1 0</inkml:trace>
  <inkml:trace contextRef="#ctx0" brushRef="#br0" timeOffset="75531.939">8318 7145 0,'0'0'0,"0"0"0,14 39 16,1-2-1,-3-2-15,3-13 16,-3-9-16,-12-13 16,0 0-16,0 0 15,5 4-15,-2-2 0,0 0 16,3-4 0,-2 0-16,1 1 15,-5 1-15,8-7 0,-1 1 16,-2 0-16,4-3 15,-1-1-15,1 1 16,-9 9 0,10-14-16,-2 3 15,1-1-15,-9 12 16,8-12-16,-1 0 0,2-1 16,-3 3-16,0 0 15,-1-1-15,-5 11 16,2-7-16,0 1 0,0-1 0,-2 7 15,1-4-15,-1 2 0,0-3 0,0 4 16,0 0-16,0-1 0,0 2 0,-1-1 0,1 1 0,0-2 16,0 2-16,1 3 0,0-3 0,0 2 0,-1-2 15,1 2-15,0 1 0,0 0 16,-2 8-16,1-2 0,0 0 0,0-9 0,3 12 0,-2 2 16,0-1-16,-1-13 0,3 13 0,0 0 15,-1 0-15,2 0 0,-1-1 0,-1 1 16,-2-13-16,1 11 0,-1 0 0,1-1 15,-3-2-15,1 0 0,0-1 0,0-4 16,-1 0-16,-1-1 0</inkml:trace>
  <inkml:trace contextRef="#ctx0" brushRef="#br0" timeOffset="76476.765">8728 6999 0,'0'0'0,"0"0"0,0 0 15,0 0-15,0 0 16,0 0-1,13 52 1,-13-52-16,0 0 0,0 0 0,0 0 0,3 19 16,-1-1 62,1 0-78,-1-2 0,-2-16 0,1 15 0,1 1 0,-2-16 0,0 0 0,2 13 0,-2-13 0,2 13 15,1 0-15,-3-13 0,0 0 0,2 11 0,-2-11 0,0 11 0,0-1 0,0-10 0,-1 9 0,0-1 0,1-8 0,0 7 0,0-7 16,0 0-16,-2 6 0,1-3 0,1-3 0,0 6 0,-1-3 0,1-3 0,-1 2 0,1 0 0,0-2 0,0 0 16,-2 0-16,2 0 0,0-2 0,0 1 0,0 1 0,0 0 0,-2-6 0,2 6 0,0-5 0,-1-1 0,1 6 0,-3-11 0,1 2 15,2 9-15,-1-11 0,1 11 0,0 0 0,0-16 0,0 1 0,0 15 0,0-15 0,2-3 0,0 3 16,-1-2-16,-1 17 0,3-16 16,0 0-16,0-1 0,-3 17 15,5-10-15,-2-3 0,0 3 16,1 1-16,0 3 0,0-1 15,0 3-15,0 1 0,0 1 16,-2 0-16,0-1 0,0 2 0,-2 1 16,5 4-16,-1-1 0,0 0 0,2 4 0,-1-1 15,-1 1-15,-4-7 16,7 11-16,-1-2 0,0 1 0,1 0 16,-3-1-16,1 1 15,-5-10-15,3 11 0,0 1 0,0-2 16,-3-10-16,3 9 0,-1-1 15,-1 2-15,1-5 0,-1 2 16,-1-2-16,0-5 0,1 4 0,-1-1 16,0 1-16,1-3 0,-1 1 15,0-1-15,0-1 0,0 1 0,0-1 16,0 1-16,0-1 0,0-2 16,0-1-16,0 3 0,-2-6 15,1 2-15,0-2 0,1 6 16,-1-11-16,1-1 0,0 1 15,0 11-15,6-14 0,-3 0 16,1 0-16,2 1 16,1 0-16,-1-1 0,-6 14 0,6-11 15,0 1-15,-1-1 16,1 4-16,-1 0 0,1-1 16,-6 8-16,7-4 0,-1 0 0,-1 0 0,-5 4 15,5-1-15,0-1 0,0 2 16,0 3-16,0-1 15,1 1-15,-6-3 0,5 8 0,1 0 16,-1 1 0,0 3-16,-1 0 0,0 0 15,-2 4-15,-1-1 16,1 1-16,-2-16 16,6 15-16,1 2 0,-1-1 15,-6-16-15,2 15 0,-1-1 0,1 0 16,-2-14-16,-2 15 0,2 0 15,-1 0-15,1-15 16,-2 10 0,1 1-1,-1 1-15,5-8 0,-3 1 0,1-1 16,-1-4-16,0 0 0</inkml:trace>
  <inkml:trace contextRef="#ctx0" brushRef="#br0" timeOffset="76910.215">9412 6993 0,'0'0'15,"0"0"-15,0 0 0,0 0 0,-53 18 0,22-8 141,-12 28-141,43-38 0,0 0 0,0 0 0,0 0 0,0 0 0,0 0 0,-8 7 0,8-7 0,-6 7 0,-2 0 0,8-7 0,0 0 0,-9 15 0,9-15 0,-8 15 0,-1 0 0,9-15 0,0 0 0,-5 9 0,5-9 0,-3 7 0,-1 1 0,4-8 0,0 0 0,2 11 15,0-1-15,-1 1 0,-1-11 0,2 5 0,-1 0 0,1-1 0,-2-4 0,12 2 0,0 1 0,1-3 0,-13 0 0,8 0 0,-2 0 0,2 1 0,-8-1 16,16-13-16,-1 1 0,1-1 0,-16 13 0,9-8 0,-1 0 0,0 1 0,-8 7 0,11-15 0,0 0 0,-2 0 0,-9 15 0,6-8 0,0 0 0,-2-1 0,-4 9 0,3-4 0,-1 2 0,-1-2 0,-1 4 0,2-1 16,-2 0-16,0 1 0,0 0 0,0-2 0,0 2 0,0 0 0,0 0 0,-3 8 0,0-3 0,0 1 0,1-2 0,1 0 0,-1 0 0,2-4 0,2 17 0,-2-1 0,0 1 15,0-17-15,1 9 0,-1 0 0,0 1 0,0-10 0,2 16 0,-1-3 0,1 1 0,-2-14 0,0 7 0,1 0 0,0 1 0</inkml:trace>
  <inkml:trace contextRef="#ctx0" brushRef="#br0" timeOffset="76980.084">9574 6981 0,'0'0'0,"0"0"0,0 0 0,0 0 0,0 0 0,15 51 0,-1 3 0,-14-54 0,0 0 0,0 0 0,0 0 0,4 15 0,-4-15 0,3 15 0,2 1 0,-5-16 0,0 0 0,1 13 0,-1 0 0,1-1 16,1-4-16,-2-8 0,0 8 0,0 0 0,0-2 0,0-3 0,0 2 0,0-5 0,0 2 0,0 0 0,0 0 0,0-2 0,0 1 15,0 0-15,0 0 0,2-4 0,-2 1 0,0-1 0,0 3 16,1-8-16,-1 1 0,1 0 0,1-8 0,-2 1 15,1 1-15,-1 13 0,3-20 0,0 1 0,0-1 16,-3 20-16,7-18 0,-2 0 0,0 0 0,2 6 0,-1 0 16,-1 0-16,-5 12 0,6-6 15,-1 0-15,1-2 0,-2 7 0,1-2 0,-1 0 0,-4 3 16,9 1-16,-2-1 0,1 0 0,1 5 0,-2-4 16,1 4-16,-8-5 0,9 8 0,-1-1 0,-1 1 15,-1 6-15,0 0 0,-1-1 16,-5-13-16,4 14 0,0 0 15,1-1-15,-4 3 0,1 0 0,-1 1 16,-1-17-16,-1 14 0,1 1 0,-1-1 16,-4-4-16,2 2 0,0-3 0,3-9 0,-6 9 0,3-1 15,-1-1-15</inkml:trace>
  <inkml:trace contextRef="#ctx0" brushRef="#br0" timeOffset="77392.819">10245 6632 0,'0'0'0,"0"0"0,-23 56 15,1 11 1,-3 0-16,3 2 16,13-1-16,9-68 15,0 0 1,0 0-16,0 0 16,3 24-16,-2-1 15,1 0 1,1-1-16,0 0 15,0-2-15,-3-20 16,8 23-16,0-4 0,0 3 16,-8-22-16,12 22 15,-3-1-15,1-1 0,4-2 16,1-2-16,-2 1 16,-13-17-16,17 8 0,-2 0 15,-1 0-15,1-6 0,-2 0 16,0 1-16</inkml:trace>
  <inkml:trace contextRef="#ctx0" brushRef="#br0" timeOffset="77725.215">10674 6801 0,'0'0'0,"0"0"0,0 0 0,-9 48 16,-14 11-16,-2-4 15,-4 0-15,29-55 0,0 0 0,0 0 0,0 0 0,-12 17 16,0-1-16,0 0 16,12-16-16,-18 14 0,3 0 15,-2 0-15,17-14 0,-18 7 0,0 2 16,1-2-16,5-2 15,1-2-15,0 0 16</inkml:trace>
  <inkml:trace contextRef="#ctx0" brushRef="#br0" timeOffset="77756.88">10414 6862 0,'0'0'0,"0"0"0,0 0 16,27 32-16,8 3 16,8 11-1,-3-4-15,-2 1 16,-38-43-16,0 0 0,0 0 0,0 0 0,12 14 15,-1 1-15,0-1 0,-11-14 16,10 13-16,-1-1 16,1 0-16,-4-3 0,0 0 0,0 0 15,-6-9-15,3 3 0,0 0 0,0 0 16</inkml:trace>
  <inkml:trace contextRef="#ctx0" brushRef="#br0" timeOffset="78032.055">10685 6568 0,'0'0'0,"55"8"16,8 26 0,0 13-16,1 14 15,-10 14-15,-22-3 16,-22 2-1,-10-74-15,0 0 0,0 0 16,0 0-16,-2 25 0,-1 0 16,1-1-16,-9 4 15,-1-1 1,0 0 0,-7 3-1,-1 0-15,1-1 0,-6-4 16,0-1-1,1 0-15</inkml:trace>
  <inkml:trace contextRef="#ctx0" brushRef="#br0" timeOffset="78482.073">11259 7032 0,'0'0'15,"0"0"-15,0 0 0,0 0 16,43 4-16,4-4 31,4-10-31,7 3 0,-58 7 16,0 0-16,0 0 0,21-3 0,0 1 15,0 0-15,0-2 16,0-1-16,0 1 0,-21 4 16,21-2-16,0 0 0,-1 0 0,-20 2 0,21-1 15,-1 0-15,0 0 0,-2-2 16,-1 2-16,-1-1 0,-16 2 15,17 0-15,-1 1 0,-1-1 0,0 3 16,-2-1-16,0 0 0,-13-2 0,12 2 16,-2-1-16,0 1 0,0 0 0,0-2 15,0 3-15,-10-3 0,7 0 0,-2 0 16,1 0-16,-6 0 0,-1 0 0,1 0 16,-1 0-16,-3 0 0,3-2 0,-1 1 0</inkml:trace>
  <inkml:trace contextRef="#ctx0" brushRef="#br0" timeOffset="78858.867">11742 6844 0,'0'0'0,"0"0"0,0 0 0,0 0 16,0 0-16,0 0 16,0 0-16,0 0 15,0 0-15,0 0 0,0 0 0,0 0 0,0 0 16,0 0-16,0 0 0,0 0 0,0 0 15,21 5-15,-1 0 0,1-1 0,-21-4 0,21 6 79,-1-2-79,-1 2 15,-19-6-15,0 0 0,19 5 0,-3 0 0,2-2 0,-6 1 0,0 1 0,1-1 0,-13-4 0,10 3 16,0-1-16,-1 0 0,-9-2 0,8 1 0,1 0 0,-1 0 0,-1 1 15,-1 0-15,-1-1 0,-5-1 0,7 4 0,-1-1 0,1-1 0,-7-2 16,5 5-16,-1-1 0,-1-1 0,1 1 0,-1 1 0,-1 0 0,-2-5 0,3 6 0,0 1 16,-1 0-16,-2-7 0,1 11 0,-1-1 0,0 1 0,-3 1 0,2 0 15,-1 0-15,2-12 0,-6 13 0,0 2 0,0-1 16,6-14-16,-9 18 0,0-2 0,0 1 0,1-6 0,1 1 16,0-1-16,-9 8 0,2-2 0,-1 2 0,15-19 0,-16 18 0,3 0 15,-2-1-15,15-17 0</inkml:trace>
  <inkml:trace contextRef="#ctx0" brushRef="#br0" timeOffset="80620.541">12412 6873 0,'0'0'0,"9"63"0,-4-26 0,12 30 16,-7-32-1,8 20-15,-8-25 16,-10-30-16,0 0 0,0 0 16,0 0-16,2 4 0,-1-1 0,-1 0 0,0-3 15,0 0-15,0-2 0,0 2 0</inkml:trace>
  <inkml:trace contextRef="#ctx0" brushRef="#br0" timeOffset="81189.931">12487 6798 0,'0'0'0,"-2"-54"0,4 3 16,6 14 0,0 12-1,5 9-15,3 15 16,-16 1-16,0 0 0,0 0 15,6 3-15,-2 0 0,1 0 0,-5-3 16,6 5 0,-1 0-16,-1-1 0,-4-4 15,8 10-15,-1-3 0,-1 2 16,0 6-16,2 0 0,-1 0 16,-7-15-16,6 17 15,0-1-15,1-1 0,-7-15 16,6 17-16,0-1 0,1 1 0,0-2 15,-1 1-15,0-1 0,-6-15 16,6 12-16,0 0 0,-1-1 0,-5-11 0,4 10 0,-1-2 16,2 1-16,-2-5 0,-2 0 0,1 1 0,-2-5 15,1 2-15,-1 1 0,1-2 0,-1-1 0,1 0 0,-1 0 0,0-1 16,1-7-16,-1 2 0,0-1 0,0 7 0,1-11 0,0-2 16,0 2-16,-1 11 0,3-16 0,0-1 15,0 2-15,-3 15 0,6-18 0,-2 0 16,1 0-16,0 0 0,-1 3 0,0-1 0,-4 16 15,6-14-15,-1-2 0,-1 2 0,-4 14 16,6-10-16,-2 0 0,0 0 0,-4 10 16,6-9-16,0 1 0,0 1 0,2 4 15,-1 0-15,0 0 0,-7 3 0,7 2 16,0 0-16,0 0 0,-7-2 0,7 6 0,0 1 16,0-1-16,-1 7 0,0-3 15,0 2-15,-6-12 0,5 17 16,-2 0-16,1 0 0,-4-17 0,4 21 0,0 1 0,-1 0 15,2 0-15,-1-1 0,-1 0 0,-3-21 0,5 21 0,-1 0 0,-1 1 16,2-1-16,-2-1 0,0 1 0,-3-21 16,3 20-16,0-1 0,0 2 0,-3-21 0,-2 20 0,1-1 0,-1-1 0,2-18 15,-1 13-15,0 1 0,0-2 0</inkml:trace>
  <inkml:trace contextRef="#ctx0" brushRef="#br0" timeOffset="81513.733">13163 6999 0,'0'0'0,"0"0"0,0 0 0,5 55 16,2-10-1,1-19 1,2-13-16,-10-13 0,0 0 0,0 0 16,0 0-16,5 1 0,0 0 0,-1-1 0,-4 0 15,5-2-15,-1-1 0,2 2 0,0-8 16,0 0-16,1 2 0,-7 7 0,7-16 0,0 3 16,-1 0-16,-6 13 0,6-17 15,0 1-15,-1-1 0,-2 4 0,-2-1 0,1 0 16,-2 14-1,-4-12-15,2 1 0,0 0 0,2 11 0,-8-9 16,1 0-16,1 0 0,-3 6 16,-2-1-16,1-1 0,10 5 0,-14 2 15,1-1-15,0 0 0,-4 2 0,3 2 16,-1-2-16,15-3 0,-15 8 16,2-1-16,0 0 0,13-7 15,-11 8-15,-1 1 0,0 0 0,12-9 16,1 0-16,0 0 0,0 0 15</inkml:trace>
  <inkml:trace contextRef="#ctx0" brushRef="#br0" timeOffset="81834.391">13343 6864 0,'0'0'0,"0"0"0,0 0 15,0 0 1,64 15-16,-9 6 16,-19 9-1,-36-30-15,0 0 0,0 0 0,9 13 0,-1 0 16,1 0-16,-9-13 15,6 12-15,0 1 16,1 1-16,-7-14 0,4 10 0,-1 1 16,0 0-16,-3-11 0,-1 7 0,1 0 15,0 1-15,-3-2 0,0 0 0,0 0 0,3-6 16,-5 3-16,2 1 0,0-1 0,3-3 16,-4 1-16,0 0 0,0-1 0,4 0 0,-3-3 15,1 0-15,0 0 0,2 3 0,-6-6 0,1 0 16,1 1-16,4 5 0,-7-8 15,2 0-15,-1-1 0,3-5 0,0 2 16,0-1-16,3 13 0,1-17 0,0 1 16,0-2-16,-1 18 0,6-18 0,0-1 15,0 1-15,6-3 0,0 1 0,0 0 16</inkml:trace>
  <inkml:trace contextRef="#ctx0" brushRef="#br0" timeOffset="81979.487">13779 6567 0,'0'0'0,"0"0"15,20 62-15,-6-1 16,-7 5-16,4 3 16,1-6-16,-12-63 15,0 0-15,0 0 0,0 0 0,2 20 0,-1 0 0,-1 0 16,0-20-16,-3 21 0,0-1 0,1-1 0,-2-2 16,1-2-16,0 0 15</inkml:trace>
  <inkml:trace contextRef="#ctx0" brushRef="#br0" timeOffset="82149.465">13687 6905 0,'0'0'15,"42"-18"-15,12 1 16,9-4-1,-3 0-15</inkml:trace>
  <inkml:trace contextRef="#ctx0" brushRef="#br0" timeOffset="82550.961">14091 6770 0,'0'0'0,"0"0"0,-31 26 16,0 9-1,12 6-15,3-2 16,9-2 0,7-37-16,0 0 0,0 0 0,3 9 0,-3 3 15,1-3-15,-1-9 0,2 8 0,1-1 16,-1-1-16,6-5 0,0 1 16,-1-2-16,-7 0 0,12-6 0,-1 1 15,0 0-15,-11 5 0,13-10 0,0 3 0,0-3 16,-13 10-16,12-13 0,-2 0 0,2 1 15,-3-3-15,1 0 0,-1 2 0,-9 13 16,5-15-16,1 1 0,-2 0 0,0 2 0,-1 1 16,0 0-16,-3 11 0,1-8 0,1 2 15,-1-1-15,-1 7 0,1-3 0,0-1 0,0 1 0,1 1 0,-2 2 16,0-1-16,0 1 0,-3 3 0,1 1 0,1-1 0,1-3 0,0 9 16,0 0-16,0 0 0,-1 3 0,1 2 15,0-1-15,0-13 0,0 15 0,0-1 16,0-1-16,3 2 0,-1-2 0,0 0 0,-2-13 15,3 11-15,0-1 0,0 0 0,-3-10 0,4 5 0,-1 2 16,0-1-16,0-8 0,0 1 0,0 1 16,0-2-16,-2 1 0,1-1 0</inkml:trace>
  <inkml:trace contextRef="#ctx0" brushRef="#br0" timeOffset="82809.555">14383 6501 0,'0'0'0,"0"0"16,0 0-16,0 0 15,15 54 1,-10 10 0,3 2-1,-8-66-15,0 0 0,0 0 0,0 0 0,2 22 16,-1 0-16,0-1 16,-1-21-16,1 22 0,1-1 15,0 0-15,-1-1 16,-1 0-16,0 0 0,0-20 15,-2 17-15,1 0 0,0-1 0,1-16 16,-2 14-16,0-1 0,-1-1 16,3-12-16,-1 6 0,-1-3 0,1 0 15</inkml:trace>
  <inkml:trace contextRef="#ctx0" brushRef="#br0" timeOffset="83130.245">14905 6282 0,'0'0'0,"0"0"0,-34 38 16,-4 6 0,2 6-16,7 7 15,-2 6-15,9 3 16,22-66-16,0 0 16,0 0-16,0 0 0,-4 21 0,2 0 15,0 0-15,1 2 16,1-1-16,0 1 15,0-23-15,5 22 0,0 2 16,0-2-16,-5-22 0,9 23 16,-2-1-16,2 1 0,4-3 15,1-1-15,0 1 16,-14-20-16,22 17 0,-1 1 0,1-1 16,1-9-16,0-1 0,-1 2 15,4-12-15,-1 1 0,-1 0 0,-24 2 16,26-11-16,-2 2 0,0-2 0</inkml:trace>
  <inkml:trace contextRef="#ctx0" brushRef="#br0" timeOffset="83264.76">15358 6483 0,'0'0'0,"0"0"16,0 0-16,0 0 16,-25 54-1,-7 7 1,2-5-16,30-56 0,0 0 0,0 0 0,-12 21 16,1-2-16,1 0 0,10-19 0,-15 19 15,3-1-15,0 0 0,-3-1 0,0-1 0,0-1 0,15-15 16,-15 10-16,0-1 0,0-1 0</inkml:trace>
  <inkml:trace contextRef="#ctx0" brushRef="#br0" timeOffset="83500.003">15117 6545 0,'0'0'0,"37"37"0,10 5 16,-6 0 0,-3 0-16,-7 0 15,-6-3-15,-25-39 16,0 0-16,0 0 16,8 11-16,-1-1 0,0 0 0,-7-10 15,5 5-15,0 0 0,0-1 16</inkml:trace>
  <inkml:trace contextRef="#ctx0" brushRef="#br0" timeOffset="83772.839">15451 6211 0,'0'0'0,"0"0"15,57 38-15,0 4 16,-4 24-16,-8 3 16,-7 14-16,-2 23 15,-36-106-15,0 0 0,0 0 16,5 32-16,-2-3 0,0 3 0,-10-3 16,-1 0-16,2 0 0,-11 1 15,1 1-15,0 0 0,-12 0 16,0-1-16,0 2 0,28-32 0,0 0 0,-42 25 0,0 1 15,0-2-15</inkml:trace>
  <inkml:trace contextRef="#ctx0" brushRef="#br0" timeOffset="84523.377">15796 5976 0,'0'0'0,"55"45"16,-22-18-16,50 61 16,-18 1-1,-28 1 1,-8 15-16,-29-105 15,0 0-15,0 0 0,0 0 16,1 41-16,0 0 0,0 0 16,-1-41-16,1 44 0,1 2 0,0-3 15,-2-43-15,-7 49 0,2-2 16,0 1-16,5-48 0,-25 56 16,2-1-16,0-1 15,23-54-15,-54 60 16,1 1-1,1-2-15</inkml:trace>
  <inkml:trace contextRef="#ctx0" brushRef="#br0" timeOffset="89381.939">4607 9600 0,'0'0'0,"0"0"0,0 0 0,0 0 16,0 0-16,0 0 15,0 0 1,0 0-16,0 0 0,0 0 0,0 0 16,0 0-16,0 0 0,0 0 0,0 0 0,0 0 15,0 0-15,7-4 0,0 0 0,0 0 0,-7 4 16,3-3-16,1 1 0,0 0 0,3-1 0,1 0 16,-2 1-16,-6 2 0,5-3 0,-1 2 0,0 0 15,5 2-15,0-1 0,2 1 16,-11-1-16,5 0 0,-1 1 0,2-1 0,-3 0 15,-2 0-15,1 0 0,-2 0 0,1 0 16,-1 0-16,0 0 0,8 8 0,-2 1 0,0-1 16,-6-8-16,4 4 0,0 1 0,0-1 15,-4-4-15,-3 12 0,1-3 0,-1 0 16,0-3-16,2-1 0,0-1 0,1-4 16,-11 12-16,3-2 0,-2 1 15,6-6-15,-1 0 0,0 1 0,5-6 16,-13 8-16,2 1 0,-2 0 0,13-9 15,-6 5-15,0-1 0,0 1 0,-4 0 16,1 1-16,-1-1 0,10-5 0,-4 3 0,-1 0 16,1 0-16,1-1 15,1-1-15,1-1 16,1 0-16,0 0 0,-2 1 0,2 0 16,0-1-16,0 0 0,0 0 15,0 0-15,0 0 0,0 0 0,0 0 16,5-1-16,1 1 0,-2 0 0,0 0 15,-1 0-15,1 0 0,7 4 0,0 0 16,1-3-16,-12-1 0,8 3 0,-2-1 16,1 1-16,7-2 0,1 1 0,0 0 15,-15-2-15,9 0 0,-1 0 0,0 1 0,3-2 16,1-1-16,0 2 0,-12 0 16,6-1-16,0 0 0,1 1 0,-7 0 15,2-1-15,1 1 0,-1 0 0,-1 0 0,-1 0 0,1 0 0,0 0 0,-1 0 16,0 0-16,-7-6 0,3 0 0,-2 0 0</inkml:trace>
  <inkml:trace contextRef="#ctx0" brushRef="#br0" timeOffset="89600.167">4844 9314 0,'0'0'0,"0"0"0,0 0 0,0 0 16,53 16-16,1 8 15,-12 14 1,-6 14-16,-36-52 15,0 0-15,0 0 0,9 22 0,0-2 16,-1 2-16,-3 1 0,0 1 16,1-3-16,-6 9 0,1-3 15,-1 3-15,-7 3 0,0 0 0,0 2 0,-15 14 16,1-1-16,0 0 0,-14 12 0,1 1 16,-2-1-16</inkml:trace>
  <inkml:trace contextRef="#ctx0" brushRef="#br0" timeOffset="94210.935">6546 8985 0,'0'0'0,"0"0"16,0 0-16,0 0 15,0 0-15,0 0 16,0 0-16,16 46 16,-16-46-16,0 0 0,0 0 0,5 11 15,-2-2-15,1 0 0,-4-9 0,6 24 16,1-2-16,-1 1 0,-6-23 0,7 27 0,-2-3 15,1 1-15,-6-25 0,5 29 0,1-2 0,-3 0 16,3 5-16,-1-2 0,-1 1 0,-4-31 16,4 32-16,-1-1 0,0 0 15,2 2-15,-2-1 0,0 0 16,-3-32-16,7 36 0,-3-2 16,0 2-16,-4-36 0,8 30 0,-3 0 15,0 1-15,-5-31 0,3 14 0,0 1 16,0 0-16,5-3 0,-3 0 0,0-1 15,-5-11-15,3 7 0,1-2 16,-1 0-16,-3-5 0,6 8 0,0-2 0,2 2 16,-8-8-16,3 3 0,0 1 0,0-1 0,0-2 15,-2 1-15,-1-2 0,0 0 0,2 2 16,-2-2-16,0 1 0,0-1 0,4-10 0,1 1 0,0 0 16,-5 9-16,7-16 0,-1-1 15,0 2-15,1-7 0,-1 2 16,0-1-16,-6 21 0,8-24 15,-2 0-15,1 0 0,-7 24 16,8-26-16,-1 0 0,1 0 0,-8 26 0,9-26 16,-3-1-16,0 2 0,-6 25 15,9-34-15,-2 3 0,1-2 0,1 0 16,-1 0-16,0 1 0,-8 32 0,7-28 16,-2 1-16,0 0 0,-5 27 15,3-12-15,-1 0 0,0-2 0,-2 14 0,5-16 16,1 0-16,-3-1 0,2 8 0,-4 1 0,2 0 15,-3 8-15,3-4 0,-2 1 0,1-1 0,-2 4 16,0-1-16,1 1 0,0-1 0,-1 1 16,1-1-16,-1 1 0,0-1 0,1 1 0,-1 0 0,0 0 0,0 0 0,0 0 15,0 0-15,0 0 0,0 0 0,0 0 0,0 0 0,0 0 16,0 0-16,0 0 0,0 0 0</inkml:trace>
  <inkml:trace contextRef="#ctx0" brushRef="#br0" timeOffset="94412.647">6343 9504 0,'0'0'0,"0"0"0,0 0 0,0 0 0,0 0 15,0 0-15,55 0 16,4-2 0,-59 2-16,0 0 0,0 0 0,0 0 0,0 0 15,21 1-15,-1-1 0,-1 0 0,3-2 16,-2 1-16,1 0 0,2-1 0,-1 1 0,1-1 16,-23 2-16,23-2 0,0 1 0,-1 0 0,-1 0 0,-1 1 0,-1-2 15,-19 2-15,17 2 0,-2-2 0,1 0 0,-4 0 0,-1 0 16,0 0-16,-11 0 0,9 0 0,-2 0 15,1 0-15,-3-4 0,1-1 0,-2 0 16</inkml:trace>
  <inkml:trace contextRef="#ctx0" brushRef="#br0" timeOffset="94826.734">7539 9290 0,'0'0'0,"0"0"0,0 0 16,0 0-16,0 0 15,-15 36-15,-5 5 16,-2 0-1,22-41-15,0 0 16,0 0-16,0 0 0,-8 14 0,1 0 16,-1 0-1,0-2-15,1 3 16,-2-2-16,9-13 16,-9 17-16,-1-2 0,-1 0 15,0 3-15,1-2 16,-2 1-16,12-17 0,-12 18 0,1-1 0,1 0 15,-2 0-15,-1 1 0,0-1 16,1-3-16,0 1 0,1-1 0,11-14 16,-14 11-16,2-1 0,-3-1 0,7-3 15,-1-2-15,1 1 0,3-4 0,2 2 0,-2-1 0</inkml:trace>
  <inkml:trace contextRef="#ctx0" brushRef="#br0" timeOffset="94999.995">7242 9399 0,'0'0'0,"0"0"0,0 0 0,0 0 15,43 30-15,4 10 16,-7 4-16,-40-44 15,0 0-15,0 0 0,13 18 16,-2-1-16,1 0 0,-12-17 0,10 19 0,0 0 16,-1-1-16,0 5 0,-2-2 0,1 0 15,-1-2-15,-1-1 0,0 1 16,-1-8-16,-1 0 0,0 0 0</inkml:trace>
  <inkml:trace contextRef="#ctx0" brushRef="#br0" timeOffset="97350.606">8309 8578 0,'0'0'0,"0"0"0,0 0 0,0 0 16,0 0-16,0 0 16,0 0-1,0 0-15,0 0 0,0 0 0,0 0 0,0 0 16,0 0-16,0 0 0,0 0 0,0 0 16,0 0-16,0 0 0,-17 6 0,2 0 15,-1 1-15,16-7 0,-10 3 0,1 1 0,0-1 110,-3 8-110,3 0 15,9-11-15,-10 11 0,10-11 0,0 0 0,-6 6 0,1 1 0,1-1 0,4-6 0,-7 14 0,1 0 16,0-2-16,6-12 0,-4 7 0,1 1 0,-1-1 0,2-3 0,2-1 0,-1-1 0,1-2 15,-8 12-15,2 0 0,-2 0 0,8-12 0,-4 6 16,0 0-16,0 2 0,4-8 0,-8 9 0,2 1 0,0-1 16,6-9-16,-5 5 0,2 0 0,0 0 0,3-5 15,-3 0-15,3 3 0,-1-1 0,-4 6 0,-1-1 0,1 1 0,5-8 0,-3 5 16,-1-1-16,1 1 0,3-5 0,-1 1 0,-1 1 0,2 0 0,0-2 0,-1 1 0,1-1 0,0 1 0,0-1 0,-4 8 0,0 1 16,0 0-16,4-9 0,-3 6 0,1 0 15,1 0-15,1-6 0,-2 3 0,1-2 0,1 1 0,-2 0 0,2-2 16,0 1-16,0-1 0,0 0 0,0 0 0,0 0 0,0 0 15,0 0-15,0 0 0,0 0 0,-3 6 16,0 1-16,0-1 0,1-1 0,0-2 0,1 0 0,1-3 16,-2 2-16,2-1 0,0 0 0,-1 0 0,1 0 0,0-1 15,0 0-15,0 1 0,0-1 0,0 0 0,-1 7 16,0 0-16,0 1 0,1-8 0,-1 4 0,1 0 16,-1 1-16,1-5 0,0 8 0,-2 1 15,2-1-15,-2-5 0,2 2 16,0-1-16,0-4 0,-2 10 0,1 0 15,0-1-15,1-9 0,0 5 16,0 1-16,0-2 0,0-4 16,-3 12-16,2 0 0,-1 0 15,0-6-15,2 1 16,-1-1-16,1-6 0,-1 15 0,1-1 16,0 1-16,0-15 0,-1 9 0,1-2 15,0 1-15,0-8 0,-2 16 16,1 0-16,0 0 0,1-16 15,0 9-15,-1-1 0,1 0 16,-2 7-16,2-1 16,0 1-16,0-15 0,-1 7 15,1 2-15,0-1 0,0-8 0,3 13 16,-2 1-16,2 0 0,-3-14 0,1 7 16,1 0-16,-1 1 15,-1-8-15,8 12 0,-5 2 0,2-1 0,-5-13 16,4 7-16,-2 1 0,0-2 0,6 8 0,-5-2 15,2 1-15,-5-13 0,3 7 0,0 0 0,0 0 16,-3-7-16,8 12 0,-1 0 0,-2-2 0,0-3 0,-2-1 0,0 0 0,-3-6 0,9 10 0,0-1 16,-2 0-16,-7-9 0,5 6 0,-1 0 0,1-2 0,-5-4 15,9 10-15,-3-2 0,1 0 0,-7-8 0,5 5 16,-1-1-16,0 2 0,-4-6 0,10 12 0,0-1 0,0-1 16,-4-4-16,-1 1 0,0 0 15,-5-7-15,13 11 0,-2 0 16,1 0-16,-12-11 0,7 6 0,-1 0 0,1 0 0,2 2 15,-2 2-15,0-1 0,-7-9 16,14 14-16,-1 0 0,-1 0 0,-12-14 16,7 8-16,0-2 0,-1 2 0,6 5 15,0 2-15,1-1 0,-13-14 16,8 6-16,-2 3 0,0-2 0,-6-7 16,12 2-16,-1-2 0,0 0 0</inkml:trace>
  <inkml:trace contextRef="#ctx0" brushRef="#br0" timeOffset="103238.207">8556 8990 0,'0'0'0,"0"0"16,0 0-16,0 0 16,8 43-16,-2 17 31,0 8-31,-6-68 0,0 0 16,0 0-16,0 0 0,2 25 0,0-1 15,-2 0-15,0-24 16,0 24-16,-2 0 0,2-1 15,0-23-15,-3 25 0,1-1 16,1 0-16,1-24 0,-3 24 0,2-1 0,-1 0 16,2-10-16,-1-2 0,0 0 15,1-11-15,-1 19 0,1 0 16,0 0-16,0-19 0,-2 10 16,2 1-16,0-2 0,0-5 0,0 0 0,0-1 15,0-1-15,0-1 0,0 0 0,0 0 0,0 0 0,0 0 0,0-1 0,0 0 0,0 0 16</inkml:trace>
  <inkml:trace contextRef="#ctx0" brushRef="#br0" timeOffset="103857.309">8521 9181 0,'0'0'0,"0"0"0,4-58 0,-6 82 16,0-4-16,2-10 16,0-7-16,0-3 0,0 0 15,0 0-15,0 0 0,0 0 0,0 0 0,0 0 16,24-38-16,0-1 0,0 2 0,-24 37 0,20-20 16,-1 1-16,-1-1 0,-6 22 0,1-2 15,-1 0-15,-12 0 0,9 8 0,-1 1 0,-1 0 0,-7-9 16,7 15-16,-3-2 0,1 2 0,0 1 15,-1 0-15,1 0 16,-5-16-16,5 16 0,-2-2 0,1 1 0,1-3 16,-1 1-16,0-1 0,-4-12 0,4 9 0,0-3 15,0 2-15,-1-2 0,0-2 0,-1 1 0,-2-5 16,2 2-16,-1-1 16,0 0-16,1-2 0,-1-2 0,0 2 0,-1 1 0,3-8 15,0 2-15,0-1 0,-3 7 0,6-14 0,-1 1 16,-1-1-16,4-4 0,0-1 15,0 1-15,-8 18 0,8-20 16,1 2-16,-1-1 16,1 1-16,-1 1 15,-1 0-15,-7 17 16,9-16-16,0-1 0,-1 0 0,1 3 16,-2-1-16,-1 1 0,-6 14 0,8-10 15,-1 0-15,0-1 0,-7 11 16,5-5-16,0-2 0,-2 2 0,3 2 15,-3 1-15,1 0 0,-4 2 0,5 3 0,0-2 16,-1 0-16,1 6 16,-2 0-16,0 0 0,-3-7 0,6 12 0,-2-1 15,-1 1-15,-3-12 0,4 17 16,-2-2-16,1 0 0,-1 7 16,0-3-16,0 1 0,-2-20 0,2 26 15,-1-2-15,1 0 0,0 3 0,-1-2 16,0 2-16,-1-27 0,2 26 0,-1 0 0,-1-1 15,1 0-15,0 1 16,0-2-16,-1-24 0,0 23 0,1-1 16,0-1-1,0-3-15,-1 0 16,0 0-16,0-8 0,0 0 0,0-1 16,0-4-16,0 0 0,0-1 0,0-3 15,0 1-15,0 0 0</inkml:trace>
  <inkml:trace contextRef="#ctx0" brushRef="#br0" timeOffset="104161.915">9251 9236 0,'0'0'0,"0"0"0,0 0 0,-3 52 0,-1-4 15,1-9-15,6-9 0,-3-30 0,0 0 0,0 0 0,0 0 0,0 0 0,5 8 0,-5-8 0,3 7 16,0 0-16,-3-7 0,7 6 0,2-1 0,-9-5 0,7 6 0,-7-6 0,0 0 0,10 4 0,0-2 0,0 0 16,3-4-16,-2 0 0,1 0 15,-12 2-15,13-7 0,0 1 0,-1-1 16,-1-4-16,-1 1 0,2-1 0,-12 11 0,9-15 0,0 1 0,-1 0 0,-3 0 16,-1 1-16,0 1 0,-4 12 0,2-14 0,-2 1 0,0 0 15,-6 1-15,2 1 0,0-1 16,4 12-16,-9-6 0,0-2 0,0 2 0,-6 0 0,2 1 15,-1-1-15,14 6 0,-21 1 0,3-1 16,0 0-16,-2 6 0,2-1 0,0 0 0,-1 1 0,3 2 16,-1-2-16,17-6 0,-15 9 0,3-2 0,-2 1 0,14-8 15,-6 4-15,0 1 0,-1 0 0,8-3 0,-1 0 0,0-1 16,2 1-16,1-2 0,-2 0 0</inkml:trace>
  <inkml:trace contextRef="#ctx0" brushRef="#br0" timeOffset="104459.345">9538 9129 0,'0'0'0,"0"0"0,0 0 16,0 0-16,0 0 16,0 0-16,54 30 15,-7 5 1,-47-35-16,0 0 0,0 0 0,0 0 0,0 0 16,10 16-16,-1-2 0,2 1 0,-7 1 15,1-2-15,-1 1 0,-4-15 0,1 15 0,1 0 16,-2 1-16,-3-2 0,0 1 0,0-2 0,3-13 0,-6 12 15,2-2-15,-1 1 0,0-4 0,1 0 16,1 0-16,3-7 0,-4 3 0,2 1 0,-1-1 0,3-3 16,-1 2-16,-1-2 0,0 1 0,0-2 0,0 1 0,1-1 0,1 1 15,-4-6-15,2 1 0,0 0 0,0-8 16,2-1-16,0 1 0,0 13 16,4-18-16,-2 0 0,0 1 0,5-2 15,-1 1-15,-1-1 0,-5 19 16,9-16-16,0 2 0,-2-1 0,1 3 15,1 1-15,0 0 0,-9 11 0,9-10 0,-1 2 16,-1-2-16,1 4 0,-1 0 0,-1 1 0,-6 5 16,6-3-16,-2 1 0,1 0 0</inkml:trace>
  <inkml:trace contextRef="#ctx0" brushRef="#br0" timeOffset="104925.111">10100 9090 0,'0'0'15,"0"0"-15,0 0 0,0 0 16,-42-9 0,-6 20-1,5 14-15,43-25 16,0 0-16,0 0 0,0 0 0,-12 11 16,1-1-16,-1 0 15,2 3-15,0-2 16,1 1-16,2-1 0,1 1 15,1-1-15,2-4 16,1-1-16,-1 0 0,2-1 0,0-2 16,0 0-16,1-3 0,3 7 0,-1-1 0,0 2 0,3-2 15,-2-2-15,2 2 0,-5-6 16,6 1-16,-1 1 0,0-2 0,5-6 0,-2 0 16,1 2-16,-9 4 0,10-9 0,-2-1 0,1 0 15,-1-4-15,-1 2 16,2-1-16,-9 13 0,8-15 15,0 1-15,1 0 0,-1 3 0,-2 2 16,0-3-16,-6 12 0,4-5 0,0 0 16,0-1-16,-4 6 0,2-3 0,0 1 0,0-1 0,1 1 0,-3 2 15,0-1-15,0 4 0,0-3 0,0 1 0,0-1 16,2 7-16,-1-2 0,-1 0 0,3 5 0,0-1 16,-1-1-16,-2-8 0,-2 12 0,1 0 0,-1 0 0,2 1 15,0 1-15,0-2 0,0-12 0,1 14 16,1-1-16,-1 0 0,1 1 0,1-2 0,-1 0 15,-2-12-15,2 9 0,0 0 0,1 0 0,0-9 0,0 3 16,-1-2-16,0-2 0,-1 1 16,0 0-16,-1 0 0</inkml:trace>
  <inkml:trace contextRef="#ctx0" brushRef="#br0" timeOffset="105086.799">10315 8826 0,'0'0'0,"0"0"0,0 0 16,9 44-16,0 9 15,-3 10-15,-1 8 16,-5-71-16,0 0 0,0 0 15,0 0-15,3 24 0,-1 0 0,0 0 16,2 0-16,-1 1 0,0-2 0,-3-23 0,-2 24 0,1-1 0,0-1 16,0 0-16,1-2 0,0 1 0,0-21 15,-1 15-15,0 0 0,0 0 0,3-9 0,-2 0 0,0 0 16,2-5-16,-2 1 0,1 0 0</inkml:trace>
  <inkml:trace contextRef="#ctx0" brushRef="#br0" timeOffset="105488.107">10848 8643 0,'0'0'16,"0"0"-16,0 0 0,-30 27 15,-11 14 1,5 9-1,1 8-15,35-58 0,0 0 16,0 0-16,-11 22 0,2-1 16,-1 0-16,1 0 0,1 1 15,-1 1-15,9-23 0,-6 26 16,0 0-16,0-1 0,2 1 16,3 1-16,-1-1 0,2-26 15,6 27-15,-2-1 0,0 0 16,4 0-16,1 0 0,-1-1 15,-8-25-15,11 22 0,-1 0 16,0 0-16,4-5 16,0-2-16,0 1 0,-14-16 15,18 12-15,0-3 0,-1 3 0,6-12 0,-1 2 0,0-1 16,2-10-16,-1 0 0,0 0 0,-1-7 0,0 0 16,0 0-16,-22 16 0,0 0 15,14-21-15,-1 0 0,0-1 0</inkml:trace>
  <inkml:trace contextRef="#ctx0" brushRef="#br0" timeOffset="105630.875">11213 8832 0,'0'0'0,"0"0"0,0 0 0,0 0 15,-18 51-15,-5 11 16,-3 4 0,3-3-16,23-63 0,0 0 15,0 0-15,-8 20 0,0 1 0,1-1 0,7-20 16,-10 21-16,2-2 0,0 1 0,-3-4 0,3 1 16,-1 0-16,9-17 0,-10 10 0,2 1 0,-1 0 15,1-6-15,1-3 0,-1 2 0,0-9 0,1 1 16,0 0-16</inkml:trace>
  <inkml:trace contextRef="#ctx0" brushRef="#br0" timeOffset="105885.925">10980 8910 0,'0'0'0,"0"0"0,0 0 16,0 0 0,0 0-16,34 31 15,-1 14 1,-33-45-1,0 0-15,0 0 0,0 0 0,11 18 0,-1 0 0,2 0 16,-12-18-16,10 23 0,1 0 0,0-1 0,-1 0 16,0 1-16,1 1 15,-11-24-15,10 21 0,1 1 0,-2 0 16,-9-22-16,9 18 0,1-1 0,-1 0 16,0-8-16,-2 0 0,0 0 15,-7-9-15,5-3 0,-1 0 16,0 0-16</inkml:trace>
  <inkml:trace contextRef="#ctx0" brushRef="#br0" timeOffset="106083.765">11319 8616 0,'0'0'0,"0"0"16,42 48-16,10 21 15,-10 12-15,-14-3 16,-13 5-16,-13 1 15,-2-84-15,0 0 0,0 0 0,0 0 16,-6 28-16,1 2 0,0-2 16,-9 2-16,0-1 0,1 1 15,-9-6-15,2 1 0,-1-2 0,-3-4 16,0-2-16,1 0 0</inkml:trace>
  <inkml:trace contextRef="#ctx0" brushRef="#br0" timeOffset="106526.722">11826 9063 0,'0'0'0,"0"0"15,0 0-15,0 0 16,0 0 0,0 0-16,0 0 15,59-8-15,-59 8 16,0 0-16,0 0 0,0 0 0,23-4 16,-1 0-16,0 1 0,4-2 0,0 2 15,-1-2-15,-25 5 0,30-4 0,0 1 16,-1-1-16,1 1 0,-1 1 0,0-1 15,-1 2-15,-1-1 0,0 0 0,-27 2 0,25 0 16,-2 0-16,0 0 0,-3 0 16,-2 0-16,0 0 0,-18 0 0,15 2 0,-1-2 0,0 2 15,-3-1-15,1 1 0,0 0 0,-12-2 16,7 1-16,1 1 0,0-1 0,-3 0 0,0-1 0,0 2 0,-5-2 0,3 1 0,-1-1 16,0 0-16,1 0 0,-3 0 0,1 0 0,-1 0 0,1 0 0,-1 0 15,0 0-15,0 0 0,0 0 0,0 0 0,0 0 16,-3-3-16,1 2 0,-1-1 0,-3-4 0,1 1 15,1 1-15,0-2 0,0 3 16,0-1-16</inkml:trace>
  <inkml:trace contextRef="#ctx0" brushRef="#br0" timeOffset="106934.254">12403 8768 0,'0'0'0,"0"0"0,0 0 0,0 0 15,0 0 1,0 0-16,0 0 16,0 0-16,0 0 0,0 0 0,0 0 0,0 0 15,0 0-15,0 0 0,0 0 0,0 0 0,0 0 0,12 4 16,0 0-16,1 0 0,-13-4 0,13 3 0,0 1 16,1-2-16,-1 2 0,1-1 15,-1 1-15,-13-4 0,14 5 16,0-2-16,0 0 0,-14-3 0,14 4 15,-1 0-15,0-2 0,-1 2 0,1 0 16,-1-1-16,-12-3 0,11 3 0,0 0 0,0 0 16,-1 0-16,0 0 0,0 0 0,-10-3 15,9 3-15,-2 0 0,-1 2 0,0-2 0,1 0 0,-1 0 0,-6-3 0,5 3 0,-1-1 16,1 1-16,-3 2 0,-1-2 0,1 3 0,-2-6 0,1 6 0,-1 0 0,1 0 16,-3 4-16,0 1 0,1-2 0,1-9 15,-10 16-15,3 1 0,-1 0 0,-5 4 16,0 1-16,1-1 15,12-21-15,-19 27 0,1-2 0,1 1 16,-5 1-16,2 0 0,0 0 16,-1-3-16,1 2 0,0-1 0,5-7 0,-1 1 15,0 1-15</inkml:trace>
  <inkml:trace contextRef="#ctx0" brushRef="#br0" timeOffset="108040.388">13210 8634 0,'0'0'0,"0"0"16,0 0-16,0 0 15,18 52-15,-1 11 16,-9-31 0,-8-32-16,0 0 0,0 0 0,0 0 15,4 25-15,-1-2 0,0 1 16,-3-24-16,3 13 0,-2 1 0,1-2 16,-2-12-1,-2 25-15,2-1 0,-1 0 16,1-24-16,-2 14 0,1-2 0,0 1 15,1-13-15,-8 16 0,0 0 0,0 0 0,8-16 16,-6 9-16,2-1 0,-1-1 16,5-7-16</inkml:trace>
  <inkml:trace contextRef="#ctx0" brushRef="#br0" timeOffset="108463.827">12979 8616 0,'0'0'0,"0"0"16,31-33-16,7 3 15,10 11 1,8 14-16,6 14 16,-62-9-16,0 0 0,0 0 0,21 9 0,0 0 15,0-1-15,2 5 16,-2 0-16,0 0 0,-21-13 16,18 19-16,0-1 15,1 0-15,1 6 0,-2-1 16,0 0-16,-3 1 0,0 0 15,0 1-15,-15-25 0,12 25 16,-2-2-16,0 1 0,-3-3 0,-1 0 16,0 0-16,-6-21 0,1 19 15,-1-1-15,0 0 0,-5-3 0,-1 1 16,1 1-16,5-17 0,-10 11 0,0 2 0,1 0 16,9-13-16,-17 10 0,1-2 0,0 1 0,16-9 15,-24 8-15,1 0 0,1-1 0,-4-4 16,1 0-16,1-1 0,24-2 0,-27 1 0,2-1 15,0 0-15,25 0 0,-22-2 16,1-2-16,1 3 0,3-4 0,1 1 16,0-1-16,16 5 0,-9-9 0,-1-2 0,-1 1 15,9-5-15,1 1 16,1-1-16</inkml:trace>
  <inkml:trace contextRef="#ctx0" brushRef="#br0" timeOffset="108619.649">13678 8706 0,'0'0'0,"0"0"0,17 39 0,-4 15 16,-4-6-16,-3 7 15,-5 4-15,-1-59 16,0 0-16,0 0 0,0 0 0,-3 18 16,2 0-16,-1 0 0,2-18 0,-3 18 15,1-1-15,0 2 0,-1-4 0,2 0 16,-1 0-16,2-15 0,-5 4 0,2 0 0,0-1 16</inkml:trace>
  <inkml:trace contextRef="#ctx0" brushRef="#br0" timeOffset="108726.931">13608 8661 0,'0'0'0,"0"0"0,0 0 15,0 0-15,29-30 16</inkml:trace>
  <inkml:trace contextRef="#ctx0" brushRef="#br0" timeOffset="109201.872">13888 8901 0,'0'0'0,"0"0"16,0 0-16,55-23 15,4-11 32,-16-5-31,-17 4-16,-26 35 15,0 0-15,0 0 0,5-10 0,-2 1 0,0 0 16,-3 9-16,1-6 16,0 0-16,0 1 0,-1 5 15,-2-5-15,2 1 0,-1 0 0,-4 1 16,2 0-16,0 2 0,3 1 0,-8 2 0,1 2 15,1-1-15,6-3 0,-10 5 0,2 1 16,0 1-16,-2 1 0,-2 0 0,2-1 16,10-7-16,-11 13 0,0-2 15,1 0-15,10-11 0,-9 15 0,1-1 0,0-1 16,2 2-16,1 0 0,-1-1 16,6-14-16,-2 14 0,0 0 15,0 0-15,2-14 0,1 15 0,1-1 16,-1 0-16,2-4 0,-1-2 0,-1 1 15,11 3-15,-2-1 0,0-1 0,-10-10 16,15 9-16,-1-3 0,-1 2 16,5-10-16,-1 0 0,-1 0 0,-16 2 15,18-11-15,0 1 0,-1 0 0</inkml:trace>
  <inkml:trace contextRef="#ctx0" brushRef="#br0" timeOffset="109490.04">14488 8628 0,'0'0'0,"0"0"0,0 0 0,-39 3 0,-5 5 15,6 8-15,12 3 0,26-19 0,0 0 0,0 0 0,0 0 16,-3 8-16,-1 2 0,0-2 0,4-8 0,-1 9 15,1-1-15,0 1 0,0-9 0,3 12 0,1-1 16,0 1-16,3 0 16,2 2-16,-2-1 0,-7-13 15,10 15-15,-2-1 0,0 2 16,-8-16-16,9 16 0,-3-2 0,0 1 0,-2-1 0,0 2 16,0 0-16,-4-16 0,3 13 15,-2 2-15,1 0 0,-2-15 0,-3 12 0,3 1 16,-1 0-16,-5 0 0,1-3 0,1 1 0,4-11 15,-11 9-15,1-1 0,0 0 0,10-8 16,-16 2-16,2-2 0,1 1 0,13-1 16,-17-7-16,1 2 0,1-2 0,5 1 0,0 1 15,0 0-15,10 5 0</inkml:trace>
  <inkml:trace contextRef="#ctx0" brushRef="#br0" timeOffset="109783.927">14952 8231 0,'0'0'0,"0"0"0,0 0 16,-30 49-16,-8 7 15,3 6 1,-2 10-16,37-72 0,0 0 16,0 0-16,-11 23 0,1 1 0,-2-1 0,4 2 15,1-1-15,0 1 0,7-25 16,-2 26-16,0 0 0,1 0 15,1-26-15,3 26 0,-1-1 16,0 0-16,-2-25 16,8 25-16,-2 1 0,0-1 0,4 0 15,-1 1-15,0-2 0,-9-24 16,13 23-16,-3-1 16,2 0-16,-12-22 0,15 17 0,0-1 15,1 0-15,4-9 16,-2 0-16,0-1 0,4-11 15,0-1-15,0 1 16,-22 5-16,22-14 0,-1-2 0,0 1 0</inkml:trace>
  <inkml:trace contextRef="#ctx0" brushRef="#br0" timeOffset="109962.197">15346 8470 0,'0'0'0,"0"0"0,0 0 16,0 0-16,-17 58 16,-8 3-1,-5 5-15,30-66 16,0 0-16,0 0 0,0 0 0,-12 21 0,3 0 15,-2 0-15,0 1 16,-1 0-16,1-1 16,11-21-16,-15 22 0,2-1 15,0 0-15,13-21 0,-17 16 0,0-1 16,0 1-16,1-12 0,1 2 0,1-1 0</inkml:trace>
  <inkml:trace contextRef="#ctx0" brushRef="#br0" timeOffset="110177.745">15122 8564 0,'0'0'0,"0"0"0,0 0 16,0 0-16,0 0 16,31 45-16,0 5 31,-31-50-15,0 0-16,0 0 0,0 0 0,10 18 0,-10-18 0,11 18 0,-2 1 0,-9-19 15,9 16-15,0 2 0,-1-1 16,-8-17-16,12 18 0,-2 0 0,-1 0 0,3 1 0,-2-2 15,1-1-15,-11-16 0,9 14 0,0-1 16,0-1-16,-3-5 0,-1-2 0,1-1 16</inkml:trace>
  <inkml:trace contextRef="#ctx0" brushRef="#br0" timeOffset="110557.142">15440 8242 0,'0'0'0,"0"0"0,0 0 15,41 41-15,3 14 32,-7 7-32,-10 9 0,-27-71 15,0 0-15,0 0 0,6 25 16,0 1-16,0-1 0,-6-25 15,3 27-15,-1 0 0,0 0 16,-2-27-16,-3 27 0,2 0 16,-1-1-16,-8 2 15,0 2-15,0-2 16,-11-1 0,1 0-16,0 0 15,-3-7-15,1 0 16,-1-1-1,23-19-15,-19 12 16,1-2-16,0 2 16</inkml:trace>
  <inkml:trace contextRef="#ctx0" brushRef="#br0" timeOffset="111139.19">15580 7853 0,'0'0'0,"0"0"0,0 0 15,0 0-15,51 25 16,6 15 15,4 14-31,-2 8 16,-59-62-16,0 0 0,0 0 0,18 26 0,0-2 15,1 1-15,-19-25 16,18 27-16,-1-1 0,0-1 0,-17-25 16,13 25-16,-3-2 0,1 1 15,-11-24-15,7 27 0,-1 0 16,1 0-16,-7-27 0,-2 27 0,2 0 15,0 0-15,-3 4 16,0 1-16,0-1 16,3-31-16,-8 33 0,2-1 15,-1 1-15,7-33 0,-7 31 16,0 1-16,0-2 0,-4-3 16,0 2-16,0-1 15,11-28-15,-12 24 0,0 0 16,-1 2-16,13-26 0,-14 21 0,0 1 15,0-1-15,14-21 16,-17 21-16,1-1 0,-1-1 16,17-19-16,-18 19 0,0 0 0,0 0 15,18-19-15,-19 18 0,1-3 16,1 2-16,17-17 0,-18 15 0,0-1 0,1 0 16,17-14-16,-16 12 15,0-3-15,-1 3 0,17-12 0,0 0 16,-15 7-16,0 1 0,0-1 0,1-5 0,1 0 0,0-1 0</inkml:trace>
  <inkml:trace contextRef="#ctx0" brushRef="#br0" timeOffset="126599.869">22151 4639 0,'0'0'16,"0"0"-16,0 0 0,0 0 0,0 0 16,0 0-1,10 51-15,-6-20 31,-4-31-31,0 0 0,0 0 0,0 0 16,3 22-16,-1-1 0,-1 0 16,-1-21-16,0 25 0,-1 1 15,0 0-15,1-26 0,-2 26 0,1 0 16,0 0-16,1-26 0,-3 24 16,2 1-16,-1-1 0,2-24 15,0 29-15,0 0 16,0-1-16,0-28 15,0 27-15,1 0 0,0-1 0,-3 0 0,2-1 16,0 1-16,0-26 0,-1 11 0,1 1 16,0 0-16,0-12 0,-3 18 0,1-2 0,-1 1 15,1-8-15,1-1 0,1 0 16</inkml:trace>
  <inkml:trace contextRef="#ctx0" brushRef="#br0" timeOffset="126934.873">22164 4669 0,'0'0'0,"43"-16"0,-5 4 16,-7 13 0,-4 6-16,0 7 15,-2 13-15,-8 6 16,-17-33-16,0 0 0,0 0 15,0 0-15,6 12 0,-2-1 16,1 1-16,-2 1 0,0 0 0,0 0 16,-5-2-16,1 0 0,1 0 0,0-11 15,-9 10-15,3 0 0,0 0 16,-3-1-16,0 0 0,0 0 0,-3 0 0,0-1 16,0-1-16,12-7 0,-12 6 0,0 2 0,1-2 0,-2-2 15,2 0-15,-1 1 0,12-5 0,-13 2 0,0 2 16,-1-1-16,0 1 0,0-1 0,0 0 15,5 1-15,0-3 0,-1 1 0,5-1 16,1 0-16,0 1 0</inkml:trace>
  <inkml:trace contextRef="#ctx0" brushRef="#br0" timeOffset="127278.051">22485 5073 0,'0'0'0,"0"0"0,0 0 0,0 0 16,0 0-1,52 17-15,-1-7 32,-4-3-32,-47-7 0,0 0 0,0 0 0,0 0 15,0 0-15,19 1 0,-1 0 0,1-1 16,-19 0-16,18 1 0,0-1 15,0 0-15,4 0 16,-1 2 0,0-2-16,-1 0 0,0-2 15,0 2 1,-20 0-16,18 2 0,-2-1 16,1 1-16,-1 1 15,-1-1-15,1 0 0,-16-2 16,14 1-16,-2 0 0,0-1 0,0 0 0,-3 0 15,0 2-15,-1-5 0,-2 1 0,0 0 0,-3-4 0,-1 0 0,0-1 0</inkml:trace>
  <inkml:trace contextRef="#ctx0" brushRef="#br0" timeOffset="127611.935">22856 4972 0,'0'0'0,"0"0"16,0 0-16,45 2 16,-2-4-1,-10 6-15,-6 0 16,1-2-16,-28-2 15,0 0-15,0 0 0,0 0 0,9 4 0,-1-1 0,1-1 0,-2 2 16,1-1-16,0 1 16,-1 1-16,-2 1 0,0-1 0,-5-5 0,4 5 15,0 0-15,-1 1 0,-2 0 16,0 0-16,0 0 0,-3 3 0,1-2 16,0 0-16,-1 0 0,0 0 15,0-1-15,-1 3 0,0-1 0,0 1 16,3-9-16,-4 10 0,-1-1 0,0 0 0,0 1 15,1-2-15,-1 2 0,0-1 16,-1 1-16,1 0 0,0-1 0,-1 1 0,0-1 16,6-9-16,-5 10 0,1-3 0,-1 1 15,-3 3-15,2-2 0,0 2 0,-1-3 16,1 1-16,1-1 0,5-8 0,-4 5 16,0 0-16,1-1 0,1-5 0,2 1 0,0 0 0,5-3 0,-2-3 15,0 2-15</inkml:trace>
  <inkml:trace contextRef="#ctx0" brushRef="#br0" timeOffset="128661.715">23479 4780 0,'0'0'0,"0"0"0,0 0 0,0 0 15,0 0-15,0 0 16,0 0-16,0 0 16,0 0-16,0 0 0,0 0 0,0 0 15,0 0-15,0 0 0,0 0 0,0 0 0,0 0 0,0 0 16,0 0-16,0 0 0,-4 6 0,-1-1 0,0 1 15,1 0-15,1 0 0,0-1 0,3-5 16,-3 7-16,-1-1 0,1 1 0,-2 1 0,1 0 188,0-1-188,0 3 0,-2-2 0,2 2 0,4-10 0,-5 11 0,1-2 15,4-9-15,-5 11 0,-3-1 0,8-10 0,-6 9 0,0 0 0,-1 3 0,1-2 0,1 1 0,5-11 0,-6 11 0,1 1 0,0-1 16,1 1-16,-1-1 0,1 0 0,2-1 0,1 1 0,0-1 0,2 0 0,-1-1 0,0 1 0,0-10 0,2 8 15,-1 1-15,0-1 0,2 1 0,0 0 0,-1 0 0,2-1 0,1 0 16,0 1-16,-5-9 0,8 8 0,-2-1 0,2 1 0,0-2 16,-1 1-16,0 0 0,5-5 0,-2 2 0,1-1 0,4-2 0,-1 0 0,0-1 15,3-2-15,-2-1 0,0 1 0,-15 2 0,16-4 16,-2-1-16,0 1 0,0-4 0,1 2 0,0 0 0,-1-2 0,0 1 0,-1-1 0,-1-2 16,-2 1-16,1 1 0,-11 8 0,11-10 0,-1 0 0,-1-1 0,0-1 0,-1 0 0,-1 0 0,2-2 0,-3 1 0,0-2 0,-6 15 0,6-16 0,-1 2 15,-1-1-15,0-1 0,0 1 0,0 0 0,-5-2 0,0 1 16,0 1-16,-2 0 0,1 0 15,0 0-15,2 15 0,-5-13 0,0 0 0,1 1 16,-5 2-16,0 0 0,2 0 0,-4 4 0,0 0 16,1-1-16,10 7 0,-14-5 0,3 0 15,-1 1-15,-2 1 0,-1 3 0,0-2 16,-1 4-16,1-2 0,0 0 0,-2 3 16,2 1-16,-1-2 0,16-2 15,-15 7-15,0-4 0,0 2 16,1 1-16,0-1 15,0 0-15,3 0 0,0 2 0,1-1 16,10-6 0,-6 3-16,-2-1 0,1 1 0,7-3 15,-5 9-15,1-1 0,-1 0 0,7 3 16,-1 0-16,1 0 0,-2-11 16,7 13-16,-1-2 0,1 1 0,6-1 0,-1-2 15,0 0-15,-12-9 16,16 10-16,-1-1 0,-1-1 0,0 1 15,-3-1-15,1 1 0,-12-9 0,15 10 0,0 0 16,0 0-16,-15-10 0,14 10 16,-1 0-16,0 0 0,1 2 0,-1 0 0,-1 0 15,-12-12-15,14 13 0,-1 0 0,0 1 16,-13-14-16,9 13 0,1-1 0,-1 0 16,-1 2-16,-1 0 0,0-1 0,-7-13 0,6 15 0,1 0 15,-1 0-15,-6-15 0,5 16 0,0 0 16,1 0-16,-1-2 0,-1 0 0,0 0 0,0-2 0,-1 0 15,0 0-15,-4-5 0,1-1 0,0-1 0,-2-2 0,2-2 16,-1-1-16</inkml:trace>
  <inkml:trace contextRef="#ctx0" brushRef="#br0" timeOffset="129023.639">22352 5871 0,'0'0'0,"0"0"0,0 0 0,4 48 16,1 19 0,2 0-1,-4-35-15,-11 40 0,8-72 16,0 0-16,0 0 0,0 0 0,-3 26 16,0-2-16,0 0 0,1-12 15,1-1-15,-1 1 0,2-12 0,-12 13 16,2-1-16,0 0 0,10-12 15,-6 7-15,0 0 0,0-1 0,6-6 16</inkml:trace>
  <inkml:trace contextRef="#ctx0" brushRef="#br0" timeOffset="129335.924">22291 5854 0,'0'0'0,"0"0"0,23-37 0,18 5 15,3 9 1,1 13-16,0 12 15,-2 13-15,-43-15 16,0 0-16,0 0 0,0 0 16,14 6-16,-2 2 0,0-2 0,0 7 15,-3-2-15,2 0 16,0 8-16,0 0 0,0-2 16,-11-17-16,4 19 0,2-1 15,-2 1-15,-2 0 0,0 0 0,-1-1 16,2 3-16,-3 0 0,1-3 15,-1-18-15,-2 22 0,0 0 0,1 0 16,-1-3-16,2 1 0,-1-2 16,1-18-16,-3 19 0,1-1 0,1-1 15,-6-5-15,1 0 0,0 0 0,-5-10 0,1 0 16,0 0-16</inkml:trace>
  <inkml:trace contextRef="#ctx0" brushRef="#br0" timeOffset="129449.14">22371 6081 0,'0'0'0,"0"0"0,0 0 15,41-6-15,14-3 16,8-1-16,1-7 16,-4-1-1,-60 18-15,0 0 0</inkml:trace>
  <inkml:trace contextRef="#ctx0" brushRef="#br0" timeOffset="129688.593">22824 6054 0,'0'0'15,"0"0"-15,0 0 0,44 11 0,-1-8 16,6-1-16,-49-2 16,89-1-16,-6-3 15,-83 4-15,0 0 0,0 0 0,23-2 16,-1-1-16,0 0 0,-6 0 0,0 0 15,0 0-15,-16 3 0,12-6 16,-1 3-16,0-3 0,-6 0 16,0-1-16,0 1 0,-4 0 15,1 1-15,-1 2 0</inkml:trace>
  <inkml:trace contextRef="#ctx0" brushRef="#br0" timeOffset="129920.495">23045 5931 0,'0'0'0,"0"0"0,0 0 0,0 0 15,0 0-15,0 0 16,0 0-1,62-6-15,-62 6 0,0 0 0,0 0 16,23 3 0,-1 0-16,-1 0 0,-21-3 0,0 0 0,18 4 0,1 0 0,0 0 0,-3 2 15,-2 1-15,1 0 0,-4 3 16,0-1-16,0 0 0,-11-9 0,7 11 0,-2-1 0,0 0 16,-3 2-16,-1-1 0,1-2 0,-7 5 0,1 0 15,1-1-15,3-13 0,-8 14 0,2 0 16,0 1-16,-1 0 0,-2 0 0,2 1 15,-4-2-15,2 0 0,-1-1 0,10-13 0,-12 10 0,1-2 16,-1 1-16,2-6 0,1 0 0,1-2 0,2 1 16,0-2-16,2 0 0</inkml:trace>
  <inkml:trace contextRef="#ctx0" brushRef="#br0" timeOffset="130155.811">23676 5868 0,'0'0'0,"0"0"0,18 90 15,-2-3-15,-4-21 0,-12-66 16,0 57-16,-3-23 16,-4-17-16,7-17 0,0 0 15,0 0-15,-4 2 16,1 0-16,-1 0 0,1-5 0,1 1 0,0 1 15,-2-7-15,1 1 0,0 1 0,2-4 16,0 1-16,-1-1 0</inkml:trace>
  <inkml:trace contextRef="#ctx0" brushRef="#br0" timeOffset="130674.881">23600 5834 0,'0'0'0,"0"0"0,29-42 0,15 12 16,2 14-16,1 12 15,2 8-15,-1 11 16,-48-15-16,0 0 16,0 0-16,0 0 0,13 8 0,-1 1 15,1-3-15,-4 5 16,-1-1-16,0 1 0,-7 0 16,0 1-16,0 0 0,-8 1 15,0-2-15,0 2 0,7-13 0,-12 10 16,2 1-16,0-1 0,-3-1 0,1-3 15,0 2-15,1-1 0,-1 0 0,1-1 0,1-2 0,2-1 16,0 1-16,8-4 0,-7 2 0,2-1 0,1 0 0,2 1 16,-1 0-16,1-2 0,2 0 0,0 0 0,0 0 0,-2 0 0,1 0 0,0 0 0,1 1 0,0-1 15,0 0-15,4 2 0,-1 0 0,0-1 0,6 4 0,1 0 0,-1-1 0,5 5 0,0-1 16,0 1-16,5 3 0,-1-1 16,0-1-16,3 3 0,-1-1 0,-1-1 15,-3 2-15,-1-2 0,1 1 0,-16-12 16,9 12-16,0-1 0,-1 0 0,-3-3 15,0 1-15,-1 1 0,-7-2 16,1-2-16,-1 2 0,3-8 0,-10 7 16,2-1-16,-1 0 0,-6-1 0,0 0 15,0 0-15,-4 0 0,1-1 16,-1 0-16,-2-2 0,1 0 0,-1 0 16,21-2-16,-21 1 0,0-1 0,0 0 15,-3-3-15,3 1 0,0 0 16,2-4-16,0 2 0,0-3 15,7-1-15,1-1 16,1 1-16,2 1 0,3 1 16,0 1-16</inkml:trace>
  <inkml:trace contextRef="#ctx0" brushRef="#br0" timeOffset="131685.911">21838 6858 0,'0'0'0,"0"0"15,0 0-15,0 0 16,0 0-16,0 0 15,0 0-15,0 0 16,0 0-16,0 0 0,0 0 0,0 0 16,0 0-16,0 0 0,0 0 0,0 0 15,0 0-15,0 0 0,15-2 0,0 1 0,1 0 0,-16 1 16,10-1-16,0 1 0,-1-1 0,11-2 16,0 0-16,0 0 0,-20 3 0,0 0 0,11-1 15,-1 0-15,2 0 0,-12 1 16,18-3-16,0-1 0,-1 1 0,-17 3 15,10-2-15,-1 0 0,1 1 16,-5-1-16,-2 1 0,0 1 16,-3 0-16,2-1 0,-1 1 0,-1 0 0,0 0 15,1 0-15,-1 0 0,0 0 0,1 0 0,-1 0 0,0 0 0,0 0 0,6-2 0,1-1 16,-1 0-16,-3 1 0,1 0 0,1 0 16,-5 2-16,1 0 0,1 0 0,-1 0 15,0-1-15,0 1 0,-1 0 0,0 0 16,0 0-16,0 0 0,0 0 0,0 0 0,0 0 0,0 0 0,0 0 0,-1 8 15,-1 1-15,1 1 0,1-10 16,-2 6-16,2-2 0,-1 2 0,-2 8 0,1 0 16,-1 0-16,3-14 0,-1 7 15,0 1-15,0-1 0,0-4 0,1 0 0,0-1 0,0-2 0,-3 21 16,1-2-16,-1 1 0,3-20 16,-1 11-16,-1 0 0,0 0 0,1 10 0,1 0 15,0-1-15,0-20 0,0 11 0,0 1 0,0-1 16,0-11-16,0 18 0,0 1 0,0-1 0,0-7 0,0-2 15,0 1-15,0-5 0,0-4 0,0 4 0,0-5 16,0 0-16,0 2 0,0-1 16,0 0-16,0-1 0,0 0 0,0 0 0,0 0 0</inkml:trace>
  <inkml:trace contextRef="#ctx0" brushRef="#br0" timeOffset="131941.981">22372 6793 0,'0'0'0,"0"0"0,0 0 16,0 0-16,0 0 15,11 47-15,-5 5 16,-7-8 0,1-44-16,0 0 0,0 0 0,0 0 0,2 15 15,-2-2-15,1 1 0,1-1 0,-2 0 16,0 0-16,-4 2 0,1-2 0,1 0 0,2-13 15,-1 13-15,0 1 0,0 0 0,-3-2 0,1 2 16,0-2-16,3-12 0,-6 8 0,0 0 16,1-1-16,0-2 15,1-2-15,1 2 0</inkml:trace>
  <inkml:trace contextRef="#ctx0" brushRef="#br0" timeOffset="132300.022">22298 6831 0,'0'0'0,"0"0"0,0 0 0,20-48 16,4 1 15,0 16-31,3 13 0,-3 3 0,-24 15 16,0 0-16,0 0 0,8-3 0,-2 0 0,1 0 15,1 2-15,-1-1 0,0 1 0,2 4 16,-1-1-16,0 0 0,-8-2 0,9 6 0,-2-2 15,2 1-15,0 2 0,-1 0 16,-1 1-16,0 1 0,0 1 0,0 0 16,-7-10-16,6 12 0,-2-1 0,1 1 15,-1 2-15,-1 0 0,0-2 0,-3-12 16,4 16-16,-2 0 0,0-1 0,0 1 16,-1 0-16,1 1 0,-1-1 0,-1 2 0,0-3 15,0-15-15,2 18 0,-2-1 0,0-1 0,-2 0 0,2-1 0,0-1 16,-3 2-16,0-3 0,1 2 0,2-15 15,-4 12-15,0-2 0,0 1 0,-2-1 0,2-2 16,-1 2-16,1-8 0,-1 1 0,0 0 0,5-3 16,-5-3-16,1 3 0,0-3 0</inkml:trace>
  <inkml:trace contextRef="#ctx0" brushRef="#br0" timeOffset="132443.071">22379 6995 0,'0'0'0,"0"0"0,0 0 15,0 0-15,0 0 16,54-8 0,4-1-16,-9 0 15,-49 9-15,0 0 0,0 0 0</inkml:trace>
  <inkml:trace contextRef="#ctx0" brushRef="#br0" timeOffset="132991.752">22971 6767 0,'0'0'0,"0"0"0,0 0 0,13 43 16,2-4-1,-4 1-15,-5-5 16,3-2-16,-9-33 16,0 0-16,3 7 0,-2-1 15,1 0-15,0-1 16,0-2-16,-2-1 0,1-1 0,-1 1 15,0-1-15,2 11 0,-2-1 0,1 0 16,-1-11-16,2 13 0,-1 0 16,1 1-16,0-4 15,-1-1-15,-1 0 0,3-3 0,-3-2 16,1 1 0,-1-5-16,1 3 0,0-1 0,-1-1 0,2 0 0,-2 1 15,0-2-15,1 0 0,-1 0 0,0 0 0,2-4 16,-1 2-16,-1-2 0,0 4 0,3-7 0,-1 1 0,-1 0 15,3-4-15,-1 1 0,0 0 0,-3 9 0,7-12 0,-2 1 16,0 1-16,2-4 0,0 1 0,-1 1 0,1-4 0,-2 2 16,1-1-16,1 0 0,-2 0 0,0 0 0,-5 15 0,7-12 0,-2-1 15,0-1-15,1 1 0,-1 2 0,-1-1 0,-4 12 16,5-11-16,-1 1 0,-1 0 0,0 2 16,0 2-16,0-1 0,0 3 0,-2-1 0,1 0 0,-2 5 15,1-3-15,1 0 0,-1 1 0,1-1 0,-2 0 0,0 1 16</inkml:trace>
  <inkml:trace contextRef="#ctx0" brushRef="#br0" timeOffset="133330.413">23621 6654 0,'0'0'0,"0"0"0,0 0 0,0 0 0,0 0 0,7 54 15,2 2 1,-4-6 0,-5-3-16,0-47 0,0 0 0,0 0 15,0 0-15,2 16 16,-2-2-16,0 2 0,3-1 16,-2 0-16,1 0 0,-2 2 15,0-2-15,0 0 0,0-15 0,0 15 16,0-1-16,0 1 0,-3-2 15,3 0-15,-1 1 0,-3-3 16,2-1-16,0 2 0,2-12 16,-6 6-16,0 0 0,1 1 0,-1-9 0,1 1 15,0 0-15,2-2 0,0 1 0,1 1 0</inkml:trace>
  <inkml:trace contextRef="#ctx0" brushRef="#br0" timeOffset="133862.878">23557 6684 0,'0'0'0,"0"0"0,0 0 0,18-36 16,9 6-16,4 13 16,1 10-1,4 10-15,-36-3 0,0 0 16,0 0-16,0 0 0,13 6 0,-2-1 16,1-1-16,-1 4 0,-1 1 15,0-2-15,0 2 0,-1 0 0,0 1 16,-3-4-16,-1 0 0,0 0 15,-2-2-15,0-1 0,0-1 0,-6 17 0,2-3 16,0 2-16,-3 0 0,1 1 0,-1-1 16,-7-2-16,2-1 0,0 0 15,9-15-15,-9 13 0,0-3 0,-1 1 16,-1-2-16,0 0 0,1 0 16,-1-3-16,1-1 15,1 0-15,9-5 0,-9 4 0,2-1 0,-1 1 16,2-3-16,1 2 0,1-2 0,1 0 15,0 0-15,1 0 0,1 0 0,0-1 0,0 1 0,-1-1 16,2 0-16,0 0 0,1 2 0,-1-2 0,0 0 0,0 0 16,3 2-16,0-1 0,0 1 0,3-1 0,-2 1 0,1-1 0,6 2 15,-1 1-15,2-2 0,2 4 0,-1-3 0,2 0 0,-15-3 16,17 6-16,-2-2 0,1 1 0,0 1 16,-2 0-16,1 0 0,-3 2 15,0-1-15,0 2 0,-6-2 16,0 0-16,0 0 0,-6-7 0,3 7 0,-1 0 0,0 0 15,-3 1-15,1-1 0,-1-1 0,-5 3 0,1-1 16,1 1-16,4-9 0,-10 8 0,1 0 0,0-1 16,-5 0-16,0 0 0,2 0 0,-6 0 15,1 0-15,1-1 0,16-6 0,-24 4 0,3 1 16,-1-1-16,-4-1 0,-1 1 16,2-2-16,-3-4 0,2-2 15,0 1-15</inkml:trace>
  <inkml:trace contextRef="#ctx0" brushRef="#br0" timeOffset="146528.227">6231 8128 0,'0'0'0,"0"0"0,0 0 0,0 0 0,0 0 16,0 0-1,0 0-15,0 0 0,0 0 16,0 0-16,0 0 0,0 0 0,0 0 0,0 0 15,9 12-15,-1 0 0,0 0 0,-8-12 0,6 8 16,-1 0-16,-1-2 0,-4-6 0,6 22 16,-1-1-16,-1-2 0,-4-19 15,3 13-15,0-3 0,-1 2 16,-2-12-16,5 24 0,-1 0 16,0 0-16,-4-24 0,3 13 0,0 1 15,0-1-15,-3-8 16,1 0-16,0-1 0,1 8 0,0 0 15,-1 0-15,-1-12 0,5 18 0,-2 0 16,2 0-16,-5-18 16,3 9-16,-2 0 0,2 0 15,-3-9-15,0 4 0,1 0 16,0-1-16,0-2 16,-1-1-16,0 2 0,0-2 0,0 1 15,0-1-15,0 0 0,4 0 0,0 0 0,0-1 0,-4 1 16,3-1-16,-1 1 0,0 0 0,-2 0 0,5-13 0,-2 1 15,0 0-15,-1 4 16,-1 1-16,2 0 0,-3 7 0,6-23 0,-2 3 16,1 0-16,-5 20 15,3-12-15,1 0 0,-2 1 0,4-11 16,-2-1-16,1 2 0,-5 21 16,3-14-16,-1 2 0,2 0 0,-4 12 15,6-19-15,1 0 16,-1 0-16,-6 19 0,5-10 0,-2-2 15,0 3-15,-3 9 0,7-15 0,1 1 16,-2 0-16,-6 14 16,5-8-16,-1 1 0,-1-1 15,-3 8-15,9-8 0,-3 1 0,0-1 16,-2 4 0,0 1-16,0 0 0,-3 0 0,0 2 15,0 0 1,0 0-16,-1 1 0,0 0 0</inkml:trace>
  <inkml:trace contextRef="#ctx0" brushRef="#br0" timeOffset="146695.753">6100 8363 0,'0'0'16,"0"0"-16,0 0 0,0 0 0,0 0 0,46-14 0,2 3 78,-1 4-78,-47 7 0,0 0 0,0 0 0,0 0 0,0 0 0,15-1 0,0 1 0,-15 0 0,15-1 0,-15 1 0,17-3 0,-1 2 0,-1-1 0,0 1 0,0 0 15,-2 0-15,1 0 0,-1 0 0,0 1 0,-13 0 0,7-1 0,2 0 0,-2 1 0,-2 0 0,-2 0 0,1 0 0</inkml:trace>
  <inkml:trace contextRef="#ctx0" brushRef="#br0" timeOffset="147104.457">6956 8212 0,'0'0'15,"0"0"-15,0 0 0,0 0 16,0 0-16,0 0 16,0 0-16,0 0 15,0 0 1,0 0-16,0 0 0,0 0 0,0 0 15,0 0-15,0 0 0,0 0 0,0 0 0,0 0 16,-3 6-16,2 0 0,0 1 0,-3-1 0,2 0 0,0 1 16,-4 0-16,1 2 0,1-1 0,4-8 0,-6 10 140,1-1-140,1 0 0,-4 2 16,2 1-16,0-3 0,6-9 0,-7 12 0,0-1 0,1-1 0,-1 2 0,0-2 0,0 1 0,0 0 0,0-1 0,1 1 0,6-11 0,-6 11 0,-1 0 0,7-11 0,0 0 0,0 0 0,-5 12 16,5-12-16,0 0 0,0 0 0,0 0 0,-8 10 0,3 1 0,5-11 0,-6 9 0,1 0 0,-1 0 0,0-1 0,0-4 0,0 0 0,1 0 0,5-4 0,-6 0 0,2 0 0,-3 0 0</inkml:trace>
  <inkml:trace contextRef="#ctx0" brushRef="#br0" timeOffset="147370.028">6758 8271 0,'0'0'16,"0"0"-16,0 0 0,0 0 0,0 0 15,39 16-15,-3 6 47,-36-22-47,0 0 0,0 0 0,0 0 0,12 10 0,-12-10 0,8 10 0,1 0 16,-9-10-16,10 11 0,-1 0 0,1 1 15,0 1-15,-1-1 0,1 1 0,-1 0 16,1 2-16,-1-2 0,-9-13 16,10 17-16,-1 0 0,-1-2 15,-1-2-15,2-1 16,-3 1-16,-1-5 16,0-1-16,0 1 0</inkml:trace>
  <inkml:trace contextRef="#ctx0" brushRef="#br0" timeOffset="152851.635">7890 7828 0,'0'0'0,"0"0"16,0 0-16,0 0 0,0 0 15,0 0 1,0 0-16,0 0 16,0 0-16,0 0 0,0 0 0,0 0 0,0 0 15,0 0-15,0 0 0,20-3 0,0 2 0,-2 0 16,-4 0-16,-4 0 16,2 0-16,-12 1 0,0 0 0,23-2 0,-2 0 0,1 1 15,-22 1-15,11-1 0,0-1 16,0 0-16,-11 2 0,19-3 0,1-1 0,-1 1 15,-19 3-15,11-2 0,0 0 16,-1 1-16,-10 1 0,3-1 16,1 0-16,1 1 15,-5 0-15,2-2 0,-1 2 0,-1 0 16,0 0-16,2 0 0,-2 0 0,0 0 0,9-3 16,-1 1-16,0-2 15,-8 4-15,5 0 0,1-3 0,-1 1 16,-5 2-16,2-1 0,0 1 15,-1 0-15,0-1 0,0 1 0,0 0 0,-1 0 0,0 0 0,0 0 16,0 0-16,0 0 0,0 0 0,0 0 0,0 0 0,0 0 16,0 0-16,0 0 0,0 0 0,0 0 0,0 0 0,0 0 0,0 0 0,0 0 15,0 0-15,0 0 0,-2 4 0,1-1 0,1 0 0,-1-1 0,1-1 0,-2 2 0,2-3 16,-2 7-16,1 1 0,-2 0 16,3-8-16,-1 4 0,1-1 0,-2 1 0,2-4 0,0 13 15,0-2-15,0 1 0,-1-5 0,1 0 16,0-1-16,0-6 15,-2 17-15,-1-1 16,1 1-16,2-17 0,-2 10 16,1-1-16,0 1 0,1-10 15,-1 19-15,-2-1 0,0 1 16,3-19-16,-2 10 0,2-1 16,-1 1-16,1-10 15,0 17-15,-2-2 0,2 1 16,0-16-16,-1 8 0,1 0 15,0 0-15,0-8 0,-2 15 0,-1 0 0,1-2 16,0-5-16,1 0 16,0 0-16,1-8 0,2 11 0,-2 1 0,0-1 15,0-11-15,1 5 0,-1 1 0,0 0 0,0-6 16,1 2-16,-1 1 0,0-1 0,0-2 0,0 1 0,0 0 0,0 0 0,0-1 16,0 0-16,0 0 0,0 0 0,0 0 0,0 0 0,0 0 0</inkml:trace>
  <inkml:trace contextRef="#ctx0" brushRef="#br0" timeOffset="154507.212">8627 7626 0,'0'0'0,"0"0"15,0 0-15,0 0 16,6 47-1,-3-19-15,4 43 16,-7-71-16,0 0 16,0 0-16,2 13 0,0 0 0,-1-1 15,-1-12-15,-4 24 0,1-1 0,0 1 16,3-24-16,-4 23 0,2 1 0,-1-1 16,3-23-16,-2 23 0,1 1 15,-1-1-15,2-23 0,-2 24 16,0-1-16,2 0 15,0-23-15,0 24 0,0-2 0,0 0 16,0-11-16,0 0 0,0-1 16,0-10-16,-3 17 0,-1-2 0,0 0 15,4-15-15,-3 10 0,2-2 0,0 1 16,1-9-16,1-11 0,0 2 16,0-1-16</inkml:trace>
  <inkml:trace contextRef="#ctx0" brushRef="#br0" timeOffset="154900.085">8815 7695 0,'0'0'0,"0"0"0,0 0 0,0 0 16,0 0 0,0 0-1,7 47-15,-7-47 0,0 0 16,0 0-16,4 20 0,-2 0 125,1-2-125,-3-18 0,0 0 0,1 19 0,-1 0 0,0-1 0,-2 4 0,2-3 0,-2 1 0,2-20 0,-2 21 0,1 0 0,0 0 0,-2 0 16,1-1-16,0 0 0,2-20 0,-4 21 0,1-2 0,0 0 0,-4 1 0,2 0 0,0-1 0,5-19 0,-10 16 0,3-2 0,-1 2 0,0-13 0,0 3 0,1-2 0</inkml:trace>
  <inkml:trace contextRef="#ctx0" brushRef="#br0" timeOffset="155230.283">8610 8031 0,'0'0'0,"0"0"0,0 0 15,0 0-15,78-33 32,7-1-32,-16 1 0,-69 33 15,0 0-15,0 0 0,19-11 16,-2 1-16,1 1 16</inkml:trace>
  <inkml:trace contextRef="#ctx0" brushRef="#br0" timeOffset="155277.427">9019 7924 0,'0'0'0,"0"0"0,0 0 16,0 0 0,8 47-16,1-2 15,-4-1-15,-5-44 16,0 0-16,0 0 0,0 0 0,3 13 0,-1-1 16,-1 0-16,-1-12 0,4 9 0,-2 0 15,0 0-15,2 0 0,1-2 0,-2 1 0,-3-8 16,5 6-16,-1-3 0,1 3 0,-5-6 0,8-1 0,-1 1 0,0-1 0,2-6 15,-2 0-15,1 0 0,-8 7 0,9-10 0,0-2 16,0 0-16,-2-1 0,1 1 0,0-1 0,-8 13 16,7-15-16,-1 1 0,0 0 0,0 0 0,-2 1 0,1 0 15,-5 13-15,3-11 0,0 1 0,0 1 0,-2 2 0,1 1 16,0 0-16,-1 2 0,-1 3 16,1-4-16,-1 5 0,1 0 0,-1-2 0,0 1 0,1 2 0,-1-1 15,0 0-15,0 0 0,0 4 0,0 0 0,0 0 16,-1 5-16,1 1 0,0-1 0,0-9 15,1 10-15,-1 2 0,1-1 0,-1-11 16,2 12-16,-1 0 0,0 0 0,1 1 0,0 0 16,-1 0-16,-1-13 0,2 12 0,-2-1 15,1 0-15,-1-2 0,0 0 0,0-2 16</inkml:trace>
  <inkml:trace contextRef="#ctx0" brushRef="#br0" timeOffset="155949.019">9397 7922 0,'0'0'0,"0"0"0,0 0 16,16 44-16,-4-1 16,-10-3-1,-8-2-15,6-38 0,0 0 16,0 0-16,-3 10 0,1 0 0,0 0 15,2-10-15,-2 7 0,1-1 0,-1 1 0,2-7 16,0 3-16,-1 0 0,0 1 0,0-3 16,1 0-16,0 1 0,0-2 0,0 0 0,0 0 0,0-2 0,3-4 15,-2 0-15,1 0 0,-2 6 0,5-12 0,0 0 16,0 0-16,4-1 0,-3 1 16,0 0-16,-6 12 0,7-13 15,-2 2-15,1 0 0,-6 11 16,6-8-16,0 0 0,0 1 0,-1 1 0,-1 1 15,1-1-15,-5 6 0,7-2 0,-1 1 16,0-1-16,0 1 16,0 1-16,-1 0 0,-5 0 15,7 5-15,-1-1 0,0 0 0,1 5 16,-1-1-16,1 0 0,-7-8 16,5 10-16,0 0 0,-1 0 0,1 1 0,-3 0 15,0-2-15,-2-9 0,2 9 0,-1 1 0,0-1 0,0-3 16,-1 1-16,1 0 0,-1-7 0,2 4 0,-2-1 15,0 1-15,0-2 0,0-1 0,0 1 0,0-2 0,0 0 0,0 0 0,0 0 16,0 2-16,0-2 0,0 0 0,0 0 0,3-5 0,-3-1 0,1 1 16,2-6-16,1-1 0,-1 0 0,-3 12 0,5-14 0,0 1 15,1-1-15,2 1 0,-2 1 0,0-2 0,-6 14 16,8-10-16,0 0 0,-1-1 0,1 6 0,0 0 0,-1 0 0,-7 5 0,9-3 0,-3 1 16,1-1-16,-7 3 0,7 0 0,0 0 0,-1 0 0,0 6 0,1-1 0,-1-1 0,-6-4 0,7 8 15,-1 1-15,1-1 0,-4 2 0,0 2 0,-1-3 0,-2-9 16,0 13-16,0-1 0,0 0 0,-1-3 0,1-1 15,0 1-15,-7 1 0,-1 3 0,1-3 0,7-10 16,-8 11-16,1-1 0,0-1 16,7-9-16,-7 3 0,2 2 0,-1-1 0,5-5 15,0-1-15,1 2 0,0 0 0</inkml:trace>
  <inkml:trace contextRef="#ctx0" brushRef="#br0" timeOffset="156264.668">10177 7881 0,'0'0'0,"0"0"0,0 0 0,0 0 16,0 0-16,0 0 15,0 0-15,0 0 16,0 0-16,0 0 0,0 0 0,-28 15 0,0-1 0,1-1 16,7 1-16,1-1 0,0 1 0,19-14 15,-12 12-15,0-1 0,0 0 0,12-11 0,-4 11 0,0 0 16,0-1-16,5-1 0,0-3 0,0 1 0,-1-7 0,3 3 15,1 0-15,0-1 0,3-3 0,0 0 0,0 1 16,-7 0-16,8-6 0,0 2 0,-1 0 0,-7 4 16,12-11-16,-1 1 0,1 0 0,1-1 15,0-1-15,-1 1 0,-12 11 16,12-11-16,-2-1 0,2 1 0,-12 11 16,6-11-16,0 0 0,0 1 0,-3 4 0,-1 0 15,0-1-15,-2 7 0,1-3 0,0 1 0,-1-2 0,0 4 16,2-1-16,-2 1 0,0 0 0,1 5 0,-1-1 0,1-1 0,-1-3 0,0 9 0,0-2 0,0 1 15,2 3-15,-2-4 16,0 3-16,0-10 0,0 13 0,1-2 16,0 2-16,0-1 0,0 0 0,0 1 0,-1-13 15,2 12-15,-2-1 0,0-1 0,-1-1 0,0 0 0,0 0 16,1-9-16,-1 3 0,0 0 0,0 0 0,0-3 0,1 2 16,-1-2-16</inkml:trace>
  <inkml:trace contextRef="#ctx0" brushRef="#br0" timeOffset="156653.78">10322 7837 0,'0'0'0,"0"0"0,0 0 0,22 52 16,-3 2-16,-12-11 16,-10-8-16,3-35 15,0 0-15,0 0 0,0 0 0,-2 9 0,0 0 0,-1 1 16,3-10-16,-2 5 0,0 1 15,-1-1-15,2 0 0,0-1 0,1 1 16,0-5-16,0 3 0,0-1 0,0 0 16,0-2-16,0 1 0,0-1 0,0 0 0,0-3 0,0 0 15,0 1-15,0 2 0,3-12 0,-1 3 0,-1-3 16,2-6-16,-1 2 0,-1-1 0,-1 17 0,6-21 0,-1 3 16,1-1-16,-6 19 0,7-17 0,-1 0 15,0 2-15,1 2 16,0 1-16,0 0 0,-2 4 0,-1 2 0,-1-1 0,0 3 15,-1 2-15,-1-2 0,0 3 0,0 1 0,0-1 0,-1 1 0,20 3 16,-1 1-16,1 0 0,-20-4 0,21 10 0,0-1 16,0 0-16,-8 5 0,1-1 0,-1-1 0,-13-12 0,6 16 15,0-1-15,0 0 0,-6 1 0,0 0 16,0-1-16,-3-5 0,2 0 0,-1 0 16,2-10-16,-10 12 0,2 2 0,-1-1 15,-2-4-15,1 0 0,0 0 0</inkml:trace>
  <inkml:trace contextRef="#ctx0" brushRef="#br0" timeOffset="157124.68">11043 7481 0,'0'0'0,"0"0"0,0 0 0,-31 25 0,-5 12 15,-2 2 1,-2 8-16,40-47 16,0 0-16,0 0 0,0 0 0,-13 18 0,1 0 15,1 0-15,0 1 16,1 0-1,0 0-15,2 2 16,1 0-16,0-2 16,7-19-16,-5 21 15,0-1 1,1-2 0,4-18-16,-2 20 15,1-1-15,0-1 16,5 2-16,-1-1 15,0-1-15,-3-18 16,7 19-16,0-1 16,0 1-16,5-4 15,-1 0-15,-1 0 0,-10-15 16,16 9-16,-2 0 0,0-1 16</inkml:trace>
  <inkml:trace contextRef="#ctx0" brushRef="#br0" timeOffset="157521.957">11341 7668 0,'0'0'0,"0"0"0,0 0 0,-21 50 15,0 7 1,-3-4-16,0-6 0,24-47 0,0 0 0,0 0 0,0 0 0,0 0 0,-9 15 16,9-15-16,-7 17 0,-1-2 0,8-15 0,-12 15 0,1 1 15,1-1-15,10-15 16,-14 10-16,2 1 0,-1 0 0,0-5 16,-1-2-1,1 1-15</inkml:trace>
  <inkml:trace contextRef="#ctx0" brushRef="#br0" timeOffset="157714.879">11086 7712 0,'0'0'0,"0"0"0,0 0 16,0 0-16,45 25 15,-5 14 1,-5 8-16,-35-47 16,0 0-16,0 0 0,13 19 0,-2-2 15,1 0-15,-12-17 16,11 18-16,0 0 0,0-1 0,-11-17 15,12 18-15,0 0 16,0 0-16,-2-4 0,0 0 16,-1 0-16,-4-5 0,1-1 15,-1-1-15</inkml:trace>
  <inkml:trace contextRef="#ctx0" brushRef="#br0" timeOffset="157754.379">11475 7487 0,'0'0'0,"60"33"0,7 13 62,-7 15-62,-15 19 0,-45-80 0,27 81 0,-16 6 0,-11-87 0,-17 91 0,17-91 0,0 0 0,0 0 0,0 0 16,0 0-16,-19 33 0,1-1 0,18-32 0,-17 33 0,-13-2 15,3 0-15,0 0 0,-6-7 16,1-2-16,1 1 16</inkml:trace>
  <inkml:trace contextRef="#ctx0" brushRef="#br0" timeOffset="158798.237">7600 7693 0,'0'0'0,"0"0"15,0 0-15,0 0 16,-23 42-16,-9 20 31,-18 29-31,50-91 0,0 0 0,0 0 16,-19 35-16,0 0 0,0 0 0,19-35 15,-19 37-15,2 0 16,-1-1-16,4-8 0,2 0 16,-1 0-16,13-28 15,-6 12-15,3 2 0,-3-1 0,14 8 16,-2 0-16,1 0 0,-7-21 0,12 24 16,-2 1-16,1-2 0,-11-23 0,16 24 0,0 0 15,0-1-15,-16-23 0,18 22 0,2-2 16,-1 1-16,4-3 0,-1-2 15,1 1-15,-23-17 0,25 12 0,0-1 16,1 0-16,-26-11 0,12 5 0,0-1 0,-1 1 16</inkml:trace>
  <inkml:trace contextRef="#ctx0" brushRef="#br0" timeOffset="159785.993">12011 7704 0,'0'0'0,"0"0"16,0 0-16,37 44 15,-1 14 1,-19-28 0,0 44-16,-17-74 15,0 0-15,0 0 0,0 0 0,3 14 0,0-1 16,-1 1-16,-2-14 16,5 20-16,0 1 15,-2-1-15,-3-20 16,3 11-16,-1 0 0,0 0 15,-2-11-15,10 17 0,-2-2 16,0 1-16,-8-16 0,6 8 0,-1 0 0,-1 1 16,-4-9-16,3 3 0,-1 0 0,0 1 0,-2-4 0,2 2 0,-2-2 0,0 1 0,0 1 15,0-2-15,0 0 0,0 0 0,0 0 0,0 0 0,0 0 16,0 0-16,7-3 0,-2 1 0,-1 1 0,-4 1 0,4-1 16,-2-1-16,0 1 0,-2 1 0,7-17 0,-1 2 15,0-1-15,-6 16 0,5-10 0,-2 1 16,0-1-16,3-13 15,0 1-15,-1 0 0,-5 22 16,6-23-16,-1-1 0,0 1 0,-5 23 16,3-11-16,0 0 0,-1-1 15,-2 12-15,6-21 0,-1 0 0,0 0 16,-5 21-16,3-12 0,0 0 0,1 0 0,-4 12 0,3-14 0,0 1 16,0-1-16,-3 14 0,2-7 15,0 0-15,-1-1 0,-1 8 0,3-9 0,-1-1 0,-1 1 16,-1 9-16,2-5 0,-1-1 0,0 1 0,-1 5 15,2-10-15,-2 1 0,1 0 0,-1 9 16</inkml:trace>
  <inkml:trace contextRef="#ctx0" brushRef="#br0" timeOffset="162197.128">12882 7660 0,'0'0'0,"0"0"0,0 0 0,27 57 15,-10-25 1,18 50-1,-15-38-15,-20-44 16,0 0-16,0 0 0,0 0 16,4 18-16,-1-1 0,0-1 15,-3-16-15,3 9 16,-3-1-16,1 0 16,-1-8-16,-9 18 0,2 0 15,-1-1 1,8-17-16,-4 9 0,-2 0 15,2 0-15,4-9 16,-11 10-16,1-2 0,0 1 16,10-9-1,-7 5-15,1-1 0,1 0 16,5-4-16,-5-13 0,0 1 0,0 0 16,5 12-16,-3-8 0,1 2 0,0-3 15,2 9-15,-5-20 0,2 0 16,0 0-16,3 20 15,-1-22-15,0 1 16,0 0-16,1 21 16,2-21-16,1-2 15,-1 1-15,-2 22 0,2-11 16,-1 1-16,0 1 0,-1 9 0,9-22 0,0 1 16,-1-1-16,-8 22 0,5-10 0,1-2 15,-1 1-15,-5 11 0,15-13 0,-1 2 16,0-1-16,-14 12 0,9-7 0,-1 2 15,0-1-15,-8 6 0,15 5 16,0-1-16,0 1 0,-15-5 16,0 0-16,8 4 0,0-2 0,1 2 0,-9-4 0,17 14 15,-2 1-15,1-1 0,-16-14 16,9 9-16,-1-1 0,-1 0 16,-7-8-16,15 22 0,-2-1 0,1 0 15,-14-21-15,6 12 0,1 0 0,1 0 16,-8-12-16,7 19 0,0-1 0,0 1 15,-7-19-15,5 10 0,-2 0 0,0-1 16,-3-9-16,2 4 0,-1-1 0,0 1 0,-1-4 0,1 2 16,-1 0-16,0-2 0,0 0 0,1 1 0,-1-1 0,0 0 0,0 0 0,1-8 15,1 1-15,0-1 0,-2 8 0,2-5 0,-2 0 0,1 1 16,5-16-16,-1 1 0,1-1 0,-6 20 0,4-12 0,-1 2 16,0-1-16,-3 11 0,0 0 0,11-21 0,0 0 0,-1 1 15,-10 20-15,8-11 0,-3 0 0,0-1 16,-5 12-16,16-13 0,-2 1 0,0-1 0,-14 13 15,7-7-15,2 1 0,-2 0 0,2 4 0,-1 1 16,0 0-16,-8 1 0,0 0 0,4-1 16,-1 1-16,1 0 0,-4 0 0,6 10 0,-1 0 0,1-1 15,-6-9-15,3 6 0,0 1 0,0-2 0,-3-5 0,4 24 16,-1 0-16,0 0 0,-3-24 16,3 13-16,-1 1 0,-1 0 15,-1-14-15,5 25 0,-2-1 0,0 0 0,-3-24 16,3 15-16,-2-3 0,1 1 15,-2-13-15,4 23 0,0 0 16,0-1-16,-4-22 0,3 12 0,-1-1 16,0 1-16,-2-12 15,6 2-15,-1 1 0,-1-1 0</inkml:trace>
  <inkml:trace contextRef="#ctx0" brushRef="#br0" timeOffset="162739.776">13702 7815 0,'0'0'0,"0"0"0,3 51 0,-3-23 0,6 14 140,-2-21-140,-3-12 0,-1-9 0,0 0 0,0 0 0,0 0 0,0 0 0,0 0 0,0 0 0,7 4 0,0 0 0,-7-4 0,6 2 16,-6-2-16,4 2 0,0 0 0,-1-1 0,-3-1 0,12-7 0,-2 1 0,1-1 0,-11 7 0,10-14 0,1 1 0,0 0 0,-11 13 0,5-7 0,1 0 0,-1-1 0,-5 8 0,3-19 0,0 0 15,0 0-15,-3 19 0,0 0 0,3-10 0,-3-1 0,2 0 0,-2 11 0,-11-14 0,3 0 0,-1 0 0,9 14 0,-6-8 0,1 1 0,0-1 0,5 8 0,0 0 0,-18-2 16,1-1-16,0 0 0,17 3 0,-11-1 0,2 0 0,0 1 0,-10 7 0,1 0 0,-1-2 0,19-5 0,0 0 0</inkml:trace>
  <inkml:trace contextRef="#ctx0" brushRef="#br0" timeOffset="162792.849">13930 7734 0,'0'0'0,"0"0"0,37-18 16,3 13-1,-1 19 1,-6 14-1,-8 7-15,-25-35 16,0 0-16,0 0 0,0 0 0,6 15 0,-1 0 16,1 0-16,-6-15 0,1 14 0,1 1 0,-1-1 15,-4-1-15,1-1 0,-1 0 16,3-12-16,-5 9 0,0 0 0,1 0 0,-1-4 0,2 0 0,0-2 0,3-3 16,-3 3-16,0 1 0,0-1 0,0-1 0,1 0 0,1-1 0,1-1 0,-2 0 15,1 1-15,1-1 0,-3-1 0,2 0 0,0 0 0,1 1 0,-2-5 16,1 0-16,0-1 0,1 6 0,0-10 0,0 1 0,0-2 15,0 11-15,3-15 0,-2 1 16,1 1-16,-2 13 0,6-14 0,0 2 16,-1-1-16,5 2 0,-1-1 0,-1 1 15,-8 11-15,11-10 0,-1-1 0,0 0 0,-10 11 0,12-9 0,0 1 16,-2 0-16,-10 8 0,12-10 0,-1 0 0,0 2 0,-11 8 16</inkml:trace>
  <inkml:trace contextRef="#ctx0" brushRef="#br0" timeOffset="163087.236">14493 7447 0,'0'0'0,"0"0"0,0 0 15,0 0-15,20 44 16,-8 3 0,-1-3-1,-11-44 1,0 0-16,0 0 0,0 0 0,2 15 16,-1 0-16,-1 0 0,0-15 15,0 15-15,0 1 0,0 0 16,0-16-16,1 16 15,0 0-15,0-2 0,1 4 0,-1-1 16,-1 1-16,0-18 16,-1 18-16,-1-2 0,1 1 15,1-17-15,-2 18 0,0 0 0,1 0 0,-5-4 0,3 2 16,0-1-16,3-15 0,-4 9 0,0 0 0,0 0 16,4-9-16</inkml:trace>
  <inkml:trace contextRef="#ctx0" brushRef="#br0" timeOffset="163222.979">14410 7742 0,'0'0'0,"0"0"16,60-14-16,11 7 31,-17 2-31,-16 0 16,-38 5-16</inkml:trace>
  <inkml:trace contextRef="#ctx0" brushRef="#br0" timeOffset="163736.69">14813 7578 0,'0'0'0,"0"0"16,0 0-16,0 0 16,0 0-16,-30 42 15,2 6 1,28-48-16,0 0 0,0 0 0,-8 15 15,1-1-15,0 1 0,7-15 0,-5 13 0,0-3 16,0 2-16,4-3 0,0-1 0,1 1 16,0-9-16,3 6 0,0 1 0,-1 0 0,-2-7 15,4 3-15,-1 1 0,1-1 0,-4-3 16,6 2-16,-1-1 0,0-1 16,2-5-16,-1 1 0,2 1 15,-8 3-15,8-10 0,-1 1 16,0-1-16,2-3 0,-1 1 0,0-2 15,-8 14-15,7-13 0,0 0 0,0 0 16,-7 13-16,5-13 16,-1 2-16,1-1 0,-1 2 15,-1 1-15,0-1 0,-3 10 0,2-5 16,0-1-16,-1 0 0,-1 6 0,2-2 0,-1-2 16,-1 3-16,1 0 0,-1-1 0,0 1 0,0 1 0,1-1 0,-1 1 0,0 0 15,0 0-15,2 4 0,0-1 0,-1 1 0,1 5 0,0 0 0,-1-2 16,-1-7-16,2 14 0,-1-1 15,-1 0-15,0-13 0,3 17 16,-1-2-16,-1 1 0,3 1 0,-1-2 16,0 1-16,-3-16 0,3 17 0,-1-2 15,-1 2-15,-1-17 0,0 12 16,0 1-16,0-1 0,-1-3 16,1 0-16,-1 0 0,1-9 0,-2 3 0,2 0 15,-2-2-15</inkml:trace>
  <inkml:trace contextRef="#ctx0" brushRef="#br0" timeOffset="164002.892">15098 7383 0,'0'0'0,"0"0"0,0 0 15,2 42-15,-2 14 16,1-1 0,0-7-1,-1-48-15,0 0 0,0 0 16,0 0-16,1 18 0,-1-2 0,0 1 15,0-17-15,-1 18 16,1-1-16,0 0 0,-2 2 16,1 0-16,0-2 15,1-17-15,-3 18 0,1-1 16,0 1-16,2-18 0,-4 12 0,1 1 16,0 0-16,2-7 15,0-1-15,1 0 0</inkml:trace>
  <inkml:trace contextRef="#ctx0" brushRef="#br0" timeOffset="164335.671">15457 7322 0,'0'0'0,"0"0"0,0 0 16,-30 46-16,0 4 15,5-6 1,5-3-16,20-41 16,0 0-16,0 0 0,0 0 0,-4 17 15,1-3-15,-1 1 0,4-15 16,0 15-16,0 1 16,0-1-16,5 1 0,-2-1 15,0 0-15,-3-15 0,10 17 0,-1-1 16,-1 0-16,-8-16 0,12 16 0,-3-1 0,1 1 15,2-4-15,-1 0 0,1 0 16,-12-12-16,18 6 0,-3 1 0,0 0 16,-15-7-16,18-2 0,-1 2 0,-1-2 0,-5-1 15,-1 1 1,2 0-16</inkml:trace>
  <inkml:trace contextRef="#ctx0" brushRef="#br0" timeOffset="164526.91">15892 7359 0,'0'0'0,"0"0"0,0 0 0,-17 61 16,4-2-1,-7-7 1,-5-5-16,25-47 0,0 0 16,0 0-16,0 0 0,-11 14 0,1-1 0,1 2 15,9-15-15,-13 12 0,1 2 16,-1-1-16,-2-4 0,2 0 0,-2 0 15,6-5-15,0 1 0,1-1 0</inkml:trace>
  <inkml:trace contextRef="#ctx0" brushRef="#br0" timeOffset="164709.04">15717 7428 0,'0'0'0,"0"0"0,0 0 0,47 36 15,-8 10 1,-4-2-16,-2 10 16,-6-6-16,-27-48 15,0 0-15,0 0 0,8 12 0,-1 0 0,2 1 16,-9-13-16,4 7 0,0 0 0,0-1 0</inkml:trace>
  <inkml:trace contextRef="#ctx0" brushRef="#br0" timeOffset="164979.83">16048 7229 0,'0'0'0,"0"0"0,56 42 15,-10 9 1,-19 10-16,-21 11 16,-30 8-16,-24 5 15,48-85-15,0 0 0,0 0 0,-26 33 16,1 0-16,-2-1 0,-3-4 16,2-1-16,-1 1 0</inkml:trace>
  <inkml:trace contextRef="#ctx0" brushRef="#br1" timeOffset="171807.635">6454 10549 0,'0'0'0,"0"0"0,0 0 15,0 0-15,0 0 16,0 0-16,21 53 16,-8-22-1,-13-31-15,0 0 16,0 0-16,0 0 0,0 0 0,12 24 0,-2-1 0,0-1 0,-1 3 15,1-2-15,-1 1 0,-9-24 16,7 22-16,-2 0 0,1-1 16,-6-21-16,6 23 0,-2-3 15,0 1-15,-1-10 0,-1-1 0,0 0 0,-2-10 16,6 22-16,-1-1 0,-1 1 16,-4-22-16,3 12 0,0 0 0,0 1 15,4 4-15,-1 0 0,0 1 16,-6-18-16,6 10 0,-4-1 0,1 0 0,-3-9 15,3 5-15,-3-3 0,2 2 0,-2-3 0,0 1 16,0-2-16,0 1 0,0-1 16,0 0-16,0 0 15,6 2-15,-1-2 0,1 0 0,-3 0 16,1 0-16,-2 0 0,1-12 16,0-1-16,-2 0 15,-1 13-15,3-7 0,-2 0 0,0 0 16,3-17-16,0 2 0,-1-2 15,-3 24-15,7-26 0,-3 1 16,1-2-16,-5 27 16,7-26-16,-3-1 0,2 0 0,1 0 15,0 1-15,-2-1 16,-5 27-16,7-29 0,-1 2 0,0 0 16,-6 27-16,9-35 0,-3 1 15,1 0-15,4 2 0,-2 1 0,1-1 16,-10 32-16,6-15 0,-1 0 15,-1 0-15,-2 9 16,1 0-16,-3 1 0,0 5 0,2-2 0,-2 0 16,0 1-16,0 1 0,7-12 15,-4 1-15,0-1 0,-3 12 16,3-7-16,0 0 0,0 0 16,-3 4-1,1 1-15,0-1 0,0 2 16,-1 1-16,0-1 0,0 1 0,-3 10 15,0-1-15,0 1 16,3-10-16,-1 7 0,-1-1 16,1-1-16</inkml:trace>
  <inkml:trace contextRef="#ctx0" brushRef="#br1" timeOffset="171948.638">6411 10858 0,'0'0'0,"0"0"0,0 0 0,0 0 0,58-22 0,-1 6 62,-9 5-62,0-1 0,-48 12 0,0 0 0,0 0 0,0 0 0,0 0 0,16-3 0,-16 3 0,14-2 0,2-2 0,-16 4 0,15 0 0,-1-3 16,-14 3-16,14-1 0,1-1 0,-15 2 0,16-2 0,-2 1 0,-14 1 0,0 0 0,13-2 0,-13 2 0,14-2 0,0 2 0,-3-4 0,-11 4 0,10-2 0,1-1 0,-11 3 0,0 0 0,0 0 0,0 0 0,0 0 0</inkml:trace>
  <inkml:trace contextRef="#ctx0" brushRef="#br1" timeOffset="172202.761">7318 10727 0,'0'0'0,"0"0"0,0 0 0,-3 42 16,-11 3-1,1-3-15,-6-1 0,-4 0 16,23-41-16,0 0 0,0 0 0,-9 15 0,1-1 16,1-1-1,-2 1-15,3-2 0,-1 1 0,7-13 16,-8 13-16,1 1 0,0-2 0,0 0 15,1 0-15,0-1 0,-1-2 0,2 0 16,-1-1-16,6-8 0,-6 5 0,3-1 0,-1 1 16,0-8-16,0 1 0,0 1 0,3-10 0,1 1 0,0-1 0</inkml:trace>
  <inkml:trace contextRef="#ctx0" brushRef="#br1" timeOffset="172396.218">7103 10806 0,'0'0'16,"0"0"-16,0 0 0,0 0 0,0 0 15,0 0-15,47 24 16,1 9 0,-48-33-16,0 0 0,0 0 0,15 14 0,-2-2 15,1 1-15,-1 4 0,0-1 16,0-1-16,-13-15 0,12 20 0,-2-1 0,1-1 16,1 5-16,-2-1 0,0 1 0,0-1 0,-1-3 15,0 1-15,-3-7 0,0-2 0,-3 2 0</inkml:trace>
  <inkml:trace contextRef="#ctx0" brushRef="#br1" timeOffset="175276.33">8471 10325 0,'0'0'0,"0"0"15,0 0-15,0 0 16,0 0-16,0 0 15,0 0-15,-36 27 16,36-27-16,0 0 0,0 0 16,0 0-16,-8 6 0,1 0 0,0-1 0,-10 15 15,0-1-15,0 0 16,17-19-16,-16 20 0,1 1 0,-1-1 16,16-20-16,-14 23 0,0-3 15,1 1-15,13-21 0,-11 25 0,2-2 16,-2 1-16,3 2 0,-1 0 15,0-1-15,9-25 0,-6 30 0,0 0 16,1-1-16,5-29 0,-5 30 0,2-1 16,0 1-16,3-30 0,-2 32 15,0 0-15,0 0 16,-1 3-16,2-1 0,1 1 16,0-35-16,2 35 0,0-1 15,0 1-15,1-1 0,1 0 16,0 0-16,3-3 0,1 0 15,-1 1-15,-7-32 0,9 27 16,0 0-16,0 1 16,3-2-16,-1-1 0,0 1 15,-11-26-15,12 23 0,0 0 16,0 1-16,-12-24 0,5 11 16,1-1-16,0 1 15,7 9-15,0-1 16,0 1-16,-13-20 0,8 10 0,-1 2 15,0-3-15</inkml:trace>
  <inkml:trace contextRef="#ctx0" brushRef="#br1" timeOffset="176294.813">8431 10755 0,'0'0'0,"0"0"0,0 0 0,0 0 15,0 0 1,0 0-16,0 0 16,42 3-16,-42-3 0,0 0 15,0 0-15,0 0 0,9 1 0,-1 0 0,-1 0 16,10-1-16,-1 0 0,-1 0 16,-15 0-16,9 0 0,-1 0 15,0 0-15,-8 0 0,22-1 16,-2-1-16,0 0 0,-8 1 15,0-1-15,-1 1 0,-11 1 16,22-2-16,0 1 0,0-1 16,-22 2-16,13-1 0,-1 1 15,0-1-15,4-1 0,-2 2 0,1-1 16,-15 1-16,9 0 0,-1 0 16,-1 0-16,-7 0 15,3 0-15,0 0 0,0 0 16,-3 0-16,1-1 0,0 1 0,0 0 0,-1 0 0,0 0 0,0 0 15,2 0-15,-2 0 0,0 0 0,0 0 0,0 0 0,0 0 0,0 0 16,0 0-16,0 0 0,0 0 0,0 0 0,0 0 0,0 0 16,0 0-16,0 0 0,0 0 0,0 0 0,3 1 0,0-1 15,0 0-15,-3 0 0,2 1 0,0-1 0,-1 0 0,0 0 0,0 0 16,-1 0-16,0 0 0,0 8 0,-1 0 0,0 0 16,1-8-16,-1 5 0,1-1 0,0 1 15,-3 11-15,2-1 0,0-1 16,1-14-16,-1 10 0,0-1 0,0 0 0,1 7 15,0 3-15,0-3 16,0-16-16,0 10 0,0 0 16,0 0-16,0-10 0,-1 19 15,1-1-15,-1 1 0,-1-9 16,2 0-16,0 0 0,0-10 0,0 16 16,0 0-16,0 1 0,0-17 15,1 9-15,-1-1 0,0 0 16,0-8-16,-1 13 0,0 0 0,-1-1 0,1-6 15,1 0-15,0-1 0,0-5 0,-1 4 0,1-2 0,0 0 16,0-2-16,-1 0 0,1 0 0,0 0 0</inkml:trace>
  <inkml:trace contextRef="#ctx0" brushRef="#br1" timeOffset="176814.032">9253 10511 0,'0'0'0,"0"0"0,0 0 15,0 0-15,0 0 16,0 0-16,6 43 16,-1-5-1,-5-38-15,0 0 0,0 0 0,0 0 16,1 11-16,-1-1 0,1 0 0,1 0 16,-1 0-16,0 0 0,0 2 15,-1-2-15,0 1 0,1 1 16,-1 0-16,0 0 0,0-12 0,0 14 0,0-2 15,0 1-15,1 1 16,0-1-16,-1 1 0,2-1 0,-1 0 16,-1 1-16,0-14 0,3 14 0,-3 0 15,1 0-15,1-1 0,-2 1 16,1-2-16,1 0 0,-1-2 0,1 1 16,-2-11-16,0 12 0,1 1 0,1 0 15,-2-3-15,1 1 16,0 0-16,-1-11 0,1 10 0,0-1 15,0 1-15,-1-3 16,0 2-16,0-1 0,0-8 16,-1 6-16,0 0 0,1 0 0,-2-8 0,1 2 15,-2 0-15</inkml:trace>
  <inkml:trace contextRef="#ctx0" brushRef="#br1" timeOffset="177438.04">9266 10623 0,'0'0'0,"0"0"0,0 0 0,0 0 15,0 0-15,0 0 16,0 0 0,0 0-16,0 0 0,0 0 0,0 0 15,0 0-15,0 0 0,0 0 0,0 0 0,17 9 16,-2 0-16,0 0 0,-1 2 0,-1-1 16,0 0-16,-4 0 0,-1-1 15,1 0-15,-9-9 0,9 9 0,0 0 16,-1 0-16,-1-2 0,-1 0 15,0 1-15,-1-2 0,0 0 0,0 0 16,-5-6-16,3 4 16,0-1-16,0 2 0,-1-5 0,0 0 15,1 0-15,-3 0 0,2-5 0,1 2 0,-1-1 0,2-3 16,-1-3-16,0 1 16,-3 9-16,7-11 0,-2 0 0,-1 1 0,2-2 15,0 0-15,-1 1 16,1-4-16,-1 1 0,0 1 0,-5 13 15,6-15-15,-1 0 0,-1 0 0,1 1 0,1 0 16,0 0-16,-6 14 0,6-13 0,0 2 16,0-1-16,0 0 0,-1 2 0,0-1 15,-5 11-15,6-6 16,-1-1-16,-1 0 0,0 3 0,-1 1 16,0 0-16,0 0 0,-2 2 0,1 0 0,-2 1 15,1-2-15,0 1 0,0 0 0,0 1 0,-1 0 16,0 0-16,3 1 0,-1 2 0,-1-1 0,-1-2 15,3 6-15,-2 1 0,1 0 0,-2-7 0,3 12 0,-1 1 16,-1-1-16,2 5 0,-2-1 16,1 1-16,-2-17 15,2 20-15,-1 1 16,-1-1-16,2 2 0,-1-2 0,-1 1 16,2-7-16,-2-1 15,0-1-15,0 12 0,0-1 0,0 0 16,0-23-16,0 23 0,0 1 15,0 0-15,1-3 0,-1 0 0,1 0 16,-1-21-16,2 18 0,-2-1 0,0-1 16,2-2-16,-1-3 0,0 2 0,-1-13 0,3 5 0,-1 0 0,1 1 15,2-9-15,0 2 0,1-2 0</inkml:trace>
  <inkml:trace contextRef="#ctx0" brushRef="#br1" timeOffset="177801.85">9856 10747 0,'0'0'0,"0"0"0,0 0 0,0 0 0,-6 55 0,-2-4 16,5-6-1,3-45-15,0 0 0,0 0 0,0 0 0,2 13 0,-2-1 16,0 0-16,3-2 0,1 0 0,-1 0 0,-3-10 15,7 8-15,-1-1 0,1 2 0,2-5 0,0 0 0,0 0 16,-9-4-16,12 0 0,-1 0 0,-1 0 0,5-4 0,-3-1 16,0 0-16,0-5 0,1 1 15,0 0-15,-13 9 0,10-11 0,-1 1 0,1-2 16,-3 5-16,-2 0 0,1 0 0,-2-4 0,-2 1 16,0-1-16,-2 11 0,0-13 0,-1 2 0,0 0 15,-2 3-15,0-2 0,-1 1 0,-2 2 0,0 0 0,1 2 0,5 5 16,-8-7-16,0 2 0,1 0 0,-4 0 0,1 2 15,-1-2-15,11 5 0,-10-2 0,-1-2 16,0 3-16,-1-2 0,1 2 0,-1-1 16,0 3-16,1-1 0,0 0 0,11 0 0,-10 0 0,1 0 15,0 0-15,2-1 0,2 1 0,1-1 0</inkml:trace>
  <inkml:trace contextRef="#ctx0" brushRef="#br1" timeOffset="178077.407">10135 10640 0,'0'0'16,"0"0"-16,0 0 0,0 0 15,50 22 1,-9 7-16,-13 3 16,-17 9-16,-11-41 15,0 0-15,0 0 0,0 0 0,2 13 0,0 0 16,-1 0-16,-1 0 0,0-1 0,0 1 0,0-13 15,-2 13-15,0-2 0,0 1 0,-2-2 0,1-1 16,0 1-16,-1-2 0,2-1 0,0 0 0,2-7 0,-3 3 0,1 1 16,0-1-16,-1 0 0,2-2 0,0 1 0,1-2 15,0 0-15,-1 0 0,0 1 0,0-2 0,1 1 16,0 0-16,3-3 0,-3-2 16,1 1-16,-1 4 0,5-9 15,-3 0-15,0 0 0,3-2 16,-1 0-16,0 0 0,-4 11 0,7-14 15,-1 1-15,0-1 0,3-1 16,-2 1-16,1 0 0,1-3 0,-2 2 0,1 1 16,-8 14-16,9-15 0,-2 1 0,1-1 0,0-2 15,-2 3-15,0-1 0,-1 1 0,0-1 0,0 0 16</inkml:trace>
  <inkml:trace contextRef="#ctx0" brushRef="#br1" timeOffset="178370.403">10536 10402 0,'0'0'0,"0"0"0,0 0 16,0 0-16,10 40 16,-3 9-1,0 0 1,-2 7-16,-5-56 16,0 0-16,0 0 0,2 19 0,-2 1 15,0 1 1,0-21-16,1 20 0,0 1 15,0-1-15,0 2 16,0-1-16,0 0 0,-1-21 16,1 22-16,0-1 0,0 0 15,-1 0-15,0-1 0,0-1 16,0-19-16,-1 18 0,-1 1 0,1-2 16,-3-4-16,2 0 0,0 0 15,-1-7-15,1 3 0,1-3 0</inkml:trace>
  <inkml:trace contextRef="#ctx0" brushRef="#br1" timeOffset="178488.808">10477 10786 0,'0'0'0,"0"0"0,0 0 0,48-15 16,8-1 0,1 1-16,-6 0 15,-21 6-15,-30 9 0,0 0 0,5-1 16,0-1-16,-1 2 0</inkml:trace>
  <inkml:trace contextRef="#ctx0" brushRef="#br1" timeOffset="178907.346">10895 10666 0,'0'0'0,"0"0"0,0 0 16,0 0-16,-48 28 15,5 3 1,13 2-16,12-3 0,18-30 0,0 0 0,0 0 16,0 0-16,-4 9 0,2 0 0,-1 0 0,3-1 15,-2-1-15,1-1 0,1-6 0,4 7 0,-1-1 16,0-1-16,4 0 0,-2-1 0,1-2 0,-6-2 0,9 0 15,0 0-15,1 0 0,2-6 16,-1 1-16,0-1 0,-11 6 0,12-9 16,0 0-16,0 0 0,-1-6 0,-1 3 0,0-2 0,-10 14 0,8-13 15,0 1-15,-1-2 0,-1 1 0,-2 0 16,0-1-16,-2 4 0,0-1 0,1 1 0,-3 10 0,1-8 0,0 0 16,0 0-16,-3 3 0,2 0 0,0 1 0,-1 1 0,1 0 15,-1 1-15,1 2 0,-1-1 0,0 0 0,1 0 16,-1 0-16,1 1 0,0 0 0,0 0 0,1 2 0,-1-1 15,0 0-15,1 4 0,0 1 0,0 1 0,0 5 16,1 1-16,-1 0 16,-1-13-16,3 17 0,1-1 15,-1-1-15,2 4 16,-1 0-16,0 0 0,-4-19 0,3 19 16,0 0-16,-1 0 0,-1-1 15,1-1-15,-1 0 0,-1-17 0,3 14 0,-3 1 0,1 0 16,1-5-16,-1-2 0,1 2 0,-1-8 0,1 1 15,-1-2-15,1 0 0,-2-1 0,2 0 0,-1-1 16,-1 1-16,0 0 0</inkml:trace>
  <inkml:trace contextRef="#ctx0" brushRef="#br1" timeOffset="179152.18">11149 10392 0,'0'0'15,"0"0"-15,0 0 16,0 0-16,5 64 15,-3 3 1,-2 0 0,0-67-16,0 0 15,0 0-15,-1 21 0,1 1 0,0 1 16,0-23-16,-1 24 0,1 0 16,0-1-16,1 0 0,-1 1 0,0-1 15,0-23-15,1 20 0,1 2 0,-1-2 0,3 1 16,-2-1-16,0-1 0,1-5 0,0 1 0,0-1 15,0-8-15,-2 2 0,1-1 0</inkml:trace>
  <inkml:trace contextRef="#ctx0" brushRef="#br1" timeOffset="179587.774">11617 10344 0,'0'0'0,"0"0"0,-19 48 15,-4 9 48,-7 3-63,2 9 0,8 7 15,20-76-15,0 0 0,0 0 0,-3 26 0,1-2 0,1 0 0,3-1 16,-1 1-16,-1-1 16,0-23-16,6 25 15,0 0-15,0-1 0,3 0 16,-1 1-16,1-1 16,4-1-16,-1-2 0,0 3 0,-12-24 15,17 15-15,-2 2 0,-1-1 16,3-9-16,-1-1 0,1 1 15,-17-7-15,18-2 16,0-2-16,1 2 16,-1-13-16,-1 2 0,1-1 15,1-7-15,-2 2 16,1-1-16,-3-3 0,-1 0 0,-1 0 0</inkml:trace>
  <inkml:trace contextRef="#ctx0" brushRef="#br1" timeOffset="179960.687">11961 10490 0,'0'0'0,"0"0"0,0 0 0,0 0 0,0 0 0,-27 50 0,3 3 16,4-1-16,20-52 0,0 0 0,0 0 0,0 0 0,0 0 0,0 0 0,-7 17 0,7-17 0,-8 18 0,2-3 15,6-15-15,-8 17 0,1-1 0,7-16 0,-7 15 0,-1 0 0,0 1 16,1-2-16,7-14 16,-9 14-16,0-2 0,0 1 15,0-7-15,0 0 16,1 0-16,8-6 0,-6-4 0,-1 1 0,1 0 16</inkml:trace>
  <inkml:trace contextRef="#ctx0" brushRef="#br1" timeOffset="180218.449">11716 10500 0,'0'0'0,"0"0"15,0 0-15,0 0 16,28 35-16,9 12 31,-3 9-31,-34-56 0,0 0 0,0 0 16,0 0-16,9 20 0,1-1 0,-1-1 0,0 3 0,1-1 16,-1 0-16,-9-20 15,10 19-15,-1 1 0,0 0 0,-1-5 16,-1 0-16,-1 0 0,2-6 0,-2-1 15,0-1-15,-1-4 0,0 1 0,-2-1 16</inkml:trace>
  <inkml:trace contextRef="#ctx0" brushRef="#br1" timeOffset="180260.767">11927 10169 0,'0'0'16,"0"0"-16,0 0 0,0 0 15,38 19 1,9 18 0,-5 12-16,-42-49 0,0 0 15,0 0-15,13 20 0,0-1 0,1 0 0,-4 3 16,1 1-16,-2-1 0,-9-22 0,9 24 0,-3 2 0,0-2 16,-3 5-16,0-1 0,0-1 0,-3-27 15,-3 29-15,0-3 0,0 2 0,-6 0 0,0 1 16,0-1-16,-6-3 0,1 0 0,0 1 0,-3-9 15,2 1-15,-2 0 16</inkml:trace>
  <inkml:trace contextRef="#ctx0" brushRef="#br1" timeOffset="180670.577">12584 10303 0,'0'0'0,"0"0"16,0 0-16,0 0 15,17 42 1,1 9-16,-3-1 15,-2-1-15,-13-49 0,0 0 16,0 0-16,4 16 0,-1-1 0,0 1 0,0-8 16,-2 2-16,2-1 0,0 6 0,-2-1 15,1-1-15,-2-13 0,3 16 16,-2-1-16,1-1 0,1-2 0,0 0 16,-1-1-16,1-2 0,-1-1 0,0 1 0,-2-9 0,3 5 0,-3 0 15,1-1-15,1-1 0,-2-1 0,0-1 0,0-1 0,0 2 16,0-2-16,0 1 0,1-1 0,-1 0 0,0 0 15,0 0-15,2-1 0,-1-1 0,0 1 0,2-7 0,-1 2 16,1 0-16,2-5 0,0 2 0,-1-1 16,-4 10-16,6-12 0,1 0 0,-1 0 0,2-4 0,-2 2 15,0-1-15,-6 15 0,7-15 0,0 0 0,0 1 16,-7 14-16,7-16 0,0 1 0,0 0 0,1 1 0,-2 0 0,1 0 16,-1 2-16,0 1 0,0-2 15,-6 13-15,7-6 0,-2-2 0,-1 0 0,-4 8 16,4-7-16,-2 0 0,0 1 0,1-1 0,-2-1 0,0 2 15,-1 6-15,1-8 0,-1 0 0,0 0 0,-5 2 16,3 0-16,0 1 16</inkml:trace>
  <inkml:trace contextRef="#ctx0" brushRef="#br1" timeOffset="181115.357">13489 10142 0,'0'0'0,"0"0"0,0 0 0,0 0 16,0 0 0,0 43-16,3 11 31,1 2-31,-4-56 0,0 0 0,0 0 15,0 18-15,0 0 0,0-1 16,0-17-16,1 19 0,-1-1 16,0 0-16,1 2 0,-1-1 15,0-1-15,0-18 16,2 19-16,-1 0 0,-1 0 0,0-2 0,-1 0 0,0 0 16,1-17-16,-2 16 0,-1 0 0,1-2 0,-3-3 0,1-1 15,-1 0-15,1-3 0,0-3 0,1 2 0</inkml:trace>
  <inkml:trace contextRef="#ctx0" brushRef="#br1" timeOffset="181525.237">13207 10231 0,'0'0'0,"0"0"16,23-52-16,-1 9 16,3 9-16,4 13 15,7 11 1,-36 10-16,0 0 0,0 0 0,0 0 0,17 2 0,-3-2 15,1 1-15,4 5 16,-1-1-16,1 0 0,-19-5 0,21 12 16,-2-1-16,1-2 0,0 9 15,-1-2-15,0 1 0,-2 5 0,-2-1 0,0-1 0,0 3 16,-2-1-16,0 2 0,-13-24 0,10 23 0,0-1 16,1 2-16,-7-1 0,1 1 0,-1-1 15,-4-23-15,-2 23 0,1-2 16,0 2-16,-5-3 0,0-1 0,0 0 0,6-19 15,-10 17-15,-1-1 0,0-1 0,-4-1 0,2-1 16,-2 0-16,15-13 16,-18 10-16,2 0 0,0-1 0,-1-2 0,0-1 15,0 1-15,17-7 0,-16 4 0,0-1 16,0 0-16,3-2 0,-2 0 0,2-1 16,13 0-16,-11-2 0,1-1 0,-1 0 15,4-5-15,0 1 0,0-1 0,5-4 16,1-1-16,1 1 0,0 12 0,9-15 15,-3 1-15,1 1 16</inkml:trace>
  <inkml:trace contextRef="#ctx0" brushRef="#br1" timeOffset="181685.281">13890 10338 0,'0'0'0,"0"0"0,9 42 0,1 10 16,-7 4-16,-3 1 15,-3-6 1,3-51-16,0 0 0,0 0 0,2 15 0,-1-1 15,-1 0-15,1-1 0,-1-3 16,0 3-16,0-13 0,-2 6 0,0 2 0,2-2 16</inkml:trace>
  <inkml:trace contextRef="#ctx0" brushRef="#br1" timeOffset="181826.819">13809 10168 0,'0'0'0,"0"0"0,0 0 0,0 0 16,0 0-1</inkml:trace>
  <inkml:trace contextRef="#ctx0" brushRef="#br1" timeOffset="182400.641">14125 10437 0,'0'0'0,"0"0"0,52-22 16,-8-3-1,-11-1 1,-6-7-16,-12-2 0,-11 2 15,-4 33 1,0 0-16,0 0 0,0 0 16,-1-9-16,-1-1 0,1 1 15,1 9-15,-6-8 0,2 1 16,-1-1-16,-4 3 0,0 1 16,-1-1-16,10 5 15,-10-1-15,0 0 0,0 0 16,10 1-16,-10 3 0,0 0 15,0 0 1,-1 5-16,0-2 0,0 1 0,3-1 16,2-1-16,-2 1 0,2 9 0,0-2 15,0 1-15,6-14 0,-5 17 16,0-1-16,1 1 0,0-1 16,1 1-16,0-1 15,3-16-15,0 16 0,0-1 0,0 0 16,0-15-16,3 17 0,0-1 0,0 1 15,4-1-15,-2-2 0,1 2 16,3-3-16,-1 0 0,1 1 0,-9-14 16,10 10-16,1 1 0,-2-1 15,-9-10-15,13 4 0,-2 1 0,0-1 0,2-7 16,0 2-16,0-2 0,-13 3 16,18-7-16,-2-1 0,1 2 0,-1-6 15,-1 0 1,1 1-16</inkml:trace>
  <inkml:trace contextRef="#ctx0" brushRef="#br1" timeOffset="182620.032">14629 10272 0,'0'0'0,"0"0"0,0 0 0,0 0 0,0 0 0,0 0 16,0 0-16,0 0 0,0 0 0,0 0 0,0 0 0,0 0 0,0 0 0,0 0 0,0 0 0,0 0 0,0 0 0,0 0 0,-13-7 0,1 0 0,-1 1 0,13 6 0,-8-1 0,0 1 0,0 0 15,5 6-15,2 0 0,-1-2 0,2-4 0,5 10 0,-2 0 0,0-1 0,-3-9 0,6 12 0,-1 0 0,-1-1 0,4 4 16,-2-2-16,1 1 0,-7-14 0,0 0 0,5 15 0,-1-2 0,1 2 16,-2 0-16,1-3 0,-1 1 0,-3-13 0,1 16 15,-1-3-15,0 0 0,-2-2 0,0 1 0,-1-2 16,3-10-16,-5 11 0,2-1 0,0 1 0,-4-4 0,1 1 15,1 0-15,-2-4 0,-1 2 0,0-1 0,8-5 16,-9 4-16,-1-1 0,1 1 0,3-1 0,-1-1 0,1 0 16,-2-7-16,-1 2 0,1 0 0,1-7 0,2 1 0,-1-1 0,6 10 15,-3-13-15,1-2 0,1 1 0,6-3 0,0 0 16,0-1-16,-5 18 0</inkml:trace>
  <inkml:trace contextRef="#ctx0" brushRef="#br1" timeOffset="182921.327">14967 10032 0,'0'0'0,"0"0"0,0 0 0,0 0 16,0 0-16,-29 30 16,-1 6 15,30-36-31,0 0 0,0 0 0,-8 15 0,1-1 15,-1-1-15,8-13 0,-9 15 16,2-1-16,-1 0 0,1 3 16,2 0-16,0-1 0,5-16 15,-4 21-15,1-3 0,-1 1 0,4 1 0,0 1 16,0-1-16,3 0 0,0 0 0,0 1 16,-3-21-16,6 18 0,-1 1 0,1 0 15,2-2-15,0 0 0,1 0 0,4-4 0,0-1 16,-1 0-16,-12-12 0,16 8 0,-1-1 15,-1 0-15,3-7 0,-1 0 16,-1 1-16,-15-1 0,16-6 0,1 1 16,-1-1-16</inkml:trace>
  <inkml:trace contextRef="#ctx0" brushRef="#br1" timeOffset="183101.751">15334 10139 0,'0'0'0,"0"0"0,0 0 0,0 0 16,-16 46-16,-3 5 15,0-1 1,19-50-16,0 0 0,0 0 16,-7 16-16,0-1 0,0 1 0,7-16 0,-7 17 15,-1 0-15,2 0 0,-4-1 0,1 1 16,1-2-16,8-15 0,-12 16 0,1-2 0,0 1 16,0-4-16,-1-2 0,0 0 0</inkml:trace>
  <inkml:trace contextRef="#ctx0" brushRef="#br1" timeOffset="183400.569">15080 10149 0,'0'0'0,"0"0"16,0 0-16,0 0 0,0 0 15,34 30 1,-2 7-1,-32-37-15,0 0 0,0 0 0,0 0 0,8 12 0,0 1 16,-1 0-16,-7-13 0,7 15 16,1-2-16,0 1 0,-8-14 15,9 15-15,-1-1 16,0 2-16,1 2 0,1-1 16,-1-1-16,-9-16 0,9 17 0,-1 1 15,-1-2-15,3-1 0,-3-2 16,1 0-16,-8-13 0,7 6 0,0 0 15,0 0-15</inkml:trace>
  <inkml:trace contextRef="#ctx0" brushRef="#br1" timeOffset="183716.857">15468 9984 0,'0'0'0,"0"0"0,0 0 0,39 37 15,-8 7 1,-8 10 0,-4 6-16,-4 2 0,-15-62 15,0 0-15,0 0 0,6 24 16,-2 0-16,1 0 0,-5-24 16,2 25-16,-1-1 0,1 1 15,-4 1-15,2-2 0,-1 3 16,-5-3-16,1 2 15,0-1-15,5-25 16,-12 22-16,1-1 16,0 0-16,-7-7 15,3-1-15,-2 1 16,17-14-16,-17 6 0,0-2 0,2 1 16</inkml:trace>
  <inkml:trace contextRef="#ctx0" brushRef="#br1" timeOffset="184362.305">15499 9548 0,'0'0'0,"0"0"0,0 0 0,0 0 15,0 0-15,29 30 16,7 4 0,0 1-16,-36-35 15,0 0-15,0 0 0,0 0 0,13 14 0,0 0 16,0-2-16,0 4 0,-1-2 16,1 1-16,0 1 15,-3 2-15,1-1 0,-11-17 0,9 21 0,-2-2 16,2 0-16,-9-19 0,6 23 0,0-2 15,0 1-15,1 3 0,-1-1 16,0 0-16,-6-24 0,6 27 0,-1 0 16,0 0-16,-5-27 0,5 30 0,0 0 0,1 0 15,-6-30-15,3 31 0,-2-2 0,1 1 16,-2-30-16,-1 31 0,1-1 0,0 0 16,0-30-16,-3 29 0,-1-1 0,1 1 15,3-29-15,-6 29 0,1 0 16,0 0-16,5-29 0,-8 28 15,1-1-15,1-1 0,6-26 16,-10 27-16,2-1 0,-1-1 16,9-25-16,-10 24 0,0 0 0,0-1 15,10-23-15,-11 22 16,1-1-16,0 1 0,10-22 0,-11 20 0,2-2 16,-1 2-16,10-20 0,-11 16 0,1 0 15,-1 1-15,11-17 16,-8 13-16,-1 1 0,1 0 0,3-4 15,-1 2-15,0-3 0,6-9 0,-3 6 16,0 1-16,0-1 0,3-6 0,-3 5 0,2-2 16,-1 0-16,2-3 0,-1 3 0,0-1 0,0 0 0,1-2 0,0 2 15,0-2-15,0 1 0,-1 0 0,1 0 0,0 0 16,0-1-16,-2 0 0,2 0 0,0 0 0,-2-1 0,1-1 0,-1 2 0,1-1 16,0 0-16,0 0 0,0 0 0,1 0 0,0 1 0</inkml:trace>
  <inkml:trace contextRef="#ctx0" brushRef="#br1" timeOffset="200758.714">22330 7707 0,'0'0'0,"0"0"0,0 0 16,0 0-16,0 0 15,0 0-15,42 5 16,-17-4 0,-25-1-16,0 0 0,0 0 0,13 3 15,0-3 79,1 1-94,-7 0 0,-7-1 0,6 0 0,2 1 16,-8-1-16,0 0 0,14-2 0,-14 2 0,14 0 0,0-1 0,-14 1 0,0 0 0,9 0 0,-9 0 0,7-1 15,1 0-15,-8 1 0,16-2 0,-1 0 0,0-1 0,-6 3 0,-1-1 16,1 1-16,-9 0 0,13-4 0,0 1 0,-1 0 0,-12 3 0,7-3 16,0 2-16,0-1 0,-4 1 0,-1 1 0,1-1 0,-3 1 0,1 0 15,1-1-15,-2 1 0,0 0 0,1 0 0,-1 0 0,0 0 0,0 0 0,0 0 0,0 0 16,0 0-16,0 0 0,0 0 0,0 0 0,0 0 0,0 0 0,0 0 0,0 0 0,0 0 0,0 0 15,6-1-15,-1 0 0,-1-1 0,-4 2 0,3 0 0,1 0 16,-1 0-16,-1 0 0,-1 0 0,0 0 0,0-1 16,-1 1-16,0 0 0,0 0 0,0 0 0,0 0 0,0 0 0,0 0 15,0 0-15,0 0 0,0 7 0,0-1 0,0 1 0,0-7 0,0 5 16,0-1-16,0-1 0,0-3 0,2 12 0,-2 2 16,0-2-16,0-4 0,0-1 0,0-1 15,0-3-15,0 0 0,0 0 0,0-3 16,0 11-16,-1-1 0,0 2 0,0-7 15,1 2-15,0-1 0,-1 22 16,-1 0-16,1-1 16,-1 8-16,0 0 15,0 0-15,2-35 0,-2 31 0,1 1 16,0-1-16,1-31 16,-1 15-16,1 0 15,0-1-15,-3-10 16,2 1-16,-1-1 0</inkml:trace>
  <inkml:trace contextRef="#ctx0" brushRef="#br1" timeOffset="206235.669">22969 7698 0,'0'0'0,"0"0"0,0 0 16,0 0-1,0 0-15,0 0 16,0 0-16,6 49 16,-6-49-16,0 0 0,0 0 0,3 11 15,-3-2-15,1 0 0,1 10 16,-1 0-16,0-2 0,-1-17 0,1 11 0,-1-2 0,1 0 15,-1-9-15,-4 18 0,1 0 0,0-1 0,3-17 16,-3 10-16,2-1 0,-1 1 0,-4 8 0,3 0 16,-1 0-16,4-18 0,-3 10 0,1 0 0,-1-1 15,2-5-15,0-1 0,0 2 0,1-3 0,0-2 0,0 1 16,-1 0-16,1-1 16,0 0-16,0 1 0,0-1 15,0 0-15</inkml:trace>
  <inkml:trace contextRef="#ctx0" brushRef="#br1" timeOffset="206559.037">22882 7818 0,'0'0'0,"0"0"16,-6-43-16,9-1 15,-1 84 1,-2-11-16,1-17 16,54-129-16,-55 117 0,0 0 0,0 0 15,13-25-15,-2 2 16,1-2-16,1 15 0,-1-2 0,-1 2 15,0 5-15,-2 1 0,1 1 0,0 6 0,0-2 0,-1 1 16,-9-2-16,8 5 0,-1-1 0,0 1 0,2 6 0,0 0 0,-1 0 16,0 1-16,-1 1 0,0-1 0,-7-12 0,5 18 0,-2-3 0,2 1 15,-1 1-15,-1-2 0,0 2 0,2 1 0,0-1 16,1 2-16,-2-2 0,-2 0 0,0-1 0,-2-16 16,2 14-16,-1 1 0,1 0 0,-1 0 0,-1-3 15,0 2-15,0-1 0,0-1 0,0 0 0,0-12 16,-1 14-16,-1-3 0,1 2 0,-6-4 15,1 0-15,-1 1 0,-2-9 0,0 2 0,0-1 16,-2-8-16,1 0 0,1 0 0</inkml:trace>
  <inkml:trace contextRef="#ctx0" brushRef="#br1" timeOffset="206682.627">22921 7932 0,'0'0'0,"0"0"0,0 0 16,0 0-16,0 0 15,62-15-15,2 6 16,-4 8 0,-60 1-16,0 0 0,0 0 0,12-2 0,0 2 15,-1 0-15</inkml:trace>
  <inkml:trace contextRef="#ctx0" brushRef="#br1" timeOffset="207217.753">23557 7753 0,'0'0'0,"0"0"0,0 0 16,0 0-16,0 0 15,28 48-15,-28-48 0,20 65 16,-8-13-16,-12-52 0,0 0 15,0 0-15,5 14 0,-2 1 16,0-1-16,0-1 0,-2-1 0,1-1 16,-1-1-16,0 0 0,0 1 15,1-2-15,0-1 0,-1 1 0,1-1 16,-1-2-16,1 2 0,1-2 16,-2-1-16,1-1 0,0 0 0,-1-1 15,2 0-15,-3-3 0,1 2 0,1-1 0,-1 1 16,1-2-16,-2 0 0,0 0 0,0-2 0,0-1 15,0 2-15,4-8 0,-2 3 0,1-1 16,-3 7 0,3-11-16,2-1 0,-1 2 0,0-4 15,1 0-15,-1 1 16,2-2-16,-2 0 16,0 1-16,-4 14 0,6-15 0,0 1 15,0-1-15,0 1 0,-2 0 16,1 1-16,1-1 0,-1 1 15,0 1-15,0 2 16,0 1-16,0-1 0,0 1 0,-1 1 16,1 0-16,-5 8 0,4-10 0,1 2 15,-2-2-15,1 1 0,0 1 16,0-1-16,-1-2 0,0 0 16,0 0-16</inkml:trace>
  <inkml:trace contextRef="#ctx0" brushRef="#br1" timeOffset="207427.727">24115 7584 0,'0'0'0,"0"0"0,0 0 0,16 51 0,5 4 16,-4 2-16,-5-4 0,3 0 15,-15-53-15,0 0 0,0 0 16,2 19-16,-1-2 16,-1 1-16,1-3 15,0 1-15,0 1 0,-1-17 16,0 14-16,1 0 0,0 1 16,-3 0-16,0-2 0,1 2 0,-7-2 0,0 0 15,0-1-15,0-6 0,-1 0 0,1 0 0,8-6 16,-6-2-16,-1 0 0,1 0 0,2-7 0,1-1 0,0 1 0</inkml:trace>
  <inkml:trace contextRef="#ctx0" brushRef="#br1" timeOffset="207821.734">24136 7635 0,'0'0'0,"0"0"0,48-32 0,0 10 16,-48 22-16,66 2 0,-21 12 15,-23 7 1,-22-21-16,0 0 0,0 0 0,3 6 0,0-1 0,1 1 15,-3 4-15,-1 1 0,0 0 0,-3 2 0,2 0 16,-1 0-16,-3-1 0,1 0 0,1 0 0,-7-3 16,2 2-16,-1-1 0,-1-3 0,2-1 0,-1 2 15,9-8-15,-10 4 0,0 0 0,0 1 0,1 1 0,-1-3 16,1 1-16,3 0 0,1-2 16,0 1-16,5-3 0,-3 2 0,1 0 15,0-1-15,1 0 0,0-1 0,0 1 16,4-2-16,-1 1 0,-1 0 0,7-1 0,-1 1 0,0 0 15,-7 0-15,14 4 0,-2-2 0,0 1 16,6 5-16,-1-1 0,0 2 16,-5-4-16,0 0 0,-1 1 0,-4-4 15,-2 2-15,1-2 0,-3 0 0,-2-1 0,1-1 0,13 23 0,0-1 16,-2 0-16,-2 1 0,-2 1 16,1-1-16,-8-6 15,-2 0-15,1 1 0,-9-6 16,1 0-16,0 0 0,-6-3 0,0-1 0,0-1 15,-8-1-15,0 0 0,1-1 16,20-5-16,-27 2 0,2 0 0,-1 1 0,-5-6 16,0 3-16,1 0 0,-4-6 0,0 1 0,1 0 15,2-5-15,1 1 0,0-1 0</inkml:trace>
  <inkml:trace contextRef="#ctx0" brushRef="#br1" timeOffset="208498.985">22675 8484 0,'0'0'0,"0"0"15,0 0-15,0 0 0,13 48 16,-2 8-16,-6-4 16,-11-4-16,6-48 15,0 0-15,0 0 0,0 0 16,-4 15-16,0 0 0,0 0 0,-1-2 15,2-2-15,0 2 16,3-13-16,-5 10 0,1-1 0,-2 0 16,3-2-16,-1-1 0,0 2 0,4-8 15,-3 3-15,1 1 0,-1-1 0,3-3 0,-2 3 16,1-1-16,-1 0 0,1-1 16,1 0-16,0-1 0,1-2 0,-1-2 15,0 2-15,3-2 0,-1-1 0,1 1 0,-3 4 16,3-6-16,0 2 0,0-1 0,3 1 15,1 0-15,-1-1 0,6 0 0,1 1 0,-1 0 16,-12 4-16,17 0 0,1 0 16,-1 0-16,4 2 0,-2 1 15,0-1-15,-19-2 0,19 6 0,0-3 0,-1 0 16,-2 3-16,0-1 16,0 0-16,-6-1 0,1 1 0,0-1 0,-11-4 15,6 3-15,0 0 0,-1 1 0,-5-4 0,-3 4 16,2 0-16,-1 1 0,-8-1 0,1 1 0,0 0 0,9-5 0,-16 4 0,1 1 15,0-1-15,15-4 0,-19 4 0,1-2 0,0 1 16,-2-1-16,0-1 0,-1 2 0,21-3 16,-19-1-16,-1 1 0,1 0 0,19 0 15,-17-5-15,1-1 16,0 0-16,16 6 0,-9-10 16,2-1-16,-1 0 0,4 4 15,1-1-15,1-1 0</inkml:trace>
  <inkml:trace contextRef="#ctx0" brushRef="#br1" timeOffset="208941.763">23084 8858 0,'0'0'0,"0"0"0,0 0 0,0 0 0,50-29 0,-4-1 16,-11 3-16,-12 4 0,-23 23 16,0 0-16,0 0 0,7-5 0,-3 0 0,1 1 15,-2 2-15,0-1 0,0 0 0,-3 3 0,1-2 0,1 2 0,-2 0 16,-2 0-16,1 0 0,1 0 0,-5 5 16,1-2-16,-1 1 0,-5 2 0,1-1 0,0-1 15,9-4-15,-11 7 0,1-1 0,0 0 16,2 1-16,-1 2 0,0-1 15,2 0-15,1 0 0,-1 1 16,7-9-16,-6 9 0,2-2 16,-1 0-16,1 1 0,3 0 0,-1 1 0,2-9 15,2 9-15,-2-1 0,0 1 0,7-2 0,-3 1 0,1 0 0,7-6 16,-2 1-16,1 0 16,-11-3-16,18-5 0,0 2 15,0-1-15,4-5 0,-2 0 16,1 0-16,1-6 0,0 2 0,0-1 15</inkml:trace>
  <inkml:trace contextRef="#ctx0" brushRef="#br1" timeOffset="209745.33">23521 8698 0,'0'0'0,"0"0"0,0 0 0,-18 48 15,-2-4 1,4-2-16,8-3 16,9-6-16,-1-33 0,0 0 0,0 0 15,3 12-15,0-3 0,0 0 0,1-3 0,0-2 16,0 1-16,5-8 0,-1 2 0,0-1 15,-2 0-15,0 0 0,0 0 16,-3 1-16,0 1 16,0-2-16</inkml:trace>
  <inkml:trace contextRef="#ctx0" brushRef="#br1" timeOffset="209802.783">23707 8766 0,'0'0'15,"0"0"-15,0 0 0,0 0 0,-12 53 16,1-11-1,7-13-15,7-10 0,-3-19 16,0 0-16,0 0 0,5 4 0,-1 0 16,-1 0-16,-3-4 0,8 2 0,-1 0 15,-1 1-15,3-5 0,0 1 0,-1-2 0,2-2 16,-1 0-16,0-1 0,2-4 0,-1 0 0,2 1 16,-12 9-16,10-13 0,1-1 0,-2 2 0,-2-2 0,1 1 0,-2 0 15,-5 2-15,0-1 0,0 0 0,-1 12 0,-3-9 0,0 1 16,0-2-16,-5 4 0,3 1 0,0-1 0,-5 4 15,0 0-15,1 1 0,-4 2 0,1 1 16,-1-2-16,13 0 0,-14 4 0,0 0 0,0-1 0,1 4 16,0-2-16,0 2 0,13-7 15,-13 5-15,0 0 16,1 1-16,6-3 0,0-2 16,0 1-16,9-8 0,0 0 15,-1 1-15,3 0 0,-2 1 0,0 0 16,-1 1-16,1 0 0,-1 1 0</inkml:trace>
  <inkml:trace contextRef="#ctx0" brushRef="#br1" timeOffset="210104.847">24019 8622 0,'0'0'16,"0"0"-16,18 43 0,3 6 15,-12-8-15,-10-6 0,-5-8 16,-3-12 0,9-15-16,0 0 0,0 0 15,-4 3-15,3 0 16,-1-2-16,0 1 15,1-2-15,0 1 0,0-1 16,1 0-16,0 0 0,1-6 0,1 2 0,-1-1 0,2-3 0,-1-1 16,1 0-16,-3 9 0,4-14 0,0-1 0,0 2 0,3-4 15,0 2-15,-1-1 0,1 1 0,-1 1 16,1 0-16,0 4 0,-1-1 0,1 2 16,-7 9-16,6-7 0,0 2 0,0 0 15,-1 2-15,-1 1 0,0-1 16,2 6-16,0 0 0,0 0 0,-6-3 0,7 7 15,-1 0-15,1 0 0,0 5 0,-1-1 0,0 0 16,0 1-16,-1 0 0,-1 0 0,-1-1 0,0-2 16,-1 2-16,-1-4 0,0-1 0,0 3 0,-1-9 15,-2 4-15,1 0 0,0 0 0,0-1 0,0-1 0,0 1 0,3-2 0,-2-1 16,0 2-16,0-4 0,1 2 0,0 0 0,-1 0 0,1-3 0,0 0 0,0 0 0,2-5 0,-2-1 16,1 2-16,2-8 0,-2 1 0,0 1 0,5-1 0,-1 2 15,-1-1-15,3 3 0,-2 0 0,0 1 0,-6 9 0,6-4 0,-1-2 0,1 0 0,-1 4 0,-1 0 0,0 0 16,2 3-16,0 1 0,0 1 0,3 2 0,0 1 0,-2-2 15,0 5-15,0-1 0,-1 0 0,-6-8 0,6 9 16,-2 1-16,1-1 0,0 2 0,-1 0 0,1 1 16,-1-1-16,-2 1 0,0 0 0,-2-1 0,0-1 15,0-1-15,-3-1 0,0 0 0,0 0 0,3-8 16,-4 3-16,0 1 0,0-1 0,0-6 0,1-1 0,1 1 0,2-5 16,0 2-16,0-3 0,0 9 0,0 0 0,0 0 15</inkml:trace>
  <inkml:trace contextRef="#ctx0" brushRef="#br1" timeOffset="210317.928">24600 8730 0,'0'0'0,"0"0"0,0 0 0,0 0 16,43 7-16,-4-9 16,-9-13-1,-8-7-15,-22 22 0,0 0 16,0 0-16,8-10 0,-1-1 15,0 2-15,0-1 16,0-1-16,0 2 16,-7 9-16,6-10 0,-2-1 0,2 1 0,-4 2 15,0 1-15,0-2 0,-4 4 0,1 1 0,1-2 0,-5 3 0,1 0 0,0 0 16,-3 5-16,1-2 0,-1 1 0,7-1 0,-9 4 16,1 0-16,-1 1 0,2 0 0,2-2 0,-1 0 0,2 0 0,2-2 0,0 1 0,-10 13 0,0-2 15,1 1-15,-2 1 0,2 0 0,-1 0 0,5 0 0,-1-2 0,2 1 0,4 0 0,1-1 16,1 2-16,1-3 0,0 0 0,0 1 0,5-2 15,0 0-15,-1-1 0,4-1 0,0-2 0,-1 1 0,3-5 16,1 0-16,0 0 0,3-5 0,1 1 0,0 0 16,3-4-16,-1-1 0,0 2 0,0-7 0,-2 2 15,1 0-15,2-8 0,0 1 0,0 1 0,-1-5 16,1 2-16,0 0 0,-2 2 0,-2 1 0,1-2 16,-6 9-16,0-3 0,0 2 0,-10 9 0,4-5 15,-1 1-15,-1 0 0,-4 0 0,2 0 0,-1 0 0,-7-1 16,3 0-16,0 1 0,-6 0 0,3 0 15,0 1-15,-2 2 0,1 0 0,-1-1 0,3 3 16,0 0-16,0-1 0,7 0 16,-6 4-16,0-1 0,0 0 0,2 5 0,-1-1 15,2 0-15,0 2 0,2-1 0,-1 1 0,5 3 16,-1-2-16,0 1 0,6 1 0,-2 0 0,0 1 0,-6-13 16,8 12-16,-1 0 0,-1 0 0,-1-2 0,1-1 0,-1-1 0,0 3 15,-1-3-15,1 2 0,-7-2 0,1-1 0,1 2 0,-8-3 16,1 1-16,-2 0 0,9-7 0,-15 8 0,0 0 0,0-2 15,-8-1-15,1-1 0,1 2 16,-8-8-16,1 1 0,-1 1 0</inkml:trace>
  <inkml:trace contextRef="#ctx0" brushRef="#br1" timeOffset="211093.547">22535 9480 0,'0'0'0,"0"0"0,0 0 0,0 0 16,0 0-16,0 0 16,15 46-16,-7-17 15,-8-29-15,0 0 0,0 0 0,5 16 16,-2 1-16,0 0 0,-3-17 16,1 10-16,2-1 0,-2 0 0,-1-9 0,-4 18 15,2 0-15,0 0 0,0-6 0,1-1 16,-1-1-16,2-10 0,-1 23 0,1-1 0,0 1 0,0-23 15,-2 13-15,2-1 0,0 2 0,0 8 16,0 0-16,0 0 0,0-22 0,0 13 0,0-2 0,0 2 16,0-13-16,-5 13 0,2 0 0,-1 0 0,2-5 0,0-1 15,0-1-15,2-6 0,-6-8 0,1 3 0,0-2 0,2 4 16,0-2-16,0 0 0,3 5 0,-2-3 0,2 3 0,-1-3 16</inkml:trace>
  <inkml:trace contextRef="#ctx0" brushRef="#br1" timeOffset="211695.791">22508 9529 0,'0'0'0,"0"0"15,0 0-15,17-46 0,2 11 16,-2 11 0,1 12-16,5 8 15,-23 4-15,0 0 0,0 0 0,8 0 0,0 1 16,0 0-16,-8-1 0,7 3 0,1 1 15,0-1-15,1 4 0,0 0 0,-1 1 0,2 3 16,0 0-16,-1 0 0,-9-11 0,9 14 0,-2 0 0,-1 0 16,0 0-16,-1 1 0,-1 0 0,-3-1 15,0-1-15,0 0 0,-5 1 0,1-1 0,-1 1 0,4-14 16,-7 11-16,0-1 0,0 2 0,-5-3 0,2 0 16,0 1-16,-1-2 0,0-2 0,1 2 0,10-8 0,-11 4 15,1 1-15,-2-1 0,3-1 16,0-1-16,0 0 0,4-1 0,0 0 15,0-1-15,5 0 0,-4 1 0,2-1 16,-1 0-16,3 0 0,-1 0 0,0 0 0,1 0 16,2-1-16,-2 0 0,0 0 0,4-1 0,1 0 0,0 1 0,3-2 15,0 0-15,1 1 0,-9 2 0,12-3 0,-1 3 0,-1-3 0,4 3 16,-2 0-16,1 0 16,0 3-16,0 1 0,0-2 0,-13-2 15,13 5-15,0-2 0,-1 0 0,-1 4 16,0-1-16,0 0 0,-2 4 15,-2 0-15,2 0 0,-9-10 16,6 11-16,0 1 0,0-1 0,-3 0 0,-1-1 16,0 1-16,-2-11 0,-1 11 0,1 0 15,-1 0-15,-2 1 0,0-1 0,-1 0 0,-2 0 16,0 0-16,0-1 0,6-10 0,-10 9 0,1-1 16,0-1-16,-4 0 0,0-2 0,1 2 0,-4-2 15,2 1-15,1-1 0,13-5 0,-17 4 0,2-1 0,1 0 16,-3-2-16,1-1 0,0 2 0,0-4 0,0 2 0,1-1 15,15 1-15,-14-1 0,2-1 0,-1 1 16,2-2-16,1 1 0,0 1 0,10 1 16,-9-8-16,2 2 0,-1-1 0,1-4 15,3 1-15,-1 0 0</inkml:trace>
  <inkml:trace contextRef="#ctx0" brushRef="#br1" timeOffset="213130.609">23226 9574 0,'0'0'0,"0"0"0,0 0 16,0 0-16,0 0 15,0 0-15,0 0 16,0 0-16,0 0 0,0 0 16,0 0-16,0 0 0,0 0 0,0 0 0,0 0 0,0 0 15,0 0-15,0 0 0,0 0 0,0 0 0,1 1 16,-1-1-16,0 0 0,2 1 0,-2-1 0,0 0 16,0 0-16,0 0 0,0 0 0,1 2 0,-1-2 15,0 0-15,0 0 0,0 0 0,0 0 0,0 0 16,0 0-16,0 0 0</inkml:trace>
  <inkml:trace contextRef="#ctx0" brushRef="#br1" timeOffset="213419.442">23224 9874 0,'0'0'0,"0"0"0,0 0 0,0 0 0,0 0 15,0 0 1,0 0-16,0 0 16,0 0-16,0 0 0,0 0 0,0 0 0,0 0 0,0 0 15,0 0-15,0 0 0,0 0 0,0 0 16,0 0-16,0 0 0,-1 1 0,1-1 0,0 0 0,0 0 15,-1-2-15,1 1 0,0 0 0,-1-1 0,1 0 16,0 0-16,-1-2 0,-1 1 0,0 0 0</inkml:trace>
  <inkml:trace contextRef="#ctx0" brushRef="#br1" timeOffset="214075.565">23440 9692 0,'0'0'0,"0"0"0,0 0 0,0 0 15,0 0 1,41 2-16,-4 0 15,-5 1-15,-32-3 16,0 0-16,0 0 0,9 1 0,-1-1 16,0 0-16,-8 0 0,8 2 0,-1-2 15,0 1-15,1 1 16,0-2-16,-1 1 0,1-2 0,-1 1 16,0 0-16,0-2 0,0 2 0,0 0 0,4-1 15,-2 1-15,0 0 16,0-1-16,-1 0 15,-1 0-15,-7 1 0,6-2 0,0 1 0,0-1 16,-3-1-16,-2-1 0,1 1 16,-5-1-16,0-1 0,1-1 0,-4-1 15,1-1-15,0 0 0</inkml:trace>
  <inkml:trace contextRef="#ctx0" brushRef="#br1" timeOffset="214469.794">23956 9359 0,'0'0'0,"0"0"0,0 0 0,0 0 0,0 0 16,0 0-16,-4 49 15,-1 0 1,5-49-16,0 0 0,0 0 0,0 0 0,-3 13 15,3-13-15,0 13 0,-1-1 16,-1 1-16,-1-1 0,1 0 16,-2 0-16,2-1 0,0-1 15,2-10-15,-4 13 0,1-3 0,0 2 16,-1 0-16,0 2 0,1-2 0,1 0 16,-1 1-16,1-3 0,0 3 15,0-3-15,1 0 16,1-10-16,-2 11 0,2-1 15,-1 0-15,-1-2 16,0 0-16,1-2 16,-3 0-16,2-1 0,-1 0 0,0-5 15,1 0-15,0 0 0,2 0 0,-2-4 0,1-1 0,-1 0 0,3-4 16,0 0-16,0 0 16</inkml:trace>
  <inkml:trace contextRef="#ctx0" brushRef="#br1" timeOffset="-214646.021">23911 9366 0,'0'0'0,"0"0"0,0 0 0,21-36 0,0 9 15,-4 12 1,-4 6-16,-1 4 16,-12 5-16,0 0 0,0 0 0,4-1 0,0 1 15,0-1-15,-4 1 0,5 1 0,-2-1 0,0 1 0,1 2 16,-1 0-16,1 1 0,2 0 0,-1 2 16,-1-2-16,3 4 0,-1-2 0,0 1 0,-6-7 15,5 9-15,0-1 0,0 1 16,-1 0-16,-2 2 0,0-2 0,3 4 0,-2 0 15,0-1-15,0 0 16,0 1-16,-1-2 16,-2-11-16,1 14 0,-1-2 0,1 0 0,-2 1 15,1 1-15,0-2 0,-2 0 0,1 1 0,1 0 0,-3 0 16,2 1-16,-1-1 0,-1 0 16,2-1-16,-1 1 0,2-13 0,-2 11 0,1 0 0,-1-1 15,-1 1-15,1 1 0,0-2 16,-1 1-16,3-2 0,-1 2 0,2-3 0,-1 0 15,0 0-15,0-8 0,-1 8 16,1-1-16,0 0 0,-2-2 0,2-1 0,0 1 0,1-2 16,-1-1-16,0 0 0,1-1 0,-1 1 0,0-1 0,0-1 0,0 0 0,0 0 15,0 0-15,0-4 0,0 0 0,0 0 0,-3-4 0,2 0 0,0-1 0,1 9 16,0 0-16,0 0 0</inkml:trace>
  <inkml:trace contextRef="#ctx0" brushRef="#br1" timeOffset="-214515.859">23869 9575 0,'0'0'0,"0"0"0,0 0 0,0 0 16,45-19-16,6 3 15,2 5-15,-4 4 16,-49 7-16,0 0 0,0 0 0,15-3 16,-2 1-16,1-2 0,-14 4 0,12-3 0,-2 0 0,0-1 15</inkml:trace>
  <inkml:trace contextRef="#ctx0" brushRef="#br1" timeOffset="-212490.863">22108 7534 0,'0'0'0,"0"0"0,0 0 16,0 0-16,0 0 16,34 59-1,-14-23-15,-17 33 16,-3-69-16,0 0 0,0 0 15,-2 25-15,2 1 0,0-2 0,0-24 16,-2 27-16,0-2 0,1 1 0,1-26 16,-4 33-16,3 0 0,-1 0 15,4 4-15,-2-1 0,0 1 16,-2 1-16,1 0 0,1 1 16,0-39-16,1 37 0,0 2 15,0 0-15,-2 0 0,1-1 0,0 1 16,1 10-16,1 1 0,0-2 0,-2-48 15,-2 56-15,2-1 0,0 1 16,-3-4-16,1 2 0,-1-2 0,0-4 0,1 1 16,0 0-16,2-49 0,-5 47 15,2 2-15,0-2 0,3-47 0,-2 45 0,1-2 16,-1 2-16,5-6 0,-1 0 0,1 1 0,3 4 0,-3-1 16,1 2-16,-1 0 0,0 0 15,0 1-15,-3-46 0,1 43 0,0 2 0,0-1 0,1 2 16,-2-1-16,0 0 0,0-3 0,1 1 0,0-1 15,-2-2-15,0-3 0,1 2 16,-2-3-16,1 0 0,0 0 0,1-36 0,-2 33 0,2 0 16,0 0-16,-1 3 0,-1-1 0,1-1 15,-1-4-15,0 0 0,1 0 16,-2-16-16,3 0 0,-1 0 0,-3-22 16,0 1-16,0 1 0,4 6 15,-3-20-15,1 1 0,-1 0 0,1 7 16,1 1-16,1 2 0</inkml:trace>
  <inkml:trace contextRef="#ctx0" brushRef="#br1" timeOffset="-210655.12">22137 7472 0,'0'0'0,"0"0"0,0 0 0,0 0 15,43-19-15,-17 8 16,45 1-1,8 3-15,-79 7 16,0 0-16,0 0 0,28-2 0,-1 1 16,0-1-16,-27 2 15,30-1-15,-1 0 0,1-1 16,6 2-16,0-2 16,-1 0-1,4 0-15,-1 1 0,0-1 0,-38 2 16,43-1-16,0-1 0,0 1 15,15-1-15,0-1 0,0 0 0,7 0 0,0 0 16,1-1-16,-5 1 16,1-1-16,1 1 0,-9 0 15,0-1-15,0 1 0,-54 3 0,51-3 0,0-1 0,-1 0 0,-2 0 16,1-1-16,-1 1 16,-3-2-16,1 2 0,0-2 0,2 0 15,-1 1-15,0-1 0,-2 0 0,-1-1 16,0 1-16,-3 1 0,0-3 15,0 3-15,3-2 0,-1 0 0,0 1 0,-2-2 16,0 3-16,1-1 0,-8-2 16,1 2-16,-2 0 15,-5-1-15,-1-1 16,-1 1-16,-26 7 16,13-4-16,0 0 0,-1 0 15,-6-2-15,-2 0 0,1 0 16,-4 3-16,1 0 0,-1 1 15,14-5-15,-3 2 0,2 0 16,-7 1-16,2 2 16,-2-1-16,10 0 0,-2 2 15,2-1-15,-7 0 0,-1 1 0,-1 0 16,6 7-16,-1 0 16,0-2-16,-6-1 15,1 2-15,-2-2 0,6 5 16,0-1-16,-2 1 0,-2-3 15,-3 0 1,0 0-16,3 6 0,-1 2 0,0-1 16,-3-5-16,-1-1 15,1 1-15,0 13 0,0-1 0,-1 0 16,0 5-16,0 0 16,-1-2-16,0 3 0,0-2 15,-1 1-15,1 2 16,-1-1-16,0 2 15,0 0-15,-1 0 0,0 0 16,-2 3-16,2 0 0,0 0 16,-1 1-16,-1 1 0,1 1 0,-3 0 15,2 0-15,-1 0 0,0 3 0,0 0 16,0 0-16,-3 1 0,0 1 0,1-2 0,-2 5 16,2-1-16,-1 1 15,2 2-15,1-1 0,-1 0 16,-1 10-16,-1 1 0,2-2 0,2 1 15,0 0-15,1-1 0,-1-5 16,1 1-16,-1 0 16,0-6-16,0 1 0,1-2 15,-2-7-15,1 2 0,1-2 16,-4 12-16,2 0 0,-1 0 16,5 5-16,-1-1 0,0 2 15,3-6-15,-1-1 0,-1 0 0,-2-6 16,0-3-16,0 1 15,-1-3-15,1-2 16,-1 0-16,1-15 0,1-1 16,-1 0-16,-1 11 15,0 0-15,1 1 0,-1 10 16,1 1-16,1-1 16,-1 4-16,0 0 15,0-1-15,0-4 0,1-1 0,0 0 16,-1-18-16,1-1 0,0 1 0,2 5 15,-2 0-15,1 0 0,1-10 0,-2-1 16,0 2-16,-3-1 0,1 3 0,1-2 16,-2-5-16,3-2 0,-1 1 15,-1-5-15,1 1 0,0-1 0,0-2 0,1 1 0,-1-1 0,-2 9 0,1 0 0,1 0 16,-1-3-16,1-2 0,0 1 16,-2 4-16,0 0 0,0-1 0,0-2 0,2-2 0,-2 1 15,-3 3-15,0 0 0,0-2 0,1-1 0,1-1 0,1 0 16,-9 1-16,-1-2 0,1 1 15,4-1-15,2-1 0,-1 1 0,-13-2 0,2 0 0,-1 0 16,8 0-16,1-1 0,0 1 0,-15-1 16,1 0-16,-1 1 0,-1-1 15,2 0-15,0 0 0,0-1 0,1 1 16,1 0-16,-3-1 16,0 1-16,0 0 0,0 1 15,0-1-15,0 0 0,-2 1 16,0-1-16,-1 1 0,1 1 0,1-2 0,-1 0 15,-3 0-15,0 0 0,0 0 0,-3 0 0,0 0 16,1 0-16,-16 1 0,1 0 0,0-1 0,-9 2 16,2-2-16,0 1 0,-3 0 0,2 2 15,-2-3-15,57 0 0,-48 3 0,-1-2 0,0 0 0,6 1 16,1 0-16,0-1 0,-3 2 0,2-1 16,-1-1-16,-1 1 0,0-1 0,0 1 0,6 0 15,2-1-15,-1-1 0,38 0 0,-32 0 0,0 0 16,0 0-16,4 0 0,0 0 0,1 0 15,0-1-15,0 1 0,0 0 16,-1 0-16,2 0 0,0 0 16,26 0-16,-26-2 0,1 2 0,0 0 15,-3 2-15,-2-2 16,2 0-16,14 0 16,-1 0-16,0 0 15,-8-2-15,1 2 16,1-1-16,9 0 15,0 1-15,2-1 0,0-1 16,0 1-16,0-1 16,10 2-16,-6-1 0,2-1 0,0 1 0,2 0 0,1 1 15,-1 0-15,2-1 0,0 0 0,0-1 0,1 1 0,-1 1 0,0-1 0,1 1 0,-1 0 0,0 0 0,0-2 0,0 2 0,0 0 0,0 0 16,0 0-16,0 0 0,0 0 0,0 0 0,0 0 0,0 0 0,0 0 0,0 0 0,0 0 0,0 0 0,0 0 16,0 0-16,0 0 0,0 0 0</inkml:trace>
  <inkml:trace contextRef="#ctx0" brushRef="#br2" timeOffset="-198796.096">16653 5231 0,'0'0'15,"0"0"-15,0 0 0,0 0 16,0 0-16,0 0 16,0 0-1,0 0-15,0 0 0,0 0 16,0 0-16,0 0 0,0 0 0,0 0 0,0 0 15,0 0-15,0 0 0,0 0 0,0 0 0,8 19 0,-1 1 16,0 0-16,-5 1 0,-1 2 16,-1-1-16,0-22 0,0 11 0,0 0 0,0 0 15,0-11-15,0 29 0,-1 1 16,0-2-16,1-28 0,1 32 0,-1-1 16,0 0-16,0-31 0,-2 34 0,2-1 15,0 1-15,0-34 0,3 37 0,-3 0 16,1-1-16,-1-36 0,0 0 0,2 38 0,0 0 15,-1 0-15,-1-38 0,2 41 0,-1-1 16,1 1-16,1-1 0,-1 2 0,0-2 16,-2-40-16,-1 49 0,0 0 0,0-1 15,1-48-15,-2 49 0,1 1 0,1-2 0,0-48 16,0 0-16,-2 51 0,1 0 0,1-3 0,0-48 0,1 55 0,0-2 16,0 1-16,-1-54 0,3 56 0,-1 0 15,0 0-15,-2-56 0,5 59 0,-1-1 16,0 0-1,-4-58-15,1 61 0,0 0 0,0 0 16,-1-61-16,4 65 0,0 1 0,0 0 16,-4-66-16,7 73 0,-1 0 15,0 1-15,-6-74 0,6 77 16,0 1-16,0 0 0,1-6 16,1 0-16,-2 1 15,-6-73-15,6 66 0,-2 1 16,1 0-16,1 1 0,-1-1 0,-1 1 15,-4-68-15,-1 64 0,1 0 0,0-1 16,0-63-16,-8 49 0,2-1 0,0 0 16,5-2-16,0 1 0,0-1 15,1-46-15,-3 54 0,2-1 0,-1 0 0,2-53 16,-1 59-16,-1 0 0,1-1 0,1-58 0,0 61 0,0-1 16,0 1-16,0-61 0,-1 76 0,0 1 15,1-1-15,-6 2 0,3 0 0,0 0 16,3-78-16,-3 78 0,1-1 0,0 0 15,2-77-15,-2 72 0,2-1 0,0 0 0,-2 2 16,1 1-16,1-1 0,0-73 0,-3 72 16,1 1-16,1 1 0,-2-9 0,0 0 0,1 0 0,-2-5 0,1 1 15,-1-2-15,4-59 0,-5 52 0,2-2 0,0 1 0,0-4 16,0-1-16,0 1 0,-1-1 0,1 2 0,0-3 16,3-45-16,-3 57 0,0-3 0,0 1 0,0 1 0,0-2 15,-1 1-15,4-8 0,0 1 0,0-1 16,-1-7-16,1-1 0,0 1 0,0-40 15,-3 45-15,1 0 0,1-1 0,-4 1 0,1 0 16,-2-1-16,2-7 0,1 1 0,0 0 0,1-6 0,1 0 0,-1-1 0,5-1 16,-3-3-16,1 3 0,1-15 0,-2-2 0,1 1 15,1 14-15,-2 0 0,0-1 0,0 2 0,0-2 0,0 0 0,0 0 0,0-1 16,0 0-16,0-1 0,0 0 0,0-1 0,-1-1 16,0 1-16,0 0 0,0-13 0,1 1 0,0-1 15,1 10-15,-1 1 0,0-1 0,0-10 0,0 1 16,0-1-16,2 8 0,0 0 0,0-1 0,1-8 15,-3 0-15,1 1 0,3 2 16,-3 1-16,1-1 0,-1-5 0,0-2 0,0 1 0,0-4 16,-1 0-16,0-1 0,0 6 0,0-1 0,0 1 0,0-4 0,0 1 0,0-1 0,0-2 15,0-1-15,0 0 0,6-7 0,-2-1 0,1 1 0,-2 2 0,0 1 0,0-1 0,4-9 0,-1 1 16,-1 1-16,-5 11 0,0 0 0,0 0 0</inkml:trace>
  <inkml:trace contextRef="#ctx0" brushRef="#br2" timeOffset="-197177.862">21707 4539 0,'0'0'0,"0"0"0,0 0 0,0 0 15,0 0-15,0 0 16,0 0-16,0 0 15,0 0-15,0 0 0,0 0 0,20 18 16,-1 0-16,1 1 0,-20-19 0,12 11 16,-1 0-16,-1-1 0,-10-10 15,10 21-15,-1-3 0,-1 2 0,-8-20 16,6 10-16,-2 0 0,0 0 16,-6 13-16,-1-1 0,0 0 15,3-22-15,0 0 16,-1 26-16,1-1 0,0-1 15,1-10-15,-1-1 16,0-1-16,0-12 0,6 33 16,-1-2-16,-1 0 0,-4-31 15,3 37-15,-3 0 0,1-2 0,3 1 16,-1 1-16,-1-2 0,-2-35 0,2 36 0,-1 1 16,1 0-16,-2-37 0,0 34 15,1 2-15,0-2 0,-1-34 0,-1 35 0,0-1 16,1-1-16,0-33 0,-3 35 0,3 0 15,-1-1-15,1-34 0,-2 43 0,0-1 16,0 1-16,-1 0 0,1 2 0,-1-1 16,3-44-16,-1 50 0,1-1 0,0 0 0,7 0 0,0 1 15,-1-1-15,-6-49 16,1 51-16,-1-1 0,0 1 0,0-51 16,-2 49-16,1-2 0,0 2 0,0 1 15,1 1-15,0-1 0,0-50 0,-1 53 0,0-1 16,0 0-16,1-52 0,0 55 0,-1 1 15,0-2-15,1-54 0,1 60 0,-1-2 16,0 1-16,0-59 0,1 61 0,1 1 16,-1-2-16,-1-60 0,4 62 0,-2 0 15,1 0-15,0 0 0,0-1 16,0-1-16,-3-60 0,3 63 16,0 0-16,0-1 0,-3-62 0,2 73 0,-1-1 15,1 3-15,-2-75 0,1 79 0,1 1 16,-1-2-16,-1-78 15,3 78-15,1-2 0,-1 1 16,-4-4-16,1-2 16,-1 2-16,1-73 15,4 71-15,-2 1 0,0 0 0,3-6 16,1-1-16,0-1 0,-3 0 16,0-2-16,0 0 0,1-3 0,0-2 15,0 1-15,-4-58 0,0 57 0,-1-1 16,0 0-16,-4 3 0,2-1 15,0 0-15,3-58 0,-3 58 0,0 0 16,0 0-16,1-1 0,2-1 0,-1 1 0,-1 12 16,2 0-16,0-1 0,3 4 0,-1-2 15,-1 2-15,-1-72 0,3 69 0,-3 0 16,1 0-16,-2 6 0,0 0 0,0 0 16,-3 2-16,2 0 0,-1 0 15,-1 2-15,1 0 0,0 0 0,2-6 0,0 1 16,0 1-16,1-75 0,2 81 0,-1 2 0,1-1 15,-4 10-15,2-1 0,-1 1 0,0 2 0,1-2 16,0 1-16,-2 4 0,0 2 0,-1-2 0,-3 1 16,2 1-16,-1-3 0,1 0 0,0-3 15,0 1-15,-5 62 0,1 1 0,0 0 0</inkml:trace>
  <inkml:trace contextRef="#ctx0" brushRef="#br2" timeOffset="-192983.229">9214 8294 0,'0'0'0,"0"0"0,0 0 0,0 0 16,0 0-16,0 0 15,0 0-15,0 0 16,0 0-16,0 0 0,0 0 0,0 0 16,0 0-16,0 0 0,0 0 0,0 0 0,0 0 15,0 0-15,0 0 0,4-2 0,1 1 0,-2 0 0,0 0 16,0 1-16,-1-1 0,-2 1 0,8 0 16,0 0-16,0 0 0,-8 0 0,5 1 0,-1-1 0,0 0 15,10 0-15,-1 0 0,-1 0 16,-12 0-16,9 0 0,-3 0 0,1 0 0,-7 0 15,16-2-15,-2 2 16,0-1-16,-14 1 0,9 0 0,-1-1 16,-1 1-16,-7 0 0,12-2 0,-2-1 15,1-1-15,-11 4 0,7-2 0,-2 2 16,1-1-16,-6 1 0,3-2 0,-1 2 0,-1-1 16,0 1-16,0 0 0,0 0 0,-1 0 0,0 0 0,0 0 0,0 0 0,0 0 15,0 0-15,0 0 0,0 0 16,0 0-16,0 0 0,0 0 0,0 0 0,0 0 15,0 0-15,0 0 0,0 0 0,0 0 0,0 0 16,0 0-16,0 0 0,0 0 0,5 0 0,-1 0 16,1 0-16,-5 0 0,4 0 0,-1 0 0,0 0 0,-2 0 0,0 0 15,0 0-15,-1 0 0,-2 13 0,1-3 0,1 1 0,0-11 0,-1 7 16,0 0-16,0 0 0,1-7 0,-3 12 0,2 0 16,-1 0-16,2-12 15,-3 7-15,3 0 0,-1 0 0,-1-4 0,2-1 0,0 0 16,0-2-16</inkml:trace>
  <inkml:trace contextRef="#ctx0" brushRef="#br2" timeOffset="-192559.809">9838 8226 0,'0'0'16,"0"0"-16,0 0 0,0 0 0,0 0 15,0 0 1,-6 51-16,6-51 0,0 0 0,0 0 16,-2 15-16,1 0 15,-1-1-15,2-14 16,0 0-16,-2 10 0,0 0 0,2-10 0,-2 10 0,-2 0 15,1-1-15,-1 0 0,4-9 0,-5 8 16,1-1-16,-1 0 0,5-7 0,-6 3 16,1-1-16,1 1 0,-2-6 15,2 1-15,0-1 0</inkml:trace>
  <inkml:trace contextRef="#ctx0" brushRef="#br2" timeOffset="-192199.08">9825 8221 0,'0'0'0,"0"0"0,0 0 0,0 0 15,40-29-15,-8 12 16,-15 11 0,-17 6-1,0 0-15,0 0 16,6 2-16,-2-1 0,0 2 16,-4-3-16,4 3 15,1 1-15,0 1 0,-5-5 0,5 6 0,-1 0 16,0 2-16,-1 1 0,0 0 15,0 0-15,-3-9 0,2 10 0,0-1 16,0 0-16,2 0 0,-2 0 0,1 0 16,-3-9-16,2 8 0,-1-1 15,-1 1-15,0-8 0,1 10 0,-1-1 0,0 0 0,-3 0 16,2 0-16,-1 0 16,-1-3-16,2-1 0,-1-1 0</inkml:trace>
  <inkml:trace contextRef="#ctx0" brushRef="#br2" timeOffset="-192066.524">9914 8326 0,'0'0'0,"0"0"0,0 0 16,0 0-16,0 0 16,57-17-16</inkml:trace>
  <inkml:trace contextRef="#ctx0" brushRef="#br2" timeOffset="-191440.853">12151 8255 0,'0'0'0,"0"0"15,0 0-15,0 0 16,0 0-16,0 0 16,0 0-16,0 0 15,0 0-15,0 0 0,0 0 0,0 0 16,10 13-16,-2 0 0,-1 0 0,-7-13 0,8 13 16,-3-1-16,0 0 62,-5-12-62,4 8 0,-4-8 0,4 9 0,-1 0 0,-3-9 0,0 0 0,3 7 0,-3-7 0,4 6 0,0 1 16,-4-7-16,0 0 0,4 5 0,-4-5 0,3 4 0,0 1 0,-3-5 0,0 0 0,2 1 0,-2-1 0,1 3 0,1-1 0,-2-2 0,0 0 15,1 1-15,-1-1 0,1 0 0,1 2 0,-2-2 0,0 0 0,0 0 0,0-2 0,1 1 0,0 1 0,-1 0 0,4-5 16,-2 1-16,0 0 0,1 0 0,-1 2 0,1-2 0,-1 3 0,-1 0 16,-1-1-16,2 1 0,-2 0 0,0 0 0,0 1 0,7-12 0,0-1 15,0 0-15,-7 13 16,7-13-16,2-1 0,-2 1 0,-7 13 15,7-11-15,-2 2 0,1-1 0,-6 10 0,5-9 16,-2 1-16,1 0 0,-4 8 0,3-5 0,-1-1 16,-1 1-16,-1 5 0,1-2 0,0 0 0,0 0 15</inkml:trace>
  <inkml:trace contextRef="#ctx0" brushRef="#br2" timeOffset="-191027.483">13480 8045 0,'0'0'15,"0"0"-15,0 0 16,26 43-16,-11 2 31,-16-7-31,-3-2 0,4-36 0,0 0 16,0 0-16,0 0 0,-3 11 0,2 2 0,-1-2 15,2-11-15,-1 9 0,0 2 0,0-2 16,1-9-16,-1 7 0,1-1 0,0 0 0,0-6 0,-1 3 16,1 0-16,0 0 0,0-3 0</inkml:trace>
  <inkml:trace contextRef="#ctx0" brushRef="#br2" timeOffset="-190431.978">13495 8031 0,'0'0'0,"0"0"0,0 0 15,0 0-15,48-3 16,-7 12 0,-13 4-16,-28-13 0,0 0 0,0 0 15,6 4-15,-3 0 0,1-2 0,-4-2 0,5 7 16,-1-2-16,0 2 0,-4-7 0,4 8 16,-2 0-16,0 0 0,-3-2 0,1 1 0,0 0 15,0-7-15,-3 7 0,0 1 0,0-1 16,3-7-16,-6 7 0,0-2 0,1 1 0,5-6 0,-6 6 15,0 0-15,1-3 0,5-3 0,-5 3 0,0 0 0,1-1 16,-2 1-16,1-2 0,1 0 0,4-1 16,-4 1-16,1 0 15,-1-1-15,4 0 0,-1 0 0,-1 0 0,1 0 0,1 0 0,0 1 16,0-1-16,0 1 0,4-1 0,0 1 0,-1-1 16,-3 0-16,5 3 0,0-1 15,1 0-15,-6-2 0,8 3 16,-1-1-16,-1 2 0,3-1 15,0 0 1,-1 2-16,-8-5 0,10 4 0,-1 0 0,1 0 16,-3-1-16,-2 1 15,0-2-15,-1-1 0,-2 0 0,1 0 16,-3-1-16,3 3 0,-1-2 0,0 1 0,0 0 16,-1-1-16,0 2 0,-1-3 0,-2 3 0,1 0 15,0 1-15,1-4 16,-6 2-16,2 2 0,-2 1 0,6-5 15,-10 3-15,-1 2 16,0-1-16,11-4 0,-16 5 0,0 0 16,-1 0-16,-2-2 0,-1 0 15,1 2-15</inkml:trace>
  <inkml:trace contextRef="#ctx0" brushRef="#br2" timeOffset="-186226.274">13766 8259 0,'0'0'0,"0"0"0,0 0 0,0 0 15,0 0 1,40-35-16</inkml:trace>
  <inkml:trace contextRef="#ctx0" brushRef="#br2" timeOffset="-179976.027">16993 7320 0,'0'0'0,"0"0"0,0 0 0,0 0 16,0 0-16,13 45 15,-5-18 1,-8-27-16,0 0 0,0 0 0,0 0 0,3 17 16,-1 0-16,0 0 0,-2-17 0,2 9 15,-1 1-15,0-2 0,-1-8 0,-3 18 0,1 0 16,1 0-16,1-18 0,-2 9 0,1 1 15,-1-1-15,2-9 0,0 14 0,0-1 16,0 1-16,0-14 0,1 6 0,-1 3 16,0-2-16,0-7 0,0 3 0,0-1 15,0 1-15,0-3 0,0 1 0,0 1 0,0-2 0,0 1 0,0-1 16,0 0-16,0 0 0,-1-10 0,1 0 0,-1 0 16,1 10-16,-1-6 0,0-1 0,1 2 0,0 5 15,-2-15-15,1 2 0,-1-1 0,2 14 16,-1-9-16,0 1 0,0 2 15,1 6-15,2-19 0,-2 1 16,0 1-16,0 17 0,2-11 16,-2 1-16,0-1 0,0 11 15,3-16-15,0 1 0,0-1 16,-3 16-16,1-9 0,1 1 0,-1 0 16,-1 8-16,0 0 0,7-12 0,1 0 0,-2 2 15,-6 10-15,5-5 0,-1-1 0,0 1 16,-4 5-16,10-3 0,-1 0 0,1 2 15,-10 1-15,6-2 0,-2 1 0,1 0 16,-5 1-16,13 8 0,1 0 0,-2-1 16,-12-7-16,8 6 0,-1-2 0,-1 0 0,-6-4 0,12 15 0,0 1 15,0-1 1,-12-15-16,6 9 16,0-1-16,0 0 0,-6-8 15,8 13-15,-3 2 0,0-1 0,-5-14 16,4 8-16,-1 0 0,-1-1 0,-2-7 15,0 0-15,2 2 0,-1 1 16,-1 0-16,0-3 0,1 0 0,-1 1 0,0 1 0,0-2 0,1 0 16,-1 0-16,0 0 0,1-5 0,0 1 0,0 0 15,-1 4-15,1-4 0,-1 2 0,1 0 0,-1 2 0,5-16 0,-2 0 16,0 1-16,-3 15 0,3-9 0,-2-1 0,1 1 16,-2 9-16,8-17 0,0 1 0,1-2 0,-9 18 15,5-10-15,0 1 0,-1-1 0,-4 10 0,12-11 0,-3 0 16,0 0-16,-9 11 0,0 0 0,6-5 0,-2-1 15,1 1-15,-5 5 0,9-3 0,-3 3 0,1-2 16,-7 2-16,5 0 0,-1 0 16,0 0-16,-4 0 0,7 14 0,-1-2 0,0 2 0,-6-14 15,4 6-15,-1 2 0,0 1 0,-3-9 0,4 22 16,-2 0-16,1 0 0,-3-22 0,2 13 0,-1 0 16,0-1-16,-1-12 0,3 22 0,0-2 0,0 3 15,-3-23-15,2 10 0,0 2 0,-1 0 0,-1-12 16,-3 18-16,2 1 0,-1 0 0,2-19 0,-2 10 0,1 0 0,0 0 15,1-10-15,-1 4 0,1 0 0,0 0 0,0-4 0,-1 1 0,1 1 0,0-1 0</inkml:trace>
  <inkml:trace contextRef="#ctx0" brushRef="#br2" timeOffset="-179679.89">17623 7447 0,'0'0'0,"0"0"0,0 0 16,0 0-16,-15 39 15,6-16 1,-9 22-16,18-45 16,0 0-16,0 0 0,0 0 0,-3 8 0,0 0 0,0 0 15,3-8-15,-3 11 0,1-1 0,0 1 0,2-11 0,-2 6 16,1 0-16,-1-1 0,2-5 0,9 7 0,-3-2 15,1 2-15,-7-7 0,5 4 0,0-1 0,-1 0 16,-4-3-16,15-8 0,-2 1 0,1 1 0,-14 6 16,7-6-16,1 2 0,0-1 0,-8 5 0,11-12 0,1-1 15,-1 1-15,-11 12 0,8-8 0,-3 2 16,0-1-16,-5 7 0,5-14 0,0-1 0,0 2 16,-5 13-16,3-8 0,-2 1 0,1-1 0,-2 8 0,0 0 15,-5-13-15,1 1 0,-2 0 0,3 4 0,0 1 16,0 1-16,3 6 0,-10-6 0,0-1 0,1 2 0,9 5 15,-7-3-15,3 0 0,-1 0 0,5 3 0,-3-2 16,2 2-16,-1-1 0,2 1 0,-12 3 16,1-1-16,0 0 0,11-2 0,-7 4 15,0-3-15,0 1 0</inkml:trace>
  <inkml:trace contextRef="#ctx0" brushRef="#br2" timeOffset="-179215.124">17783 7439 0,'0'0'0,"0"0"0,0 0 16,0 0-16,0 0 15,41-11-15,-2 16 16,-39-5-16,0 0 0,0 0 15,0 0-15,11 7 16,-1-2-16,0 1 0,-10-6 0,6 4 0,-1 2 0,1-3 0,-6-3 16,8 9-16,-2 0 0,1-1 0,-3 2 0,-1-3 15,0 2-15,-3-9 0,2 9 0,-2 1 0,1-1 16,-1-9-16,-2 7 0,0-1 0,-1 0 0,-1-1 0,0-1 16,0 2-16,4-6 15,-5 2-15,2 0 0,0 1 0,-1-1 16,2-2-16,0 0 0,2 0 0,-4-3 0,1 2 15,0-1-15,3 2 0,-3-5 0,2 1 16,-1 1-16,0-4 0,1 2 16,0-2-16,1 7 0,1-8 0,0 0 15,0 0-15,-1 8 0,2-9 16,-1 1-16,-1-1 0,4-1 16,-1 1-16,0 1 15,-3 8-15,5-10 0,-2 2 16,1-2-16,-4 10 0,5-9 0,0-1 0,0 0 0,-1 4 15,-2 0-15,0 0 0,1 3 0,-3 0 16,1 1-16</inkml:trace>
  <inkml:trace contextRef="#ctx0" brushRef="#br2" timeOffset="-178935.974">18167 7116 0,'0'0'0,"0"0"0,0 0 0,0 0 15,0 0 1,7 54-16,-6 0 31,-1-54-31,0 0 0,0 0 0,1 16 0,0 0 16,0 0-16,-1-16 0,-1 17 0,0-1 15,0 1-15,1-17 0,0 17 0,0 0 16,0 1-16,0-18 0,0 18 0,0-1 16,0-1-16,0 0 15,0-2-15,0 1 0,0-15 0,1 14 16,-1 0-16,0-1 0,1 0 15,-1 1-15,0-1 0,0-13 16,-4 10-16,2 1 0,0 0 16,2-11-16,-6 4 0,0-1 0,0 1 15,6-4-15</inkml:trace>
  <inkml:trace contextRef="#ctx0" brushRef="#br2" timeOffset="-178780.73">18032 7440 0,'0'0'0,"0"0"0,0 0 15,0 0-15,0 0 16,50-24-16,-2 7 31,-48 17-31,0 0 0,0 0 0,0 0 0,14-4 0,-1 0 0,0 0 16,-13 4-16,12-4 0,0 1 0,-1 1 0,1-2 15,-3 2-15,2-2 0,-5 2 0,-1 0 0,1 0 16,-6 2-16,0 0 0</inkml:trace>
  <inkml:trace contextRef="#ctx0" brushRef="#br2" timeOffset="-178254.008">18409 7343 0,'0'0'0,"0"0"0,0 0 15,0 0-15,0 0 16,0 0-16,0 0 16,0 0-16,0 0 0,0 0 15,0 0-15,0 0 0,0 0 0,0 0 0,-12 10 16,-2-1-16,1 1 0,3 3 0,2 0 0,-1-1 15,9-12-15,-6 12 0,1 0 16,1-1-16,1-1 0,1 0 0,0-1 0,2-9 16,1 8-16,-1-2 0,0 2 15,0-8-15,2 7 0,-1-1 0,-1-1 0,3 1 16,0-2-16,-1 1 0,-2-5 0,3 4 16,-2-3-16,1 2 0,-2-3 0,3-2 0,0 0 0,1 0 15,-4 2-15,5-7 0,0 0 0,0 0 0,4-2 16,-3-1-16,0 0 0,-6 10 0,7-10 15,-2 1-15,1-1 0,-6 10 0,3-10 0,0 0 16,0 0-16,1 1 0,-2 2 16,1-1-16,-3 8 0,3-6 0,-1 0 15,0 0-15,-2 6 0,2-3 0,-2-1 0,1-1 0,-1 5 0,1-2 0,-1 1 0,0-2 16,0 1-16,0 2 0,0-1 0,0 1 0,1 1 0,-1 0 16,0 0-16,0-1 0,2 2 0,-2 0 0,0 0 0,1 4 0,-1 1 15,0-1-15,0-6 0,0 10 0,1-3 0,1 2 16,-2-9-16,1 10 0,1-1 0,-1 1 15,2 0-15,0 1 0,0-1 16,-3-10-16,5 11 0,0-1 0,-1-1 16,-4-9-16,3 9 15,0-2-15,-1 0 0,-4 0 16,2-3-16,0 1 16,0-5-16,-1 0 0,1-1 15,0 1-15</inkml:trace>
  <inkml:trace contextRef="#ctx0" brushRef="#br2" timeOffset="-177927.038">18634 7013 0,'0'0'0,"0"0"0,0 0 0,0 0 16,0 0-16,5 47 15,-1 5 1,-4-52-16,0 0 0,0 0 15,2 16-15,0-3 0,0 1 16,-2-14-16,3 18 0,-2-2 0,1 1 16,-1 1-16,-1-3 0,0 2 15,0-17-15,-1 19 0,1-3 0,-1 1 16,1-17-16,3 19 0,-1-1 0,0 0 16,1-2-16,-3 0 0,1 1 15,2-4-15,-1 0 0,0 0 0,-2-13 16,2 13-16,0-1 15,-1-1-15,1 0 0,-2 0 16,0 0-16,0-11 0,2 11 0,-1 1 16,-1-1-16,0-11 0,0 12 15,0 0-15,0 0 0,0-5 0,0 0 0,0 0 16</inkml:trace>
  <inkml:trace contextRef="#ctx0" brushRef="#br2" timeOffset="-175912.766">18941 6975 0,'0'0'0,"0"0"0,0 0 0,0 0 15,0 0-15,0 0 16,-9 59-1,4-24-15,5-35 16,0 0-16,0 0 0,0 0 0,-7 22 0,2-2 16,0 1-16,5-21 15,-4 12-15,1-1 0,-1 1 16,4-12-16,-8 20 0,0 1 0,0 0 16,8-21-16,-8 22 0,1-2 0,0 1 15,3 1-15,0-1 0,0 0 0,4-21 16,-1 10-16,-1 1 0,1-1 0,1-10 15,7 19-15,0-2 0,1 1 0,-8-18 0,5 9 16,-1 2-16,-1-2 0,-3-9 0,12 15 0,-1 0 0,0 0 16,-11-15-16,7 8 0,-2 0 0,0 0 0,-5-8 0,15 11 15,-2 0-15,0 0 0,-13-11 0,8 6 0,0 0 0,-1 0 0,10-7 16,-2 1-16,0 0 0</inkml:trace>
  <inkml:trace contextRef="#ctx0" brushRef="#br2" timeOffset="-175648.333">19219 7191 0,'0'0'0,"0"0"0,0 0 15,-21 57 1,3-6-1,-4-11-15,0-6 16,22-34-16,0 0 0,0 0 0,0 0 16,-9 11-16,2 0 0,-1 0 15,-1-1-15,1 0 0,0 0 16,8-10-16,-10 7 0,1-1 0,-1 3 16,3-5-16,2-1 0,0 0 0</inkml:trace>
  <inkml:trace contextRef="#ctx0" brushRef="#br2" timeOffset="-175442.952">19046 7275 0,'0'0'0,"0"0"16,0 0-16,0 0 15,0 0-15,39 12 16,-4 9 0,-35-21-16,0 0 0,0 0 0,0 0 0,9 6 15,0 0-15,-2 0 0,1 3 16,0-1-16,-1-1 0,-7-7 0,11 11 0,-3-1 0,0-1 15,2 2-15,-2-1 0,1 0 0,-9-10 16,6 10-16,-2 0 0,1-2 0,-3-3 0,0 0 16,0-2-16,0-2 0,-2 1 0,0-2 0,0 0 15</inkml:trace>
  <inkml:trace contextRef="#ctx0" brushRef="#br2" timeOffset="-175137.038">19343 6983 0,'0'0'0,"0"0"0,0 0 0,0 0 16,13 39-16,-3 9 31,-8-2-31,-1-2 0,-1-44 16,0 0-16,0 0 0,0 0 0,2 16 15,-2 0-15,0 0 0,2 0 16,0 0-16,-1 0 0,-1-16 16,-1 20-16,1-1 0,0 1 15,1 1-15,0-1 0,0 1 16,-1-21-16,1 20 0,1-1 0,-1-1 16,1-1-16,-2-2 0,0 1 15</inkml:trace>
  <inkml:trace contextRef="#ctx0" brushRef="#br2" timeOffset="-174626.08">19587 7130 0,'0'0'0,"0"0"16,0 0-16,0 0 15,0 0-15,0 0 16,0 0-1,0 0-15,0 0 0,0 0 0,0 0 0,0 0 0,0 0 16,0 0-16,0 0 0,0 0 0,0 0 16,2-7-16,0 0 0,-1 1 0,-1 6 0,-1-4 0,0 0 15,0 1-15,-2 3 0,1 0 0,0 0 0,2 0 16,-3 3-16,0-1 0,1 1 0,2-3 0,-3 5 16,1-1-16,0 0 0,0 1 0,1-2 0,1 0 0,0-3 15,0 4-15,0-2 0,0 0 0,1-1 0,-1 0 16,0 0-16,0-1 0,1 1 0,-1-1 0,0 0 15,0 0-15,0 0 0,0 0 0,0 0 0,1 0 16,-1-1-16,0 1 0,0 0 0,0-2 0,0-1 16,0 1-16,0 0 0,0 0 0,0-1 0,0 3 15,-2-3-15,2 1 0,0 1 0,-1-1 0,1 1 0,0-1 16,0 2-16,-1-1 0,1 1 0,0 0 16,0 0-16,0 0 0,0 0 0,0 1 0,-1 1 0,0 0 15,1-1-15,0-1 0,-3 4 0,1-1 0,0-1 16</inkml:trace>
  <inkml:trace contextRef="#ctx0" brushRef="#br2" timeOffset="-173427.093">19255 6942 0,'0'0'0,"0"0"16,0 0-16,0 0 15,0 0 1,0 0-16,0 0 16,0 0-16,0 0 0,0 0 0,0 0 0,0 0 15,0 0-15,0 0 0,0 0 0,0 0 0,0 0 16,9 1-16,-1 1 0,-1-2 0,-7 0 0,6 2 15,-2-2-15,1 1 0,-5-1 0,3 0 0,-1 0 16,-1 0-16,-1 0 0,1 0 0,0 0 0,0 0 16,3 9-16,1 1 0,0-1 0,-5-9 0,4 6 0,-2-1 15,0 1-15,-2-6 16,3 10-16,-1 1 0,1-2 0,-3-9 0,1 6 16,0 0-16,0 0 0,-1-6 0,0 0 0,0 10 0,1 3 0,0-3 15,-1-10-15,1 6 0,-1 0 0,0 0 0,4 3 16,-2 0-16,1 0 0,-3-9 0,1 6 15,1-1-15,-1 0 0,-1-5 0,2 8 16,1 2-16,-1-2 0,-2-8 16,1 5-16,0-1 0,1 2 0,-2-6 0,-3 10 0,3-1 15,0 2-15,0-11 0,0 6 16,0-1-16,0 0 0,0-5 0,3 10 0,-1-1 16,-1 1-16,-1-10 0,3 5 0,-3 0 0,1 0 15,-1-5-15,0 10 0,0-2 16,0 1-16,0-9 0,-1 5 0,1 0 0,0 0 15,0-5-15,0 11 0,-1-1 0,0 1 0,1-11 16,-1 7-16,1-1 0,0-1 0,0-5 16,-2 8-16,1 0 0,1 1 0,0-9 0,-3 4 0,3 0 15,0 0-15,0-4 0,-1 8 0,-1-1 0,1-1 0,1-6 0,-1 6 0,0-3 0,1 2 16,0-5-16,0 0 0,-4 10 0,2-1 16,-1 2-16,3-11 0,-1 6 0,-1-1 0,1 0 0,1-5 15,-7 12-15,3 0 0,-1-2 0,5-10 0,-3 7 16,1 0-16,0-2 0,2-5 0,-6 11 0,3-1 0,-1 0 0,1-4 15,1-1-15,1 0 0,1-5 0,-4 9 0,0 0 0,1 0 0,3-9 16,-1 5-16,-1 0 0,1-1 0,1-4 0,-5 11 16,-1-2-16,0 1 0,6-10 0,-3 6 0,0 0 15,1-1-15,2-5 0,-1 2 0,0 0 0,0 0 0</inkml:trace>
  <inkml:trace contextRef="#ctx0" brushRef="#br2" timeOffset="-172792.862">19578 7453 0,'0'0'0,"0"0"16,0 0-16,0 0 15,0 0 1,0 0-16,0 0 16,0 0-16,0 0 0,0 0 0,0 0 0,0 0 15,0 0-15,0 0 0,0 0 0,0 0 0,0 0 16,0 0-16,0 0 0,0 0 0,0 0 0,2-1 16,0 0-16,1 1 0,-3 0 0,2-2 0,-1 2 15,-1 0-15,0 0 0,1 0 0,0 0 0,0 0 0,-1 0 16,0 0-16,0 0 0,0 0 0,0 0 0,0 0 15,0 0-15,0 0 0,0 0 0,0 0 0,0 0 16,0 0-16,0 0 0,0 0 0,0 0 0,0 0 0,0 0 16,0 0-16,0 0 0,0 0 0,0 0 0,0 0 15,0 0-15,0 0 0,0 0 0,0 0 0,0 0 16</inkml:trace>
  <inkml:trace contextRef="#ctx0" brushRef="#br2" timeOffset="-172267.393">19697 7278 0,'0'0'0,"0"0"16,0 0-16,0 0 16,0 0-16,0 0 15,0 0-15,0 0 16,0 0-16,0 0 0,0 0 16,0 0-16,0 0 0,0 0 0,0 0 0,0 0 15,0 0-15,0 0 0,2-2 0,-1 2 0,0-1 16,-1 1-16,2 1 0,0-1 0,1 0 0,2 2 0,-2-2 15,0 0-15,-3 0 0,4 0 0,1 0 0,0 0 16,4-2-16,-1 2 0,0 0 0,-8 0 16,9-1-16,-1-1 0,1 1 0,-1-1 15,0 1-15,0-1 0,-8 2 0,9-1 0,-1 1 0,0-1 16,-2 0-16,-2 1 16,2 0-16,-6 0 0,4-1 0,0 1 0,0-1 0,-4 1 15,2-1-15,0 1 0,0 0 0,0 1 0,0-1 16,0 0-16,-2 0 0,1 1 0,-1-1 0,0 0 0,1 0 15,-1 0-15,0 0 16,0 0-16,1 1 0,-1-1 0,0 0 0,0 0 16,0 0-16,0 0 0,0 0 0,0 0 0,0 0 15,0 0-15,-1-2 0,0 1 16,0 0-16,1 1 0,-1-1 0,1-1 16,0 2-16,-1 0 0,1 0 0,0-1 0,0 1 15</inkml:trace>
  <inkml:trace contextRef="#ctx0" brushRef="#br2" timeOffset="-169374.981">20010 6924 0,'0'0'0,"0"0"0,0 0 0,0 0 16,0 0-16,0 0 15,17 63 1,-17-63-16,0 0 0,0 0 0,5 12 0,-2 0 16,0 0-16,-3-12 15,-1 21-15,1-1 0,0 1 0,0-21 16,-1 10-16,0 1 16,1-1-16,0-10 15,-2 24-15,2 0 16,0-1-16,0-23 0,1 24 0,0 0 0,-1-2 15,0-22-15,2 13 0,-2-2 16,0 0-16,0-11 0,2 22 0,0-1 16,1 0-16,-3-21 0,1 11 0,1 0 15,-1 0-15,-1-11 16,2 17-16,-1-1 0,1 1 16,-2-17-16,0 10 0,1-2 0,1 0 15,-2-8-15,-7 6 0,2-1 0,-1 1 16</inkml:trace>
  <inkml:trace contextRef="#ctx0" brushRef="#br2" timeOffset="-169148.16">20179 6959 0,'0'0'0,"0"0"15,0 0-15,0 0 16,0 0 0,12 45-16,-9 6 15,-3-51-15,0 0 16,0 0-16,-2 15 0,2 0 0,0-1 0,0-14 15,-1 17-15,1-3 0,0 1 0,1 2 0,-1-1 16,0 1-16,0-1 0,0 0 0,0-1 0,0-15 0,2 17 0,-2-1 16,1-2-16,-1-14 0,2 19 0,-2-4 15,1 2-15,-2-3 0,1 0 0,0 1 0,0-15 16,-2 14-16,1-1 0,1 2 0,-6-7 0,2 1 0,0 0 0,4-9 16,-6 1-16,0 0 0,1 0 0</inkml:trace>
  <inkml:trace contextRef="#ctx0" brushRef="#br2" timeOffset="-168966.28">20029 7291 0,'0'0'0,"0"0"0,0 0 0,0 0 0,0 0 0,46-19 15,4 3 1,-2 0-1,-11 0-15,-37 16 0,0 0 0,0 0 0,10-6 0,-1 1 16,0-1-16</inkml:trace>
  <inkml:trace contextRef="#ctx0" brushRef="#br2" timeOffset="-168572.626">20310 7187 0,'0'0'0,"0"0"0,0 0 16,0 0-16,8 53 15,-3-9 1,1-20 0,-6-24-16,0 0 0,0 0 0,3 4 15,-2-1-15,0 0 0,-1-3 0,1 2 16,-1-1-16,1 0 0,-1-1 0,3-1 15,-1 0-15,1 0 0,1-4 0,0 1 0,0-1 16,-4 5-16,6-10 0,-1 2 0,-1 0 16,-4 8-16,5-9 0,-1-1 0,-1 1 15,1-1-15,-1 1 0,0-1 0,-3 10 16,3-7-16,-1 0 0,1 0 0,-3 7 0,3-5 0,-3 1 0,1-1 0,0 3 0,-1-1 16,0 2-16,0 1 0,1 0 0,-1 0 0,0 0 0,0 0 0,0 0 0,0 1 0,0-1 0,2 5 15,-1-3-15,-1 0 0,0-2 0,3 6 0,-1-2 0,-1 1 16,2 1-16,-2 0 0,1 0 0,-2-6 0,3 9 15,-1-2-15,0 0 0,-2-7 0,2 7 0,0 0 0,-1 0 16,-1 0-16,0-1 0,0 0 0,0-6 0,0 3 16,-1-1-16,0 0 0</inkml:trace>
  <inkml:trace contextRef="#ctx0" brushRef="#br2" timeOffset="-167904.893">20503 7142 0,'0'0'0,"0"0"0,0 0 16,21 45-16,-6-7 15,-10-9 1,-2-7 0,-3-22-16,0 0 0,0 0 0,1 5 15,-1-2-15,1 2 0,-1-5 0,1 2 16,-1 0-16,0 0 0,1-2 0,-1 1 0,0 0 0,-1-2 0,1 0 15,0 1-15,0 0 0,-1-5 0,1-1 16,0 2-16,2-5 16,-2 1-16,1-1 0,-1 9 15,2-11-15,0 1 0,-1 1 0,-1 9 16,3-10-16,1 2 0,-1 0 16,1 0-16,-1 0 0,0 2 0,-3 6 0,4-3 15,-2-2-15,0 2 0,3 3 0,-2 0 16,0 0-16,-3 0 0,3 3 0,1-1 15,0 1-15,1 2 0,0 1 0,-1-1 16,1 2-16,-2 0 0,0 0 16,-3-7-16,5 8 0,-2-2 0,0 2 15,-3-8-15,3 6 0,-2-1 0,1 2 0,-1-3 16,-1 1-16,1-1 0,-1-4 0,1 2 0,-1-1 16,0 3-16,0-4 0,1 0 0,-1 1 0,0 0 0,-1-2 0,1 1 15,0 0-15,0 0 0,-1-1 0,1 0 0,0-1 0,-1-4 16,1-1-16,0 1 0,0 6 0,0-9 0,0 0 15,0-1-15,1-1 0,0 2 16,0-4-16,-1 13 0,3-8 0,-1-1 16,0 1-16,-2 8 15,2-7-15,1 1 0,-1 0 16,2 1-16,1 1 16,0 0-16,-5 4 0,5-1 0,1 0 0,-1 1 15,-5 0-15,7 2 0,-3 0 16,1 1-16,1 3 0,0 0 0,0 0 15,-6-6-15,6 8 0,-1-1 0,1 1 0,-2 0 0,1-1 16,-1 2-16,-4-9 0,3 8 0,-1 2 16,0-1-16,-3 0 0,1-2 0,0 2 0,0-9 0,-4 8 0,1-1 15,0 1-15,-2-4 0,1 1 0,-1-2 16,1 0-16,1-2 0,0 1 0</inkml:trace>
  <inkml:trace contextRef="#ctx0" brushRef="#br2" timeOffset="-167380.686">20907 7145 0,'0'0'0,"0"0"0,0 0 0,0 0 15,0 0-15,0 0 0,0 0 16,0 0-16,0 0 0,0 0 15,0 0-15,0 0 0,0 0 0,0 0 0,0 0 0,0 0 16,0 0-16,-13 10 0,1 0 0,1 1 0,2-1 16,1-1-16,-1 1 0,9-10 0,-3 8 0,0-1 15,0 2-15,5-5 0,-2 1 0,0-1 16,0-4-16,1 2 0,2 0 0,-2 0 16,4-3-1,-2 0-15,0 1 0,-3 0 0,7-6 0,1 2 0,-2-2 16,-6 6-16,8-8 0,-1 1 0,-1-1 0,0-2 0,-1 0 0,1 0 15,-6 10-15,5-7 0,-1 0 0,0-1 0,-4 8 16,3-6-16,0 2 0,0-1 0,-1 2 0,-1 1 16,-1-1-16,0 3 0,1-1 0,0 0 0,0 0 0,-1 2 0,0 0 0,0-1 15,0 0-15,-2 3 0,2-1 0,0 1 0,0-3 0,-1 4 0,1 0 16,0 1-16,0 0 0,1 0 0,0 0 0,-1-5 16,2 7-16,-1 1 0,0-2 0,0 1 0,0-1 0,0 0 15,-1-6-15,1 7 0,0-2 0,0 0 16,-1 1-16,1 0 0,0-2 0,-1-4 15,1 0-15,-1 0 0,0 0 16</inkml:trace>
  <inkml:trace contextRef="#ctx0" brushRef="#br2" timeOffset="-167052.126">21010 7110 0,'0'0'0,"0"0"0,0 0 15,0 0 1,0 0-1,1 51-15,2-11 32,-3-40-32,0 0 0,0 0 0,0 0 0,1 8 0,0-1 15,-1-1-15,0-6 0,1 5 16,0-2-16,0 2 0,-1-3 0,0-1 0,0 1 16,0-2-16,0 0 0,0 0 0,0 0 0,0-3 0,-1 2 15,0-2-15,1 3 0,-1-4 0,0-1 16,0-1-16,1 6 0,2-10 15,-1 2-15,1-2 16,2-4-16,0 3 0,-1-1 16,-3 12-16,6-12 0,0 1 0,1-1 15,-2 4-15,-1 1 0,1-1 0,-5 8 16,5-3-16,0-1 0,0 1 0,-1 1 0,1 2 16,-1 0-16,-4 0 0,7 4 0,-2 0 0,1-1 15,0 4-15,1-1 0,-1 0 16,-1 0-16,-1-2 0,1 1 0,-2-2 15,-2 0-15,1-2 0,-2 1 0,1-2 16,0 1-16,-1-1 0,1 15 0,-1-2 16,0 2-16,-3-1 0,0 1 0,1-1 15,2-14-15,-5 11 0,0-2 0,1 1 0,4-10 16,-6 2-16,1-1 0,-1 2 0,0-9 0,1 1 0,1 1 0,4 4 16</inkml:trace>
  <inkml:trace contextRef="#ctx0" brushRef="#br2" timeOffset="-166832.028">21289 6788 0,'0'0'0,"0"0"0,0 0 15,-24 43-15,2 5 32,9-3-32,3-3 0,6 2 15,4-44-15,0 0 0,0 0 16,0 0-16,1 13 0,-1 1 0,0 0 0,0-14 15,3 14-15,-2 1 0,1-1 0,2 2 16,1-1-16,0 0 0,-5-15 0,7 14 16,0 0-16,1 0 0,1-2 15,-1 0-15,1-1 0,-2-4 0,-2-2 0,1 2 16,7-7-16,0 1 0,-1 0 0,-12-1 0,15-5 16,-2 2-16,0 0 0</inkml:trace>
  <inkml:trace contextRef="#ctx0" brushRef="#br2" timeOffset="-166563.132">21513 6948 0,'0'0'0,"0"0"0,0 0 16,0 0-16,-14 41 15,-3-3 1,0-3-16,17-35 0,0 0 15,0 0-15,0 0 0,-6 12 0,1-1 0,1-1 16,-1 2-16,1-2 0,-1 1 0,5-11 16,-6 9-16,0 1 0,-1 0 15,-1-2-15,0 0 0,0 1 16,8-9-16,-8 4 0,-1-1 16,0 0-16,4-1 0,0-2 0,0 1 15</inkml:trace>
  <inkml:trace contextRef="#ctx0" brushRef="#br2" timeOffset="-166447.509">21349 6989 0,'0'0'0,"0"0"0,0 0 15,0 0 1,33 25-16,-6-2 16,-8 4-1,-2-2-15,-17-25 0,0 0 0,0 0 0,0 0 16,4 8-16,0-1 0,0 0 0,1-2 0,-1 1 15,0 0-15,-4-6 0,5 6 0,1-1 0,-1-1 16,1-2-16,-2-2 0,1 1 0</inkml:trace>
  <inkml:trace contextRef="#ctx0" brushRef="#br2" timeOffset="-165783.109">21508 6708 0,'0'0'0,"0"0"16,0 0-16,0 0 15,0 0-15,0 0 16,0 0-16,0 0 15,0 0-15,0 0 0,0 0 0,0 0 16,0 0-16,0 0 0,0 0 0,0 0 16,0 0-16,0 0 0,7 7 0,0 1 15,0-2-15,-7-6 0,7 7 0,-2 0 0,1 0 0,-2-1 0,1 0 0,0-1 16,-5-5-16,6 7 16,-2 0-16,1 0 0,0 0 0,0 1 0,-1 0 15,-4-8-15,7 9 0,-1-1 0,-1 1 0,0 2 16,-1-1-16,0 0 0,-4-10 0,6 13 15,-2-2-15,1 1 0,-1 0 16,0 0-16,0-1 0,-4-11 0,6 13 0,-2 1 16,-1-2-16,0 1 0,-1-2 15,-1 1-15,-1-12 0,3 13 0,-3 1 0,2-2 16,-1 3-16,-1-1 0,1-1 16,-1-13-16,-1 15 0,1-3 0,-1 1 0,1-13 15,-4 12-15,1-1 0,0 1 0,-2 0 0,1-1 16,0 1-16,4-12 0,-5 9 0,1 1 0,1-1 15,-3 0-15,1 0 0,-1-1 0,6-8 16,-5 7-16,0 2 0,1-1 0,-1-2 0,2-1 16,0 0-16,3-5 0,-5 5 0,1-1 15,1 1-15,-2-1 0,1-1 0,1 0 0,-1 1 0,2 0 0,-1-3 16,3-1-16,-1 3 0,-1-1 0,1 0 0,1 0 0,0-2 0,0 2 0,0-2 16,2-2-16,0 2 0,1-2 0,-3 2 0</inkml:trace>
  <inkml:trace contextRef="#ctx0" brushRef="#br2" timeOffset="-161453.825">9784 11377 0,'0'0'0,"0"0"0,0 0 0,0 0 16,46 2-16,-20-2 16,-15 0-1,-6 0 1,-5 0-16,0 0 0,0 0 0,0 0 16,9-3-16,-1 1 15,0 0-15,-3 1 0,0 1 16,-1-1-16,-4 1 0,3 0 0,-1 0 0,0 0 15,-1 0-15,-1 0 0,1 0 0,-1-1 0,0 1 0,0-1 0,0 1 0,1 0 0,-1 0 16,0 0-16,0 0 0,0 0 16,0 0-16,0 0 0,0 0 0,0 0 0,0 0 0,0 0 0,0 0 0,0 0 0,0 0 15,0 0-15,0 0 0,1 4 0,1-1 0,-1 1 0,0-1 0,0 0 16,0-2-16,-1-1 0,3 8 0,-2-1 0,1 0 16,-2-7-16,1 4 0,0 1 0,0-1 0,-4 8 0,2-1 15,-1 1-15,2-12 0,-1 7 0,-1-1 16,1 1-16,1-7 0,-4 13 0,0 0 0,1 1 0,0-8 15,0 2-15,1-1 0,1-4 16,1 0-16,-1-1 0,1-2 0,-2 1 0,2 0 0,0 1 0,0-2 0,0 0 16,0 0-16</inkml:trace>
  <inkml:trace contextRef="#ctx0" brushRef="#br2" timeOffset="-161164.116">10293 11296 0,'0'0'0,"0"0"0,0 0 16,0 0-16,0 0 16,0 0-16,0 0 15,7 41 1,-7-41-16,0 0 0,0 0 0,1 10 0,0-1 0,0-1 15,0-3-15,-1-2 0,0 1 16,0-4-16,-4 12 0,2-2 0,0 1 0,-3 2 16,1-2-16,-1 1 0,1-1 0,0-1 0,0 1 0,-2-4 15,0 2-15,1-3 0,5-6 0,-6 4 0,2-1 0,-2 0 16,3-1-16,0-2 0,0 1 0</inkml:trace>
  <inkml:trace contextRef="#ctx0" brushRef="#br2" timeOffset="-160849.279">10258 11296 0,'0'0'0,"0"0"16,0 0-16,0 0 15,30-30 1,-4 12-16,-5 17 16,-21 1-1,0 0-15,0 0 0,7 4 0,-2-2 0,0 0 0,0 4 16,0-1-16,-1 1 15,-4-6-15,5 7 0,-2 1 0,1 0 16,-1 1-16,1 1 0,0-1 0,-1 4 16,0-2-16,0 0 0,-3-11 0,4 13 15,-1-1-15,0 0 0,1 1 16,-2-2-16,1 0 16,-3-11-16,1 12 15,0 0-15,0-3 0,-1 2 16,0-1-16,0-1 0,-2-2 0,1-2 0,-1 1 0,2-6 15,-1-1-15,-1 1 0,1 0 0</inkml:trace>
  <inkml:trace contextRef="#ctx0" brushRef="#br2" timeOffset="-160750.892">10248 11414 0,'0'0'0,"0"0"0,0 0 15,0 0-15,0 0 16,91-8 0,-10 0-16</inkml:trace>
  <inkml:trace contextRef="#ctx0" brushRef="#br2" timeOffset="-160007.978">12598 11281 0,'0'0'0,"0"0"0,0 0 0,15 38 16,0-1-1,-7-3 1,-2-10-16,-4-8 16,-2-16-1,0 0-15,0 0 0,0 0 0,2 1 16,-2 3-16,0-3 0,0 0 15,0 0-15,0 0 0,2-1 0,-2 0 16,0 0-16,3-3 0,-2 2 0,1-1 16,-2 2-16,4-7 0,-1 2 15,1 0-15,-4 5 16,5-10-16,-2 2 16,0 0-16,1-3 0,1-1 15,0 0-15,-5 12 16,6-13-16,-2 0 0,1 0 0,-5 13 15,7-15-15,-1 1 0,0 0 0,0 0 16,1 2-16,-1 0 0,-6 12 0,5-14 0,1 3 0,0-2 16,-6 13-16,6-12 0,-1 0 0,0 1 0,-5 11 15,6-11-15,-1 2 0,-1 0 0,1-2 0,-1 1 0,1 1 16,-5 9-16,6-10 0,-2 0 0,1 1 0,-5 9 16,4-8-16,1-2 0,-2 2 0,-3 8 0,6-9 0,-3 1 15,1 0-15</inkml:trace>
  <inkml:trace contextRef="#ctx0" brushRef="#br2" timeOffset="-159688.835">13621 10901 0,'0'0'0,"0"0"0,0 0 15,0 0-15,0 0 16,20 42-16,-11 1 16,-11-5-1,2-38-15,0 0 0,0 0 16,-2 12-16,1-1 0,-1 0 0,-1 1 16,1-1-16,0 1 0,2-12 0,-3 13 0,1-1 15,1 1-15,-2-1 0,1-1 0,0 2 16,0-2-16,1 0 0,-1 0 0,2-11 0,-3 10 15,1 0-15,0-1 0,-3-5 16,2 1-16,-1-1 0,0-2 16,2-1-16,0 1 0</inkml:trace>
  <inkml:trace contextRef="#ctx0" brushRef="#br2" timeOffset="-159155.119">13591 10902 0,'0'0'0,"0"0"0,0 0 0,32-27 16,-7 8-16,-5 11 15,0 10-15,-20-2 16,0 0-16,0 0 0,0 0 0,6 4 16,0-2-16,1 1 0,0 4 15,-1-1-15,0 0 0,0 2 0,-2 0 16,1 0-16,-5-8 0,5 11 0,-1-1 15,0 1-15,-2 0 0,-1 0 0,1 0 0,-2-11 0,-3 11 0,2 0 16,-1-1-16,-4 1 0,0-2 0,0 0 0,6-9 16,-10 9-16,1-3 0,0 2 0,-3-4 15,2 1-15,0-1 0,-1-1 0,0 0 16,0 1-16,11-4 0,-8 1 0,1 2 0,0-2 0,-1-1 0,1 0 16,0 0-16,7 0 0,-7 0 0,1 0 0,1-1 0,1-1 0,1 2 15,0 0-15,3 0 0,-3-1 0,3 1 0,-1 0 0,-1 0 0,2-1 0,0 1 16,0 0-16,3-1 0,0 1 0,0-1 15,4 2-15,-2 0 0,1 0 16,3 2-16,-1-2 0,1 2 16,-9-3-16,10 6 0,-1-2 0,0 1 15,-9-5-15,10 7 16,0 1-16,-1-1 0,-1 2 16,0-1-16,-1 1 15,0 0-15,-3-1 0,1-1 0,-1-2 16,-2 0-16,0 0 0,0 2 0,-2-1 0,0 0 15,0-6-15,-3 5 0,3 1 0,-1-1 0,-3-1 16,1-1-16,0 1 0,3-4 0,-6 5 0,-1-2 0,1 1 16,-3-1-16,0-1 0,0 1 0,9-3 15,-15 1-15,3 0 0,-2-1 0,-2-2 0,1 0 16,0 1-16,0-5 0,0 0 0,-1 0 16</inkml:trace>
  <inkml:trace contextRef="#ctx0" brushRef="#br2" timeOffset="-156769.259">13581 11417 0,'0'0'0,"0"0"0,0 0 16,0 0-16,0 0 15,0 0-15,0 0 16,0 0-1,0 0-15,0 0 0,0 0 0,0 0 0,0 0 0,0 0 16,0 0-16,0 0 0,0 0 0,0 0 0,16-3 16,-1-2-16,0 2 0,-6 0 0,0 1 0,0-1 15,-3 2-15,-3 1 0,0 0 0,-3 0 16,1-2-16,0 2 0,0 0 0,0 0 0,-1 0 16,0-1-16</inkml:trace>
  <inkml:trace contextRef="#ctx0" brushRef="#br2" timeOffset="-153609.961">17086 10021 0,'0'0'0,"0"0"16,0 0-16,0 0 16,0 0-16,0 0 15,0 0 1,0 0-16,0 0 0,0 0 0,0 0 16,0 0-16,1 20 0,-1 0 0,0-1 0,0-19 15,2 12-15,-2 0 16,0-1-16,0-11 0,-3 24 0,0-1 15,1 0-15,2-23 0,-2 13 16,1 0-16,0-2 0,-3 15 0,2-1 16,-1 1-16,3-26 0,-2 13 15,1 1-15,1 1 0,0-15 0,-1 25 0,0-1 0,0 1 16,1-25-16,0 13 0,0 1 0,0-1 16,0-13-16,-4 17 0,2-1 0,-1 0 0,3-16 15,-2 10-15,1-3 0,-1 2 0,1-6 16,1 0-16,-1 0 0</inkml:trace>
  <inkml:trace contextRef="#ctx0" brushRef="#br2" timeOffset="-153069.44">16910 9981 0,'0'0'0,"0"0"0,0 0 15,0 0 1,40-14-16,-1 7 16,-2 14-1,-37-7-15,0 0 0,0 0 0,13 6 16,-2 0-16,0 1 0,-11-7 0,11 8 16,1 0-16,-1 1 0,3 3 15,-3 0-15,1 0 0,-12-12 0,10 14 16,0 0-16,0 0 0,-1 2 15,-1 1-15,1-2 0,-9-15 16,7 16 0,-1 0-16,0 0 0,-1-1 0,0 1 15,-1-2-15,-4-14 16,1 16-16,0-1 16,0 0-1,-3-1-15,1-1 16,-1 1-16,2-14 15,-4 14-15,-1 0 0,1 0 16,4-14-16,-7 12 0,1 2 16,-1-1-16,-3-3 0,1 1 15,0-1-15,9-10 0,-12 11 0,0-2 16,2 0-16,-3 0 0,3-1 0,-2 0 16,12-8-16,-11 8 0,0-2 0,0 1 15,0-2-15,1 1 0,0-1 0,10-5 0,-9 3 16,0 1-16,-1 0 0,10-4 15,-7 3-15,-2-1 0,2 1 0,-2-2 0,1 1 0,0 0 16,8-2-16,-7 1 0,0-1 0,1 1 0,0-3 16,1-2-16,-1 3 0</inkml:trace>
  <inkml:trace contextRef="#ctx0" brushRef="#br2" timeOffset="-152897.849">17341 10206 0,'0'0'0,"0"0"0,0 0 15,10 43-15,-5 0 31,-7-6-31,-2-2 0,4-35 0,0 0 16,0 0-16,0 0 0,-2 11 0,1 0 0,1-1 0,-2-2 16,1 1-16,-1 0 0,2-9 0,-1 9 0,-1-3 15,1 3-15,-1-2 0,1 0 0,1 0 0,0-7 16,-3 3-16,1-1 0,-1 0 0,4-5 0,-1-1 16,0 1-16</inkml:trace>
  <inkml:trace contextRef="#ctx0" brushRef="#br2" timeOffset="-152709.734">17334 10086 0,'0'0'0,"0"0"0,0 0 15,0 0-15,0 0 0,0 0 16,0 0-16</inkml:trace>
  <inkml:trace contextRef="#ctx0" brushRef="#br2" timeOffset="-152041.604">17492 10328 0,'0'0'0,"0"0"0,0 0 16,0 0-16,0 0 16,41 1-16,-7-7 15,-34 6-15,0 0 0,0 0 16,0 0-16,8-4 31,-1-1-31,1 2 0,-8 3 0,7-6 16,0 0-16,-7 6 0,7-7 0,-7 7 0,7-9 0,-2 1 15,1 0-15,-6 8 0,5-10 16,-1-1 0,1 1-16,-2 2 15,-1-2-15,0 1 0,-2 9 0,2-8 0,0 0 16,0 0-16,-3 2 16,1 1-16,0 0 0,0 5 15,-2-5-15,1 1 0,0-1 0,1 5 16,-2-3-16,0 1 0,-1 0 0,0 2 0,0 0 0,0 0 15,3 0-15,-6 2 0,1 0 16,1 1-16,-2 2 0,1-1 16,-1 2-16,6-6 0,-5 9 0,0-1 0,1-1 15,-3 5-15,2-2 16,0 0-16,5-10 0,-6 13 16,3 0-16,-2 0 15,1-1-15,1 0 16,0 0-16,3-12 15,-2 12-15,1 0 0,1 1 16,0-13-16,1 12 0,-1 0 0,0-1 16,4-1-16,-2-1 15,0 0 1,-2-9-16,7 7 0,-1 1 16,0-1-16,2-2 0,-1 1 15,0-3-15,-7-3 0,8 6 0,0-1 16,-2 0-16,4-2 15,-1 1-15,-1 0 0,-8-4 0,11 2 0,-3 1 16,0-1-16,3-1 0,-3 0 0,1-1 0,-9 0 16,8-1-16,-2-1 0,0 0 0,0-2 15,0 1-15,-1-2 0,-1 4 0,-1-3 0,1 2 16</inkml:trace>
  <inkml:trace contextRef="#ctx0" brushRef="#br2" timeOffset="-151702.553">18014 10117 0,'0'0'0,"0"0"0,0 0 0,0 0 0,0 0 0,0 0 15,0 0-15,-58 35 16,58-35-16,0 0 0,0 0 0,-16 11 15,1-1-15,1 0 0,14-10 0,0 0 0,-11 9 16,1-1-16,0 1 0,4-3 0,1 0 16,-1 0-16,6-6 0,-4 6 0,1 0 15,0-1-15,4 0 0,-1 0 0,0 0 0,0-5 0,6 6 0,-1-2 16,-1 1-16,4 2 0,-1-2 16,0 0-16,-7-5 0,8 5 0,1-1 15,0 1-15,3 1 0,0 0 0,-1 0 0,-1 0 16,-1 0-16,0 0 0,-9-6 0,9 6 0,-1 1 15,1 0-15,-3-1 0,0 0 0,1-1 16,-7-5-16,5 8 0,-1-2 0,-1 1 0,-1 0 0,-1-1 0,-1 0 16,0-6-16,0 7 0,-1-1 0,0 0 0,-2 2 0,0-2 0,0-1 15,3-5-15,-8 8 0,0-1 0,1-1 0,-4 0 0,1-1 0,-1 1 0,-1-2 0,0 0 0,0-1 16,12-3-16,-15 1 0,3 0 0,0 1 16,-1-4-16,0 1 0,1-1 0,12 2 0,-10-7 0,1 1 15,0-1-15,3-5 0,2 0 0,-1 1 16</inkml:trace>
  <inkml:trace contextRef="#ctx0" brushRef="#br2" timeOffset="-151379.021">18285 9892 0,'0'0'0,"0"0"0,0 0 0,0 0 16,0 0-16,-37 49 16,5 3-1,7 2-15,25-54 0,0 0 0,0 0 16,0 0-16,-6 18 0,-1-2 0,1 1 16,2 2-16,0-2 0,0 1 0,4-18 15,-5 20-15,2-1 0,0-1 0,-1 1 16,2-1-16,0 0 0,2-18 0,-1 20 15,1-1-15,0 0 0,2 0 0,-1-1 0,0 0 0,-1-18 16,4 16-16,-1-1 0,1 1 0,1-3 16,-1 0-16,0 1 0,1-3 0,0 2 15,1-1-15,-6-12 0,6 11 0,0-1 0,0-1 0,3-2 16,-2 0-16,1 0 0,-8-7 16,9 1-16,0 0 0,1 0 0,0-7 0,0 2 0,0-1 15,1-7-15,0 1 0,-1 0 0</inkml:trace>
  <inkml:trace contextRef="#ctx0" brushRef="#br2" timeOffset="-151170.383">18470 10169 0,'0'0'0,"0"0"0,0 0 16,0 0-16,0 0 15,0 0 1,-31 54-16,1-3 15,30-51-15,0 0 0,0 0 0,-8 15 16,1-1-16,0 0 0,7-14 0,-8 14 0,2 0 0,0 0 16,-2-2-16,2 0 0,0-1 0,-1-1 15,2 1-15,0-1 0,5-10 0,-5 8 0,0-1 0,1-1 16,1-6-16,0 0 0,1 0 0</inkml:trace>
  <inkml:trace contextRef="#ctx0" brushRef="#br2" timeOffset="-150922.246">18270 10179 0,'0'0'0,"0"0"15,0 0-15,0 0 16,0 0 0,0 0-16,34 27 15,-1 6 1,-33-33-16,0 0 0,0 0 0,0 0 15,10 9-15,-10-9 0,9 10 0,0 1 16,-9-11-16,8 11 0,0-1 0,-1 1 0,2-1 16,-2 1-16,1-1 0,0 1 0,-1-1 0,-1 1 0,-6-11 15,7 8-15,-2 0 0,-1 0 0,-1-2 0,0-2 0,0 0 0,-3-4 0,4 2 0,-1-2 0,0 2 0,0-2 16,-2 0-16,1 0 0</inkml:trace>
  <inkml:trace contextRef="#ctx0" brushRef="#br2" timeOffset="-150587.197">18491 9903 0,'0'0'0,"0"0"16,0 0-16,0 0 15,44 25-15,-2 14 16,-10 3-1,-32-42-15,0 0 0,0 0 0,0 0 0,8 17 16,0 0-16,0-1 0,-3 3 16,0 0-16,1 0 0,-6-19 0,4 20 15,-1-1-15,0 1 0,0 3 0,-1-2 16,1 0-16,-3-21 0,1 23 0,1 1 16,-2-3-16,-2 1 0,1 0 15,-1-1-15,-2 1 0,0-1 0,0 0 16,4-21-16,-9 19 0,2 1 0,-1 0 15,-5-4-15,2 2 0,-1-3 0,1-5 0,0-1 16,0 0-16</inkml:trace>
  <inkml:trace contextRef="#ctx0" brushRef="#br2" timeOffset="-150020.236">18877 10142 0,'0'0'0,"0"0"0,0 0 16,0 0-16,0 0 15,0 0-15,0 0 16,0 0-16,0 0 15,0 0-15,0 0 0,0 0 0,0 0 0,0 0 0,0 0 16,0 0-16,0 0 0,0 0 0,-2-1 0,2 1 16,0 0-16,-1-1 0,1 1 15,0 0-15,0 0 0,0 0 0,0 0 0,0 0 0,0 0 0,0 0 0,0 0 16,0 0-16,0 0 0,0 0 0,0 0 0,0 0 16,0 0-16,0 0 0,0 0 0,0 0 0,0 0 15,0 0-15,0 0 0,0 0 0,0 0 0,0 0 16,0 0-16,0 0 0,-2 0 0,2 0 0,0 0 15,-1 1-15,1-1 0,-1 0 0,0 1 16,0 0-16,1 1 0,0-2 0,1 1 16,-1 2-16,0-1 0,1 2 0,0-4 0,-1 3 15,2-2-15,-2 0 0,0 0 0,0-1 0,1 1 0,-1 0 0,0 0 16,0-1-16,0 0 0,0 0 0,0 0 0,1 1 0,-1-1 16,0 0-16,0 0 0,0 0 0,0 0 0,1-1 15,-1 1-15,0 0 0,0 0 0,1-1 0,-1 0 0,0 0 16,0 0-16,0 0 0,0 0 0,-1 1 0,1 0 15,0 0-15,0 0 0,-1-2 16,1 2-16,0 0 0,0 0 0,0 0 0,0 0 0,0 0 0,0 0 16,0 0-16,0 0 0,1 2 0,-1-2 0,0 0 15,-2 2-15,2 0 0,0 0 0,0-2 0,0 3 0,-1-1 16,0-1-16,0 1 0,1-1 0,0-1 16</inkml:trace>
  <inkml:trace contextRef="#ctx0" brushRef="#br2" timeOffset="-149563.486">18864 10386 0,'0'0'0,"0"0"0,0 0 16,0 0-16,0 0 16,0 0-16,0 0 15,0 0 1,0 0-16,0 0 0,0 0 0,0 0 0,0 0 0,0 0 16,0 0-16,0 0 0,0 0 0,0 0 0,0 6 15,0-1-15,0 1 0,0-6 0,0 4 0,0-1 0,0 0 16,1-1-16,-1-1 0,0 0 0,0-1 15,0 1-15,0-1 0,0 0 0,0-2 0,0 1 0,0-1 16,1-1-16,-1 1 0,0 0 0,0 2 0,1-2 16,-1-1-16,0 2 0,-1-1 0,1 2 0,0-1 15,0 1-15,-1-1 16,1 0-16,0 1 0,0 0 0,0 0 0,0 0 16,0 0-16,0 0 0,0 0 0,0 0 0,0 0 15,0 0-15,0 0 0,0 0 0,0 0 0,0 0 0,0 0 16,0 0-16,0-1 0,0 1 0,0 0 0,0 1 0,0-1 15,1 0-15,-1 0 0,0 0 0,0 0 0,0 0 0,0 0 16,0 0-16,-1 1 0,1-1 0,0 0 0,0-1 16,0 1-16,0 0 0</inkml:trace>
  <inkml:trace contextRef="#ctx0" brushRef="#br2" timeOffset="-149023.852">19003 10254 0,'0'0'0,"0"0"0,0 0 0,0 0 15,0 0-15,0 0 16,0 0-1,0 0-15,0 0 0,0 0 0,0 0 0,0 0 16,0 0-16,0 0 0,0 0 0,0 0 0,0 0 16,0 0-16,1 0 0,-1 0 0,0 0 0,4-2 15,-2 0-15,0 1 0,4-1 0,0 0 16,-1 1-16,5-1 0,-3 0 0,1 1 16,-8 1-16,9-1 0,0-1 0,0 1 15,1-1-15,-2 0 16,1 1-16,0 1 0,0 0 0,0-2 15,-9 2-15,9-1 0,1 0 16,-1 0-16,-1 0 0,0 1 0,-1-1 16,-7 1-16,7 0 0,1 0 15,-2 0-15,2-1 0,-2 1 0,1 0 0,-3 0 16,0-1-16,0 1 0,-4 0 16,2 0-16,0 0 0,1 0 0,-1 0 15,-1 0-15,0 0 0,0 0 0,-1 0 0,1 0 16,-1 0-16,1 0 0,-1 0 15,0 0-15,0 0 0,0 0 0,0 0 0,0 0 16,0 0-16,0 0 0,0 0 0,0 0 0,0 0 0,0 0 0,1 0 16,-1 0-16,0 0 0,0-1 0,0 0 0,0 1 0,0 0 0,1-1 0,-1 1 0,0-1 0,0 1 15,0 0-15,0 0 0,1 1 0,-1-1 0,0 1 0,0-1 0,1 2 0,0-2 16,0 1-16,0 0 0,0 0 0,0-1 0,0-1 0,-1-1 16,0 2-16</inkml:trace>
  <inkml:trace contextRef="#ctx0" brushRef="#br2" timeOffset="-146879.204">19470 9891 0,'0'0'15,"0"0"-15,0 0 0,0 0 16,0 0-16,0 0 15,0 0-15,0 0 0,0 0 16,0 0-16,0 0 0,0 0 0,0 0 0,0 0 0,0 0 16,0 0-16,0 0 0,0 0 0,0 0 0,0 0 15,0 0-15,0 0 0,0 0 0,0 0 0,0-2 16,0 1-16,0-2 0,0 2 0,0 1 0,0-1 0,0 1 16,-1-1-16,1 1 0,0 0 0,0 0 15,0 0-15,0 0 0,1 6 0,-1 0 0,0 0 16,0-6-16,0 3 0,0 1 0,0 0 0,0-4 0,1 10 15,-1 0-15,0 1 0,1-5 0,-1 0 0,0 0 16,0-6-16,1 15 0,0-1 16,-1 0-16,0-14 0,2 8 0,-2 0 15,0-1-15,-2 9 0,2-1 16,0 2-16,0-17 0,0 7 16,0 2-16,0 0 0,0-9 0,-2 16 15,2-1-15,0 0 0,-1-7 16,1 1-16,0-1 0,0-8 0,2 15 0,-1-2 15,-1 1-15,0-14 16,2 7-16,-2 1 0,0-1 16,0-7-16,2 14 0,-2-2 0,0 2 0,0-14 15,0 7-15,0-1 0,0 3 0,0-9 0,2 9 0,-2 1 16,1 0-16,1-4 0,-2 0 0,0-1 0,0-5 0,0 2 0,0 1 0,0-2 0,0-1 16,0 1-16,0 0 0,0-1 0,1 2 0,-1-2 0,0 0 0,0 0 0,-1 0 15,-1 1-15,1-1 0,0 1 0,0-1 0,0 0 0,1 0 0,0 0 0</inkml:trace>
  <inkml:trace contextRef="#ctx0" brushRef="#br2" timeOffset="-146122.875">19474 9898 0,'0'0'0,"0"0"0,0 0 0,0 0 15,0 0-15,0 0 16,0 0-16,0 0 16,0 0-16,0 0 0,0 0 15,12 9-15,-1-2 0,0 0 0,-11-7 0,11 9 16,-2-1-16,0 0 0,0 0 0,-2 1 16,0 0-16,-7-9 0,6 10 15,1 0-15,-1 0 0,0 1 0,-1-1 0,1 0 16,-6-10-16,5 11 0,0-1 15,1 0-15,0-1 16,0-2-16,-1 2 16,2 0-16,-1 0 0,-1-1 0,-5-8 15,6 8-15,-1 1 0,1-1 0,0-2 16,-1 0-16,-1 0 0,-4-6 16,4 4-16,0-1 0,0 1 0,0-3 15,-2 0-15,0 0 0,0-2 0,-1 1 16,-1-1-16,0 1 0,3-4 15,-3 0-15,1 0 0,3-3 0,-3-1 16,1 2-16,0-4 0,0 0 0,1 0 0,-3 10 16,4-11-16,0 0 0,0 0 0,2-2 15,0-1-15,-1 0 0,-5 14 0,6-13 0,-2-2 0,1 2 16,1 0-16,-2 1 0,2 0 0,-6 12 0,5-10 0,0-2 16,0 2-16,1-1 0,-1 2 0,-1-1 15,-4 10-15,6-8 0,-1 2 16,0-1-16,0 2 0,-1 0 0,1 1 15,-5 4-15,3-3 0,-1 1 0,1 1 0,-1-1 16,-1 1-16,0 0 0,-1 1 0,0 0 0,0 0 0,0 0 0,2 3 16,-1-1-16,1 1 0,-2-3 0,2 7 0,-1 0 15,0-1-15,-1 3 0,1 1 16,0-2-16,-1-8 0,1 14 0,-1-1 0,0 0 16,1 1-16,-1 0 0,0 1 0,0-15 15,1 15-15,-1 1 0,0-1 0,1 1 16,-1 0-16,0 0 0,0-16 0,2 15 0,-2 2 15,0-1-15,4 0 0,-3 1 16,1-2-16,-2-15 16,3 16-16,0-1 0,0 0 0,-1-6 15,-1 0-15,1 1 0,-1-6 16,0 0-16,1 1 0,2 7 0,-1 0 16,0 1-16,-1-1 0,1 1 0,-1 0 0,-2-13 0,1 6 15,0 2-15,0-2 0,-1-6 0,0-4 0,0 2 0,0 0 0,6-8 16,-2-1-16,1 2 0</inkml:trace>
  <inkml:trace contextRef="#ctx0" brushRef="#br2" timeOffset="-145788.048">20019 10118 0,'0'0'0,"0"0"0,0 0 0,0 0 0,0 0 0,-15 46 16,6-18-16,-3 10 31,12-38-31,0 0 0,0 0 0,0 0 0,0 0 0,-3 9 0,1-2 0,1-1 16,2 5-16,-1 0 0,0-1 0,0-10 0,0 6 16,0 0-16,0 0 0,0-6 0,12 7 0,-3-1 15,0 1-15,-9-7 0,6 4 16,0-1-16,-1 0 0,10-6 0,-1 0 0,1 0 0,-15 3 0,10-2 0,-3 0 15,1 0-15,-8 2 0,13-12 0,-1 0 0,0 0 0,-12 12 0,7-7 16,-1 0-16,1 0 0,-5-7 0,0-1 0,1 1 16,-3 14-16,0-8 0,1 0 15,0 1-15,-1 7 0,-6-13 0,0 1 0,-1 1 0,7 11 0,-4-7 16,1 2-16,-1-1 0,4 6 0,-16-9 16,0 1-16,1 0 0,15 8 0,-10-5 0,2 2 15,-1-1-15,-4 0 0,-1 1 0,2 0 16,12 3-16,-8-2 0,1 0 0,0 2 0,7 0 0,-3-1 15,1 0-15,-1 0 0,3 1 0,0 0 0,-1 0 0,-1 0 0,2 0 16,0 0-16,0 0 0,0 0 0,0 0 0,-1 0 0,1 0 16,0 0-16</inkml:trace>
  <inkml:trace contextRef="#ctx0" brushRef="#br2" timeOffset="-145419.527">20238 10110 0,'0'0'0,"0"0"0,0 0 16,0 0-16,0 0 16,42 23-1,-11 5-15,-17-1 16,-14-27-16,0 0 0,0 0 0,0 0 0,3 8 16,-1 1-16,1 0 0,-5-1 0,2 1 15,0 0-15,0-9 0,-2 9 0,2 0 0,-1 1 16,-1-1-16,1-2 0,-1 1 0,2-8 15,-3 7-15,0-1 0,1-1 0,-1-1 0,1-1 0,-1 0 16,3-3-16,-2 1 0,1 1 0,0 0 16,0-2-16,1 0 0,0 0 0,-1 0 0,1 0 0,0 0 0,0 0 15,0-2-15,0-1 0,0 2 0,2-8 0,-1 0 16,0 1-16,-1 8 0,4-11 0,-2 1 16,1 1-16,2 0 0,-1 1 0,-1-1 15,5 0-15,-2-1 0,0 1 0,-6 9 16,7-8-16,-1 0 0,-1 0 0,2-1 0,-1 2 15,0-1-15,-6 8 0,6-9 16,0 0-16,-1 0 0,1 0 0,-2 0 16,1 0-16,-2 3 0,0 0 15,1 0-15,-2 4 0,-1 0 0,-1-2 0</inkml:trace>
  <inkml:trace contextRef="#ctx0" brushRef="#br2" timeOffset="-145184.97">20578 9891 0,'0'0'0,"0"0"0,0 0 0,0 0 16,15 40-16,-4 2 15,-3 4-15,-4 2 16,-4-48-16,0 0 0,0 0 0,0 0 16,2 19-16,0-1 0,-1-1 0,-1 1 15,0-1-15,0 0 0,0-17 0,2 18 0,0-1 0,-1 0 16,1 2-16,-2-3 0,0 2 0,0-18 0,-1 18 0,0-1 15,1-1-15,-3 1 0,1-2 0,1 1 0,-1-5 16,1-1-16,1 1 0,0-11 0,-3 4 16,2-4-16,-1 3 0,-1-5 0,3 1 0,-1 1 15</inkml:trace>
  <inkml:trace contextRef="#ctx0" brushRef="#br2" timeOffset="-144934.238">20482 10194 0,'0'0'0,"0"0"0,0 0 0,0 0 0,0 0 16,0 0-16,0 0 15,43-18-15,4 5 32,-47 13-32,0 0 0,0 0 0,0 0 0,15-3 0,-3-1 15,0 3-15,0-2 16,0 2-16,0-1 15,-12 2-15,12-2 0,-1 1 0,1 1 0,-2-3 0,0 2 16,-1 0-16,2 0 16,1 0-16,0 1 0,-3-2 0,-3 2 15,1 0-15</inkml:trace>
  <inkml:trace contextRef="#ctx0" brushRef="#br2" timeOffset="-144474.957">20873 10113 0,'0'0'0,"0"0"0,0 0 0,0 0 16,0 0-1,0 0-15,-46-18 16,46 18-16,0 0 0,0 0 0,0 0 0,-14-1 15,2-1-15,-1 1 0,1 4 0,1 0 0,1-1 16,10-2-16,-11 5 0,2-2 0,0-1 0,2 5 16,1-1-16,0 1 0,1 3 0,1-3 0,0 2 15,4-9-15,-1 11 0,0-2 0,1 1 0,1-1 16,1 0-16,-1-1 0,-1-8 0,5 6 0,-2 0 0,0 1 16,3-2-16,-1-1 0,0 1 15,-5-5-15,8 2 0,-2 0 0,0 0 16,1-4-16,0 0 15,0 0-15,-7 2 0,8-4 0,-1 1 16,1 0-16,-1-3 0,0-1 0,0 2 16,-7 5-16,5-9 0,0 2 15,0-1-15,-1 1 0,-1 1 0,1-1 16,-4 7-16,3-5 0,-1 0 0,0-1 0,0 3 16,0 0-16,-1-1 0,-1 4 0,2-2 0,-2 0 15,1 1-15,1 0 0,-2 1 0,0 0 0,0 0 0,0-1 16,0 1-16,0 0 0,0 0 0,0 0 0,0 0 0,0 0 15,2 2-15,-2 0 0,0 1 0,3 2 0,-2-1 16,1 2-16,-2-6 0,1 8 0,1 0 0,0 0 16,0 1-16,1 1 0,-1 0 15,-2-10-15,3 10 0,0-1 0,0 0 0,-1-2 0,0 1 16,-1-2-16,-1-6 0,2 5 0,-2-1 0,1 1 0,0-4 0,-1 1 0,0-1 16,0-1-16,1-3 0,-1 1 0,1 0 0,1-1 0,-2 1 0,0 0 0,0 0 0,0 0 15,0 2-15</inkml:trace>
  <inkml:trace contextRef="#ctx0" brushRef="#br2" timeOffset="-144160.396">20974 9925 0,'0'0'0,"0"0"15,0 0-15,0 0 16,0 0-16,0 0 16,8 52-16,-4-2 15,-4-50 1,0 0-16,0 0 0,0 0 0,2 16 0,-1-1 0,1 1 0,-2-16 15,1 12-15,-1 2 0,1-1 0,1 1 16,-1-2-16,0 1 0,1 0 0,0 1 16,0-1-16,0-2 0,-1 0 0,0 0 15,-3 0-15,2-1 0,0 1 0,-1-5 16,1 0-16,0 1 0,-1-4 0,1-1 16,0 1-16,0-3 0,2 7 0,0 0 0,-1-2 0,2-3 15,0-2-15,0 0 0,2-5 0,0-1 0,-1 1 16</inkml:trace>
  <inkml:trace contextRef="#ctx0" brushRef="#br2" timeOffset="-143612.884">21294 9834 0,'0'0'0,"0"0"0,0 0 15,0 0-15,0 0 16,0 0-16,-20 45 16,-1 2-1,21-47-15,0 0 0,0 0 0,-7 14 0,1 0 0,0 0 16,-1 0-16,2 0 0,0-1 16,5-13-16,-6 16 0,0-1 15,1 0-15,1 1 0,2 0 16,0 1-16,2 1 0,0 0 0,0 0 15,0-18-15,3 19 0,0 0 16,0 0-16,2-1 0,0 1 16,0-1-16,4-1 0,-1 1 15,0-3-15,-1-1 0,-1-1 16,1 1-16,-7-14 0,7 10 0,-1-1 16,2 1-16,1-4 15,-2 0-15,2 0 0,1-5 0,1 0 0,-2-1 16,3-6-16,0 0 0,0 0 15,-5 0-15,0 1 0,0 1 0,-7 4 0</inkml:trace>
  <inkml:trace contextRef="#ctx0" brushRef="#br2" timeOffset="-143364.233">21563 9971 0,'0'0'0,"0"0"0,0 0 0,0 0 0,0 0 16,-18 48-1,-6-5 1,4-5-16,20-38 0,0 0 15,0 0-15,-7 13 0,2-3 0,-1 1 16,-2 1-16,2 0 0,0-1 0,6-11 0,-6 10 0,2-1 16,-1 0-16,1 1 0,-1 1 0,0-1 15,-1 1-15,0-2 0,-1 1 0,1-5 0,0 2 16,1-1-16,5-6 0,-7-2 0,3 1 0,-1 0 16,2-5-16,0 0 0,1 0 0</inkml:trace>
  <inkml:trace contextRef="#ctx0" brushRef="#br2" timeOffset="-143296.342">21363 9986 0,'0'0'0,"0"0"15,0 0-15,0 0 0,0 0 16,0 0-16,0 0 16,37 37-16,-37-37 15,0 0-15,0 0 0,11 15 0,0-3 16,0 0-16,-11-12 0,9 14 0,-1-2 0,0 0 15,0 1-15,0-1 0,-1 0 16,2 2-16,0-1 0,-1-1 16,-8-12-16,8 14 0,-2-1 0,0 0 0,2-2 15,-1-1-15,0 1 0,-2-6 0,1 0 0,-1 0 0,-5-5 0,7-2 0,-2 1 16,1 1-16</inkml:trace>
  <inkml:trace contextRef="#ctx0" brushRef="#br2" timeOffset="-142514.859">21565 9680 0,'0'0'15,"0"0"-15,0 0 0,0 0 0,0 0 16,0 0-16,0 0 15,0 0-15,0 0 16,0 0-16,0 0 0,0 0 0,0 0 16,0 0-16,0 0 0,0 0 0,0 0 0,0 0 15,13 6-15,-1-1 0,-1 0 0,1 4 0,-3-3 0,0 0 16,-1 0 0,-2 0-16,1-1 15,-7-5-15,0 0 0,6 4 0,-2 2 0,1-2 0,1 3 0,-3-1 16,1-1-16,1 4 0,0-1 15,0-1 1,-5-7 0,5 10-16,-2-2 0,1 0 15,2 3 1,-1-1-16,0 0 0,-2-2 16,0-2-16,0 2 15,-2-5-15,1 0 0,-1 0 0,2 11 0,1 0 16,-1-2-16,0 5 0,0-2 15,0 1-15,-1-2 0,1 1 16,-1 0-16,-2-15 0,3 14 0,-1 0 16,0 1-16,-1-1 0,0 0 0,0 0 15,1 1-15,-1-1 0,-1 1 0,0-15 16,-2 12-16,1 0 0,1 0 0,-3 1 16,1 0-16,0 0 0,-3-1 15,1 1-15,0-2 0,4-11 16,-4 13-16,1-3 0,0 1 0,-1 1 15,0-2-15,0 1 0,-1-2 0,1 1 16,0 0-16,0-4 0,1-1 16,0 0-16,-1 4 0,-1-2 0,0 1 15,5-8-15,-5 8 16,1-2-16,-1 1 0,2 0 0,0 0 16,-1-1-16,-3 3 15,2-3-15,0 2 0,5-8 0,-7 6 0,1-1 16,0 1-16,-1-1 0,1-2 15,1 1-15,0-1 0,1 0 0,-1 0 0,5-3 16,-2 4-16,0-2 0,0 1 0,0-2 0,1 1 0,-1 0 0,1-1 16,1 0-16,-1 0 0,-1 0 0,2-1 0,0 0 0,0 0 0,0 0 0,0 0 15,0 0-15,0 0 0,0 0 0,0 0 0,2 0 0,-2 0 0,0 0 16,1-1-16,-1 1 0,0 0 0,0 0 0,0-2 0,0 0 0,0 0 0,1-2 0,-1 1 16,0 1-16,1-1 0,0 0 0,-1 0 0</inkml:trace>
  <inkml:trace contextRef="#ctx0" brushRef="#br2" timeOffset="-137260.065">7495 11520 0,'0'0'16,"0"0"-16,0 0 0,0 0 16,0 0-16,0 0 15,0 0-15,0 0 16,0 0-16,0 0 0,0 0 0,0 0 16,0 0-16,0 0 0,0 0 0,0 0 0,0 0 15,-5-3-15,0 2 0,0-1 0,5 2 16,-3-2-16,1 1 0,0 1 0,-12-2 15,2 1-15,-2-1 0,7-1 0,-2 3 0,2-1 157,7 1-157,-18-1 0,18 1 0,-17-1 0,0-1 0,17 2 0,0 0 0,-10 0 0,10 0 0,-9-1 15,0 1-15,-12 0 0,0 1 0,0-1 0,21 0 0,-24 2 0,1-2 16,0 1-16,-2 1 0,1 1 0,0 0 0,24-3 16,-25 2-16,1 0 0,0-1 0,24-1 0,-23 3 0,0 0 0,0-1 0,-8 1 15,1 1-15,0-2 0,30-2 0,-35 4 0,3-1 0,-1 0 16,6 1-16,0-2 0,1 1 0,26-3 0,-23 3 0,-1 0 15,1-1-15,23-2 0,-11 1 0,0 0 16,-1 0-16,-6 0 0,1 1 0,0 0 0,17-2 0,-10 2 0,1-2 16,1 0-16,-3 2 15,1-2-15,0 0 0,10 0 0,-6 0 0,2 0 0,-1 0 0,5 0 0,-2 0 0,0 0 0,2 0 0,0-2 16,0 2-16,0-2 0,0 2 0,0-2 0,0 2 0,0-2 0,1 2 0,-1 0 0,0 0 16,0 0-16,0 0 0,0 0 0,0 0 0,5-8 0,0 3 0,-1-3 0</inkml:trace>
  <inkml:trace contextRef="#ctx0" brushRef="#br2" timeOffset="-136896.827">7548 11528 0,'0'0'0,"0"0"0,0 0 0,0 0 16,-41-1-16,16 0 15,-40 0 1,-4 1-16,69 0 16,0 0-16,0 0 15,-39-2-15,2 1 16,-1 0-16,38 1 0,-58-1 15,-3 0-15,2-2 16,-3 1 0,2-1-16,-2 2 0,0-1 15,0 0-15,2 2 0,3-1 16,1-1-16,1 2 0,4-1 16,3 0-16,-2 0 0</inkml:trace>
  <inkml:trace contextRef="#ctx0" brushRef="#br2" timeOffset="-97516.572">18565 10962 0,'0'0'0,"0"0"0,0 0 16,0 0-16,0 0 15,-43 9 1,17-3-16,26-6 15,0 0-15,0 0 0,-16 3 16,0-2-16,0 2 0,16-3 0,-9 2 0,0-2 16,0 1-16,9-1 0,-21 2 0,0 1 15,1-1-15,-4-2 0,0 1 0,0 0 16,24-1-16,-27-1 0,2 1 0,-1 0 16,26 0-16,-28 0 0,2 0 0,0 0 15,26 0-15,-28 0 0,0 0 16,1 0-16,27 0 0,-37 0 0,1 0 0,1 1 15,-4 0-15,3 0 0,0-1 16,36 0-16,-30 2 0,0-2 16,0 1-16,30-1 0,-28 3 0,0-2 15,0 1-15,28-2 0,-29 3 0,1 0 16,1-3-16,27 0 0,-37 4 16,2-2-1,-1 1-15,36-3 16,-40 4-16,2 0 0,-1-1 15,2 1-15,1 0 16,0 0-16,36-4 16,-29 4-16,1-2 0,-1 0 0,29-2 15,-13 2-15,0-1 0,0 1 16,13-2-16,-16 2 0,1 0 16,-1 0-16,9 0 0,-2-1 15,2-1-15,7 0 0,-4 1 0,2 0 16,0-1-16,2 0 0,-2 1 0,1-1 0,0 0 15,1 0-15,-1 0 0,1 0 0,0 0 0,0 0 16,5 0-16,-3 0 16,0 1-16,0-1 0,-1 0 0,1 0 0,-2 0 0,0 0 15,1 0-15,0 0 0,0 0 0,-1 0 16,0 0-16,0 0 0,0 0 0,0 0 0,0 0 0,0 0 0,0 0 16,0 0-16,0 0 0,0 0 0,0 0 0</inkml:trace>
  <inkml:trace contextRef="#ctx0" brushRef="#br2" timeOffset="-96938.486">18574 11028 0,'0'0'0,"0"0"15,0 0-15,0 0 0,0 0 16,0 0-16,-49 14 16,20-5-16,29-9 0,0 0 15,0 0-15,-4 1 16,0 0-16,0 1 0,4-2 0,-3 0 0,3 0 0,-1 0 0,1 0 0,-29 4 0,1-2 15,0 1-15,-15 3 16,1-2-16,0 1 16,42-5-16,-45 4 0,0 1 0,1-2 15,44-3-15,-43 3 0,1-2 16,-1 1-16,2-1 0,2 1 16,0 0-16,0-1 0,2-1 15,0 1-15,37-1 16,-43 2-16,1 0 0,-1-1 0,-5 1 15,1 1-15,-1-2 0,48-1 16,-45 3-16,0 0 0,0-2 16,45-1-16,-40 2 0,2 0 0,-1 0 15,39-2-15,-31 2 0,0 1 16,1-2-16,16 1 16,0-1-16,-1 1 0,15-2 0,-5 0 0,1 0 15,-1 0-15,5 0 0,-1 0 0,-1 0 0,0 0 0,2 0 16,-5 3-16,2-1 0,-1-1 0,4-1 0,-2 1 0,-1 0 15,1 0-15,10-2 0,-2 1 0,0 0 0,-6 0 0,5 0 0,-1 0 0,-1 0 16,0-1-16,-2 1 0,1 0 0,-2 0 0,6-2 0,-3 1 16,1 0-16,0 0 0,-2-1 0,0 2 0</inkml:trace>
  <inkml:trace contextRef="#ctx0" brushRef="#br2" timeOffset="-86446.52">16973 11806 0,'0'0'0,"0"0"0,0 0 16,0 0-16,0 0 15,0 0-15,0 0 16,0 0-16,0 0 15,0 0-15,0 0 0,4 16 0,-1 0 0,1 0 16,-2-6-16,-1 1 0,1-1 0,-2-10 0,3 15 16,-2 1-16,1-2 0,-2-14 15,1 9-15,0-1 0,0 0 0,-1-8 0,-2 21 0,2-2 16,-1 0-16,-1-7 0,2-1 16,0 0-16,0-11 0,-1 21 0,0-1 0,0 1 15,0-10-15,1 0 0,0 0 0,0-11 16,-2 18-16,2-1 0,-1 1 0,1-18 15,-2 10-15,2 0 0,0-1 16,0-5-16,0-1 0,0 1 16</inkml:trace>
  <inkml:trace contextRef="#ctx0" brushRef="#br2" timeOffset="-86086.523">17215 11822 0,'0'0'0,"0"0"0,0 0 0,0 0 0,0 0 16,6 39-1,-3 2 1,0 4-16,-3-45 15,0 0-15,0 0 0,0 0 0,2 14 0,-2 0 16,0 0-16,-1 1 16,0 1-16,1-1 0,-1 1 15,0-1-15,0-1 16,1-14-16,-1 17 0,-1-1 0,1 0 16,-1 0-16,2 0 0,-1-1 15,-2 1-15,1 0 0,0 0 16,1-3-16,0-1 15,0 0-15,0-6 0,1 3 0,-1-3 16</inkml:trace>
  <inkml:trace contextRef="#ctx0" brushRef="#br2" timeOffset="-85922.918">17011 12058 0,'0'0'0,"0"0"0,0 0 15,0 0-15,0 0 0,44 8 16,-4 0-1,-7-2-15,-33-6 16,0 0-16,0 0 0,0 0 0,10 1 0,1-1 0,0 0 16,-1-1-16,-2 0 0,0 0 0,2-3 15,-1 0-15,1 0 0</inkml:trace>
  <inkml:trace contextRef="#ctx0" brushRef="#br2" timeOffset="-85510.022">17373 12093 0,'0'0'0,"0"0"0,0 0 0,0 0 16,0 0-1,40-23-15,-7 4 16,-14 5-16,-19 14 15,0 0-15,0 0 0,5-4 0,-3 1 0,0-1 0,-1 1 0,-1 0 0,0 0 16,-3 0-16,0 1 0,-1-1 16,-2 3-16,1 0 0,0-2 15,5 2-15,-8 2 0,2-2 0,0 0 0,-2 3 0,1-1 16,0 0-16,1 3 0,-2-2 0,1 1 0,7-4 16,-5 5-16,1-1 0,-2 1 0,3 4 15,-1-2 1,0 1-16,2 1 0,0 0 15,1 0-15,3 1 0,-1-1 16,0 0-16,2 2 0,1-2 16,0 1-16,-4-10 15,8 8-15,-2 2 0,0-1 16,-1-2-16,0-1 16,-1-2-16,-2-1 0,0 0 0,0-1 15</inkml:trace>
  <inkml:trace contextRef="#ctx0" brushRef="#br2" timeOffset="-85112.748">17651 12041 0,'0'0'0,"0"0"16,0 0-16,-49 19 15,11 2 1,14 3-16,11-3 16,9 3-16,4-24 0,0 0 0,0 0 15,-2 7-15,2 0 0,0 0 0,4-1 16,-2 0-16,1-1 0,1-1 0,0 1 15,-1-1-15,2-1 0,0-2 16,1 2-16,2-3 0,-2 0 0,0 0 0,-6 0 16,9-3-16,-1-1 0,0 1 0,2-3 0,-1 0 15,1-1-15,-2-1 0,0-1 16,1 0-16,-3 0 0,0 1 0,-1 1 16,-5 7-16,4-7 0,-1 2 0,-1-1 0,-1 0 15,-1 3-15,1-2 0,-2 1 0,1 2 16,0 0-16,0-2 0,0 2 0,0-1 0,0 3 15,1-2-15,-1 2 0,0-1 0,1 0 0,-1 0 16,0 0-16,-1 4 0,0-2 16,1 0-16,-2 3 0,2 0 0,0 0 0,0-4 0,-2 7 15,1-2-15,0 2 0,0 2 0,1-2 0,0 2 0,1-1 0,-1-1 0,0 2 0,0-1 16,1-1-16,0 1 0,-1-8 0,1 7 0,0-1 0,0 1 0,0-2 16,1-1-16,-1 1 0,3-5 0,-1 0 0,0 0 0,4-3 0,-2 0 0,0-1 0</inkml:trace>
  <inkml:trace contextRef="#ctx0" brushRef="#br2" timeOffset="-84648.03">17944 11763 0,'0'0'0,"0"0"0,0 0 0,0 0 15,0 0-15,6 43 16,0 7-1,-6-1-15,0-49 16,0 0-16,0 0 16,0 0-16,-1 15 0,0 1 15,0-1-15,-2 0 0,1-1 16,0 0-16,0 1 0,2 1 0,-1-2 16,-1 0-16,1-1 0,0-1 15,1-12-15,-1 12 0,1 0 0,0-1 16,0-2-16,0 1 0,0-1 0,0-3 0,0 0 15,0 0-15,0-3 0,0 0 16,0 0-16,1-1 0,-1-1 0,0 0 16,0-1-16,0-4 0,0 2 0,0-1 15,2-6-15,-1 0 0,1 2 0,-1-5 16,-1 3-16,0 0 0,-1 0 0,1 1 0,-1 0 0,1 8 0,-2-6 16,0-1-16,1 0 0,-2 0 0,0 2 0,-1-2 0,-2 4 15,1-1-15,1 0 0,-4 3 0,1-1 0,0 0 0,7 2 16,-8 0-16,0 0 0,1 0 0,-3 2 0,1 0 0,0-1 0,0 2 0,1 0 15,0 0-15,-2 2 0,2-1 0,-1-1 0,9-3 0,-7 6 0,0-2 0,0 1 0,1 1 0,3 0 0,-1 1 16,0-2-16,1 1 0,-1-1 0,2 2 0,1-1 0,1-1 0,1 3 0,0-2 0,0 2 0,-1-8 0,4 5 0,0-1 16,0 2-16,1 0 0,-1 0 0,2-1 0,-3 0 0,0-1 0,0 0 0,6-1 0,1 2 15,-1-2-15,5 1 0,-2-1 0,0 0 0,0-2 16,1 1-16,-1-2 0,-1 0 0,0-2 0,0 1 0,-3-2 16,1 0-16,0 0 0</inkml:trace>
  <inkml:trace contextRef="#ctx0" brushRef="#br2" timeOffset="-82566.438">18139 12001 0,'0'0'0,"0"0"0,0 0 0,0 0 16,0 0-16,0 0 15,54 3 1,-21 0 0,-33-3-16,0 0 0,0 0 0,0 0 15,21 2-15,-2-2 0,1 0 0,-10 3 16,1-3-16,0 0 0,-11 0 0,18 2 0,0-2 15,0 0-15,3 2 16,-2 0-16,2-2 0,-21 0 16,10 0-16,0 0 0,0 1 0,-6 1 0,0-2 0,0 0 0</inkml:trace>
  <inkml:trace contextRef="#ctx0" brushRef="#br2" timeOffset="-82048.939">18317 11883 0,'0'0'0,"0"0"0,0 0 15,0 0-15,0 0 16,0 0-16,0 0 16,0 0-16,0 0 0,0 0 15,0 0-15,0 0 0,0 0 0,0 0 16,-11 12-16,0-2 0,0 1 0,1-2 0,1 0 0,0-1 16,9-8-16,-8 6 0,2-1 15,0 2-15,-1-3 0,1-1 16,1 2-16,-1-2 15,-1-1-15,1 1 0,6-3 16,-5 2-16,0 1 0,-1-3 16,0 3-16,1-3 0,1 2 15,-2-1-15,1-1 16,0 2-16,1-1 0,-1-1 16,1 0-16,4 0 0,-6 0 15,3 0-15,0 0 0,1 0 16,1 0-16,-1 0 15,1 0-15,1 0 16,-1 0-16,1 0 16,-1 1-16,1 1 0,0-2 0,2 4 15,-2-1-15,0 0 0,0 2 16,1 0-16,0-1 0,-1-4 16,2 6-16,0 0 0,1 0 0,0 0 15,0 0-15,1 0 0,0 0 0,0 1 16,-1 0-16,3 0 0,-2-2 15,0 2-15,-4-7 0,5 5 16,-1-1-16,0 1 16,1-1-16,-1-1 0,0 0 15,1-4-15,-2-1 0,1 2 0</inkml:trace>
  <inkml:trace contextRef="#ctx0" brushRef="#br2" timeOffset="-81818.272">18667 11811 0,'0'0'0,"0"0"0,0 0 0,0 0 0,18 38 15,-2 7 1,-5-2-16,-3-4 0,-8-39 0,0 0 15,0 0-15,2 14 0,-1-1 0,0 0 0,1-1 16,-1 2-16,-1-2 0,0-12 0,3 11 16,-2 1-16,1-1 0,-2-1 15,0 0-15,0 1 0,-2-4 0,0 0 0,0 1 16,-1-8-16,1 0 0,1 0 16,-1-1-16,2-1 0,0 2 0</inkml:trace>
  <inkml:trace contextRef="#ctx0" brushRef="#br2" timeOffset="-81088.209">18672 11852 0,'0'0'0,"0"0"0,0 0 0,0 0 16,0 0-1,25-32-15,4 10 16,-2 11 0,-27 11-16,0 0 0,0 0 0,0 0 15,10 2-15,-1-1 0,-1-1 16,-8 0-16,10 3 0,-1 2 0,1-2 15,-1 4-15,0-1 0,1 0 0,-2 3 0,-1 0 16,0-1-16,-1 1 16,-3 1-16,1 0 0,-4-10 15,1 10-15,0-1 0,-1 1 0,-3-3 0,1 1 0,0 0 0,-3-1 16,-1-2-16,0 1 0,6-6 0,-7 4 0,0 0 0,0 1 16,-2-2-16,0 0 0,-1 0 0,0-3 0,0 0 0,1 0 15,9 0-15,-7-1 0,-1 1 0,0 0 0,2-2 0,2 0 16,-2 1-16,3 1 0,1 0 0,0 0 0,1 0 15,1 0-15,0 0 0,0 0 0,4 1 0,0 0 0,-1 0 0,6 4 0,-3-2 0,0 1 16,-1 1-16,-1-1 0,1-1 0,-3 0 0,0-1 0,1-1 0,9 11 16,0 0-16,1 0 0,-2 0 0,1 2 0,-2-1 0,-2-2 15,-2 2-15,0-2 0,-6-11 0,2 12 0,-1-2 0,-1 0 0,0-1 16,-1-1-16,0 0 0,-2-3 0,0 0 0,0 0 0,-3-1 16,0-1-16,1 0 0,-2-2 0,0-1 0,0 1 15,7-1-15,-9-2 0,-1 1 0,1-1 0,0-3 16,-1 1-16,1-1 0,0-2 15,1-1-15,1 1 0,1-5 16,2-1-16,0 2 0,4 11 0,-1-12 16,0 0-16,0-1 0,6-1 0,0 1 15,0-1-15,6 3 0,1 0 16,0 0-16</inkml:trace>
  <inkml:trace contextRef="#ctx0" brushRef="#br2" timeOffset="-80607.971">18991 11985 0,'0'0'0,"0"0"0,0 0 0,0 0 16,0 0-1,0 0-15,-14 43 16,14-43-16,0 0 0,0 0 0,0 0 16,-5 14-16,0-2 0,2 0 15,2-4-15,1 1 0,0-9 0,0 9 0,4-4 0,0 1 16,0-1-16,-4-5 0,7 5 0,0-1 16,1-1-16,1-1 0,-1-2 0,1 1 0,1-2 0,1-1 15,-1 2-15,-10 0 0,10-6 0,-1 3 16,0-1-16,1-3 0,-2 1 15,1 1-15,-4-2 0,-2 2 0,1-2 0,-4 7 0,2-5 16,-1 0-16,0 0 0,-3-2 0,-1 1 0,1-1 0,-3 0 16,1 1-16,0-1 0,4 7 0,-9-6 0,1 0 0,0 0 15,-2 0-15,0 3 0,1 0 0,-2-1 0,1 2 0,0-1 0,10 3 0,-10 0 16,1 0-16,-1 0 0,3 0 0,-1 0 0,0 2 0,2-1 16,0 0-16,0-1 0,6 0 0,-1-1 0,-1-1 15,0 1-15,6 0 0,-1-1 0,-1 0 16</inkml:trace>
  <inkml:trace contextRef="#ctx0" brushRef="#br2" timeOffset="-80084.239">19364 11685 0,'0'0'0,"0"0"0,0 0 0,0 0 16,0 0-1,7 41-15,-6 3 16,-7-3-16,6-41 0,0 0 16,0 0-16,-1 12 15,-1 0-15,0 2 0,1-4 16,1 3-16,0-2 16,0 1-16,0-2 15,0 1-15,0-11 0,1 12 0,1-1 16,-2 0-16,0-3 0,0 0 15,0-1-15,1-4 0,0 2 0,0-1 0,-1-3 16,1 1-16,0 0 0,-1-2 0,1 1 16,-1-1-16,0 0 0,-1-3 0,1 0 0,0 1 0,-2-5 0,2 0 0,0-1 15,-2 0-15,1 2 0,1-2 0,0 8 0,-4-7 0,2 2 0,1-1 16,-3 1-16,1 2 0,0-2 0,-3 4 0,1-1 0,0 1 0,0-1 0,0 2 0,-1 0 0,6 0 16,-8 2-16,2 0 0,0 0 0,-1 1 0,1 0 0,0 0 15,-1 3-15,2-1 0,0 0 0,5-5 0,-6 5 0,2 0 0,-1 1 16,2 0-16,0 0 0,0 0 0,0 0 0,0 0 0,1 0 0,0 0 0,0 1 15,2-1-15,0-6 0,2 6 0,-1 0 0,1 0 0,2-1 16,0 1-16,0-2 0,2 1 0,-1-2 0,0 1 0,4-3 0,0 0 16,-1-1-16,-8 0 0,13-5 0,-3 1 15,1-1-15,1-5 0,1 1 0,-1 0 0,-4 3 0,0 0 16,-1-1-16</inkml:trace>
  <inkml:trace contextRef="#ctx0" brushRef="#br2" timeOffset="-79998.913">19516 11901 0,'0'0'0,"0"0"15,0 0-15,0 0 16,0 0-16,0 0 16,0 0-1,0 0-15,0 0 0,0 0 0,0 0 16,0 0-16,0 0 0,0 0 0,0 0 16,0 0-16,0 0 0,1 10 0,-1 0 0,0-1 0,4-2 0,-1-1 15,-1 0-15,3-4 0,-2-1 0,1 0 0,-4-1 16,5-3-16,1 0 0,-2-1 0,2 0 0,-1-1 15,-1 2-15,3-3 0,-3 1 0,1 1 0,-5 4 0,4-5 16,0 1-16,1 1 0,-2-1 0,-2 1 16,1 1-16,-2 1 0,1-1 0,0 1 0,0-1 0,-1 2 15,0 0-15,0 0 0,0 0 0,0 0 0,0 0 16,1 5-16,0-1 0,0 0 0,1 5 0,-1-1 16,1 1-16,-2-9 0,2 14 0,0-1 15,-1-1-15,1 4 0,-2 0 0,1-2 16,1 3-16,-2 1 0,1-1 0,-2 0 15,1 0-15,0 0 0,0-17 16,-1 16-16,0 1 0,0-2 0,0 1 16,-1-1-16,1 0 0,0-1 15,0-1-15,0 1 0,0-3 0,0-1 16,1 1-16,0-11 0,-2 8 16,1 0-16,-1-2 0,-1-2 0,1 2 15,0 0-15,-2-4 0,-1 1 16,2-1-16,-2-1 0,2 0 0,0-1 0,3 0 15,-6-3-15,-1 1 0,1 0 0,0-5 0,-1 1 0,1 1 16,-1-4-16,2 1 0,-1 0 0,2 0 16,2 0-16,0 1 0,2 7 0,-1-9 0,0 1 0,0 0 15,4-2-15,0 1 0,-1 0 0,5 0 0,-1 0 0,0 1 0,3 2 16,0-2-16,0 1 0,-9 7 0,11-6 0,-2 0 0,1 1 16,-1-2-16,-1 0 0,1 1 15,-4 2-15,0-1 0,1 1 0</inkml:trace>
  <inkml:trace contextRef="#ctx0" brushRef="#br2" timeOffset="-78181.217">19790 11653 0,'0'0'0,"0"0"0,0 0 0,0 0 16,0 0-16,0 0 15,0 0-15,0 0 16,0 0-16,0 0 0,0 0 0,0 0 0,0 0 16,0 0-16,0 0 0,0 0 0,0 0 0,4 18 15,0-1-15,0 1 0,-4-18 0,2 12 0,1-2 16,-1 1-16,1 8 0,-2 1 16,1 0-16,-2-20 0,1 10 0,0-1 15,0 3-15,-1 11 0,0-2 0,0 1 16,0-22-16,0 12 0,0 0 15,0-1-15,0 12 0,0-3 16,0 1-16,0-21 0,0 12 0,0 0 16,0-2-16,0-5 0,0-2 0,0 3 15</inkml:trace>
  <inkml:trace contextRef="#ctx0" brushRef="#br2" timeOffset="-77926.548">20093 11772 0,'0'0'0,"0"0"0,0 0 0,0 0 15,0 0-15,-1 47 16,-2-2 0,0-8-16,3-37 0,0 0 15,0 0-15,-3 10 0,3-1 0,-1 1 16,-1-1-16,1-1 0,-1-1 15,2-7-15,-4 8 0,2 0 0,-1 0 16,-3-4-16,2-1 0,-1 0 16,1-6-16,0 1 0,0 0 0,2-5 0,1 0 15,1 1-15</inkml:trace>
  <inkml:trace contextRef="#ctx0" brushRef="#br2" timeOffset="-77632.01">20072 11829 0,'0'0'0,"0"0"16,0 0-16,0 0 0,0 0 15,0 0-15,0 0 16,0 0-16,0 0 0,0 0 15,0 0-15,0 0 0,0 0 0,0 0 0,0 0 16,0 0-16,0 0 0,0 0 16,0 0-16,0 0 0,0 0 0,17 6 0,-2-2 0,0 1 15,-1 4-15,-2 0 0,1 0 32,-4 1-32,1 1 0,-10-11 0,9 12 0,-9-12 0,6 12 0,-1 0 0,0 1 0,-3-2 0,0 0 0,1 0 0,-3-2 0,1-2 15,0 0-15,0-5 0,0-2 0,0 1 0,0-2 16,-1-1-16,2 2 0</inkml:trace>
  <inkml:trace contextRef="#ctx0" brushRef="#br2" timeOffset="-77426.347">20446 11676 0,'0'0'0,"0"0"16,0 0-16,0 0 0,0 0 15,9 47-15,0 2 32,0-1-32,-9-48 0,0 0 0,0 0 0,0 0 0,3 16 15,0 0-15,0 0 0,0 0 0,-1 0 16,-1 1-16,-1-17 0,3 14 0,-3 2 0,1-2 0,-3-2 16,1 0-16,0 0 0,0-6 15,-1 0-15,1 1 0,0-8 0,0 1 0,1 0 0,0 0 0,2-6 16,-1-1-16,-1-1 0</inkml:trace>
  <inkml:trace contextRef="#ctx0" brushRef="#br2" timeOffset="-76972.884">20438 11673 0,'0'0'0,"0"0"16,0 0-16,0 0 16,0 0-16,0 0 15,0 0-15,0 0 16,0 0-16,0 0 0,0 0 15,17-2-15,-1 1 0,-1 0 0,-1 3 16,-3 0-16,1 0 16,-4 5-16,-1-1 0,-7-6 0,7 6 0,-4 3 0,-3-9 0,3 9 0,0 1 0,-3-10 15,-2 9-15,1 2 0,-1-2 0,-3 0 0,0-1 16,0-1-16,-3 0 0,1 0 0,0-1 0,7-6 0,-7 5 0,0 0 16,0 0-16,1-1 0,0-1 0,1 2 15,1-3-15,1 0 0,0 0 0,3-2 0,-2 1 16,1 0-16,-1-1 0,1 1 0,1-1 0,0 0 0,2-1 15,-1 0-15,1 0 0,-2 1 0,6-2 0,-1 1 0,0 1 16,6 3-16,-1-1 0,0 0 0,2 4 0,-2-1 0,0 1 16,-10-6-16,10 7 0,-1 1 0,1 0 15,-3 1-15,-1 1 0,1-2 0,-2 3 0,-2-2 0,1 1 16,-4-10-16,1 10 0,-1 0 0,0-1 0,-5 0 16,2-1-16,0 0 0,3-8 0,-6 5 0,-1 1 15,1 0-15,-3-2 0,0 1 0,1-1 0,-3 1 16,2-2-16,0 1 0,9-4 0,-10 2 0,1-1 15,-1 1-15,0-3 16,2 1-16,-1 0 16,1-2-16,-1 0 15,2 1-15,7 1 0,-6-7 0,1-1 16,-1 2-16,6-5 0,0 1 16,0-1-16,8-2 0,-3-1 15,0 1-15</inkml:trace>
  <inkml:trace contextRef="#ctx0" brushRef="#br2" timeOffset="-76701.027">20710 11866 0,'0'0'0,"0"0"0,0 0 0,0 0 16,0 0 0,0 0-16,-16 39 15,11-5-15,5-34 0,0 0 16,0 0-16,2 8 0,-2-2 0,0 2 0,0-8 16,4 5-16,-2-1 0,0 0 0,5 1 0,-2-2 0,0 0 15,5-2-15,-2 1 0,-1-2 0,-7 0 16,11-2-16,0 1 0,0 1 0,0-6 0,0 1 0,-1 0 15,0-2-15,0 2 0,-1-2 0,-9 7 16,7-5-16,-2-1 0,0 1 0,-3 0 16,1 1-16,-1-1 0,-4-1 0,2 2 15,-1-2-15,1 6 0,-4-7 0,0 2 0,1-1 0,-4-2 0,1 3 0,0 0 16,-4-1-16,3 2 0,-1-1 16,8 5-16,-11-4 0,1-1 0,0 0 0,0 1 0,1 0 0,-1 1 0,0 1 15,1 1-15,1 0 0,8 1 0,-5-1 0,0 0 16,-1 1-16,6-1 0,0 0 0,0 1 0,2-1 0,0-1 15,0 2-15</inkml:trace>
  <inkml:trace contextRef="#ctx0" brushRef="#br2" timeOffset="-76216.031">21106 11791 0,'0'0'0,"0"0"0,0 0 16,0 0-16,0 0 15,0 0-15,0 0 16,-39 20-16,39-20 16,0 0-16,0 0 0,-10 9 0,-1 0 0,0-2 15,3 1-15,0 0 0,8-8 0,-6 7 0,1 0 0,1 1 16,-2-1-16,3 1 0,1-1 0,0 1 0,1-1 16,1 0-16,0 0 0,0-7 0,3 6 15,-1 0-15,1 0 0,2-2 0,-2-2 16,0 0-16,1-1 0,0-1 0,0 1 0,2-3 15,-1 1-15,0 0 0,3-5 0,-1-1 0,-1 1 0,-6 6 16,7-13-16,1 0 0,-2 1 0,1-9 16,-1 0-16,1 0 0,1-6 15,0 2-15,0-1 0,-8 26 0,6-23 16,-2 1-16,1-1 0,-1 4 16,-1 3-16,-1-1 0,-2 2 15,0 2-15,0-1 0,-2 3 16,1 1-16,0 1 0,1 9 15,-2-6-15,0 0 0,0 0 0,0 3 0,1 1 0,0-1 0,1 2 16,-1 0-16,0 0 0,1 1 0,-1 0 0,1 0 0,0 0 0,0 1 0,0 0 0,0 0 0,2 7 16,-2-2-16,0 1 15,1 7-15,-1-2 0,0 0 16,0-12-16,2 18 0,-2-3 0,0 0 0,1 3 16,-1 0-16,1 0 15,-3 0-15,0-1 0,-1 1 0,3-18 0,-1 16 16,-1-1-16,1 1 0,-1-2 0,1 0 0,-1-1 15,1-3-15,1-2 0,0 1 0,2-7 0,0-2 0,-1 1 16,1-2-16,0-1 0,-1 2 0</inkml:trace>
  <inkml:trace contextRef="#ctx0" brushRef="#br2" timeOffset="-75764.093">21234 11718 0,'0'0'0,"0"0"0,0 0 0,0 0 16,0 0 0,0 0-16,0 0 15,4 38-15,-4-38 0,0 0 0,0 0 16,5 9-16,-1-1 0,-1-1 0,4-3 0,-2 1 15,-1-1 1,-4-4-16,6 0 0,0 0 0,1 0 0,0 0 0,0-3 0,1 0 16,-2 0-16,-1 0 0,0 0 0,3-1 0,-3 0 15,0 2-15,-5 2 0,5-3 0,0-1 0,-1 3 16,-1-1-16,0 1 0,-1-1 0,-1 2 16,0 0-16,0 0 0,0-1 0,-1 1 0,0 0 0,0 0 0,0 0 0,0 0 15,0 0-15,-2 2 0,1 0 0,-1 0 0,1 6 0,-1-2 16,1 0-16,1-6 0,-3 9 0,1 1 0,1-1 15,-2 4-15,3-1 0,-2-1 0,-1 3 16,2-1-16,-1-1 0,0 4 16,1-2-16,0 1 0,-1-2 15,1-1-15,-1 2 0,2-14 0,-2 12 0,0 0 16,1 0-16,-3 0 0,3 0 16,-1-1-16,0-1 0,0-1 0,-1 0 0,0-1 0,0-3 0,0 1 15,3-6-15,-4 6 0,2 0 0,-1-1 0,-2-2 16,1 0-16,-1 0 0,-2-5 0,1 1 0,1 0 15,-2-7-15,1 0 16,1 0-16,5 8 16,-3-13-16,2 1 15,-1 0-15,4-4 16,0 1-16,-1 0 0</inkml:trace>
  <inkml:trace contextRef="#ctx0" brushRef="#br2" timeOffset="-75449.316">21449 11658 0,'0'0'0,"0"0"0,0 0 0,0 0 16,0 0-16,0 0 16,49-14-16,-8 10 15,-41 4-15,0 0 16,0 0-16,0 0 0,8 3 0,1-2 0,0 2 0,-9-3 0,6 4 0,0 0 16,0 0-16,-2 4 0,0 0 0,0 0 15,-4 1-15,0 0 0,0-1 0,0-8 0,-4 9 0,1 0 0,0 0 16,-4 0-16,3 1 0,-1-2 0,-3 1 0,-1-1 15,1-1-15,-1 0 0,1 0 0,1 0 0,7-7 16,-8 4-16,1 1 0,1 0 0,1-3 0,1 0 16,0 2-16,2-3 0,-1 0 0,1 0 0,2-1 0,-1 2 15,1-2-15,-1 1 0,0 1 0,1-2 16,0 1-16,2 1 0,-1 1 0,1-1 0,-2-2 0,7 3 16,-2 0-16,1-2 0,4 0 0,0 0 0,-1 0 15,4-3-15,-1 1 0,0 1 0,0-1 0,1-1 16,0 1-16,-13 1 0,12-2 0,1 0 0,-1 0 15</inkml:trace>
  <inkml:trace contextRef="#ctx0" brushRef="#br2" timeOffset="-75320.413">21728 11819 0,'0'0'0,"0"0"0,0 0 0,0 0 15,0 0 1,0 0-16,0 0 15,0 0-15,0 0 0</inkml:trace>
  <inkml:trace contextRef="#ctx0" brushRef="#br2" timeOffset="-75170.336">21883 11825 0,'0'0'0,"0"0"0,0 0 16,0 0-16,0 0 15,0 0-15</inkml:trace>
  <inkml:trace contextRef="#ctx0" brushRef="#br2" timeOffset="-74853.742">22017 11787 0,'0'0'0,"0"0"0,0 0 0,0 0 0,0 0 0,0 0 15,52-43-15,-52 43 16</inkml:trace>
  <inkml:trace contextRef="#ctx0" brushRef="#br2" timeOffset="-74648.858">22151 11742 0,'0'0'16,"0"0"-16,0 0 0,0 0 0,0 0 15,41-26-15,-1 4 31</inkml:trace>
  <inkml:trace contextRef="#ctx0" brushRef="#br2" timeOffset="-74548.335">22311 11714 0,'0'0'0,"0"0"0,0 0 0,0 0 16,0 0-16,0 0 16,0 0-16,43-23 15,-43 23-15,0 0 0,0 0 0,15-6 0,-2 2 16,1-1-16</inkml:trace>
  <inkml:trace contextRef="#ctx0" brushRef="#br2" timeOffset="-74491.603">22483 11719 0,'0'0'0,"0"0"0,0 0 0,0 0 16,0 0-16,36-22 16,-4-1-16,-10 8 15,-22 15-15,0 0 0,4-4 16,-1 2-16,0-1 0,-1 3 0,1-1 0,-1 1 15,-2 0-15,1 1 0,-1 1 0,0-1 0,-1 2 0,1-1 16,0 1-16,-2-1 0,2-1 0,0 2 0,0-3 0,3 1 16,0 0-16,0 0 0,2-2 0,-1 1 15,1-1-15,5-1 0,-1-2 0,-1 2 0,-8 2 0,13-4 16,-1 1-16,0 0 0</inkml:trace>
  <inkml:trace contextRef="#ctx0" brushRef="#br2" timeOffset="-74419.949">22850 11696 0,'0'0'0,"0"0"0,0 0 16,0 0-16,0 0 16,47-11-16</inkml:trace>
  <inkml:trace contextRef="#ctx0" brushRef="#br2" timeOffset="-74184.924">22031 11810 0,'0'0'0,"0"0"0,0 0 0,0 0 16,0 0 0,0 0-16</inkml:trace>
  <inkml:trace contextRef="#ctx0" brushRef="#br2" timeOffset="-66708.593">19266 12528 0,'0'0'0,"0"0"0,0 0 0,0 0 16,0 0-16,0 0 15,4 52-15,-2-23 16,-2-29-16,0 0 0,0 0 16,0 0-16,2 23 0,0-4 0,1 2 0,-1-9 15,-1-1-15,-1 1 0,0 7 0,0 0 0,0 1 16,0-20-16,0 11 0,0-1 0,0 1 0,-3 3 16,2 0-16,-1 0 0,2-14 0,0 8 15,-1-2-15,0 2 0,0-5 16,1 0-16,0 0 0,-1-3 15,1 1-15,0 0 0,0-1 0,3-11 0,-2 2 0,1-1 16,-1 2-16,0 3 0,0-1 16</inkml:trace>
  <inkml:trace contextRef="#ctx0" brushRef="#br2" timeOffset="-66440.117">19228 12540 0,'0'0'0,"0"0"0,0 0 16,0 0-16,0 0 15,0 0-15,0 0 16,0 0-1,0 0-15,0 0 0,0 0 0,0 0 0,0 0 0,0 0 0,0 0 16,24-5-16,1 0 0,0 0 0,-5 8 16,0-1-16,1 0 0,-9 5 0,1 0 0,-1-1 15,-3 3-15,-2-1 0,0 1 0,-4-2 0,0 1 16,1-1-16,-5 1 0,-1-1 0,1 0 16,1-7-16,-5 7 0,0 0 0,0-1 15,-4-1-15,0 0 0,1 0 16,-3-2-16,1 0 0,0 0 0,-2-2 0,2 0 0,0 0 15,2-4-15,-1 0 0,1 1 0,2-4 16,0-1-16,1 1 0,5 6 0,-4-9 0,2 1 0,0 1 0,3-4 16,1 1-16,-1 1 0,5-1 0,0-1 0,0 2 15,-6 9-15,0 0 0,0 0 0</inkml:trace>
  <inkml:trace contextRef="#ctx0" brushRef="#br2" timeOffset="-66048.193">19486 12526 0,'0'0'0,"0"0"0,0 0 0,0 0 0,0 0 15,42-13-15,-6 4 16,-6 9 0,-7 9-16,-23-9 0,0 0 0,0 0 0,5 6 0,0-1 15,1 0-15,-6-5 16,4 9-16,0-1 0,-1-1 16,-1 2-16,-1 1 0,0-1 0,-4-1 15,3 0-15,-1 0 0,-3-1 16,1 0-16,1 0 0,-2-3 0,0 1 0,1-1 0,-3-1 15,0-1-15,2 0 0,-1-1 0,0 0 0,1 0 16,4-1-16,-6 2 0,2-2 0,0 0 0,1 0 0,0 0 0,0 0 0,0-2 0,2 2 16,1-1-16,-2 0 0,2 1 0,0-1 0,0 1 15,3-5-15,0-1 0,-1 0 0,5-5 0,-2-2 16,1 3-16,2-3 0,-1 1 16,-1 0-16,4 2 0,-2-1 15,1 1-15,-9 10 0,9-9 16,0-1-16,1 1 0,-1 2 15,1 0-15,-1 0 0,-1 2 16,1 0-16,-1 2 0,0-1 16,-1 2-16,-1-2 0,0 2 0,-1 0 15,1 0-15</inkml:trace>
  <inkml:trace contextRef="#ctx0" brushRef="#br2" timeOffset="-65082.872">19786 12528 0,'0'0'0,"0"0"0,0 0 15,0 0-15,0 0 0,0 0 0,0 0 0,0 0 16,0 0-16,0 0 0,0 0 0,15-9 0,-1 0 0,0 0 15,-14 9-15,11-7 0,1 0 16,0 0 15,-5 2-31,0 1 0,-7 4 0,7-6 0,-4 3 0,-3 3 0,4-3 0,1 1 16,-5 2-16,3-2 0,-2 2 0,-1 0 0,2-1 0,-2 1 0,0 0 0,0-1 0,1 1 0,-1 0 0,1 0 0,-2 0 0,1 0 0,-1 0 16,1-1-16,0 1 0,-3 1 0,0 1 0,0-1 0,-4 2 0,2-1 15,-1 0-15,0 3 0,0 1 16,1-1-16,-1 2 15,0-1-15,-1-1 0,1 3 0,2 0 16,-1-1-16,5-7 0,-4 8 0,0 0 16,0-1-16,1 2 0,2 0 0,-1-1 0,3 2 15,-1-3-15,0 2 0,3-1 0,-1-1 0,-1 1 16,6-2-16,-1-1 0,-1 1 0,3-6 0,1 1 0,-2-1 16,-7 0-16,11-4 0,0 0 0,-1 2 0,2-5 15,-1 2-15,0-2 0,-3 2 0,-1 1 0,1 0 0,-4 1 16,-1 1-1,0 1-15</inkml:trace>
  <inkml:trace contextRef="#ctx0" brushRef="#br2" timeOffset="-64942.752">20063 12436 0,'0'0'0,"0"0"0,0 0 0,0 0 0,0 0 0,-6 50 0,3-8 15,3-42-15,0 0 0,0 0 0,2 11 16,-2 0-16,0 0 0,0-11 0,0 6 16,0 2-16,0-1 0,0-4 0,0 1 15,0-1-15,0-1 0,0-1 0,0 1 0,0-4 0,0 2 16,0 0-16,0-3 0,0 1 0,0-2 0,-2-4 15,2-1-15,0 0 0,0 9 0,2-13 16,-2-1-16,1 0 0,2-3 0,-1 1 16,-1-2-16,2 3 0,-1 0 15,1-1-15,-1 7 0,-1 1 16,1-1-16,-2 9 0,1-4 16,0 0-16,0 0 0,0 2 15,-1 0-15,0 0 0,3 2 0,-3 0 0,1-1 0,1 3 0,-1 0 0,0 1 0,3 3 0,-2 0 16,0 0-16,-2-6 0,5 9 0,-1 0 0,0 0 15,0 3-15,-2-3 0,0 0 0,0 3 0,-1-3 0,1 0 16,-1-1-16,1 1 0,0-1 0,-1-1 0,-1 0 0,1 0 16,-1-7-16,2 6 0,-2-1 0,1-1 0,1-1 0,-2-1 0,0 1 0,1-1 0,-1-1 0,0 0 15,0 0-15,0-1 0,0 0 0,0 1 0,0-1 0,0 0 0,2-3 0,-2 1 16,0-1-16,0 3 0,3-8 0,0-1 16,-1 0-16,2-3 0,0-1 0,0 0 0,2 1 15,0 1-15,1 1 0,-2 0 0,0 2 16,0 0-16,0 5 0,-1-1 0,-1 0 0,-3 4 0,3-3 0,0 1 15,-1 1-15,0-1 0,0 2 0,1-2 0,0 3 0,-1 0 16,0-1-16,0 3 0,1 1 0,-1-1 0,2 5 16,-2 1-16,1-3 0,-3-6 0,3 12 0,-1-2 15,0 1-15,1 1 0,-1 0 0,-1-1 16,1 2-16,-2-1 0,0 0 0,-2-2 0,2 0 0,0 0 16,-3-2-16,2-1 0,-1 1 0,0-4 0,1 2 15,-1-1-15,2-5 0,-1-1 0,1 1 0,0 0 16,0-6-16,0 0 0,0 1 0,0 1 0,1 0 0,0-1 15,-1 2-15,0 2 0,0-2 0,-1 2 0,1 0 0,0 1 16,0-1-16,0 1 0,0 0 0</inkml:trace>
  <inkml:trace contextRef="#ctx0" brushRef="#br2" timeOffset="-64829.917">20346 12363 0,'0'0'0,"8"39"16,-2-15-16,6 33 15,-4-26 1,-1 27-16,-3-25 15,-4-33-15,0 0 0,0 0 0,1 12 0,-1-2 16,0 2-16,0-12 0,0 6 0,0 0 0,0-1 16,0-3-16,0 0 0,0 1 0,0-3 0,-1-17 0,1 1 15,0 1-15,1-7 0,-1-1 0,0 1 16</inkml:trace>
  <inkml:trace contextRef="#ctx0" brushRef="#br2" timeOffset="-64548.811">20358 12260 0,'0'0'0,"0"0"0,0 0 0,0 0 0,0 0 16,0 0-16,0 0 16,49 7-1,-49-7-15,0 0 0</inkml:trace>
  <inkml:trace contextRef="#ctx0" brushRef="#br2" timeOffset="-64254.779">20642 12318 0,'0'0'0,"0"0"0,0 0 16,0 0-16,0 0 16,0 0-16,-46 21 15,13 0-15,33-21 16,0 0-16,0 0 0,-8 5 0,2 0 0,0 0 0,3 1 0,-1 0 16,1 0-16,5 1 0,-2 1 0,0 0 0,3 1 15,1 1-15,-1-2 0,1 2 0,0-1 0,0 1 16,0 1-16,1-2 0,-2 3 0,0-2 0,0 0 0,-1 0 15,-1 1-15,0-2 0,0 1 0,-1-10 0,-2 9 16,2 0-16,-1 0 0,-3-3 0,1 0 0,0 0 16,-4 0-16,3 0 0,-1-1 0,-1-3 0,0 2 15,0-3-15,1-4 0,1 1 0,-1 0 16,0-5-16,1 1 0,0-1 16,3-4-16,0 2 0,0-1 15,1 3-15,0 0 0,0 1 16</inkml:trace>
  <inkml:trace contextRef="#ctx0" brushRef="#br2" timeOffset="-64008.015">20698 12486 0,'0'0'0,"0"0"0,0 0 16,0 0-16,0 0 15,40 0-15,-5-3 16,-7-4 0,-28 7-16,0 0 0,0 0 0,0 0 0,7-3 0,-2 1 15,1-1-15,-6 3 0,8-2 0,-2 0 0,0-1 0,0 1 0,-1-2 16,0 2-16,0-1 0,-1 0 0,0 0 15,-3 0-15,1 1 0,-1-1 0,-2 0 0,1 1 0,0 0 16,-4-1-16,1 0 0,-1 1 0,4 2 0,-5-2 16,0 0-16,0 2 0,-4 0 0,3 0 0,-1 0 15,-2 2-15,1 1 0,1-1 0,-1 4 0,0-1 16,1 1-16,-2 1 0,1-1 0,1-1 0,-1 4 16,2-3-16,0 0 0,6-6 0,-6 9 0,1 0 15,0 0-15,2 3 0,2-1 16,-1-1-16,5 1 0,-3-1 0,1 0 0,4-1 15,0-1-15,0 1 0,5-3 0,0 0 16,-1 2-16,4-6 0,-1 0 0,1 0 0,0-7 0,2 2 16,-2 0-16,-3-1 0,-2 0 0,1 1 0</inkml:trace>
  <inkml:trace contextRef="#ctx0" brushRef="#br2" timeOffset="-63936.595">20996 12216 0,'0'0'0,"0"0"0,0 0 0,0 0 16,0 0-16,0 0 16,0 0-16,68 55 15,-68-55-15,0 0 0,0 0 16,21 23-16,0 1 0,-1 0 16,-7 0-16,2 0 0,-1 0 0,-7 4 15,1 1-15,0-2 0,-6 3 16,-2 0-16,1-2 0,-8 3 15,1-2-15,0 0 0,-12-1 16,2 1-16,-1-1 0,-9-5 0,1 1 0,-2-1 16,-4-6-16,-1 0 0,0 1 15,-3-6-15,0-2 0,2 1 0</inkml:trace>
  <inkml:trace contextRef="#ctx0" brushRef="#br2" timeOffset="-63355.002">19168 12286 0,'0'0'0,"0"0"16,0 0-16,-43 39 0,-7 13 16,3 9-1,7 6-15,16 11 0,21 13 16,3-91-16,0 0 16,0 0-16,3 31 0,-1 0 15,-1 1-15,-1-32 0,5 30 0,-1 0 16,-1 0-16,7 0 0,-1 0 0,-1-1 15,10 1-15,-3 0 16,0-2-16,6-2 0,0-1 16,0 0-16,8-5 15,-1-1-15,0 0 0,9-6 16,-1 0-16,-1 1 16,5-8-16,-1 2 15,-1-1-15,-1-4 16,-2 0-16,1 0 15</inkml:trace>
  <inkml:trace contextRef="#ctx0" brushRef="#br2" timeOffset="49276.368">22462 740 0,'0'0'0,"0"0"0,0 0 16,0 0-16,0 0 0,0 0 15,0 0 1,0 0-16,0 0 0,0 0 16,0 0-16,2 14 0,-1 0 0,-1 0 0,2-4 15,-1-2-15,-1 0 0,0-8 0,3 14 16,-2-1-16,1 1 0,-1-7 0,0 1 0,0-2 16,-1-6-16,1 18 0,1-2 0,0 1 15,-1-6-15,0-2 0,0 1 0,-1-10 0,-1 20 16,0-1-16,1 1 0,0-20 15,-2 11-15,2 0 0,0-1 0,-5 14 16,1-1-16,0 0 16,4-23-16,-2 13 0,0-1 0,0 1 15,2-13-15,-3 20 0,1 1 0,0-1 16,2-20-16,-2 11 0,2 0 0,-1 0 16,2 6-16,-1-1 0,0 0 0,0-16 15,1 11-15,-1-3 0,0 1 16,1-5-16,-1 0 0,0-1 0,0-3 0,-6-3 15,1 2-15,1-1 0</inkml:trace>
  <inkml:trace contextRef="#ctx0" brushRef="#br2" timeOffset="49761.358">22502 779 0,'0'0'0,"0"0"0,0 0 0,0 0 16,0 0-16,0 0 16,38-26-1,-1 14 1,-37 12-16,0 0 0,0 0 0,0 0 0,0 0 0,11 0 15,-1 0-15,0 0 0,0 1 16,-1 1-16,0 0 0,0 3 0,-3 0 0,1 1 0,1 3 16,-2 0-16,0-1 0,-3 0 0,0 0 15,1 1-15,-1-1 0,-1-1 0,-1 0 16,-1 4-16,0-2 0,0 0 0,-4 1 16,2-1-16,-1 2 0,-3-1 0,2 1 0,-1-1 0,-5 1 15,3 1-15,-1-2 0,8-10 16,-10 11-16,0 0 0,0-1 0,-4-1 0,1 0 15,1 0-15,-2-3 0,2 0 16,-1 1-16,1-2 0,1 1 16,1 0-16,-2-3 15,2 1-15,-1 1 0,11-5 16,-10 1-16,-1 1 0,2-1 16,0-2-16,3-1 15,0 2-15,4-4 0,0 2 0,0-2 0,0-2 16,2 0-16,0 0 0</inkml:trace>
  <inkml:trace contextRef="#ctx0" brushRef="#br2" timeOffset="50295.155">22795 1008 0,'0'0'0,"0"0"0,0 0 0,0 0 0,0 0 16,0 0-1,0 0-15,0 0 16,0 0-16,0 0 0,0 0 0,0 0 16,0 0-16,0 0 0,0 0 0,0 0 0,0 0 15,0 0-15,11 1 0,-2 0 0,0-1 0,-9 0 0,10-1 16,-1 0-16,0 1 0,1-1 0,-2 0 0,1 1 16,0 0-16,-3 0 0,2 0 15,1 0-15,-1 0 16,0 0-16,0-2 0,1-1 15,-1 1-15,3 2 0,-2 0 16,0 0-16,1-1 16,-2-1-16,1 2 0,1 0 15,-2 0-15,1 0 0,-9 0 0,12 0 16,0 2-16,-2-1 0,-1-1 0,1 1 16,-1-1-16,2 1 0,-2 0 0,0-1 15,0 2-15,-1-1 0,1 0 0,-2-1 0,-2 0 16,1 0-16,-1-2 0,-1 0 0,1 0 15,-1 0-15,-1 0 16,0-1-16,0 1 0,-2 1 0,1-3 16</inkml:trace>
  <inkml:trace contextRef="#ctx0" brushRef="#br2" timeOffset="50708.045">23008 906 0,'0'0'0,"0"0"0,0 0 0,0 0 16,0 0-16,0 0 15,0 0-15,0 0 16,0 0-16,0 0 0,0 0 16,0 0-16,0 0 0,0 0 15,0 0-15,18 0 0,0 3 0,-1-2 0,-3 0 0,0-1 0,-2 0 32,0 1-32,-2 2 0,1-3 0,-11 0 0,8 1 15,-1-1-15,0 2 0,0 0 16,-1-1-16,1 1 0,-3 1 0,1 0 15,-1-2-15,1 3 0,-2-1 0,0 1 16,0-1-16,-2 0 0,1 0 0,1 1 16,0 0-16,-1 0 0,1 0 0,-2 1 15,2-1-15,-3-4 0,0 6 0,0-1 16,0 0-16,-1 2 0,1-1 0,0 0 0,-3 1 16,1-1-16,1-1 0,-3 3 0,0 0 0,1-1 15,-3 2-15,0 0 0,0 1 0,0-2 0,0 1 16,0 1-16,6-10 0,-8 10 0,1 0 15,0 1-15,-1-1 0,1-1 16,-1 1-16,2-2 16,-1-1-16,-1 0 0,4-3 15,0 0-15,0-1 0,1-2 0,2 0 16,-1 0-16</inkml:trace>
  <inkml:trace contextRef="#ctx0" brushRef="#br2" timeOffset="51828.396">22677 846 0,'0'0'0,"0"0"0,0 0 0,0 0 15,0 0-15,0 0 16,0 0-16,0 0 15,0 0-15,0 0 0,0 0 0,0 0 16,0 0-16,0 0 0,0 0 0,0 0 16,0 0-16,0 0 0,0 0 0,0 0 0,1 0 15,-1 0-15,1 0 0,1 0 0,-2 0 16,0 0-16,0 0 0,0 0 0,0 0 0,0 0 0,0 0 0,0 0 16,0 0-16,-1 10 0,1 0 0,0 0 0,0-10 0,-2 6 15,2 0-15,0 0 0,1 3 0,0 0 0,0 0 16,-1-9-16,1 4 0,-1 1 0,0-2 0,1 9 15,-1-3-15,0 2 0,0-11 0,1 6 0,-1-1 16,0 0-16,0 7 0,0-1 0,0 0 16,0-11-16,-1 8 0,1-2 0,0-1 0,3 8 15,-1-1-15,0 0 0,-2-12 16,1 6-16,1 1 0,-1-1 16,-1-6-16,2 15 0,-2-1 0,0 0 0,0-6 15,0 0-15,0-1 16,0-7-16,2 13 0,-1-2 15,-1 1-15,1-5 0,0-1 0,0 0 0,-1-6 0,3 10 16,-1-2-16,0 2 0,0-5 16,0-1-16,-1 2 0,-1-6 0,2 1 0,-2 1 15,0-1-15,1 0 0,-1 0 0,0-1 0,-3 2 0,1-1 16,-1 0-16</inkml:trace>
  <inkml:trace contextRef="#ctx0" brushRef="#br2" timeOffset="52383.613">23541 774 0,'0'0'0,"0"0"0,0 0 0,0 0 15,0 0-15,0 0 16,0 0-16,7 48 0,-7-48 16,0 0-16,0 0 0,3 18 15,-1-1-15,0 1 0,1-4 16,-1-1-16,1 1 0,-3-14 0,4 13 16,-2-3-16,1 3 15,-1-2-15,-1-2 0,1 3 0,-2-1 16,0-1-16,0 0 15,1-2-15,0 1 0,0 0 16,-2-3-16,1 3 16,0-2-16,-1 1 0,1 1 15,0 0-15,0-9 0,-1 9 0,0-3 16,0 2-16,-1-1 0,1-1 16,-1 2-16,0-4 0,1-1 15,0 0-15,0-3 0,0 0 0,0 0 16,1 0-16</inkml:trace>
  <inkml:trace contextRef="#ctx0" brushRef="#br2" timeOffset="53104.888">23535 750 0,'0'0'0,"0"0"0,0 0 16,0 0-16,0 0 0,0 0 16,0 0-16,54-29 15,-54 29-15,0 0 16,0 0-16,0 0 0,19-4 0,0 1 16,0-1-16,-3 2 0,-1 1 0,0-1 0,-3 3 0,0 0 15,0 0-15,-3 1 16,1 2-16,1-1 0,-3 3 0,0-2 0,0 1 15,-2 3-15,-2-2 0,1 1 0,-2 0 16,-3 1-16,1-1 0,-5 3 0,1-2 0,1 1 16,-3 1-16,0 0 0,-1-1 15,6-9-15,-8 10 0,2 1 16,0-1-16,-5 1 0,2 1 16,-1-1-16,1-1 0,0 0 0,-1 0 15,0-1-15,-1 0 0,0-1 0,-2-2 16,3 2-16,-1-2 0,2-1 0,1-1 15,0 0-15,8-4 0,-5 2 0,1-1 0,0 1 0,3-2 16,-1 1-16,1-1 0,-2 2 0,3-2 0,0 0 16,3 2-16,-3-2 0,0 0 0,7-4 0,0 3 15,0-2-15,7 0 0,-1-1 16,-1 0-16,-12 4 0,18-5 0,-2 0 16,0 2-16,1-2 15,0 3-15,-2 0 0,3 2 0,-1 0 16,-1 0-16,-1 1 0,1 1 15,0-1-15,-4 3 0,-1-1 16,0-1-16,-11-2 0,7 5 0,0-2 16,-1 0-16,0 4 0,-2-1 0,2 1 0,-4 1 0,0 0 15,0 1-15,1-2 0,0 2 0,-1-1 0,-1 1 16,-1 0-16,0-1 0,0-8 0,-3 7 0,0 2 16,0-2-16,-3 1 0,0 0 0,2-1 15,-3 0-15,0 1 16,0-1-16,7-7 0,-10 7 15,0 0-15,0-2 0,-1 1 16,0-1-16,1 0 0,-2 0 0,0-1 16,-1 2-16,1-3 0,0 0 0,1 2 15,-3-4-15,2 1 16,1-1-16,3 0 0,1 1 16,0-2-16,3 1 0,1-1 0,0 0 0</inkml:trace>
  <inkml:trace contextRef="#ctx0" brushRef="#br2" timeOffset="54118.516">22414 324 0,'0'0'0,"0"0"0,0 0 15,0 0-15,0 0 16,0 0-16,0 0 16,0 0-1,0 0-15,0 0 0,0 0 0,0 0 0,0 0 0,0 0 0,0 0 16,3 20-16,0 0 0,0 1 0,0-9 0,-1-1 15,-1 2-15,-4 15 16,-1 0-16,0-1 0,4-27 0,-2 17 0,0-3 16,-1 1-16,-6 4 15,2-1-15,-1-1 0,8-17 0,-6 9 0,2 0 16,-1 1-16,-1-9 0,-1 1 16,1 0-16,1-1 0,2-1 15,0 0-15</inkml:trace>
  <inkml:trace contextRef="#ctx0" brushRef="#br2" timeOffset="54668.975">22360 308 0,'0'0'0,"0"0"0,44-37 0,-3 9 15,-5 14-15,-11 11 16,-7 9-16,1 8 15,2 4-15,-21-18 16,0 0-16,0 0 0,7 7 0,0-1 0,-1 0 16,-1 2-16,0-2 0,0 2 0,-4 0 15,0 0 1,0 0-16,-1-8 16,-3 10-16,0-1 15,-1 1-15,-2-1 0,2 0 0,-1 1 16,-6 0-16,1-1 0,0 0 15,-6 1-15,1-1 0,0 0 0,0-1 0,1-1 0,0 1 16,1-2-16,1-2 0,0 1 16,1-2-16,2-1 0,0 0 15,3 0-15,1-2 0,0 0 0,2 0 0,0 0 0,1 1 0,2-1 16,-1-1-16,1 1 0,0-2 0,2-1 0,-1 1 0,1 0 0,2-1 0,-1 0 16,1 0-16,1 2 0,0-3 0,-1 3 0,1 1 15,-1 0-15,1 0 0,2 0 0,-3 0 0,1 1 16,1 4-16,0-2 0,-1 1 0,3 1 15,0 1-15,-2-1 0,0-1 0,0 2 16,1-2-16,-7-4 0,8 7 16,0-1-16,0-1 0,-1-1 15,-1 2-15,1-1 0,-2 2 16,0-1-16,0 0 0,1 1 0,-1-1 16,-1 1-16,3 1 0,-2-2 15,1 0-15,0-3 16,-2 0-16,1-1 0,-2-4 0,1 2 0,-1 0 15,-3 0-15,0 0 0,0 0 0</inkml:trace>
  <inkml:trace contextRef="#ctx0" brushRef="#br2" timeOffset="55182.884">22764 489 0,'0'0'0,"0"0"0,0 0 0,0 0 15,0 0-15,13 39 0,2-6 16,-6-11 0,2-8-16,-11-14 0,0 0 15,0 0-15,4 3 0,-1-1 0,0 0 0,0 0 16,0 0-16,-1-1 0,-1 0 0,1-1 0,-1 1 0,0-4 15,0 1-15,0 0 0,2-5 0,-1 1 16,0 1-16,2-4 0,0 0 0,0 0 16,0-1-16,-1-2 15,0 1-15,2 1 0,0-2 16,-2 2-16,2-1 0,-1 2 0,-1-2 16,3 2-16,-3 2 0,0-2 0,0 6 15,-2-2-15,1 1 0,-1 1 16,0 2-16,0-2 0,-2 5 15,1-1-15,0 0 0,0 3 16,0 0-16,0-2 0,1 6 16,-1-3-16,0 1 0,3 2 0,-3-2 0,1 2 15,2 3-15,-2-1 0,0-1 0,-1 0 0,0 0 0,0-1 16,-1 0-16,1 0 0,0 0 0,0-8 0,-3 8 16,2-1-16,0 1 0,0-1 0,1 0 0,0-1 0,-2-1 15,1-1-15,0 1 0,0-4 0,1 0 0,0-1 0,2-4 0,-2-1 0,0 1 16,0 4-16,0 0 0,0 0 0</inkml:trace>
  <inkml:trace contextRef="#ctx0" brushRef="#br2" timeOffset="55240.63">23059 329 0,'0'0'0,"0"0"0,0 0 0,0 0 16,5 43-16,1 2 16,-1-8-16,2 1 15,0-8-15,-7-30 0,0 0 0,0 0 16,-1 11-16,1-3 0,0 3 0,0-11 0,-4 9 15,2 1-15,-1 0 0,-1-3 0,0 1 16,1-1-16,-1-6 0,0-1 0,0 0 0,1-2 0,1 1 16,1 0-16</inkml:trace>
  <inkml:trace contextRef="#ctx0" brushRef="#br2" timeOffset="55607.64">23174 546 0,'0'0'0,"0"0"0,0 0 0,0 0 0,0 0 16,0 0-16,46-9 15,-11-6 1,-35 15-16,0 0 0,0 0 0,7-9 0,0 3 16,0 0-16,-2-3 0,1 2 0,0 1 0,-2-2 0,-1 2 15,0-3-15,0 3 0,-1 0 0,-1 0 0,0 3 16,-1-2-16,0 1 0,-3 1 0,1 1 0,-1 0 15,-1 2-15,0 0 0,0 0 0,-3 3 0,1-2 16,0 2-16,-5 2 0,3-1 16,0 1-16,-1 1 0,1-1 0,-1 0 15,1 4-15,1-3 0,1 2 16,-1-1-16,2 1 0,1 0 16,-2 1-16,0-1 0,1 1 15,0 0-15,1 0 0,-1-1 16,1-1-16,1 1 0,0 1 0,2 0 0,0-2 15,0 1 1,4-1-16,-1-1 0,0 2 0,-2-8 16,5 6-16,-2-1 0,0 0 0,6 0 0,0-2 15,0 1-15,2-7 0,0 2 0,0-1 16,4-4-16,1-1 0,-1 2 0,2-4 16,-1-1-16,-1 1 0,0-2 0,0-1 0,-1 0 0</inkml:trace>
  <inkml:trace contextRef="#ctx0" brushRef="#br2" timeOffset="55925.859">23650 391 0,'0'0'0,"0"0"0,0 0 15,0 0-15,0 0 16,0 0-16,-36 36 16,3-3-1,33-33-15,0 0 0,0 0 0,0 0 0,-7 8 0,2 1 16,-1-1-16,5-1 0,0 1 0,0-1 0,4 1 0,-2-1 16,1 1-16,4 2 0,0-4 0,-1 3 15,4-1-15,-2-1 0,1 1 0,2-1 16,-1 0-16,0 1 0,3-4 0,0 1 0,-1-1 0,-4-2 0,1 1 15,-1-1-15,-3 1 0,1-1 0,0 1 0,-3-1 0,0 0 16,1-2-16,-6 1 0,1 1 0,1-1 0,-10 2 0,2 1 16,-1-1-16,2 0 0,1-1 15,-2 0-15,6 0 0,-1-1 0,0 0 0,4-1 0,0 0 0,0 0 16,-23 1-16,0-1 0,-1 2 0</inkml:trace>
  <inkml:trace contextRef="#ctx0" brushRef="#br2" timeOffset="57510.086">22303 687 0,'0'0'0,"0"0"0,0 0 16,0 0-16,0 0 15,0 0-15,0 0 16,0 0-16,0 0 15,0 0-15,0 0 0,16-3 0,-2 0 0,0-1 16,-6 2-16,0 1 0,1-1 0,-9 2 0,4-1 0,-1 1 16,0-2-16,6 4 0,-1-1 15,1-1-15,-9 0 0,6 2 0,-2-2 16,1 1-16,4-1 0,0 0 0,0 0 16,-9 0-16,5 0 0,0 0 0,0 0 0,8 1 0,1-1 15,1 1-15,-15-1 0,9 0 0,-2 0 16,1 0-16,7-2 0,1 1 15,0-1-15,-7 1 0,-2-1 16,2 2-16,-9 0 16,15-1-16,0 1 0,0-1 0,-7 1 0,-1 0 15,2 0-15,9-1 0,0 1 16,1 0-16,-19 0 0,11-1 0,-1 1 16,1 0-16,6-2 15,-1 2-15,1 0 0,-17 0 0,10 0 16,-1 0-16,-1 0 0,10 0 15,-2 0-15,0 0 0,-7 0 0,0 0 16,-1 0-16,-8 0 0,22 3 0,-2-3 0,1 1 0,-9 1 16,-1-2-16,-1 0 15,-10 0-15,23 2 0,-1-1 0,-1 1 0,-9-2 16,0 1-16,0-1 0,9 1 0,1 0 16,0 0-16,-22-1 0,12 3 0,0-3 0,-1 0 15,21 1-15,0 1 0,-1-2 16,-31 0-16,32 2 0,-1-2 0,-1 1 0,-4-1 0,-1 0 15,2 0-15,-27 0 0,12 0 0,0 0 0,0 0 16,11 1-16,0-1 0,0 0 0,-8 2 0,-3-2 0,0 0 16,-12 0-16,21-2 0,0 1 0,0 1 0,-9-1 0,-1 1 15,-1-1-15,-5 0 0,-1 1 0,2 0 0,-6 0 0,10-3 0,1 0 16,-2 1-16,-2 0 0,-1 0 0,-1 1 0,-5 1 0,13 0 0,1-2 0,-2 2 16,-3 0-16,-3 0 0,1 0 0,-7 0 0,12 2 0,-1 1 15,0-1-15,-5-1 0,-1 0 0,1 2 0,-6-3 0,14-3 16,-1 2-16,0 0 0</inkml:trace>
  <inkml:trace contextRef="#ctx0" brushRef="#br2" timeOffset="65576.072">24084 958 0,'0'0'0,"0"0"0,0 0 0,0 0 16,0 0-16,0 0 15,48-19-15,-19 10 16,-29 9-16,0 0 15,0 0-15,0 0 0,0 0 16,15-5-16,-1 1 16,0 1-16,-7 1 15,2 1-15,-2 1 0,7-3 16,-2 1-16,2 1 16,-14 1-16,8-3 0,0 3 15,-2 0-15,8 0 16,-1-2-16,1 2 0,-14 0 15,7-1-15,0 1 0,1 0 16,-5 0-16,0 0 0,-1 0 0,-2 0 0,10 3 0,2 1 16,-2-2-16,-2 1 0,-2-3 0,0 3 15,-6-3-15,2 0 0,0 1 0,0 0 0,-1 0 0,1-1 0,-2 0 0</inkml:trace>
  <inkml:trace contextRef="#ctx0" brushRef="#br2" timeOffset="65853.522">24135 1080 0,'0'0'0,"0"0"0,0 0 0,0 0 16,0 0 0,0 0-16,61-12 15,-7 2-15,-54 10 0,0 0 16,0 0-16,12-3 0,0 1 0,0 0 15,-2 1-15,0-2 0,-1 3 0,0-3 0,0 1 16,-1 1-16,-2-1 0,0 1 0,-1 1 0,2-3 0,-2 1 16,1 0-16,-2 0 0,0 2 0,0-2 15,-1 3-15,-1-1 0,0 0 0,-1 1 0,-1-1 0,0 0 0,0 0 0,0 1 16,0-1-16,0 0 0,-2 1 0,2 0 0,-1-1 16,1 0-16,0 0 0,0 0 0</inkml:trace>
  <inkml:trace contextRef="#ctx0" brushRef="#br2" timeOffset="66156.971">24049 1225 0,'0'0'0,"0"0"0,0 0 16,0 0-16,0 0 0,0 0 15,0 0-15,52-10 16,-2 4 0,-50 6-16,0 0 0,0 0 0,16-5 0,0 3 15,0-1-15,1-2 0,-2-1 0,1 3 16,1 0-16,-1 1 0,0 0 0,-16 2 0,17-1 16,1 0-16,-2 0 0,2 0 15,-1 0-15,1 1 0,-1-2 0,0 1 0,0 0 16,0-1-16,-3 1 0,1-1 15,-2-1-15,0 0 0,-1 1 16</inkml:trace>
  <inkml:trace contextRef="#ctx0" brushRef="#br2" timeOffset="68024.971">24576 771 0,'0'0'0,"0"0"0,0 0 0,0 0 16,0 0-16,0 0 15,0 0 1,0 0-16,0 0 0,0 0 16,0 0-16,0 0 0,0 0 0,0 0 0,0 0 15,0 0-15,0 0 0,0 0 0,17 6 0,-1-1 0,-1-1 0,-15-4 16,10 4-16,-1 0 0,1 0 0,2-4 15,-1 0-15,0 0 16,-11 0-16,0 0 0,7 0 16,-1 0-16,-1 0 15,4-4-15,1 2 0,-1 0 16,-9 2-16,5-1 0,-1-1 0,2 1 0,-4 0 16,-1 1-16,1 0 0,-2 0 0,1-1 15,-1 1-15,0 0 0,1 0 0,-1 0 0,0 0 0,0 0 0,0 0 0,0 0 0,0 0 16,10-2-16,0 2 0,0-1 0,-2 0 0,-3 1 15,0-1-15,-3 1 0,1 0 0,-1 0 0,-2 0 16,1-2-16,-1 2 0,1 0 0,1 0 0,-2 0 0,0 0 0,0 0 0,0 0 16,0 0-16,0 0 0,0 0 0,0 0 0,0 0 0,0 0 0,0 0 15,0 0-15,0 0 0,0 0 0,0 0 0,0 0 0,0 0 0,0 0 0,0 0 0,0 0 16,0 0-16,0 0 0,0 0 0,0 0 0,-2 5 16,2 0-16,0 0 0,-1-2 0,1 0 0,0-1 15,0-2-15,0 1 0,0 0 0,0 0 0,-1 7 0,-1-1 0,1 0 16,0-1-16,0-2 0,1-1 0,0-3 0,-5 10 15,1-1-15,-1 1 0,1-4 16,1-1-16,1 0 0,1-1 0,0-3 0,0 1 0,1-2 16,-3 14-16,1 0 0,0 1 15,0-6-15,1-1 0,-1 0 0,2-8 16,-3 13-16,2 0 0,1-1 0,-2-4 16,2-2-16,0 1 0,0-7 15,-2 12-15,1 0 0,0 1 0,0-7 0,0 2 16,0-1-16,1-5 0,0 1 0,0-1 0,0-1 0,0 0 15,0-1-15,-1 1 0,1-1 0,0 0 0</inkml:trace>
  <inkml:trace contextRef="#ctx0" brushRef="#br2" timeOffset="68489.114">24949 695 0,'0'0'0,"0"0"16,0 0-16,0 0 0,0 0 16,-2 45-16,2-6 15,-4-4-15,4-35 16,0 0-16,0 0 0,-2 12 16,1 0-16,-1 0 0,1-1 15,1 1-15,-1-2 16,-1 1-16,0-2 0,1 3 15,-5-3-15,3 0 0,0 1 0,0-1 16,-1-1-16,0 1 0,0-2 0,1 1 16,0-2-1,0 2-15,3-1 0,-1 0 0,-2 1 0,1-2 0,1 0 16,1-6-16,-2 5 0,0-1 0,1-1 0,-3-3 0,2-3 0,-1 3 16,2-6-16,-1 2 0,1 0 0,-1-3 15,1-1-15,-1 2 0,2 6 0,0 0 0,0 0 0</inkml:trace>
  <inkml:trace contextRef="#ctx0" brushRef="#br2" timeOffset="68911.276">24911 873 0,'0'0'0,"0"0"0,16-38 15,-3 3 1,-27 69-16,5-10 0,5-15 16,3-5-1,1-4-15,0 0 0,0 0 0,0 1 0,0-1 0,0 0 16,0 0-16,-1 0 0,1 0 0,0 0 0,10-38 16,0 0-16,-1 1 0,-2 11 0,1 1 15,-2 1-15,0 11 0,-2 0 0,1 1 16,1 5-16,-1 2 0,0 1 0,-5 4 0,7-5 15,-3 3-15,1-1 0,0 2 16,0 1-16,0-1 0,-1 1 0,0 0 0,0 0 16,0 2-16,-1-1 0,2 1 15,-1 2-15,-1-1 0,1 0 0,-4-3 16,3 4-16,-1 0 0,1 0 16,1 2-16,-1 0 0,0-1 0,1 2 0,-2 0 0,0 1 15,-2-8-15,0 0 0,0 0 0,3 4 0,-2 1 0,1 1 0,-1-4 16,0 0-16,0 0 0,-1-2 0,0 0 0,0 0 0,0 1 15,0 0-15,0 0 0,0-1 0,0 0 0,0 0 0,0 0 0,0 0 0,0 0 0,3 11 0,-3-1 16,1 2-16,-2 13 0,1 2 0,0-1 16,0-2-16,-1 0 0,0-1 15,-1-6-15,1 1 0,0-1 0,-1-6 0,1 1 0,-1-1 16,-2-1-16,2 0 0,0 0 0,0-2 16,1 1-16,0-3 0,-2 0 0,2-1 0,-2 1 0,0-8 15,2 2-15,-1 0 0,-1-5 0,1 0 0,0 0 0,2 5 0,0 0 16,0 0-16</inkml:trace>
  <inkml:trace contextRef="#ctx0" brushRef="#br2" timeOffset="69095.219">24907 888 0,'0'0'0,"0"0"0,0 0 0,0 0 15,0 0-15,0 0 16,0 0-16,0 0 15,0 0-15,0 0 0,0 0 16,0 0-16,17 1 0,-1-1 0,-1 0 0,-15 0 0,17-1 16,0-2-16,0 1 0,1 0 0,-3-2 0,0 1 15,0-2-15,-1 1 0,0 0 0,-5 0 0,-1 2 16,0-1-16,-4 1 0,-1 0 0,1 0 0</inkml:trace>
  <inkml:trace contextRef="#ctx0" brushRef="#br2" timeOffset="69787.54">25351 688 0,'0'0'0,"0"0"0,0 0 0,0 0 0,0 0 15,0 0-15,0 0 16,0 0 0,0 0-16,0 0 0,0 0 0,0 0 15,0 0-15,0 0 0,0 0 0,4 17 0,0 0 16,0-1-16,-4-16 0,2 16 0,1-2 15,-1 0-15,0-2 0,-2-12 0,1 11 0,1 0 16,-1-1-16,1-1 0,-1 1 0,1 0 16,-2 0-16,1 0 0,1 2 0,-1-2 0,0 2 15,0-1-15,-1-1 0,0-1 0,1 3 0,0-3 16,0 0-16,0-1 0,0-1 0,0 0 16,-1-7-16,2 8 0,-1 0 0,-1-1 15,1-1-15,0-1 0,0 0 0,-1-1 16,0 0-16,0-1 0,1 3 0,-1-3 15,0 0-15,2 0 0,-1 1 0,1-1 0,0 0 16,-1-1-16,-1-1 0,2 1 0,-2-2 0,0 2 0,1-4 16,-1 0-16,0 1 0,0 1 0,3-3 0,0 0 0,-1 1 0,0-2 15,0 0-15,1-1 0,-1 0 0,0 0 0,0-1 0,1 0 16,1 0-16,-1 1 0,1-5 0,-1 2 16,0 2-16,0-6 0,0 3 15,1 0-15,0-1 0,0-1 0,0 0 16,-4 11-16,4-10 0,-1-2 15,1 2-15,0-1 16,0 0-16,0 1 0,0 0 0,0-1 16,1 2-16,-1-3 0,0 4 15,0-1-15,-2 2 0,-1-2 16,1 2-16,-2 7 0,1-6 0,1 1 16,-1-1-16,1 1 0,-1 0 0,-1 1 0,1 0 15,0 1-15,0 0 0,-2-1 0,0 0 0,0 1 0,1 0 0,-1 1 16,0 0-16,0-4 0,1 3 0,0-3 0,0 2 15,0-1-15,0-1 0,0 6 0,0 0 16,0 0-16</inkml:trace>
  <inkml:trace contextRef="#ctx0" brushRef="#br2" timeOffset="70055.018">25718 638 0,'0'0'0,"0"0"0,0 0 15,0 0-15,0 0 16,0 0-16,0 0 15,0 0-15,14 63 16,-14-63-16,0 0 0,0 0 0,4 18 16,0 0-16,-1 0 0,-2-5 0,0 0 0,0 0 15,-3 0-15,1-1 0,-1 2 0,1-2 0,0 1 0,0-1 16,-1-1-16,1-1 0,1 0 0,-4 1 0,2-1 0,-1 1 16,0-2-16,2 0 0,-1 0 15,0-2-15,1 1 0,1-1 0,1-1 0,0-1 0,0 1 0,0-6 16,1 1-16,-1 0 0,2-6 0,-1 0 0,1 2 0,-1-1 15,-1 0-15,2 0 0</inkml:trace>
  <inkml:trace contextRef="#ctx0" brushRef="#br2" timeOffset="70777.095">25764 723 0,'0'0'0,"0"0"0,0 0 0,0 0 16,0 0-16,10-39 16,2 6-16,0 14 15,-12 19-15,0 0 0,0 0 16,3-5-16,1 2 0,1-1 0,-1 2 0,0-1 0,0 1 16,2 1-16,0-1 0,-1 1 0,-1 3 0,1-1 15,0 0-15,-5-1 0,6 2 16,-1-1-16,1 1 0,2 2 15,-1-1-15,-1 0 0,2 2 0,-1-1 16,-1 0-16,1 2 0,0-1 16,-1 0-16,-2 1 0,1 2 15,0-2-15,-5-6 0,2 7 0,-1-1 0,1 1 16,-2 0-16,0-1 0,0 2 0,-4 1 16,-1-1-1,0 1-15,-2-1 0,0 0 16,-1 0-16,-3 1 15,1-1-15,0 1 16,10-9 0,-11 7-16,1-1 0,0 1 0,-1-2 15,2-2-15,-1 3 16,2-1-16,0-1 0,-1 0 0,3-1 16,2 1-16,-1-2 0,2 0 0,1 0 15,0-1-15,1-1 0,0 1 0,1-1 0,0 0 16,-2 1-16,2-1 0,0 0 0,0 0 0,0 0 15,0 0-15,2-1 0,-1 0 0,1 1 16,1 0-16,1 0 0,-1 0 0,3 1 0,0-1 0,0 1 0,1 1 16,-2 0-16,0 0 0,3 2 0,-2 0 15,0 0-15,5-1 0,-2 1 0,0-1 16,-1 0-16,-2-1 0,0-1 0,3 2 0,-3 0 16,0 1-16,-3 1 0,1-1 15,1 1-15,-4-2 16,1 1-16,-1 1 0,-3 0 0,0 0 0,1 0 15,-4 1-15,1 0 0,0 0 16,-3 0-16,1 0 0,1 0 0,-2 0 16,1 0-16,-1 0 0,-1 0 0,-1 0 0,0 0 15,9-6-15,-11 5 16,0 1-16,0-1 0,-4 1 16,3-1-16,-2 0 0,-4-1 15,2 1-15,0 0 0,-1-3 0,3 1 0,-1-2 16,2-2-16,1-1 0,0 1 0,0-3 15,0-1-15,1-1 0</inkml:trace>
  <inkml:trace contextRef="#ctx0" brushRef="#br2" timeOffset="85301.226">22138 1846 0,'0'0'0,"0"0"0,0 0 0,0 0 15,0 0-15,0 0 16,0 0-16,0 0 15,0 0-15,0 0 0,0 0 0,0 0 0,0 0 0,0 0 16,0 0-16,0 0 0,0 0 0,0 0 16,0 0-16,0 0 0,0 0 0,12-2 0,0 1 0,-1-1 15,-4 1-15,0 0 0,0 1 0,-7 0 0,13 0 16,-3 0-16,1 0 16,-4 0-16,-2 0 0,-5 0 0,6 0 0,6-3 15,-1 1-15,0-1 0,-11 3 0,7-1 0,-2 0 16,1-1-16,8-1 0,-1 0 0,0 0 15,-13 3-15,7-3 0,0 1 0,0 0 16,-3 1-16,-1 1 0,-1 0 0,-2 0 0,1-1 0,-1 1 16,1 0-16,0-1 0,-1 1 0,0 0 0,1 0 0,-1 0 0,0 0 15,0 0-15,0 0 0,0 0 0,0 0 0,6-3 0,0 1 16,0-1-16,-1 2 0,-2-1 0,0 2 0,-1 0 0,-1-1 16,0 1-16,0-2 0,-1 2 0,0 0 0,0 0 0,0 0 15,0 0-15,0 0 0,1 0 0,-1 0 0,0 0 0,0 0 0,0 0 16,0 0-16,0 0 0,0 0 0,0 0 0,0 0 15,0 0-15,0 0 0,0 0 0,2 11 0,-1-1 16,0-1-16,0-4 0,0 1 0,0-1 16,0 5-16,-1-2 0,0 2 0,0-10 0,1 4 0,-1 1 15,0 1-15,0-6 0,-1 11 0,1 0 0,0 0 16,-1-4-16,1-1 0,0 0 0,0-6 0,-3 15 16,2 0-16,0 1 0,0-8 15,1 1-15,-1-1 0,1-8 0,-2 21 0,2 1 16,-1-1-16,-1-9 15,2 0-15,0 0 0,0-12 0,0 18 0,0 1 16,0 0-16,0-9 0,0 1 0,0-1 16,0-10-16,0 0 0,0 0 0</inkml:trace>
  <inkml:trace contextRef="#ctx0" brushRef="#br2" timeOffset="86712.153">22596 1721 0,'0'0'0,"0"0"0,0 0 15,0 0-15,0 0 16,0 0-16,0 0 15,0 0-15,0 0 0,0 0 16,0 0-16,0 0 0,0 0 0,0 0 0,0 0 16,0 0-16,0 0 0,0 0 0,2 10 0,0 0 15,-1 0-15,1-4 0,-2-1 0,1 1 0,-1-6 16,-1 15-16,1-1 0,0 2 0,-1-8 16,1 1-16,0 0 0,0-9 0,3 19 0,0 2 0,0-1 15,-1-8-15,0-1 0,-1 0 16,-1-11-16,-1 19 0,1 0 0,0 0 0,-2-7 0,2-2 15,0 0-15,0-10 0,-1 19 0,-1 0 0,1 0 16,1-19-16,-1 10 0,0 1 0,0-2 0,-2 4 16,1-1-16,0 1 0,2-13 0,-2 6 0,1 1 15,-1-1-15,1-3 0,0 0 16,0-1-16,-5-8 0,1 0 0,0 0 0</inkml:trace>
  <inkml:trace contextRef="#ctx0" brushRef="#br2" timeOffset="87196.824">22579 1839 0,'0'0'0,"0"0"0,0 0 0,0 0 0,18-42 16,0 2-1,-2 11-15,-6 7 16,-4 5-16,-6 17 0,0 0 0,0 0 15,2-5-15,0 1 0,1 1 0,1 0 0,-1 1 16,0 1-16,1-2 0,-2 3 16,0-2-16,-2 2 0,3-1 0,-3 1 0,1 0 0,0 1 15,0-1-15,-1 0 0,3 4 0,-1-2 16,-1 0-16,1 4 0,0-3 0,0 3 0,-2-6 16,4 4-16,0 1 0,0-1 0,-1 4 0,-1-2 15,0 2-15,2 0 0,-1 0 16,0-1-16,1 3 0,-2-2 0,0 2 0,-2-10 0,3 11 0,-1 0 0,-1-2 15,1 1-15,-2 1 0,0-2 16,3 4-16,-3 0 0,1-1 0,1 0 0,-2 0 0,0 0 16,-1 1-16,1-1 0,0 0 15,0-12-15,1 14 0,1-1 0,-1-1 16,1 0-16,-1-2 0,1 1 0,2-2 0,-1-1 0,0-1 16,0 4-16,0-2 0,-1 1 0,-2-10 15,4 9-15,-1-1 0,0-1 0,-2 2 16,1-3-16,0 2 0,-2-1 0,0-2 15,0 1-15,-3-1 0,1 0 0,1-1 0,-1-3 16,-1 1-16,1-1 0,2-1 16,-2-4-16,0 1 0,1-1 0,-2-2 15,1-1-15,-1 0 0</inkml:trace>
  <inkml:trace contextRef="#ctx0" brushRef="#br2" timeOffset="87370.853">22582 2025 0,'0'0'0,"0"0"0,0 0 0,0 0 16,0 0-16,39-23 16,13 2-1,1 3-15,-53 18 0,0 0 16,0 0-16,15-5 0,-3 1 0,2 1 0,-4-2 0,-1 0 16,0-1-16,-2 1 15,0 2-15,-1-1 0</inkml:trace>
  <inkml:trace contextRef="#ctx0" brushRef="#br2" timeOffset="87976.033">22881 1787 0,'0'0'0,"0"0"0,0 0 0,0 0 16,0 0-16,0 0 16,0 0-16,0 0 15,0 0-15,0 0 0,0 0 0,7 13 0,2 2 16,-2-3-16,1 3 0,1-1 0,-2-1 16,-1-1-16,-1-3 0,1 1 15,-3 1-15,0 0 0,0-2 16,1 4-16,-2 0 0,1 1 15,-3-14-15,3 11 0,-3-2 0,1 2 0,1 0 16,-2-2-16,0 3 0,1-1 16,-1 0-16,0 0 0,0-2 15,0-2 1,0 1-16,0-3 0,0-1 16,0 0-16,0-4 0,-1 5 15,1-2-15,0 1 0,4 1 0,-2-2 16,1 1-16,0-2 0,0-1 15,0 1-15,3-1 0,-3-1 0,1 1 0,0 0 16,-2-1-16,0 0 0,-2 0 0,3-1 0,-1 1 16,-1-1-16,0-3 0,-1-2 0,0 1 0,1-2 0,-1-1 0,0 1 0,2-3 15,0 1-15,1-1 0,1-2 0,-1 1 0,0 0 16,-3 11-16,6-13 0,-1-1 16,1 2-16,-2 0 0,1 1 15,-2 0-15,1 0 16,0 0-16,0 1 0,-1-1 0,-2 1 0,1 0 15,1 2-15,-1-1 0,-1 0 0,-1 9 16,3-8-16,-1 1 0,0-1 0,-1 2 16,0 0-16,-1 0 0,2 0 0,-2 1 0,0 0 0,-1-1 15,0 0-15,1 2 0,-2-1 0,2 1 0,0-1 0,0 5 16,2-5-16,-1 1 0,1-1 0,-1-2 0,1 1 16,-1 0-16</inkml:trace>
  <inkml:trace contextRef="#ctx0" brushRef="#br2" timeOffset="88213.435">23185 1741 0,'0'0'0,"0"0"0,0 0 0,0 0 16,15 60-16,-3-8 16,-3-14-16,3 1 15,-12-39-15,0 0 0,0 0 0,4 14 16,0-2-16,0 0 0,-1-1 0,0-1 0,-1 2 16,-2-12-16,2 10 0,-1 1 0,0-2 15,-2 1-15,0-2 0,0 1 16,-2-3-16,1 1 0,0-1 0,0-4 0,2 1 0,-1-1 15,-1-4-15,0-1 0,1 1 0,1-5 0,1 1 0,0-1 16</inkml:trace>
  <inkml:trace contextRef="#ctx0" brushRef="#br2" timeOffset="88752.479">23266 1790 0,'0'0'0,"0"0"0,0 0 0,0 0 16,0 0-16,37-30 15,-8 10 1,-9 12-16,-20 8 0,0 0 0,0 0 16,9 2-16,-1-1 0,0 0 0,-1 3 15,-2-4-15,-1 1 0,0 4 0,-1 0 16,0-1-16,-2 1 0,0 0 0,0 1 15,0 2-15,-1 1 0,1 0 16,-1-9-16,-4 6 16,1 2-16,0 0 15,-5 2-15,1-1 0,0 1 16,-1-2-16,-1 0 0,0 0 16,0-1-16,1 0 15,1 0-15,1-3 0,1 0 16,0 0-16,5-4 0,-3 3 0,1-2 0,-1 2 0,1-1 0,1-2 15,1 0-15,-1 0 0,1 0 0,0 0 0,-1 0 16,1 0-16,0 0 0,1 0 0,-1 0 0,0 0 0,4 0 0,-1 0 16,0 0-16,3 0 0,0 0 0,-1 2 15,-5-2-15,6 2 0,0-2 0,-1 1 16,3 0-16,1-1 0,-2 0 0,1 3 0,1-2 16,0 1-16,-1 2 0,-1 1 15,0-2-15,1 5 0,-2-2 16,0 0-16,0 1 0,-2 0 0,1 0 0,0 1 0,-1 0 15,1 0-15,-5-8 0,3 7 0,-2-1 0,1 2 16,-5 1-16,1-2 0,-1 2 0,-2-2 16,0 1-16,-1-1 0,-3-2 0,1 0 0,-1-1 15,0 1-15,-1-1 0,1-1 0,9-3 16,-9 3-16,0-1 0,1 2 0,-3-4 0,1 0 0,0 2 0,2-4 0,-1 2 16,0-2-16,3-1 0,-1 1 0,-1-1 15,2-4-15,1 1 0,0 1 0,-3-2 16,2 0-16,-1 1 0</inkml:trace>
  <inkml:trace contextRef="#ctx0" brushRef="#br2" timeOffset="91714.87">23692 1838 0,'0'0'0,"0"0"0,0 0 0,0 0 15,0 0-15,0 0 16,0 0-16,0 0 15,0 0-15,0 0 0,0 0 0,0 0 0,0 0 16,0 0-16,0 0 0,0 0 0,0 0 0,0 0 16,0 0-16,0 0 0,0 0 0,11 0 0,1 0 15,-1 0-15,-3-1 0,-2 1 0,1 0 0,-7 0 0,13-1 16,-1 1-16,1-1 0,-6 1 16,0 0-16,-1 0 0,11-2 0,0 1 15,0 0-15,-17 1 0,10-1 0,-1 0 16,-1 1-16,7-2 0,-2 0 0,0 1 15,-13 1-15,7 0 0,0-1 0,0 0 16,-4 0-16,-1 1 0,1 0 0,-3 0 0,9 0 0,-1 0 16,-1 0-16,-1 0 0,-2 0 0,0 0 15,-2 0-15,0 0 0,-1 0 16,-7 2-16,0-1 0,-1-1 0</inkml:trace>
  <inkml:trace contextRef="#ctx0" brushRef="#br2" timeOffset="92024.805">23734 2014 0,'0'0'0,"0"0"0,0 0 0,0 0 15,0 0-15,0 0 16,38 7-16,-6-6 15,-32-1-15,0 0 0,0 0 0,10 0 0,-1-1 16,-1-1 0,-1 0-16,-1 1 0,-1-1 0,3 1 15,-1 0-15,1 0 0,-3 0 16,0 0-16,0 1 0,1-1 16,-1 1-16,-1 0 0,-4 0 0,4 1 0,-2-1 15,1 0-15,0 3 0,-2-2 0,1 2 0,-1 0 0,-1-3 0,0 3 16,1-3-16,-1 0 0,0 2 0,1-2 0,-1 1 15,0-1-15,0 0 0,0 0 0,0 0 0</inkml:trace>
  <inkml:trace contextRef="#ctx0" brushRef="#br2" timeOffset="92260.701">23662 2239 0,'0'0'0,"0"0"16,0 0-16,0 0 0,0 0 16,0 0-16,0 0 15,69-5-15,-7-1 16,-62 6-16,0 0 0,0 0 0,16-3 16,-1 0-16,0 0 0,-5 0 0,-1 1 0,1-2 15,-3-1-15,1 0 0,0 1 0,-2-2 0,-1 1 16,-1 1-16,-3-1 0,0 1 0,-1 0 0</inkml:trace>
  <inkml:trace contextRef="#ctx0" brushRef="#br2" timeOffset="92892.221">24334 1818 0,'0'0'0,"0"0"0,0 0 0,0 0 16,0 0 0,2 42-16,2 2 15,-6-7 1,2-37-16,0 0 0,0 0 15,-2 11-15,1 0 0,0 0 0,0 0 0,0-1 16,0 2-16,3 0 0,-2-1 16,0-1-16,1-1 0,0-3 0,0 1 15,0-3-15,-1-1 0,0 1 0,1 6 0,-1 1 0,0-1 16,2 2-16,-1 0 0,0-1 0,0-1 0,-1-1 16,1-1-16,-4 0 0,2-1 0,-1 2 0,-5-8 15,1 4-15,1-3 0,0-4 16,0-1-16,-1 1 0,1-3 0,1 0 0,1-1 0,3 6 15,-3-4-15,0-1 0,1 1 0</inkml:trace>
  <inkml:trace contextRef="#ctx0" brushRef="#br2" timeOffset="93559.648">24312 1821 0,'0'0'0,"0"0"0,0 0 0,0 0 16,0 0-16,12-42 16,-2 14-16,2 11 15,-12 17-15,0 0 0,0 0 16,8-3-16,-2-1 0,0 2 0,1-1 0,-1 2 16,-1 1-16,2-2 0,-2 2 0,1 0 0,0 2 0,-1-2 15,0 0-15,4 1 0,-3-1 0,1 0 0,1 3 16,-1-1-16,0 1 0,1 0 0,-1 1 0,0-1 15,-3 3-15,1-2 16,0 1-16,-1 1 0,0 1 0,0-2 16,-4-5-16,3 8 0,-2 0 0,-1 0 0,0 0 15,0 0-15,0 0 0,-4 2 0,0-1 16,0 1-16,-3 0 0,-1 1 16,0-1-16,-1-1 0,0-2 15,1 1-15,-1-1 0,1 1 0,0-1 16,-1-1-16,2 2 0,-1-3 0,8-5 15,-5 4-15,-1-1 16,1 1-16,2-2 0,0-1 16,1 1-16,1 1 0,0-3 0,0 0 0,0 0 0,1 0 0,0 0 0,0 0 15,0 0-15,0 0 0,0 0 0,0 0 0,0 0 0,3-2 16,-3 1-16,1 0 0,2 0 0,0-1 0,0 1 0,-3 1 0,7-1 16,-1 1-16,-1-1 0,2-1 0,0 2 15,-1-1-15,2 1 0,-1 0 0,0 0 16,0 2-16,-1 0 0,1-2 15,-1 3-15,1-1 0,0 2 0,0-1 0,-3 0 16,1 0-16,-2 2 0,0 1 16,0-1-16,-1 5 0,-1-3 0,1 2 0,-1-1 0,1 1 15,-1-1-15,1 0 0,-2 2 0,0-1 0,1 0 16,0-2-16,0 0 0,-4 2 0,0-3 0,0 3 16,-3-1-16,1-1 0,0 1 0,5-8 0,-7 7 0,-1 0 15,1-2-15,-4 1 0,1 2 0,0-3 16,-1 0-16,0 0 0,0 0 0,0 0 15,0-1-15,1 0 16,1-1-16,0-1 0,1 1 0,-2-1 0,1-2 0,1 2 0,0-2 0,0 0 0,1-2 0,2-1 0,0 0 16,1 1-16,1-4 0,1 1 0,0 0 0,2 5 0,-5-7 0,2 2 0,0 1 0,0-4 15,0-1-15,1 1 0,3 2 0,0 1 0,-1-1 0</inkml:trace>
  <inkml:trace contextRef="#ctx0" brushRef="#br2" timeOffset="93997.115">24793 1879 0,'0'0'0,"0"0"0,0 0 0,0 0 15,0 0-15,0 0 16,0 0-16,0 0 15,0 0-15,0 0 0,0 0 0,0 0 16,0 0-16,0 0 0,0 0 0,0 0 16,0 0-16,0 0 0,0 0 0,0 0 0,0 0 0,0 0 15,0 0-15,0 0 0,0 0 0,0 0 0,0 0 16,0 0-16,0 0 0,0 0 0,0 0 16,0 0-16,0 0 0,0 0 0,0 0 0,0 0 15,-5 6-15,3-1 0,0 1 0</inkml:trace>
  <inkml:trace contextRef="#ctx0" brushRef="#br2" timeOffset="94271.164">24760 2097 0,'0'0'0,"0"0"0,0 0 0,0 0 0,0 0 16,0 0-16,0 0 15,0 0-15,0 0 16,0 0-16,0 0 16,0 0-16,0 0 0,0 0 0,0 0 0,0 0 0,0 0 0,0 0 0,0 0 15,0 0-15,0 0 0,0 0 0,0 0 16,0 0-16,0 0 0,0 0 0,0 0 0,0 0 0,0 0 0,0 0 16,1 0-16,0 0 15,0 0-15,-1-1 0,0-1 0,0 2 0,-1-4 0,1 1 16,0-2-16</inkml:trace>
  <inkml:trace contextRef="#ctx0" brushRef="#br2" timeOffset="94562.659">24948 1985 0,'0'0'0,"0"0"0,0 0 15,0 0-15,0 0 16,0 0-16,0 0 16,0 0-16,0 0 0,0 0 15,0 0-15,0 0 0,0 0 0,0 0 0,0 0 16,0 0-16,0 0 0,0 0 0,0 0 0,0 0 15,0 0-15,16 0 0,-1 0 0,0 0 0,-3 0 0,-2-1 16,1 0-16,-3-2 0,-1 0 0,0 0 16,-2-1-16,1-1 0,-1 1 0,0 0 0,-2 0 15,0 0-15</inkml:trace>
  <inkml:trace contextRef="#ctx0" brushRef="#br2" timeOffset="94918.911">25299 1779 0,'0'0'0,"0"0"0,0 0 0,0 0 16,0 0-16,5 46 15,0-2-15,-6-8 16,1-36-16,0 0 0,0 0 0,-2 11 0,2 0 16,0 0-16,0 0 0,-1-1 15,0-1-15,0 2 0,1-1 0,0 2 16,-3-3-16,3 0 0,-1 0 0,-3 0 0,3 0 16,-1-1-16,-1 1 0,2-1 0,-1 0 15,1 0-15,1-1 0,-1 0 0,-2-2 16,1-2-16,1 1 0,-3-5 0,3 1 15,-1 0-15,-1-4 0,2-1 0,-1 2 0,-1-4 16,0 1-16,0 0 16</inkml:trace>
  <inkml:trace contextRef="#ctx0" brushRef="#br2" timeOffset="95439.061">25277 1769 0,'0'0'0,"0"0"0,0 0 0,0 0 16,0 0-16,25-38 15,-4 8 1,-4 12-16,-17 18 0,0 0 0,0 0 16,8-5-16,-3 1 0,0 0 0,0 0 0,0 3 15,-1-3-15,1 2 0,-1 1 0,1-1 0,-1 2 0,0 0 16,0 0-16,0 2 0,0-2 0,0 1 0,-4-1 15,6 2-15,-2-1 0,1 2 0,-1-2 0,1 1 16,0 1-16,-1 0 0,-1 1 0,0-1 16,0 2-16,0 1 0,0-1 0,0 0 0,-1 1 15,0-1-15,2 3 0,-2-2 0,1 1 16,0 0-16,0-1 0,0 2 0,-2 1 0,0-2 0,0 1 16,-1 0-16,0-1 0,0 2 0,0-9 15,3 8-15,0-1 0,-1 0 0,1 2 16,-1-2-16,0 1 0,-1 1 0,-1-1 0,0 1 15,1-1-15,-1 0 0,0 0 0,2 1 16,0 0-16,-2 0 16,0-2-16,0 2 0,0-1 0,-2 0 0,1 0 15,1 0-15,-3 1 0,1-1 0,1 1 0,1-2 0,0 1 0,0-1 16,1 1-16,0-1 0,0-1 16,-1 1-16,0-1 0,0-1 0,-2 1 0,1 0 0,1 0 15,-1-3-15,0 2 0,0-2 0,1-3 16,-1 2-16,1-1 0,0 0 0,-2-2 0,2 0 0,0 0 0,-3-2 15,0 0-15,1 0 0,-2 0 0,1-1 16,0 0-16,-1-1 0,1 0 0,0 1 0,-1-1 16,0-1-16,0 0 15</inkml:trace>
  <inkml:trace contextRef="#ctx0" brushRef="#br2" timeOffset="95809.826">25264 1939 0,'0'0'0,"0"0"0,0 0 0,0 0 15,0 0-15,0 0 16,0 0-16,0 0 16,0 0-16,0 0 0,0 0 0,0 0 15,0 0-15,0 0 0,0 0 0,0 0 0,0 0 16,0 0-16,0 0 0,0 0 0,15-2 0,-2-2 15,1 2-15,1 0 0,-1 0 0,0 1 16,-1-2-16,-1 0 16,-1 2-16,-3 0 0,-2 0 0,1 0 15,-2-1-15,1 2 16,0 0-16,0 0 16,-1 0-16,1 0 0,-2 0 0,-1 0 0,0 0 15,-2 0-15,1 0 0,-1 0 0,0 0 0,0 2 0,-1-2 16,1 0-16,-1 0 0,0 0 0,0-2 0,0 2 15,0 0-15,0 0 0,0 0 0,0 0 0,0-2 0,0 2 0,0 0 16,0 0-16,0 0 0,0 0 0,1-1 0,-1 1 0,0-1 0,-2 0 16,0 0-16,1 1 0,-2-2 0,0 1 0,1-1 0,-3-1 15,0 2-15,2-2 0</inkml:trace>
  <inkml:trace contextRef="#ctx0" brushRef="#br2" timeOffset="98952.68">23327 2217 0,'0'0'0,"0"0"0,0 0 0,0 0 16,0 0-16,0 0 16,0 0-16,0 0 15,0 0-15,0 0 0,0 0 0,0 0 16,0 0-16,0 0 0,0 0 0,0 0 0,0 0 15,0 0-15,0 0 0,0 0 0,6 0 0,-1-1 16,0 1-16,-5 0 0,4-2 0,-2 2 0,0 0 0,0 0 16,-1 0-16,0 0 0,0 0 0,-1 0 0,0 0 15,0 0-15,0 0 0,0 0 0</inkml:trace>
  <inkml:trace contextRef="#ctx0" brushRef="#br2" timeOffset="100466.185">24257 2349 0,'0'0'0,"0"0"0,0 0 0,0 0 16,0 0-16,0 0 15,0 0-15,0 0 16,0 0-16,0 0 0,0 0 0,0 0 0,0 0 16,0 0-16,0 0 0,0 0 0,0 0 0,0 0 15,0 0-15,0 0 0,2 3 0,-1 0 0,0-1 16,0-1-16,-1 1 0,0-1 0,1-1 0,-1 0 15,0 2-15,0-1 0,0-1 0,0 0 0,1 0 0,-1 0 16,0 0-16,0 0 0,0 0 0,0 0 0,0 0 16,0 0-16,0 0 0,0 0 0,0 0 0,0 0 15,0 0-15,10-1 0,0 1 0,0 0 0,-4 0 0,1 0 16,-1 0-16,-4-2 0,0 2 0,0 0 16,-1 0-16,0 0 0,0 0 0,-1 0 0,10 0 0,0 0 15,0 0-15,-3 0 16,-2 0-16,1 0 0,-6 0 15,10-2-15,-1 1 0,1 0 16,-5 0-16,0 1 0,1-1 0,-6 1 16,10-2-16,0 1 0,0-2 15,-3 2-15,-2 0 16,1 0-16,-6 1 0,3 0 0,-1-1 0,-1 1 0,0-1 0,0 1 16,0 0-16,-1 0 0,0 0 0,0 0 0,0 0 0,0 0 0,0 0 0,0 0 0,9-3 15,-2 2-15,1-1 0,-2 1 16,-2 0-16,1 0 0,-2 1 0,-1 0 0,-1-1 15,1 1-15,-2 0 0,0 0 0,1-1 0,-1 1 16,0 0-16,0 0 0,0 0 0,0 0 0,0 0 0,0 0 0,0 0 0,0 0 16,0 0-16,0 0 0,0 0 0,0 0 0,0 0 0,0 0 0,0 0 15,0 0-15,0 0 0,-7-5 0,-1 3 0,2-2 0,0 3 16,2-1-16,0-1 0</inkml:trace>
  <inkml:trace contextRef="#ctx0" brushRef="#br2" timeOffset="101296.076">24202 2458 0,'0'0'0,"0"0"0,0 0 0,0 0 0,0 0 15,0 0 1,0 0-16,0 0 16,0 0-16,0 0 0,0 0 0,0 0 15,0 0-15,0 0 0,0 0 0,0 0 0,0 0 0,3 2 16,0-2-16,0 1 0,1 0 0,-2 0 0,1 0 15,-1 1-15,0-1 0,0 1 0,4-4 0,-2 1 0,0 1 16,-4 0-16,5 1 0,-1-1 0,0 2 0,4-5 16,-1 3-16,-1 0 0,3-2 0,-2 1 15,1-1-15,1-1 16,-9 3-16,7-1 0,1-1 0,1 1 16,-3-1-16,1 1 0,2 2 0,-2 0 0,0 0 15,-7-1-15,9-1 0,-3 1 16,1-1-16,-1 1 0,1 0 0,-1 0 15,1 2-15,0-1 0,-1 0 16,3 0-16,0-1 16,-1 0-16,1 1 0,-1-1 15,-1 0-15,2 0 0,0 0 16,-1 2-16,-3-2 16,1 0-16,-1 1 15,2-1-15,-2 0 16,1 0-16,-1 0 0,-2 0 0,0 0 15,-1 0-15,0 0 0,-1 0 0,5 1 0,-1-1 16,-1 0-16,-4 0 16,4 0-16,0 0 0,-1 0 0,1 1 0,-2-1 15,1 0-15,-1 1 0,0 1 0,0-2 16,2 1-16,-1 1 0,1-2 0,0 0 0,-2 2 16,0-2-16,2-2 15,-1 2-15,0 0 0,-3 0 16,2 0-16,1-2 0,-1 2 0,1-1 15,-3 1-15,1 0 16,1 0-16,-2 0 0,0 0 0,0 0 16,0 0-16,0 0 0,0 0 0,0 0 15,0 0-15,0 0 0,0 0 0,0 0 16,0 0-16,0 0 0,0 0 0,0 0 0,0 0 0,0 0 16,0 0-16,0 0 0,0 0 0,0 0 0,0 0 15,0 0-15,0 0 0,-5-2 0,2 1 0,-1 1 0,-2-3 16,0 1-16,0 1 15</inkml:trace>
  <inkml:trace contextRef="#ctx0" brushRef="#br2" timeOffset="102603.865">24372 2346 0,'0'0'0,"0"0"0,0 0 0,0 0 0,0 0 16,0 0-16,0 0 15,0 0-15,0 0 16,0 0-16,0 0 0,0 0 0,0 0 0,0 0 15,0 0-15,0 0 0,0 0 0,0 0 0,0 0 16,0 0-16,0 0 0,0 0 0,0 0 0,0 0 16,0 0-16,0 0 0,0 0 0,0 0 0,0 0 15,0 0-15,0 0 0,0 0 0,0 0 0,6-6 16,-2 1-16,1-1 0,-5 6 0,0 0 0,0 0 16</inkml:trace>
  <inkml:trace contextRef="#ctx0" brushRef="#br2" timeOffset="104519.638">24773 1621 0,'0'0'0,"0"0"0,0 0 16,0 0-16,0 0 16,0 0-16,0 0 15,0 0-15,0 0 16,0 0-16,0 0 0,0 0 0,0 0 0,0 0 15,0 0-15,0 0 0,0 0 0,0 0 0,0 0 16,5 16-16,-2-1 0,0-1 0,0-4 0,-2-1 16,1 1-16,-2-10 0,2 3 0,-1 1 15,-1-2-15,1 0 0,-1-1 0,0 0 16,0 1-16,0-2 0,0 0 0,0 0 0,0 0 16,0 0-16,-7 11 0,2-1 15,0 0-15,1-4 0,0 1 16,0-1-16,2-4 0,1 1 0,0 0 0</inkml:trace>
  <inkml:trace contextRef="#ctx0" brushRef="#br2" timeOffset="104685.888">24787 1585 0,'0'0'0,"0"0"0,0 0 0,0 0 0,0 0 16,0 0-16,0 0 15,0 0-15,0 0 16,0 0 0</inkml:trace>
  <inkml:trace contextRef="#ctx0" brushRef="#br2" timeOffset="105258.78">24900 1552 0,'0'0'0,"0"0"0,0 0 0,0 0 16,0 0-16,0 0 0,0 0 16,36-19-16,-36 19 15,0 0-15,0 0 0,8-6 0,-1 0 16,0 1-16,-3 2 0,-1 0 0,0-1 0,-1 1 15,0 1-15,-1 0 0,2-1 0,-3 1 0,0-1 16,0 3-16,0-3 0,0 0 0,0 0 0,0 1 0,0 0 0,0 0 16,-3 1-16,3-1 0,0 2 0,-3 0 0,1-1 15,0 1-15,0-2 0,-1 2 0,1 0 0,1 0 0,0 0 16,0 0-16,-2-1 0,0 1 16,1 0-16,-1 1 0,1-1 0,-1 0 0,0 2 15,0-1-15,0 1 16,0 0-16,0-1 0,1 1 0,1 1 15,-1-1-15,1 1 0,1-3 0,-2 4 0,1 0 0,-1 0 0,1 1 16,1 0-16,0 0 0,1-2 16,-1 0-16,0 0 0,2 3 0,-2-1 0,1-1 15,1 1-15,-2-1 0,1 1 16,0 0-16,0 0 0,-1-1 0,3 1 0,-2 2 16,1-1-16,0 0 0,-2-1 0,0 1 15,0 0-15,0 0 0,0-1 0,-2 2 0,2-1 16,0 0-16,2 0 0,-1 0 15,-1-2-15,2 3 0,-1-2 0,-1 1 16,0-6-16,1 7 0,-1-2 0,0 0 16,2 4-16,-2-4 0,0 2 0,3-1 0,-2-1 15,1 1-15,-1-2 0,1 1 16,-1 0-16,0-1 0,-1 0 0,0-1 0,-1 0 0,1 0 0,0-1 16,-1 2-16,1-1 0,0 0 0,1 0 0,-1-1 0,0 0 0,0-2 0,2 1 0,-2 0 0,0-1 15,0-3-15,0 0 0,0 3 0,-3-3 0,1 2 0,1-1 0,-4-1 0,2 0 16,0 0-16,3 3 0,0 0 0,0 0 0,-3-2 0,0 0 0,1 0 0</inkml:trace>
  <inkml:trace contextRef="#ctx0" brushRef="#br2" timeOffset="105486.067">24860 1706 0,'0'0'0,"0"0"0,0 0 16,0 0-16,0 0 16,0 0-16,0 0 15,0 0-15,0 0 16,0 0-16,0 0 0,0 0 0,0 0 0,0 0 15,0 0-15,0 0 0,0 0 0,5-4 0,1 0 0,-1-1 16,-1 3-16,2 0 0,-2-2 0,0 2 0,0-1 16,-1 2-16,3-1 0,-3 1 0,0 0 0,-2 0 15,0 1-15,0-1 0,-2-1 0,0 1 0,0-1 16,1-1-16,-1 3 0,0-3 0</inkml:trace>
  <inkml:trace contextRef="#ctx0" brushRef="#br2" timeOffset="107577.787">24255 2416 0,'0'0'0,"0"0"0,0 0 0,0 0 15,0 0-15,0 0 16,0 0-16,0 0 16,0 0-16,0 0 15,0 0-15,0 0 0,0 0 0,0 0 0,0 0 0,0 0 16,0 0-16,0 0 0,9-7 0,-2 0 0,1-1 16,-3 5-16,0-1 0,-1-1 0,-4 5 0,7 0 0,0 0 15,0 0-15,-3 1 0,0-1 0,-1 2 0,11-2 16,-3 2-16,1-2 0,-12 0 15,8 0-15,-2 0 0,0 0 16,6 1-16,-1-1 0,-1 0 0,-10 0 16,8 1-16,-3-1 0,0 0 15,7-2-15,0-3 0,0 2 0,-12 3 16,6-2-16,0 1 0,0-1 16,3 1-16,0 1 0,0 0 0,-3 0 15,-2 0-15,1 0 16,-5 0-16,2 0 0,-1 0 0,1 0 15,0 0-15,-2 0 0,0 0 0,0 0 16,1 0-16,-1 0 0,0 0 0,0 0 16,0 0-16,0 0 0,5 1 0,0 0 0,-1-1 15,-1 1-15,0 0 0,1-1 0,-3 0 0,0 0 0,0 0 16</inkml:trace>
  <inkml:trace contextRef="#ctx0" brushRef="#br2" timeOffset="107902.415">24265 2481 0,'0'0'0,"0"0"0,0 0 15,0 0-15,0 0 16,0 0-16,0 0 16,0 0-1,0 0-15,0 0 0,0 0 0,0 0 16,0 0-16,0 0 0,0 0 0,0 0 15,0 0-15,0 0 0,0 0 0,0 0 0,26 3 16,-1 0-16,1 0 0,-4 0 78,-2-1-78,0-1 0,-20-1 0,14 1 16,0-1-16,0 0 0,-3-1 0,0 1 0,-1 0 0,-10 0 0,9-3 0,0 1 15,-2 1-15,0-2 0,0 1 0,-1 0 0,-2 1 0,-1-1 0,0-1 0</inkml:trace>
  <inkml:trace contextRef="#ctx0" brushRef="#br2" timeOffset="112064.908">25073 1890 0,'0'0'0,"0"0"0,0 0 0,0 0 16,0 0-16,0 0 16,0 0-1,0 0-15,0 0 0,0 0 16,0 0-16,0 0 0,0 0 0,0 0 0,0 0 0,0 0 15,0 0-15,0 0 0,0 0 16,0 0-16,1-4 0,0 1 0,-1 1 0,1-1 16,0 1-16,0 1 0,-1 0 0,0-1 0,0 2 15,0 0-15,0 0 0,0 0 0,0 0 0,0 0 0,0 0 0,0 0 0,0 0 16,0 0-16,0 0 0,0 0 0,0 0 0,0 0 16,0 0-16,0 0 0,0 0 0,-6-6 0,-2 0 0,1 2 15,3 1-15,0 0 0,0 1 0,2 0 0,1 0 16,-1 1-16,1 1 0,1-1 0,0 0 15,-1 1-15,1 0 0,0 0 0,0 0 0,0 0 16,0 0-16,0 0 0,-9-2 0,1 0 0,0 0 31,2 0-31,2 0 0,-1 1 0,2 0 0,2 1 16,-1 0-16,2 0 0,-1-2 0,1 2 16,-1 0-16,0 0 0,1 0 0,0 0 15,-7 0-15,-2 0 0,2 0 16,2 0-16,1 0 0,-1 0 0,5 0 15,-3 0-15,1 0 0,1 0 16,0 0-16,0 0 0,0 0 0,1 0 0,-8-2 16,0 2-16,0 0 0,4 0 0,-1 0 0,1 0 0,4 0 15,-3 0-15,1 0 0,1 0 0,0 0 0,0 0 0,1 0 16,0 0-16,-1 0 0,1 0 0,0 0 0,-11 0 0,2 0 16,0 0-16,9 0 0,-7 0 0,1 0 0,1 0 15,2 0-15,1 0 0,0 0 16,2 0-16,-1 2 0,0-2 0,1 0 15,-1 0-15,1 0 0,0 0 0,0 0 0,0 0 16,0 0-16,0 0 0,-11 2 0,3 1 16,-1 0-16,3-1 0,2-1 0,-1 0 0,-4 1 15,2 0-15,1 1 16,6-3-16,-5 2 0,1-2 0,0 1 0,2-1 0,1 0 16,-1 0-16,1 1 0,1-1 0,0 0 0,0 0 0,-6 4 0,0-1 15,-1-2-15,3 1 0,1 0 0,0 0 16,3-2-16,-3 1 0,3 0 0,-1 0 0,1-1 15,-9 5-15,2 2 0,0-1 16,1-3-16,3 2 0,-1-2 16,4-3-16,-2 1 0,1 1 0,-1-2 0,1 1 15,1-1-15,0 1 0,0-1 0,-1 1 16,1-1-16,0 0 0,0 0 0,-4 8 0,0 0 0,0 0 16,2-4-16,0 1 0,-1 1 0,2-5 0,0 1 15,0 0-15,1-2 0,0 1 0,0-1 16,0 0-16,-4 7 0,0-1 0,1 0 0,1-1 0,0-2 0,-1 1 0,3-4 0,0 2 15,-1 0-15,0-1 0,1 5 0,0 0 0,0 1 0,0-7 0,1 3 16,-1 0-16,0 1 0,0-3 0,0 1 0,0-1 0,0-1 0,0 0 0,0 0 0,0 1 0,4 8 0,-1 0 16,0-1-16,-3-8 0,3 4 0,-2 1 0,1 0 0,-2-2 0,1-2 0,0 1 15,-1-2-15,3 6 0,-2 1 0,1-1 0,0-1 0,-1-1 0,0-1 0,-1-3 0,1 3 0,-1-3 16,0 0-16,0 2 0,0-1 0,0-1 0,0 0 0,5 6 0,-1 0 0,0 1 0,-2-3 16,0 0-16,1-1 0,-3-3 0,1 2 0,0-1 0,0 1 0,-1-1 0,0-1 0,0 0 15,0 0-15,5 5 0,-1-1 0,0 1 0,-4-5 16,3 3-16,-1 0 0,1-1 0,-2 0 15,0 0-15,0-2 0,-1 0 0,0 0 0,0 1 0,0-1 16,6 6-16,0 1 0,-1-2 16,-5-5-16,3 4 0,0 1 0,0-4 0,0 1 15,-2 1-15,-1-2 0,0-1 0,1 1 0,-1-1 16,0 0-16,1 1 0,-1-1 0,0 0 0,0 0 0,8 3 0,0 1 0,1-1 16,-3-1-16,-2 1 0,1-3 0,-5 0 15,2 2-15,0-1 0,0-1 0,-2 1 0,1-1 0,0 0 16,-1 0-16,1 0 0,-1 0 0,0 0 0,10 2 15,0 0-15,-1-1 0,-9-1 0,7 0 0,-1 2 0,-1-2 16,-3 1-16,0-1 0,1 1 0,-3-1 0,7-1 16,1 1-16,-2-1 0,-1-1 0,-1 2 15,0 0-15,-4 0 0,3 0 0,-1 0 0,-1 0 0,1 0 16,-2 0-16,0 0 0,8-1 0,0-1 0,0 2 0,-8 0 16,5-1-16,-1 1 0,2-1 0,-4 0 0,-1 1 15,1 0-15,-2 0 0,0 0 0,0 0 0,1-1 16,-1 1-16,1 0 0,8-4 0,0 0 0,-1 1 15,-2 0-15,0 0 0,-2 1 0,-1 1 0,-1 0 16,-1-1-16,0 2 0,0 0 16,-1 0-16,6-3 0,1-1 0,-1 0 0,-1 3 0,-2-2 0,1 1 15,-4 2 1,2-1-16,0 0 0,-1 1 0,1-2 0,-2 2 0,0 0 16,0 0-16,0 0 0,0 0 0,0 0 0,0 0 0,0 0 0,0 0 15,0 0-15,0 0 0,6-6 0,-1-2 16,0 3-16,-1 1 0,-1 0 0,0 2 15,-1-2-15,-1 4 0,0-1 0,0 0 0,-1 0 0,0 1 16,6-6-16,-3 3 0,2-2 16,-5 5-16,3-4 0,0 1 0,0 1 0,-2 1 15,0 0-15,0 0 0,0 0 0,-1 1 0,0 0 0,3-7 0,1 2 16,-1-1-16,-1 2 0,0 0 16,-1 0-16,-1 4 0,1 0 0,0-2 0,0 1 0,-1 0 15,0 0-15,0 1 0,1-1 0,-1 1 0,0 0 0,-1-5 0,-1-1 16,1 0-16,-1 4 0,1-2 0,1 1 0,0 3 0,-1-1 0,1 0 15,0-1-15,0 2 0,0-2 0,0 2 0,-1 0 0,1 0 16,0 0-16,5-8 0,-2 0 0,0-1 16,-3 9-16,2-5 0,-1 0 0,1 1 15,-1 0-15,0 4 0,1-3 0,-2 3 16,0 0-16,0 0 0,0-1 0,0-7 16,0 1-16,0-1 0,0 8 0,1-6 0,-1 2 0,0-1 0,0 2 15,0 2-15,0 0 0,0 1 0,0-1 0,0 1 16,0-1-16,-4-6 0,2 0 0,0 1 15,2 6-15,-2-5 0,1 1 0,-1 0 16,-5 0-16,-1 2 0,2 0 0,6 2 0,-6-3 16,3 3-16,-1-2 0,-7-3 0,2 0 0,-2 0 15</inkml:trace>
  <inkml:trace contextRef="#ctx0" brushRef="#br2" timeOffset="129641.876">17979 12489 0,'0'0'0,"0"0"0,0 0 0,0 0 16,0 0-16,0 0 15,0 0-15,0 0 16,0 0-16,0 0 0,0 0 0,0 0 0,0 0 0,0 0 16,0 0-16,0 0 0,0 0 0,0 0 15,0 0-15,0 0 0,0 0 0,-2 0 0,0 2 0,1-2 16,-1 0-16,1 1 0,1-1 0,-1 0 0,1 0 16,0 0-16,-1 0 0,1 0 0,0 0 0,0 0 15,-9-1-15,1 1 0,0-2 0,2 2 0,2 0 16,-1 0-16,-7 2 0,3-1 0,-2-1 0,11 0 15,-5 2-15,0-1 0,-1-1 0,-9 2 16,0 1-16,0-2 0,15-1 0,-8 1 0,1 1 16,-2-1-16,-9 1 0,1 1 0,0-2 15,17-1-15,-11 2 0,2 0 0,0-1 0,-10 1 16,2 0-16,0 0 0,7 0 16,1-1-1,-1-1-15,5 1 16,2-1-16,0 0 0,-16 1 0,1-1 15,1 1-15,17-1 0,-12 0 0,2 0 16,-1 0-16,11 0 16,-20 0-16,1 0 0,1 1 0,7 0 0,1-1 15,0 0-15,10 0 0,-13 0 0,0 0 0,0 0 0,5 0 0,2 0 0,0 0 0,6 0 0,-3 0 0,0 0 16,0 0-16,3 0 0,-1 0 0,0 0 0,1 0 0,-9-1 0,2 1 0,-2 0 0,4 0 0,1 0 16,1 0-16,0-1 0,1 1 0,1 0 0,0 0 0,0 0 0,0 0 0,1 0 0,0 0 0,0 0 15,0 0-15,0 0 0,0 0 0,0 0 0,0 0 0,0 0 0,0 0 0,0 0 16,0 0-16,0 0 0,-3-2 0,1 0 0,1 0 15,-2-1-15,3 2 0,-1-1 0</inkml:trace>
  <inkml:trace contextRef="#ctx0" brushRef="#br2" timeOffset="130875.687">18012 12586 0,'0'0'0,"0"0"0,0 0 16,0 0-16,0 0 16,0 0-16,0 0 15,0 0 1,0 0-16,0 0 0,0 0 0,0 0 0,0 0 0,0 0 16,0 0-16,0 0 0,0 0 0,-4 2 15,0-2-15,1 0 0,0 1 0,0 0 0,1-1 0,2 0 16,-1 0-16,0 0 0,0 0 0,0 1 0,1-1 15,0 0-15,0 0 0,0 0 0,0 0 0,0 0 16,0 0-16,0 0 0,0 0 0,0 0 0,0 0 0,0 0 16,0 0-16,0 0 0,0 0 0,0 0 15,0 0-15,0 0 0,0 0 0,0 0 0,-2-1 16,1 1-16,1 0 0,0 0 0,-3 0 16,2 0-16,-1 0 0,-1-1 0,1 1 0,1-1 0,-2 1 0,0 0 15,1-2-15,0 1 0,0 1 0,-1 0 0,0 0 16,0 0-16,0 0 0,-1-2 0,1 2 0,0-1 0,0 1 15,0 0-15,0 0 0,-2-1 16,0 1-16,1-1 0,4 1 0,-6 0 0,0-1 16,1 1-16,-1-1 0,0 1 15,-1 0-15,-1 1 0,1-1 0,0 0 0,-2 0 16,1 0-16,0 0 0,-1 1 0,0-1 0,-1 0 16,10 0-16,-10 1 0,0-1 0,1 1 0,-2 0 15,1 1-15,0-2 0,-2 0 0,0 1 16,0 1-16,-2-1 0,1 0 0,0 0 15,-1 1-15,0-1 0,1 0 0,-2 3 16,1-2-16,1 1 0,13-3 0,-16 3 0,1-1 0,1 1 16,-1-1-16,0 1 0,0-1 15,1 0-15,1-1 0,-2 1 0,1 0 16,1-1-16,0 1 0,-1 1 16,2-2-16,0 1 0,-2-1 15,2 0 1,1 1-16,11-2 0,-12 0 0,1 0 15,1 0-15,-1 2 0,0-1 16,0-1-16,2 2 0,1-1 16,0-1-16,2 1 0,1 0 0,-1-1 15,1 0-15,0 0 0,1 0 0,0 0 0,-1 0 0,2 0 0,3 0 0,-3-1 16,1 1-16,1 0 0,-1 0 0,1 0 0,1 0 0,-1 0 0,1 0 0,0 0 16,0-1-16,0 1 0,0 0 0,-2 0 0,2 0 0,0 0 0,0 0 0,0 0 0,0 0 0,0 0 0,0 0 15,0 0-15,0 0 0,0 1 0,0-1 0,0 0 0,2 0 0,-2 0 0,0 0 0,0 0 0,0 0 0,0 0 16,0 0-16,0 0 0,0 0 0,0 0 0,0 0 0,0 0 0,0 0 0,0 0 0,0 0 15,0 0-15,0 0 0,0 0 0,0 0 0,0 0 16,0 0-16,0 0 0,0 0 0,0 0 0,0 0 0,-2 2 0,2-1 16,0 1-16,0-2 0,0 0 0,0 0 0,0 0 0,0 0 15,0 1-15,0 1 0,0-1 0,0 0 16,0-1-16,0 1 0,0-1 0,0 0 0,0-1 16,0 0-16,0 0 0,0-2 0,0 3 0,0-2 0,2 1 0,-2 0 15,0 1-15,-2-1 0,2 1 0,0 0 0,0 0 0,0 0 16,0 0-16,0 0 0,0 0 0,0 0 0,0 0 0,0-1 15,0 1-15,0 0 0,0 0 0,0 0 16,0 0-16,0 0 0,0 0 0,0 0 0,0 0 0,0 0 0,0 0 16,0 0-16,0 0 0,0 0 0,0 0 0,0 0 0,0 0 15,0 0-15,0 0 0,0 0 0,0 0 0,0 0 16,0 0-16,0 0 0,0 0 0,0 0 0,0 0 16,0 0-16,0 0 0,0 3 0,0-1 0,0-1 0,3 0 15,0-1-15,-1 0 0,1-1 0,0-1 0,0 0 16</inkml:trace>
  <inkml:trace contextRef="#ctx0" brushRef="#br2" timeOffset="142490.322">6443 11543 0,'0'0'0,"0"0"0,0 0 16,0 0-16,48 16 16,-21-7-16,14-15 15,-41 6-15,0 0 0,0 0 16,0 0-16,7 0 0,1-2 0,-2 1 0,-6 1 16,14-3-16,-1 1 0,2 0 0,-7 0 0,0 2 0,0-1 15,-8 1-15,19-4 0,1 2 0,-2-2 0,-5 3 16,-3-1-16,0 1 0,-10 1 0,24-3 0,-1 1 15,0-2-15,-23 4 0,15-1 0,-3 0 0,2-1 16,10 1-16,-2-1 0,0 0 0,-22 2 0,12 0 16,1-1-16,-1-1 0,11 2 0,1-2 15,-2 1-15,-22 1 0,14 0 0,-2 0 0,1 0 0,-13 0 16,22-1-16,-1-1 0,0 0 16,-10 2-1,1-1-15,-2 1 0,-10 0 16,19-2-16,-2 2 15,0-1-15,-8 0 16,0 1-16,1-1 0,-10 1 16,13 0-16,0 0 0,0 0 15,-13 0-15,8 0 0,-2 0 16,1 0-16,3 0 16,-1 0-16,1 0 15,-10 0-15,5 0 0,-1 0 0,1 0 16,-5 0-16,3 0 0,-2 0 15,0 0-15,1 0 16,-2 0-16,0 0 0,0 0 0,0 0 0,0 0 0,0 0 0,0 0 0,0 0 0,0 0 16,0 0-16,0 0 0,0 0 0,0 0 0,7-1 0,-1 1 15,1 0-15,-3 0 0,-1 0 0,0 0 0,-1 0 16,-1 0-16,2 0 0,-3 0 0,-9 3 0,2-1 0,-1 0 0,2 1 16,3-1-16,-2-2 0,3 1 0,0-1 15,1 1-15</inkml:trace>
  <inkml:trace contextRef="#ctx0" brushRef="#br2" timeOffset="143088.672">6415 11524 0,'0'0'0,"0"0"0,0 0 0,0 0 15,0 0-15,0 0 16,0 0-16,0 0 16,0 0-16,0 0 0,0 0 15,0 0-15,0 0 0,0 0 0,0 0 0,22-3 16,-2 2-16,1 0 0,-21 1 0,20-2 16,-1 1-16,0 1 0,-2-2 0,0 2 15,-1 0-15,-1-1 0,0 0 16,0 1-16,3-1 0,-2 0 15,1 0-15,3 0 0,-2 1 0,1 0 16,-19 0-16,21 1 0,-2 0 0,1-1 0,0-2 16,-1 2-16,1 0 0,-1 0 15,1 0-15,0 0 0,0 0 16,-2 0-16,2 1 0,-20-1 16,19 1-16,2 0 0,-3-1 0,0 1 0,0 1 15,0-2-15,-2 3 0,0-3 0,0 2 16,-1-2-16,-2 0 0,1 0 15,-14 0-15,15 0 0,-3 0 0,2-2 16,-4 2-16,2 0 0,-3-1 0,0 2 16,-1-1-16,-1 0 0,1 2 15,-1-1-15,-1-1 0,-6 0 16,5 1-16,1-1 0,-1 0 0,-1 0 0,0 0 0,-1 0 16,0 0-16,0 0 0,-2 0 0,-1 0 0,2 0 15,-1 0-15,0 0 0,1 1 0,0-1 0,-1 0 0,1 2 16,-1-2-16,0 1 0,0-1 0,-1 0 0,0 0 0,0 0 0,2 0 0,-2 0 15,0 0-15,0 0 0,0 0 0,0 0 0,0 0 16,0 0-16,0 0 0,0 0 0,0 0 0,0 0 0,0 0 0,0 0 16,0 0-16,0 0 0,0 0 0,0 0 0,0 0 0,0 0 0,0 0 15,0 0-15,-2 0 0,2-1 0,-1 1 0,-1-2 0,1 2 0,0 0 0,-3-1 0,2 1 0,0 0 0,2 0 16,-4-1-16,3 0 0,-1-1 0,1 1 0,0-1 0,1 2 0</inkml:trace>
  <inkml:trace contextRef="#ctx0" brushRef="#br2" timeOffset="156127.01">20703 13425 0,'0'0'0,"0"0"0,0 0 0,0 0 0,0 0 16,0 0-1,0 0-15,0 0 0,0 0 16,0 0-16,0 0 0,0 0 0,0 0 0,0 0 16,0 0-16,0 0 0,0 0 0,0 0 0,0 0 15,0 0-15,1-3 0,-1 1 0,0 1 0,0-1 0,0 1 16,0 1-16,0 18 0,0 0 0,0 1 0,-7 16 16,2 1-16,1-1 0,-7 2 0,0 2 15,1-1-15,3-19 0,2-1 0,-1 1 16</inkml:trace>
  <inkml:trace contextRef="#ctx0" brushRef="#br2" timeOffset="172494.698">9166 8328 0,'0'0'0,"0"0"16,0 0-16,0 0 16,0 0-16,0 0 15,0 0 1,0 0-16,0 0 0,0 0 16,0 0-16,0 0 0,0 0 0,0 0 0,0 0 0,0 0 15,0 0-15,0 0 0,15-2 0,0 1 0,1 1 0,-16 0 16,11-2-16,-3 2 0,0-1 0,-8 1 0,13 0 31,-3 0-31,2 0 0,-12 0 0,0 0 0,6 0 16,-6 0-16,5 0 0,0 0 0,-5 0 0,0 0 0,12 1 0,-12-1 0,11 0 0,0 0 15,-4 2-15,-2-2 16,1 0-16,-6 0 0,10 0 0,-1 0 0,0 1 16,-9-1-16,6 0 0,-1 0 0,1 0 0,-6 0 15,2 2-15,0-2 0,-1 0 0,-1 0 0,2 0 0,-2 0 0,0 0 16,0 0-16,0 0 0,0 0 0,0 0 0,0 0 15,10-3-15,-1 0 0,-1 1 16,-2 0-16,0 1 0,-1 0 0,-5 1 0,2-2 16,0 1-16,1 1 0,-3-1 0,1 1 0,0 0 0,-1 0 0,1 0 0,-1 0 0,0 0 0,0 0 0,0 0 0,0 0 0,0 0 15,0 0-15,0 0 0,0 0 0,0 0 16,0 0-16,0 0 0,0 0 0,0 0 0,0 0 0,0 0 0,0 0 0,0 0 0,0 0 16,0 0-16,0 0 0,0 0 0,0 0 0,0 0 15,0 0-15,0 0 0,1 1 0,0 2 0,0-2 0,-1-1 16,1 1-16,-1 0 0,0 0 0,2-1 0,-2 0 15,0 0-15,0 0 0,0 1 0,0-1 0,0 0 0,0 0 16,0 0-16,0 0 0,0 0 0,2 10 0,-2-2 16,0 1-16,0-9 0,1 5 0,-1 0 15,0 1-15,0-6 0,0 1 0,0 2 0,0-1 0,-2 7 16,2 1-16,0-1 0,0-9 0,0 0 0,-1 7 16,1-1-16,0-1 0,0 5 0,0 0 0,0-2 15,0-8-15,1 6 0,-1-2 0,0 2 0,0-6 0,0 2 16,0-1-16,0 2 0,0-3 0,1 7 0,0 1 15,-1-1-15,2-3 0,-2 0 0,0 0 0,1-2 16,-1 1-16,0-3 0,0 0 16,0 1-16,0 1 0,0-2 0,0 0 0,0 0 0,0 0 0,0 0 0,0 0 15,0 0-15,0 0 0,0 0 0,0 0 0,0 0 16,0 0-16,0 0 0,0 0 0,0 0 0,0 0 16,0 0-16,0 0 0,0 0 0,0 3 0,1 1 15,0 0-15,0-1 0,-1-2 0,0 2 0</inkml:trace>
  <inkml:trace contextRef="#ctx0" brushRef="#br2" timeOffset="173533.241">9766 8259 0,'0'0'0,"0"0"0,0 0 16,0 0-16,0 0 15,0 0-15,0 0 16,0 0 0,0 0-16,0 0 0,0 0 0,0 0 0,0 0 15,0 0-15,0 0 0,0 15 0,-1 1 0,0 1 16,1-17-16,-1 10 0,1-1 0,0 2 0,0-11 15,-1 11-15,1-1 0,0 0 0,0-10 16,0 5-16,0 1 0,0-1 16,0-5-16,-2 11 0,2-1 0,-1 0 15,1-10-15,-2 6 0,2 0 0,0 0 16,0-6-16,0 3 0,0-2 0,0 1 16,0-2-16,0 1 0,0 0 0,0-1 0,0 0 0,0 1 15,0-1-15,0 0 0,0 0 0,0 0 0,0 0 0,0 0 16,3 6-16,-2-3 0,1 2 15,-2-5-15,2 4 0,-1-2 0,-1 1 0,2-1 0,-2-2 16,0 1-16,0 0 0,0-1 0,0 1 0,0-1 0,1-11 16,-1 0-16,0 0 0,0 11 0,0-7 0,0 1 0,0-1 15,0 7-15,3-10 0,-2 0 0,1 1 0,1 3 0,-3 2 16,1-1-16,-1 5 0,1-1 0,-1-2 0,0 1 16,0 2-16,5-12 0,0-1 15,-1 1-15,-4 12 0,3-8 0,0 2 0,-1-3 16,-2 9-16,6-9 0,-1 0 15,0 0-15,-5 9 0,3-6 16,0 2-16,-1-1 16,-2 5-16,2-1 0,-1-1 15,-1 1-15,0 1 0,6-8 0,0 2 16,0 0-16,-6 6 0,3-4 0,0-1 16,0 2-16,-3 3 0,3 0 0,-3-3 0,1 3 0,-1 0 15,2-1-15,-2 0 0,0 1 0,0 0 16,0-1-16,0 1 0,0 0 0,0 0 15,0 0-15,0 0 0,0 0 0,6-2 0,0-1 0,-1 2 16,-5 1-16,3-2 0,0 1 16,0 0-16,-1 0 0,-1 1 0,0 0 15,-1 0-15,3 5 0,-3 1 0,1 0 16,-1-6-16,1 3 0,0 2 0,-1-1 0,0-4 0,3 9 16,0 0-16,-1 0 15,-2-9-15,1 5 0,1 0 16,-1 0-16,-1-5 15,3 9-15,-2 0 0,1 0 16,0-3-16,-1-2 0,-1 1 0,0-5 16,3 11-16,-3-1 0,1 2 15,-1-12-15,2 5 0,-2 0 0,0 1 0,0-6 0,0 4 16,0-3-16,0 2 0,0-3 0,1 11 0,0-1 0,0 2 0,-1-12 16,0 6-16,1 1 0,0-2 0,-1-5 0,1 10 0,1-1 15,-1 1-15,-1-10 0,1 5 0,0-1 0,0 0 0,-1-4 0,2 1 16,-2 1-16,0 1 0,0-3 0,0 0 0,0 1 0,0-1 0,0 0 0,0 0 0,0 0 15,0 0-15,0 0 0,-6 2 0,2 0 0,0 0 0,1-1 0,1 0 0,0 0 0</inkml:trace>
  <inkml:trace contextRef="#ctx0" brushRef="#br2" timeOffset="173763.883">9754 8384 0,'0'0'0,"0"0"0,0 0 0,0 0 16,0 0-16,0 0 16,77-5-16,-77 5 15,0 0-15,0 0 0,0 0 0,16-2 16,-1 1-16,1 1 0,-16 0 0,17 0 15,0 0-15,0 1 16</inkml:trace>
  <inkml:trace contextRef="#ctx0" brushRef="#br2" timeOffset="175086.743">12098 8346 0,'0'0'0,"0"0"0,0 0 16,0 0-1,0 0-15,35 24 16,-16-9-16,-19-15 0,0 0 16,0 0-16,0 0 0,5 10 0,-2-2 15,1 2-15,-4-10 0,2 5 0,0 1 0,-1-2 16,-1-4-16,2 2 0,-2 1 0,0-2 0,0-1 16,4 9-16,1-1 0,-1 2 0,-4-10 0,3 5 15,-1-1-15,0 1 0,-2-5 0,2 3 16,-2-1-16,1-1 0,-1-1 0,1 0 0,-1 1 0,0-1 0,0 0 15,1 2-15,-1-2 0,0 0 0,0 0 0,0 0 0,0 0 16,0 0-16,6 5 0,-3 0 0,1 0 16,-4-5-16,4 4 0,-2-2 0,0 1 15,0-1-15,-1-1 0,-1-1 0,0 0 0,2 2 0,-2-1 16,0-1-16,0 0 0,-2-9 0,0 3 16,1-2-16,1 8 0,-1-5 15,0 0-15,0 2 0,1 3 0,2-10 16,-1 2-16,1-1 0,-2 9 0,1-6 15,0 2-15,0-1 0,-1 5 0,4-10 0,-1 0 0,0 0 16,-3 10-16,3-6 0,-1 1 16,-1-1-16,-1 6 0,6-10 0,-1 1 0,-1 0 0,-4 9 0,3-6 15,0 0-15,-1 2 0,-2 4 0,1-2 0,0 0 0,0 1 0,0 0 0,-1-1 16,0 2-16,0 0 0,0 0 0,0 0 0,0 0 0,0 0 0</inkml:trace>
  <inkml:trace contextRef="#ctx0" brushRef="#br2" timeOffset="175721.716">13393 8147 0,'0'0'0,"0"0"0,0 0 15,0 0 1,0 0-16,0 0 16,18 37-16,-18-37 15,0 0-15,0 0 0,0 0 0,5 9 0,-2-3 16,0 3-16,-3-9 0,1 10 0,1-1 15,0 1-15,-2-10 0,2 5 0,-2 0 0,0 1 16,0-6-16,0 11 0,1-3 0,0 3 16,-1-11-16,0 0 15,1 5-15,-1-1 0,0 2 16,0-6-16,1 3 0,-1-2 0,0 1 16</inkml:trace>
  <inkml:trace contextRef="#ctx0" brushRef="#br2" timeOffset="176460.653">13405 8047 0,'0'0'0,"0"0"16,0 0-16,0 0 15,45-8 1,-8 6 0,-10 5-1,-27-3-15,0 0 0,0 0 0,0 0 16,9 3-16,-1-1 0,1 0 0,-9-2 15,8 4-15,-2-1 0,0 1 0,2 0 16,-2-1-16,0 2 0,-6-5 0,6 4 0,1 0 0,-1 0 16,-2-2-16,-1 1 0,0 1 0,0-4 0,-2 2 15,1-1-15,-2-1 0,3 6 16,-2-1-16,1-1 0,-2-4 16,1 6-16,0 0 0,0-1 0,-1-5 0,-4 7 0,2 0 15,-1 0-15,3-7 0,-6 5 0,3 0 0,-1 1 0,4-6 16,-8 5-16,2-1 0,-2 0 0,1 0 0,-1-2 15,0 0-15,8-2 0,-8 4 0,2-1 0,-2 0 16,8-3-16,-7 2 0,1-1 0,-2 1 16,4-2-16,0 1 0,0 0 0,4-1 0,-2 1 0,0-1 0,1 0 15,0 0-15,0 1 0,0-1 0,0 0 0,1 0 0,0 0 16,0 0-16,3 0 0,-1-1 0,1 1 0,0-3 16,1 3-16,0-2 0,-4 2 15,4-2-15,0 1 0,-1 0 0,-3 1 0,8 2 0,-2-2 0,2 1 16,-8-1-16,8 3 0,0-3 0,0 2 0,-1 0 15,-1 0-15,2-2 0,-8 0 0,7 3 0,-1-3 0,0 3 0,-6-3 16,7 3-16,0 0 0,0-1 0,-1 1 0,0-1 16,-1 1-16,-5-3 0,4 2 0,1 1 0,0-1 0,-2-1 0,-1 1 0,1-1 0,-3-1 0,4 4 0,0-1 15,0 2-15,0-1 0,-1 1 0,0 1 0,-3-6 0,2 5 0,-2-1 16,1-1-16,-1-3 0,-1 6 0,1-3 0,-1 1 16,1-4-16,-2 4 0,2-1 0,-1 1 0,1-4 15,-2 3-15,1 0 0,0 0 0,1-3 0,-4 4 16,0 0-16,1-1 0,3-3 0,-5 4 0,1-3 15,-1 1-15,5-2 0,-4 2 0,1-2 0,0 1 0,1-1 16,1 0-16,-1 1 0,1-1 0,1 0 0,0 0 16,0 0-16,-14-1 0,1-1 15,-1 1-15,14 1 0,-15 1 0,0 0 0,0-1 0,15 0 0,-15-1 16,2 0-16,-1 1 0,5-2 0,2 1 0,-1-2 0</inkml:trace>
  <inkml:trace contextRef="#ctx0" brushRef="#br2" timeOffset="186967.631">17090 7910 0,'0'0'0,"0"0"16,0 0-16,0 0 15,0 0-15,0 0 16</inkml:trace>
  <inkml:trace contextRef="#ctx0" brushRef="#br2" timeOffset="189622.987">19303 7842 0,'0'0'0,"0"0"0,0 0 0,0 0 15,0 0-15,0 0 16,0 0-1,0 0-15,0 0 0,0 0 0,0 0 0,0 0 0,0 0 16,0 0-16,0 0 0,0 0 0,0 0 0,0 0 16,3 0-16,0 1 0,0-1 0,1 1 0,-2-1 15,-1 0-15,-1 0 0,1 1 0,0-1 0,-1 0 16,1 0-16,-1 0 0,0 0 0,0 0 0,1 0 16,-1 0-16,0 0 0,0 0 0,0 0 0,0 0 0,0 0 15,-9 3-15,2 0 0,0-1 0,7-2 0,-5 1 16,1 1-16,0-1 0,4-1 0,-12 2 0,1-2 15,0 1-15,4-1 0,1 0 0,0 0 0,6 0 16,-15 0-16,1 0 0,0 0 0,14 0 16,-8-1-16,0 1 0,1 0 0,7 0 0,-18 0 0,2 0 15,-1 0-15,17 0 0,-11 1 0,3-1 0,0 0 16,8 0-16,-24-1 0,1 1 0,0 0 0,23 0 0,-25 1 16,2-1-16,0 0 0,23 0 0,-25 0 0,2 1 15,-1-1-15,24 0 0,-26 2 0,1-1 16,1 1-16,24-2 0,-29 0 0,2 2 0,0-1 15,-10 2-15,2 0 0,-1-2 0,36-1 16,-42 3-16,1 0 0,0-1 0,41-2 0,-42 4 16,0-2-16,1 1 0,41-3 15,-47 3-15,0 0 0,1 0 0,46-3 0,-53 5 16,1-2-16,-1 1 0,53-4 0,-49 4 0,2-1 16,-1 0-16,48-3 0,-39 3 0,3 1 15,-2-1-15,38-3 0,-19 3 0,3-3 0,-1 1 16,17-1-16,-27 5 0,3-1 0,-1-1 0,25-3 0,0 0 0,-14 3 0,1-1 15,1-1-15,12-1 0,-26 4 0,-1 0 0,1 0 0,26-4 0,-14 1 16,0 1-16,0 1 0,8-3 0,1 0 0,0 1 0,5-1 0,-27 3 16,1-1-16,0-1 0,26-1 0,-33 4 0,1-2 15,0 0-15,32-2 0,-29 2 0,0-1 0,-1 0 0,30-1 16,-14 2-16,0-2 0,0 1 0,14-1 0,-24 1 16,2 0-16,-1-1 0,23 0 0,-13 1 0,2-1 15,-1 1-15,12-1 0,-14 1 0,1-1 0,-1 0 16,14 0-16,-7 0 0,1 0 0,0 0 15,6 0-15,-3 0 0,0 0 0,1 0 0,2 0 0,-1 0 16,1 0-16,-1 0 0,1 0 0,0 0 0,-1 0 0,1 0 16,0 0-16,0 0 0,0 0 0,0 0 0,0 0 0,0 0 15,0 0-15,0 0 0,0 0 0,0 0 0,0 0 16,0 0-16,0 0 0,3-2 0,-1 0 0,1 0 16,-1 0-16,-1 1 0,1 1 0,-2 0 0,1-1 15,-1 1-15,0-1 0,0 1 16,1-1-16,-1 1 0,0 0 0,0 0 0,0 0 15,0 0-15,0 0 0,0 0 0,0 0 0,0 0 0,0 0 16,0 0-16,0 0 0,0 0 0,0 0 0,0 0 0,0 0 16,0 0-16,0 0 0,0 0 0,0 0 0,0 0 0,0 0 15,0 0-15,0 0 0,0 0 0,0 0 0,0 0 16,0 0-16,0 0 0,0 0 0,0 0 0,-5 3 0,0-2 16,2 2-16,3-3 0,0 0 0,-3 1 15,0 0-15,1-1 0</inkml:trace>
  <inkml:trace contextRef="#ctx0" brushRef="#br2" timeOffset="191200.351">21553 7578 0,'0'0'0,"0"0"0,0 0 15,0 0-15,0 0 16,0 0-1,0 0-15,0 0 0,0 0 16,0 0-16,0 0 0,0 0 0,0 0 0,0 0 0,0 0 16,0 0-16,0 0 0,-6 1 0,3-1 0,-1 0 15,1 0-15,1 1 0,-1-1 0,3 0 0,-3 0 16,3 0-16,-1 0 0,1 0 0,-10 1 0,1 0 16,1 1-16,8-2 0,-5 1 0,-1-1 0,0 2 15,-6 0-15,1 0 16,1 1-16,10-3 0,0 0 0,-6 2 0,-1 0 0,1-1 15,6-1-15,-15 3 0,1-1 0,-1 0 16,15-2-16,-9 2 16,2-1-16,-1 1 0,8-2 0,-19 1 15,2 0-15,0 0 0,17-1 16,-11 0-16,2 0 0,0 0 0,9 0 16,-17 1-16,1 0 0,0-1 15,16 0-15,-10 0 0,1 0 0,0 0 16,9 0-16,-21 0 0,2 0 0,-1 0 0,8 0 15,1 0-15,0 0 0,11 0 16,-22 1-16,2-1 0,0 1 0,20-1 0,-12 0 0,1 0 16,-1 0-16,12 0 0,-19 2 0,0-2 15,1 0-15,18 0 0,-11 0 0,2 0 0,-1 0 16,10 0-16,-20 2 0,2-1 0,-2-1 0,20 0 16,-12 1-16,2-1 0,0 0 15,10 0-15,-22 2 0,2-1 0,-1 0 0,21-1 16,-13 1-16,3-1 15,-2 0-15,12 0 0,-29 2 0,1-1 16,1-1-16,27 0 0,-17 3 0,1-3 16,1 0-16,15 0 0,-26 1 15,1 0-15,1-1 16,24 0-16,-14 1 0,1-1 16,-1 0-16,14 0 15,-6 0-15,2 0 0,-1 0 16,5 0-16,-13 0 0,1 0 15,-1 0-15,13 0 16,-8 0-16,0 0 0,1 0 0,7 0 16,-13 1-16,-1 1 0,-1-2 15,15 0-15,-7 0 0,-1 0 0,0 0 0,8 0 16,-13 0-16,0 0 0,0 1 0,13-1 16,-8 1-16,1 0 0,0-1 0,7 0 0,-3 1 0,0-1 15,0 0-15,-8 2 0,-1-1 0,1 1 0,11-2 0,-8 1 16,2 1-16,0-2 0,6 0 0,-10 0 0,1 0 0,1 1 15,8-1-15,-6 1 0,1-1 0,1 0 0,4 0 0,-3 0 0,2 0 0,-1 0 16,2 0-16,-1 0 0,1 0 0,0 0 0,0 0 0,-1 0 0,1 0 0,0 0 16,0 0-16,-8 1 0,2 1 0,0-1 0,6-1 0,-5 1 0,2 1 0,-2-1 0,4-1 0,-1 0 15,1 0-15,1 0 0,-1 0 0,0 0 0,0 0 0,1 0 0,0 1 0,0-1 0,0 0 0,0 0 0,0 0 16,0 0-16,0 0 0,0 0 0,0 0 0,0 0 0,0 0 0,0 0 16,0 0-16,0 0 0,0 0 0,0 0 0,0 0 0,0 0 0,0 0 0,0 0 0,0 0 0,0 0 15,0 0-15,0 0 0,0 0 0,0 0 0,0 0 0,0 0 0,0 0 0,-1 0 0,1 0 0,0 0 0,0 0 0,0 0 16,0 0-16,0 0 0,0 0 0,0 0 0,0 0 0,0 0 0,0 0 0,0 0 0,0 0 0,0 0 0,0 0 15,0 0-15,0 0 0,-1 0 0,1 0 0,0 0 16,0 0-16,0 0 0,0 0 0,0 0 0,0 0 16,0 0-16,0 0 0,0 0 0,0 0 0,0 0 0,0 0 0,0 0 0,-3-2 0,2-1 15,-1 1-15,2 2 0,-1-1 0,-1 0 0,1-1 16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T" type="integer" max="2.14748E9" units="dev"/>
        </inkml:traceFormat>
        <inkml:channelProperties>
          <inkml:channelProperty channel="X" name="resolution" value="392.41916" units="1/cm"/>
          <inkml:channelProperty channel="Y" name="resolution" value="683.35767" units="1/cm"/>
          <inkml:channelProperty channel="T" name="resolution" value="1" units="1/dev"/>
        </inkml:channelProperties>
      </inkml:inkSource>
      <inkml:timestamp xml:id="ts0" timeString="2025-10-08T03:54:43.462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3609 2151 0,'0'0'0,"0"0"0,0 0 0,0 0 0,0 0 16,16 56-1,-8-23-15,-2 33 16,-6-66-16,0 0 0,0 0 0,2 12 15,-2 0-15,1 0 16,-7 13 0,3 2-16,0-2 15,3-25 1,-5 25-16,0 1 0,-1-1 16,3-13-16,1 2 0,-1-2 15,3-12-15,-14 16 0,1 1 16,-1-1-16</inkml:trace>
  <inkml:trace contextRef="#ctx0" brushRef="#br0" timeOffset="325.95">3693 1913 0,'0'0'0,"0"0"0,0 0 15,104 44 1,-19 8-16,-24 15 16,-19 19-16,-34 10 0,-35 10 15,27-106 1,0 0-16,0 0 0,-23 38 0,2-2 15,0 1-15,-18 11 16,0-1 0,1 2-16,-21 7 15,2 0-15,0 0 0</inkml:trace>
  <inkml:trace contextRef="#ctx0" brushRef="#br0" timeOffset="16013.913">4431 1916 0,'0'0'0,"0"0"0,0 0 0,0 0 16,0 0-16,0 0 16,0 0-16,23 53 15,-23-53-15,0 0 0,0 0 16,4 10-16,0 1 0,1-1 109,6 10-109,-3 0 0,2 1 0,-10-21 0,6 11 0,-2-2 16,1 3-16,3 13 0,-1-1 0,0-1 0,-7-23 0,-3 26 0,3-1 0,-1-1 0,1-24 0,-5 24 15,0-2-15,-2 1 0,4-12 0,0 0 0,1 0 0,2-11 0,-9 17 0,0-1 0,1 1 0,0-9 0,4 3 0,0-3 0</inkml:trace>
  <inkml:trace contextRef="#ctx0" brushRef="#br0" timeOffset="16551.854">4437 2021 0,'0'0'0,"0"0"0,5-55 0,3 13 16,3 9-16,6 11 15,-4 8-15,5 6 16,-18 8-16,0 0 16,0 0-16,6-1 0,1-1 0,-1 0 15,2 6-15,1-3 0,0 2 0,-3 2 16,1 1-16,0-2 0,-2 5 16,0-3-16,2 2 0,0 2 0,0-1 15,-1 0-15,0 6 0,1-2 0,1 1 16,-8-14-16,6 15 0,-1-1 0,0 0 15,3 0-15,-2-1 0,-2 1 16,2-2-16,0 0 0,2 0 0,-4-2 0,0-1 0,0 0 16,-4-9-16,5 8 0,-1-1 0,1 1 0,1-3 0,-2-1 0,1-1 15,2 0-15,-4-1 0,2 0 0,0-4 0,0-1 0,1 1 16,-3-5-16,0 0 0,0-1 0,-3 8 0,5-11 0,-2 0 0,0 0 16,2-5-16,-1 0 0,0 1 0,4 0 0,-3 1 0,0 0 15,3-2-15,-1 1 0,-1 0 16,-6 15-16,8-14 0,-1 0 0,-1 1 0,1 2 0,1 1 15,-2-1-15,1 0 0,-2 1 0,1 0 0,-1 4 0,-1 1 0,0-1 16,4 4-16,-4 1 0,1 0 0,-5 1 0,6 1 0,-3-1 0,3 1 0,-3 4 16,0-1-16,0 0 0,1 3 0,-1 1 0,0-2 15,0 5-15,-1 0 0,-1 0 0,3 2 0,-1 0 0,0 0 16,-3-13-16,4 17 0,-1 0 0,0 0 0,1 2 16,0-1-16,0 0 0,-3 0 0,-1 0 15,0 0-15,-1 1 0,1 1 16,0-2-16,1-3 0,-1 0 0,0 2 0,2-2 15,1-2-15,0 2 0,0-6 16,0 0-16,-1-1 0,-2-8 0,3 3 0,-2-1 16,1 0-16,1-6 0,-1 2 0,1 0 15</inkml:trace>
  <inkml:trace contextRef="#ctx0" brushRef="#br0" timeOffset="16741.007">5169 2105 0,'0'0'0,"0"0"0,0 0 15,0 0-15,12 45 0,-5-3 16,-5 0 0,0-3-16,-2-39 15,0 0-15,2 12 0,0-1 0,1 1 16,-3-12-16,1 10 0,-1 1 0,0-1 16,-1-1-16,1 2 0,-2-3 0,1-4 0,-1-1 15,1 1-15,-3-7 0,0 0 0,2 1 16</inkml:trace>
  <inkml:trace contextRef="#ctx0" brushRef="#br0" timeOffset="16855.728">5161 2057 0,'0'0'0,"0"0"0,0 0 0,0 0 0,0 0 16,0 0-1</inkml:trace>
  <inkml:trace contextRef="#ctx0" brushRef="#br0" timeOffset="17238.183">5472 2057 0,'0'0'0,"0"0"15,0 0-15,0 0 16,0 0-16,0 0 15,-38 34-15,13-6 16,25-28-16,0 0 0,-5 6 16,2 1-16,-1-1 0,4-6 0,-1 5 0,1 1 15,0-2-15,4 2 0,-3 0 0,1-2 0,6 2 0,-1-1 16,-1 1-16,6-1 0,0-1 0,-3 0 0,-9-4 16,12 6-16,-1-1 0,0 0 0,-2 1 15,-1-2-15,0 2 0,-1-2 16,-2 1-16,-1 0 0,1-1 0,-3 2 0,1-2 0,-4 4 15,1-2-15,0 0 0,-4 1 0,2-1 0,-1 2 0,-1-2 16,2 0-16,-1 1 0,3-7 0,-8 6 16,1-1-16,0 1 0,-2-4 0,1-1 0,0 1 15,0 0-15,-1 0 0,1 1 0,-1-3 0,0 1 16,1 0-16,8-1 0,-9-2 0,2-2 16,1 2-16,4-7 0,1 1 0,1 1 15,1 0-15,-1 1 0,1-1 16</inkml:trace>
  <inkml:trace contextRef="#ctx0" brushRef="#br0" timeOffset="17540.717">5739 2067 0,'0'0'0,"0"0"0,0 0 0,0 0 0,0 0 15,0 0-15,0 0 16,0 0-16,0 0 16,0 0-16,0 0 0,0 0 0,0 0 15,0 0-15,0 0 0,0 0 0,0 0 0,0 0 16,0 0-16,-10 8 0,0-2 0,0 0 0,9 2 15,-1-1-15,1 1 0,5-1 0,0 0 0,-1 1 16,5-2-16,-2 1 0,1-1 16,-7-6-16,11 5 0,-4 1 0,1 0 0,-2 1 15,-3-1-15,2 1 0,-4 0 0,0 0 0,0 0 0,-1-7 0,0 7 16,0-2-16,0 1 0,-2 1 0,1 1 0,-1-1 16,-3 2-16,1-2 0,1 1 0,3-8 15,-9 8-15,3-2 0,-3 1 0,0-4 16,3 1-16,-3 0 0,0-3 0,1-1 0,1 2 15,7-2-15,-7-3 0,2-1 16,1 1-16,-1-3 0,2 0 16,1-1-16,-1 1 0,2 2 0,-1 0 0</inkml:trace>
  <inkml:trace contextRef="#ctx0" brushRef="#br0" timeOffset="17683.274">5907 2120 0,'0'0'0,"0"0"0,0 0 0,0 0 0,23 51 16,-10-1-1,-7-6-15,-5-7 16,-1-37-16,0 0 0,0 0 0,-2 11 16,0 0-16,1 1 0,-4-5 0,1 1 0,-1 0 0,-1-7 15,0 0-15,1 1 0</inkml:trace>
  <inkml:trace contextRef="#ctx0" brushRef="#br0" timeOffset="17803.735">5913 2017 0,'0'0'0,"0"0"0,0 0 0,0 0 15</inkml:trace>
  <inkml:trace contextRef="#ctx0" brushRef="#br0" timeOffset="18122.939">6060 1737 0,'0'0'0,"0"0"0,0 0 0,18 49 0,1 2 16,-6 6 0,-1-1-16,-2 4 15,-10-60-15,0 0 0,0 0 16,3 18-16,1 0 0,-2 1 15,2 1 1,-1 0-16,0-1 0,-3-19 16,3 22-16,1-1 0,-1 0 15,1-2-15,-4-1 16,2 1-16,-3 0 0,1 0 16,0-1-16,0-18 15,-3 14-15,2-1 0,-1 1 0,-2-7 0,2-3 16,-1 1-16</inkml:trace>
  <inkml:trace contextRef="#ctx0" brushRef="#br0" timeOffset="18478.708">6275 2244 0,'0'0'0,"0"0"16,0 0-16,0 0 0,0 0 15,43-33-15,-6-3 16,-8 1-16,-29 35 0,0 0 16,0 0-16,8-12 0,-1 1 0,-1-1 15,-6 12-15,7-11 0,-2 2 16,0-1-16,-1 2 0,-1 0 0,1 0 0,-3 1 0,1 2 0,-2-2 15,0 3-15,-2 0 0,1 1 0,1 3 0,-3-1 16,2 0-16,-2 1 0,-3 1 0,0 0 0,0-1 16,-3 3-16,0 0 0,0 0 0,-3 1 0,1 2 15,1-1-15,10-5 0,-12 7 0,1 1 16,0-2-16,-1 6 0,1-1 0,0 0 0,-2 1 16,3-1-16,-1 1 0,3-2 0,1 1 15,-2-2-15,9-9 0,-3 12 0,1-1 0,0 0 16,3 0-16,-1 0 0,0-1 0,6 1 15,0-1-15,-1 0 0,-5-10 0,12 8 16,-2 0-16,1 1 0,3-5 0,-1-1 16,-1 0-16,7-4 0,-1 1 0,0-2 15,3-2-15,-3-2 0,2 1 16,-20 5-16,19-11 0,-3 1 16,2 1-16,-6 0 0,-1 0 15,0 2-15</inkml:trace>
  <inkml:trace contextRef="#ctx0" brushRef="#br0" timeOffset="18839.001">6681 2046 0,'0'0'0,"0"0"0,0 0 16,0 0-16,-54 16 16,9-2-1,18 0-15,14-2 16,13-12-16,0 0 0,0 0 16,-2 3-16,0 1 0,1 0 15,1-4-15,1 5 0,1 0 0,0 0 16,5-1-16,-2 1 0,0-1 15,5 4-15,1-1 16,-1-1-16,-10-6 16,9 9-16,-1-2 0,0-1 15,1 2-15,-2-2 0,1 3 16,-2-3-16,-2 0 16,1 2-16,-5-8 15,3 6-15,0 1 0,0-2 16,-2 0-16,0 1 0,0 0 15,-4 0-15,0 1 0,0 0 0,-3-2 0,2 0 0,-1 0 16,5-5-16,-9 5 16,3-1-16,-1 1 0,-4-1 0,2-1 0,-1 0 0,-2-3 0,0 0 15,1 0-15,11 0 0,-12-4 0,1 0 0,0 1 16,4-2-16,1-2 16,-1 3-16</inkml:trace>
  <inkml:trace contextRef="#ctx0" brushRef="#br0" timeOffset="19235.225">7493 2039 0,'0'0'0,"0"0"0,0 0 16,28-30-16,-13 3 16,-18 12-1,-8 7-15,-5 48 0,16-40 16,0 0-16,0 0 0,-3 9 16,0-2-16,1 2 0,0-6 0,2 0 0,-2 0 15,-15 3-15,-1 0 0,0-1 16,2 6-16,1-1 0,-1 0 15,16-10-15,-14 14 0,2 1 16,-2-1-16,4 1 0,1-1 16,0 0-16,9-14 15,-6 13-15,1 1 0,1-1 0,4-13 0,-2 11 0,2-1 0,0 2 16,6-3-16,-1 0 0,-2-1 0,-3-8 0,8 7 0,0-2 0,0 1 16,1-4-16,0-2 0,0 1 0,-9-1 0,11-6 0,-2-2 0,0 3 15,4-6-15,-4 0 0,1 0 0,-10 11 0,11-17 16,0 0-16,-1 0 0,-10 17 0,12-15 0,-3-1 0,2-1 0,-4 5 0,-1 1 15,3 0-15,-9 11 0,5-8 0,-1 1 0,1 0 0,-5 7 0,2-4 0,0 0 16,1 1-16,0 5 0,-3-1 0,0 0 0,0 6 0,0-1 0,1 0 0,-1-6 0,2 8 0,-1 0 0,1-1 16,1 1-16,-1 1 15,0 0-15,-2-9 0,5 12 0,-1 0 0,0 1 0,0-2 0,-1 1 16,1 0-16,-4-12 0,3 8 0,0-1 0,2 0 0,-5-7 16,-2 7-16,2-2 0,0 1 0,-3-3 0,2-1 15,1-1-15,0-1 0,-1-3 0,0 0 0,0 0 16</inkml:trace>
  <inkml:trace contextRef="#ctx0" brushRef="#br0" timeOffset="19590.904">7698 2109 0,'0'0'0,"0"0"0,0 0 16,0 0-16,47 9 15,-7 10 1,-12 3-16,-14 7 15,-14-29-15,0 0 0,0 0 0,3 9 0,0 1 0,-1-2 16,-2-8-16,-2 10 0,2-1 0,-1-1 0,-3-1 0,0-2 16,0 0-16,-4 1 0,2 0 0,0 0 15,6-6-15,-6 2 0,0 1 0,1 0 0,1-2 16,1-1-16,-1 1 0,2-1 0,1 0 0,1 0 0,0 0 16,-2-5-16,2 0 0,0 1 0,2-5 0,-2 1 15,1 1-15,-1-6 0,1 1 16,0 1-16,-1 11 0,4-16 0,-1 0 15,-1 0-15,2 1 0,0 1 0,0-3 16,5 3-16,-4-1 0,1 0 0,-1 3 16,0 1-16,-1-1 0,-4 12 15,6-7-15,-3 1 0,2 0 0,-4 2 0,2 0 16,0 1-16,-1 2 0,-1 1 0,-1-1 0,2-1 0,-1-1 16,-1 2-16,3 0 0,-3 0 0,1 1 0</inkml:trace>
  <inkml:trace contextRef="#ctx0" brushRef="#br0" timeOffset="19904.904">7983 2161 0,'0'0'16,"0"0"-16,0 0 0,0 0 15,0 0-15,0 0 0,40-23 16,-9-3 0,-31 26-16,0 0 0,0 0 0,5-8 0,0 0 15,1 1-15,-4-1 16,1 2-16,-1-2 0,-2 8 0,-1-6 15,1-1-15,0 1 0,-3 1 0,0 1 0,0-1 16,-5 4-16,1-1 0,0 1 16,-4 4-16,0 0 0,1 0 0,10-3 0,-10 5 0,1-1 0,-2 2 15,-2 3-15,1 0 0,1 0 0,1 1 0,1 1 0,1-1 0,3 1 0,1-2 16,0 1-16,4-10 0,0 11 0,0-2 0,0 0 16,4 1-16,2 1 0,-1-1 0,3 3 15,0-3-15,0 1 0,-8-11 0,14 9 0,-1-2 0,0 2 16,3-4-16,1 0 0,-1 0 0,4-8 15,-3 3-15,1-1 0,0-7 0,0 2 16,-1 0-16,-1-6 0,-1 2 0,-1-2 16</inkml:trace>
  <inkml:trace contextRef="#ctx0" brushRef="#br0" timeOffset="20555.673">8654 1934 0,'0'0'0,"0"0"0,0 0 0,0 0 0,0 0 15,0 0 1,5 52-16,3-1 16,-8-51-16,0 0 0,0 0 0,4 11 15,-1 3-15,1-1 0,-1-4 16,-1 1-16,0 0 15,1-1-15,-1-1 0,0 3 16,-2-11-16,2 7 0,1 2 0,0-1 16,0-2-16,1-1 0,0-1 0,1-1 15,-1-2-15,1 2 0,-5-3 0,5 2 0,1-2 0,0 0 0,3-3 16,-3 0-16,0-2 16,3-3-16,-2 0 0,1 1 15,1-7-15,0 3 0,1-1 16,-10 12-16,10-14 0,-2 0 15,1 0-15,-1 4 0,0-1 0,0 0 0,-3 6 16,-1-1-16,1-1 0,-5 7 16,4-4-16,-1 1 0,0-1 0,-1 4 0,-2-1 0,0 1 0,0 1 0,0 2 15,0-2-15,-2 4 0,1 0 0,1-1 0,0-4 0,-2 10 0,2 0 16,0 0-16,-4 2 0,1 0 0,1 0 16,0-3-16,0 0 0,-1 0 15,3 1-15,-1-1 0,0 0 0,1-9 0,2 8 0,-1 0 16,1 0-16,-1-3 0,1-1 0,-1 1 0,2-2 15,-1 0-15,0 0 0,-2-3 16,3 1-16,0 0 0,0-1 0,0-4 0,-1 2 0,0-3 16,5-3-16,-2 2 0,-1-1 0,-4 7 0,9-13 15,-1 0-15,0 0 0,1-5 0,-1 3 0,0-3 16,-1 0-16,1 1 0,0-1 0,-8 18 0,6-19 16,0 2-16,-1-1 0,-2 3 0,-1 1 15,1-1-15,-1 4 0,-1 0 16,-1 1-16,-2 1 0,1 0 0,1 1 0,0 8 15,-2-7-15,1 1 0,-1 1 0,0 2 0,1 1 0,0 0 0,-3 3 16,-1 0-16,0-1 0,5 0 0,-4 4 0,0-1 16,0 0-16,1 0 0,0-1 0,1-1 0,1 2 0,1-1 15,0 0-15</inkml:trace>
  <inkml:trace contextRef="#ctx0" brushRef="#br0" timeOffset="20849.702">9127 2084 0,'0'0'0,"0"0"0,0 0 0,0 0 16,0 0-1,42-13-15,-7-6 16,-14-1-16,-21 20 0,0 0 16,0 0-16,6-8 0,-1-1 0,-1 0 0,-4 9 15,4-8-15,-2 1 0,1-2 0,-5 0 0,2 0 0,0 0 16,-4 3-16,1-1 0,0-1 0,3 8 0,-4-4 16,-1-1-16,0 2 0,-5 4 0,1-1 0,1 0 0,-2 3 15,-2 1-15,2-3 0,10-1 0,-12 8 0,2-2 16,0-1-16,-2 3 0,2-1 0,0 0 15,1 2-15,-1-1 0,1 0 0,3 3 0,1-2 0,0 1 16,5-10-16,-3 9 0,1 1 0,-1 0 0,5 1 0,-1 0 16,-1 0-16,9-1 0,-2 1 0,1-1 0,4 2 0,0-3 15,-2 1-15,-10-10 0,17 9 0,-1 0 0,0 0 16,0-4-16,0 1 0,-1 0 0,3-4 0,-1-2 16,-1 1-16,0-5 0,0 2 0,-1-1 15,-15 3-15,16-8 0,-1 1 0,0-2 0</inkml:trace>
  <inkml:trace contextRef="#ctx0" brushRef="#br0" timeOffset="21268.24">9572 1989 0,'0'0'0,"0"0"0,0 0 16,0 0-16,0 0 15,0 0-15,-37 16 16,4 10-1,33-26-15,0 0 0,0 0 0,0 0 16,-8 11-16,0-1 0,-1 1 0,9-11 0,-6 9 0,1 0 16,0 0-16,0 0 0,1-3 0,0 3 0,2-2 0,0 1 15,1-1-15,1-7 0,-1 5 0,1-1 0,0 1 0,2-4 0,-2 1 16,1-2-16,2 3 0,-1-3 0,1 2 0,-3-2 16,5-2-16,0-1 0,0 0 0,2-3 15,0 0-15,0 0 0,2-1 0,-1-1 0,0 0 0,-8 8 16,8-10-16,1 1 0,-2 0 0,-1 3 15,-1-2-15,1 2 0,-3 2 0,-1 1 0,0-1 16,-2 4-16,2-2 0,-1 2 0,0 0 0,0 0 0,-1 0 0,0 0 16,0 3-16,0 0 0,0 0 0,2 3 15,-1 0-15,-1 1 0,0-7 0,2 8 0,-1-1 0,1 1 16,3 1-16,-2-1 0,0 0 0,2 2 16,1-2-16,0 0 0,-3 0 0,1-1 0,0-1 15,-4-6-15,4 4 0,-2 1 0,1-2 0,1-3 16,-1 0-16,1 0 0,2-6 0,0 0 15,-1 0-15,3-1 0,-2-1 0,1 1 0,-3 2 0,0-1 16,0 1-16</inkml:trace>
  <inkml:trace contextRef="#ctx0" brushRef="#br0" timeOffset="21446.091">9776 1996 0,'0'0'0,"0"0"0,0 0 16,0 0-16,0 0 16,9 40-16,1 10 15,-4 11 1,-6-61-16,0 0 0,0 0 0,0 0 0,3 22 0,1 1 15,-1 0-15,0 2 0,0-3 16,0 2-16,-6-2 0,2 1 0,-1 0 0,2-23 16,-4 19-16,-2 1 0,2-2 0,-3-2 15,1-2-15,-1 1 0,3-6 0,-1 0 0,1-1 0,2-7 16,2 0-16,-1 1 0</inkml:trace>
  <inkml:trace contextRef="#ctx0" brushRef="#br0" timeOffset="21763.573">9769 2149 0,'0'0'0,"0"0"0,6-47 0,-1 4 15,1 9-15,3 8 16,5 5 0,4 11-16,-18 10 15,0 0-15,0 0 0,10 0 0,-3 0 0,1 0 0,-8 0 16,9 2-16,-1 1 0,0-2 0,1 7 15,0 0-15,1-2 0,-3 4 16,1-1-16,0 0 0,-4 1 0,-1 0 16,0-1-16,-3-9 0,-3 11 0,1 0 0,1-2 15,-7 1-15,0-2 0,1 1 0,-2-1 0,-2-1 0,1-1 16,10-6-16,-14 7 0,1-2 16,0 1-16,0-3 0,2 0 0,-1-1 0,1 0 15,0 0-15,1 0 0,-1-2 16,2 0-16,0 0 0,9 0 0,-8-2 0,2 0 0,0 0 0,4-6 0,2 1 15,-1 0-15,5-5 0,1 1 0,-1 0 0</inkml:trace>
  <inkml:trace contextRef="#ctx0" brushRef="#br0" timeOffset="22123.716">9972 2019 0,'0'0'0,"0"0"0,0 0 15,8 43-15,2-8 16,1-12-16,0-7 15,-3-7 1,-8-9-16,0 0 0,0 0 0,3 2 0,0-2 0,-1 1 16,2-2-16,-1 1 0,1 0 0,1-4 0,0 0 0,-1 1 15,-4 3-15,5-7 0,0 1 16,0 0-16,1-3 31,0 0-31,0-3 0,-1 1 0,-1 1 16,1 0-16,-5 10 15,4-11-15,-1 1 0,0 0 16,-3 0-16,0 1 0,0-1 0,-5 3 16,2 0-16,0-1 0,-4 3 0,1 0 15,0-1-15,6 6 0,-9-1 0,0-2 0,0 1 0,0 0 16,-1-1-16,1 1 0,0 4 0,1 1 0,0-1 16,1 1-16,-2-1 0,2 0 0,-1 2 0,1-1 15,0 0-15,7-3 0,-2 4 0,0-1 0,-1 0 0,7-1 0,-2-1 16,1 0-16,4-4 0,1 0 0,0 1 0</inkml:trace>
  <inkml:trace contextRef="#ctx0" brushRef="#br0" timeOffset="22477.09">10203 1901 0,'0'0'0,"0"0"0,0 0 0,0 0 0,0 0 15,20 60-15,-7-9 16,-10-18-16,0-5 16,-3-28-16,0 0 0,0 0 0,-1 7 15,1-1-15,0-1 0,-2-1 0,2 0 0,0-3 16,-1 1-16,1-2 0,0 3 0,0-3 0,0 0 15,0 0-15,-1 0 0,1 0 0,0 0 0,2-1 0,-2-1 16,1 0-16,-1 2 0,1-8 0,0 1 16,-1 0-16,3-5 0,0 2 0,-1-2 0,3-2 15,-1-1-15,0 1 0,2 0 0,0 0 0,0 0 16,-6 14-16,8-12 0,-1 0 0,0 0 0,0 5 0,0 1 16,-1-1-16,0 3 0,-2 3 15,1-3-15,-5 4 0,5 2 0,-2 0 16,0-1-16,1 4 0,1 1 0,0-1 0,-1 3 15,0 0-15,-1 0 0,2 2 16,-1-1-16,0 2 0,-4-11 0,4 13 0,-2-1 0,0 0 16,1 0-16,-1 0 15,0 0-15,-3 0 0,1 0 0,-1 0 0,-1-1 16,2-1-16,-1-1 0,1-9 0,-1 7 0,0-2 0,1 2 16,-3-2-16,1-1 0,0 0 0,3-3 0,-1 1 15,0-1-15,1-2 0,0 1 0,0 0 0</inkml:trace>
  <inkml:trace contextRef="#ctx0" brushRef="#br0" timeOffset="22770.211">10669 1914 0,'0'0'0,"0"0"0,0 0 16,0 0-16,-43 14 15,10 2 1,12 1-16,9 2 15,12-19-15,0 0 0,0 0 0,0 10 16,-1-2-16,0 0 0,3 3 16,-2-1-16,1 1 0,-1-11 0,4 10 0,0 0 15,0 1-15,1-2 0,-2-1 0,1-1 16,1 0-16,-1 1 0,0-1 0,0-3 0,-2 1 16,0 0-16,-2-5 0,2 3 0,-1-1 0,0 0 15,-5 0-15,1 0 0,0 0 0,-8 0 0,0-1 16,0 1-16,-7-5 0,0 1 0,0 0 15,18 2-15,-22-5 0,1-2 16,-1 2-16</inkml:trace>
  <inkml:trace contextRef="#ctx0" brushRef="#br0" timeOffset="30648.422">5708 2968 0,'0'0'0,"0"0"15,0 0-15,10 50 0,-4-18 16,3 14-1,-5-20-15,10 46 16,-14-72-16,0 0 0,0 0 0,3 14 16,0-1-16,-1 2 15,-2-15-15,2 5 0,-2 1 16,2-1-16,-8 12 0,3 0 16,0-1-1,3-16-15,-3 10 0,3-1 0,-2 1 16,-3-12-16,3 2 15,-2-2-15,2 0 0,1 1 0,-1 0 0</inkml:trace>
  <inkml:trace contextRef="#ctx0" brushRef="#br0" timeOffset="31197.482">5739 2972 0,'0'0'0,"0"0"0,0 0 16,0 0-16,0 0 15,0 0-15,33-32 16,-7 16-16,-26 16 15,0 0-15,0 0 0,7 0 16,-1 0-16,-1 0 0,2 6 0,-1 0 16,2-1-16,-1 6 0,-4-2 15,2 1-15,-5-10 0,6 12 16,-1-2-16,0 1 0,0 1 0,-1-1 16,2 1-16,-3-1 15,0-2-15,0 1 0,0-2 16,0 1-16,0-1 0,0-3 15,-1 0-15,-1 1 0,0-3 0,0-2 0,0 2 16,0-2-16,-1 0 0,0 0 0,0 0 0,0-1 0,0 0 0,0 0 16,2-4-16,-1 0 0,-1 1 0,5-9 0,-2 2 15,2-1-15,1-3 0,-1 1 0,-1 1 0,-4 12 0,8-15 0,-1 0 16,0 2-16,4-1 0,-2 2 16,0 0-16,0-1 0,-1 2 15,-1 2-15,-7 9 0,7-9 0,-1 0 16,0 2-16,-2-1 0,1 2 0,-2 0 15,0 0-15,0 0 16,1 0-16,-1 5 0,0-1 0,2-1 16,-5 3-16,2 1 0,-1 1 0,1 0 0,2 2 0,0 0 15,-1 1-15,2 4 0,-2-2 0,1 2 16,-1 3-16,-1-1 0,1 1 0,-3-12 0,3 15 16,0-2-16,0 0 0,0 3 15,0-1-15,0 0 0,0 1 0,1 0 16,1 0-16,-2-1 0,-2 0 0,1 1 15,0-1-15,-1 0 16,-1 1-16,0-16 0,-1 17 0,0-1 0,0 1 16,2-3-16,0 1 0,0 0 15,0-6-15,1 0 0,-1 0 0,-1-9 0,5 3 0,0 1 0,0-1 0,0-6 0,-1-1 16,1 1-16,-1-1 0,-1 2 0,0-2 0</inkml:trace>
  <inkml:trace contextRef="#ctx0" brushRef="#br0" timeOffset="31313.71">6336 3114 0,'0'0'0,"0"0"0,0 0 0,12 41 0,-6 4 15,-2-5 1,7-5-16,1-5 15,-12-30-15,0 0 0,0 0 0,0 8 0,2 0 16,-1 0-16,-1-8 0,0 8 0,-1 0 0,0 0 16,0-3-16,-1-1 0,1 0 0,0-6 0,0 0 15,0 1-15,1-4 0,0 4 0,0-1 0</inkml:trace>
  <inkml:trace contextRef="#ctx0" brushRef="#br0" timeOffset="31449.6">6348 3077 0,'0'0'0,"0"0"0,0 0 0,0 0 0,0 0 16</inkml:trace>
  <inkml:trace contextRef="#ctx0" brushRef="#br0" timeOffset="31780.018">6621 3068 0,'0'0'0,"0"0"0,0 0 15,0 0-15,0 0 16,0 0-16,-46 39 16,10-11-1,36-28-15,0 0 0,0 0 0,-8 7 0,0-1 16,1 1-16,4-1 0,0-2 15,0 1-15,3-5 0,1 6 0,-1 0 0,0-3 16,2 4-16,1-1 0,0-1 0,6 3 0,0-1 0,-1-1 0,-1-1 16,2 1-16,-3-2 0,-6-4 0,6 6 0,1 0 15,-1 0-15,-2-3 0,0 1 0,-1 1 0,3 1 16,-3-1-16,0 0 0,-5 0 0,2-1 0,-1 1 0,-7 2 16,1 0-16,1 0 0,-3 0 0,2 1 0,-1-2 15,8-6-15,-11 6 0,1-2 0,1 1 0,-1 0 0,2-1 16,0 0-16,8-4 0,-11 0 0,1 1 0,0-1 15,1-4-15,0 0 0,2 2 16,2-2-16,2 1 0,-3-2 0,3 4 0,1-1 0,0 0 0</inkml:trace>
  <inkml:trace contextRef="#ctx0" brushRef="#br0" timeOffset="32097.045">6829 3067 0,'0'0'0,"0"0"0,0 0 0,-38 25 15,11 0 1,14-9-16,8-5 16,9 3-1,-4-14-15,0 0 0,0 0 0,5 5 0,-1 1 0,0-2 16,-4-4-16,5 7 0,1-2 0,-1 2 0,3 0 0,-2 0 16,0-1-16,3 0 0,-2-1 15,0 1-15,-7-6 0,7 6 16,-2-2-16,1 2 0,-4 1 0,0 0 0,0 0 15,-2-7-15,0 9 0,0-3 16,0 1-16,-2 0 0,1 0 0,-1 1 16,-2 1-16,1 1 0,0-3 15,3-7-15,-5 7 0,1-1 0,1 1 0,-3-5 0,3 1 16,0-2-16,3-1 0,-4-3 0,2 0 0,1 0 0,2-6 0,-1 0 16,1 1-16,2 1 0,-1 1 0,-2 0 0</inkml:trace>
  <inkml:trace contextRef="#ctx0" brushRef="#br0" timeOffset="32232.5">6963 3189 0,'0'0'0,"0"0"0,12 40 0,0 6 16,0-9-16,-2-3 15,-9-5 1,-9-14-16,8-15 0,0 0 16,0 0-16,-5 1 0,1-1 0,-2 0 15,3-1-15,0 0 0,0 0 0</inkml:trace>
  <inkml:trace contextRef="#ctx0" brushRef="#br0" timeOffset="32362.808">7035 2931 0,'0'0'0,"0"0"15</inkml:trace>
  <inkml:trace contextRef="#ctx0" brushRef="#br0" timeOffset="32618.295">7114 2811 0,'0'0'0,"0"0"0,0 0 0,17 36 0,-1 8 16,-2 5 0,-7 3-16,1 2 15,-8-54-15,0 0 16,0 0-16,0 19 0,2-1 15,-1 0-15,-1-18 0,2 18 16,-1-1-16,1-1 0,-1 4 16,-1-1-16,0-1 15,0 0-15,0-1 16,0 1-16,0-7 0,0 0 16,0 0-16,0-6 0,0 0 15,0 0-15,0-2 0,0-1 16,0-1-16</inkml:trace>
  <inkml:trace contextRef="#ctx0" brushRef="#br0" timeOffset="32951.548">7364 3257 0,'0'0'0,"0"0"0,0 0 0,0 0 0,0 0 16,37-33-16,2-3 31,-12 4-31,-27 32 0,0 0 0,0 0 0,6-10 16,2 1-16,-3 0 0,-5 9 0,3-11 0,0 1 16,1-2-16,-3 5 0,0 0 0,0 0 15,-1 7-15,1-6 0,-1 0 0,0 2 16,-4-1-16,2 0 0,1 1 0,1 4 0,-5 2 15,2-2-15,-1 0 0,-4 4 0,2-1 16,-1 0-16,7-3 0,-11 10 0,3-2 0,0 1 16,-3 0-16,2 1 0,-1-1 15,10-9-15,-8 11 16,-1 1-16,0-1 0,3 2 0,1-1 0,0 2 16,5-14-16,0 14 0,-2-1 0,1 0 0,4-1 15,-2-1-15,0-1 0,4 2 0,-2-1 16,2 0-16,4-3 0,-2 1 0,2 0 0,6-3 15,-2-3-15,1 2 0,-14-5 16,18 1-16,0-1 0,0 2 16,2-7-16,-1-1 0,1 0 15,-20 6-15,19-10 0,-1 0 0,0 0 0,-2-6 16,1-1-16,-1 1 0</inkml:trace>
  <inkml:trace contextRef="#ctx0" brushRef="#br0" timeOffset="33217.564">7904 2746 0,'0'0'0,"0"0"0,0 0 0,0 0 0,-42 31 0,-1 11 31,8 12-31,3-2 0,32-52 16,0 0-16,0 0 0,-9 23 0,1 0 16,-1-1-16,5 0 15,-1 1-15,1-1 0,4-22 0,-2 21 0,1 2 16,-1-3-16,5 2 15,0 0-15,0-1 0,-3-21 0,8 21 0,0-1 16,-1 2-16,8-3 0,-1 1 0,1 1 0,-15-21 16,16 17-16,-3 1 0,1 1 0,4-8 0,-2 1 0,1-1 15,-17-11-15,21 7 0,-1-2 0,0 1 0,2-8 0,-2 0 16,1 1-16,-21 1 0,21-9 16,0-1-16,0 2 0</inkml:trace>
  <inkml:trace contextRef="#ctx0" brushRef="#br0" timeOffset="33481.729">8334 2858 0,'0'0'0,"0"0"0,0 0 16,-11 51-16,-2-1 15,-2-1 1,-7-1-16,-4 6 15,26-54-15,0 0 0,0 0 0,0 0 16,-7 21-16,-1 0 0,0 0 0,0-2 16,-1 1-16,1 0 0,8-20 15,-10 13-15,2 0 0,-1 0 0,0-4 16,1-1-16,1 1 0,1-4 0,0-1 0,1 1 16,3-3-16,0 0 0,-1-1 0,3 0 15,-1 0-15,1 0 0</inkml:trace>
  <inkml:trace contextRef="#ctx0" brushRef="#br0" timeOffset="33683.929">8081 2996 0,'0'0'0,"0"0"0,0 0 16,0 0-16,0 0 15,36 33-15,7 6 16,0 2 0,-43-41-16,0 0 0,0 0 0,14 14 15,0 0-15,0 1 0,-14-15 0,16 16 0,-2-2 16,1 0-16,-1 0 0,1 0 0,-1 0 15,-14-14-15,11 10 0,1 1 0,-1 1 16,1-8-16,-3 2 0,2-1 0,-11-5 16,5-2-16,0 1 0,-1-1 0,-3-6 15,0 2-15,-1 0 0</inkml:trace>
  <inkml:trace contextRef="#ctx0" brushRef="#br0" timeOffset="33959.579">8460 2746 0,'0'0'0,"54"0"0,6 19 15,3 22-15,-7 15 16,-20 7-16,-23 7 16,-22 7-1,9-77-15,0 0 0,0 0 0,-8 32 0,0-5 16,0 5-16,-5-2 15,2 1-15,-1-1 0,-1 3 16,-1-2-16,2 1 0,-3-2 0,3-2 16,-2 1-1,1-5-15,1 0 16,0-1-16</inkml:trace>
  <inkml:trace contextRef="#ctx0" brushRef="#br0" timeOffset="39371.957">9115 3104 0,'0'0'0,"0"0"0,0 0 15,0 0-15,0 0 16,0 0-16,0 0 16,0 0-16,0 0 15,0 0-15,0 0 0,0 0 0,0 0 0,0 0 16,0 0-16,0 0 0,0 0 0,0 0 0,0 0 15,0 0-15,0 0 0,2 2 0,-1-1 0,1-1 16,-1 2-16,0-2 0,0 1 0,-1-1 0,15 4 16,0 1-16,1 0 0,-7-1 0,1-1 0,-1-1 15,-9-2-15,18 0 0,-1 0 16,0 0-16,-8-2 16,0 2-16,1 0 15,19 2-15,-2-1 0,1 0 0,-28-1 16,29 1-16,1-1 0,0 1 0,-30-1 15,26 0-15,0 0 0,0 0 16,-26 0-16,34 2 0,-2-2 16,1 0-16,-3 0 0,0 0 15,1 0-15,-31 0 0,15-2 16,-1 2-16,1 0 0,-15 0 0,17 0 16,-1 0-16,1 0 0,-17 0 15,8 0-15,0 0 0,1 0 0,-6 0 0,0 0 16,0 0-16,-3 0 0,12 2 0,-1-1 0,0-1 15,-11 0-15,6 1 16,0-1-16,0 0 0,-3 0 16,-1 0-16,1 0 0,-2 0 0,0 0 15,0 0-15,-1 0 0,0 0 16,0 0-16,0 0 0,0 0 16,0 0-1</inkml:trace>
  <inkml:trace contextRef="#ctx0" brushRef="#br0" timeOffset="39646.396">9657 3012 0,'0'0'0,"0"0"0,0 0 0,0 0 0,0 0 15,0 0-15,0 0 0,0 0 0,0 0 0,0 0 0,0 0 16,0 0-16,0 0 0,0 0 0,20 5 0,-2 1 0,-1 0 0,-17-6 16,18 3-16,0 1 15,0-1-15,-2 2 0,-16-5 0,15 3 0,0 0 0,-15-3 0,13 5 0,0-1 16,0 0-16,2 1 0,-1-1 0,0 1 16,1-1-16,0 0 0,-2 1 15,-13-5-15,14 3 0,-1 2 0,1-2 16,-5 1-16,2 0 0,-1-2 0,-10-2 15,9 4-15,-1-1 0,0 1 0,-4-1 0,0 0 16,-1 0-16,0 2 0,-1 0 0,0 0 0,-2-5 0,-1 9 0,0 0 0,0-1 0,-6 5 16,0-1-16,1 0 0,6-12 0,-9 14 0,-1 0 0,1 0 15,-3 1-15,2-1 0,0 1 0,10-15 0,-12 15 16,0 0-16,1 1 0,-2 1 0,1-1 0,-1 0 16,2-2-16,-1 0 0,1-1 0,11-13 0,-9 7 0,1 1 15,1-1-15,3-4 0,-1-1 0,2 1 16</inkml:trace>
  <inkml:trace contextRef="#ctx0" brushRef="#br0" timeOffset="41549.768">10339 2790 0,'0'0'0,"0"0"0,0 0 16,0 0-16,0 0 16,1 68-1,0-28 1,-1-40-16,0 0 0,0 0 0,-1 26 16,0-2-16,0 1 0,1-25 15,-1 13-15,0 0 0,0 2 16,-1 9-16,1-1 0,1 1 15,0-24-15,-1 13 0,0-1 0,0 1 16,1-13 0,7 17-16,0-2 0,-1 0 15,-6-15-15,4 9 0,-1-1 0,0-1 16,0-3-16,-2-2 0,1 1 16,-2-3-16,10 3 0,0-1 0,-1 0 0,-9-2 15,7 1-15,-2 0 0,1-1 0,-6 0 16,8-14-16,0 1 0,0 0 15,-1-7-15,0 1 0,1 0 0,-8 19 16,7-22-16,-1 1 0,1 0 0,-7 21 16,4-11-16,-2 1 0,0-2 0,-2 12 0,7-21 15,-1 0-15,1 1 0,-7 20 16,3-12-16,0-1 0,0 2 0,0 7 0,-3-1 0,1 1 16,-1 4-16,1-1 0,0-1 0,-1 2 15,0 0-15,1-2 0,-1 2 0,0-1 0,0 1 0,0 0 0,0 0 0,6 0 16,-1 0-16,-1 0 0,-4 0 0,3 0 0,0 0 0,1 0 0,1 18 15,0-1-15,-1 0 0,-4-17 0,7 20 0,0 0 0,-1 0 16,-6-20-16,3 11 0,0-2 0,0 1 0,6 9 0,-1 0 16,-1-1-16,-7-18 0,6 12 15,-2-2-15,0-1 0,-4-9 0,1 5 0,1-2 0,-1 1 0,-1-4 16,2 2-16,-2-1 0,0 0 0,1 0 0,-1-1 0,0 0 0,0 0 0,5-1 0,-1 0 0,1 1 0,2-13 0,-2 3 16,1-1-16,-6 11 15,6-19-15,-1 0 0,0 1 0,-5 18 0,5-10 0,-3 1 0,0 0 16,-2 9-16,3-22 0,-1 1 0,0-1 0,0 9 0,-1 3 0,0-3 15,-1 13-15,3-15 0,1 1 0,-1 0 0,-3 14 0,2-9 16,-1 3-16,1-1 0,-2 7 0,1-5 0,-1 2 0,0 1 0,1 1 16,-1 1-16,0 0 0,0 0 0,0-2 0,0 2 0,0 0 0</inkml:trace>
  <inkml:trace contextRef="#ctx0" brushRef="#br0" timeOffset="41994.98">10872 3074 0,'0'0'0,"0"0"15,0 0 1,0 0-16,44-6 16,-18 3-16,1-33 15,-27 36 1,0 0-16,0 0 0,5-9 0,-2 3 16,1-1-16,-4 7 0,3-12 15,-1 0-15,0 0 16,-2 12-16,1-7 0,-1 2 15,1-2-15,-1 7 0,1-3 16,-1 1-16,0-1 0,-8-1 0,3 2 16,0-3-16,5 5 0,-5-3 0,2 2 15,0-1-15,3 2 0,-12 11 0,1-2 16,-1 1-16,5-5 0,0 0 16,1 1-16,6-6 15,-11 14-15,0 1 0,1-1 0,10-14 16,-6 9-16,0-2 0,1 1 0,5-8 15,-1 16-15,1 0 0,0 0 16,0-6-16,0-2 0,0 0 16,0-8-16,9 10 0,0 0 15,0 0-15,-9-10 0,5 5 0,1 0 0,-1-1 0,-5-4 16,21-3-16,0 1 0,0-1 16,-8 1-16,-1 0 0,-1 0 0,-11 2 15,24-13-15,-1 1 0,1 0 0</inkml:trace>
  <inkml:trace contextRef="#ctx0" brushRef="#br0" timeOffset="42231.869">11337 2969 0,'0'0'0,"0"0"0,0 0 0,0 0 0,0 0 0,0 0 0,-40 15 0,11-2 0,29-13 16,0 0-16,0 0 0,-12 11 16,3-2-16,-2 1 0,11-10 0,0 0 0,-7 9 0,7-9 0,-8 10 15,0 0-15,8-10 0,-4 9 0,0-2 0,4-7 0,-3 9 0,-2-1 0,5-8 0,-4 7 0,0 1 0,4-8 0,0 0 0,2 6 0,1-1 16,-1 0-16,2-3 0,0-2 0,0 1 0,-4-1 0,6-1 0,0-1 0,0 1 0,3-4 0,1 1 16,-1 1-16,-9 3 0,11-9 0,-2 3 0,0 0 0,2-6 15,-1 2-15,0-1 0,-10 11 0,9-11 0,0 1 0,-1 0 0,-1 2 0,-2 2 16,1 0-16,-6 6 0,3-5 0,0 3 0,0-1 0,0 1 0,-3 2 15,1-3-15,1 6 0,-2-3 0,0 0 0,0 0 0,-1 5 16,1-1-16,0 1 0,-1 4 0,0-2 16,1 2-16,0-9 0,1 11 0,1 0 0,-1 0 15,4 1-15,-1 0 0,0 0 0,-4-12 0,5 11 0,0-2 16,0 1-16,3-3 0,0-1 0,1-1 0,-3-1 16,0-2-16,0 1 0,-2 0 0,-1-3 0,0 2 0,-1-1 15,-2-1-15,1 0 0</inkml:trace>
  <inkml:trace contextRef="#ctx0" brushRef="#br0" timeOffset="42472.524">11586 2906 0,'0'0'0,"0"0"15,0 0-15,0 0 16,0 0-16,5 65 16,2 8-1,-7-73-15,0 0 0,0 0 0,0 0 16,2 25-16,-1 0 0,1 1 0,-1-10 15,-1 0-15,0-1 0,3 11 16,0-1-16,-2-1 0,-1-24 16,2 24-16,-1 1 15,0-1-15,-3-7 0,2 1 16,0 1-16,-3-8 0,0 0 0,0 0 16,1-6-16,0 1 15,0-1-15</inkml:trace>
  <inkml:trace contextRef="#ctx0" brushRef="#br0" timeOffset="42710.032">11580 3037 0,'0'0'0,"0"0"15,0 0-15,18-46 16,9 5 0,6 18-16,3 6 15,-3 13-15,-33 4 16,0 0-16,0 0 0,9 3 0,-1-1 16,1 1-16,-2 2 0,-2 0 15,1-1-15,-3 1 0,0-2 16,0-1-16,-3-2 0,1 9 0,1 1 0,-1-3 0,-2 3 0,0-1 15,0 1-15,-3 2 0,-1-2 0,0 1 0,5-11 16,-6 8-16,0 0 0,0 0 0,-2 1 0,0-1 0,1 0 16,-2-1-16,2-1 0,0 0 15,7-6-15,-8 4 0,1 0 0,-1 1 16,1-5-16,3 0 0,-1 2 0,7-7 16,-1-1-16,-1 0 0</inkml:trace>
  <inkml:trace contextRef="#ctx0" brushRef="#br0" timeOffset="43004.7">11915 2949 0,'0'0'0,"0"0"0,0 0 0,0 0 16,1 57-16,2-10 15,1-17 1,7-14-16,-11-16 0,0 0 16,0 0-16,4 5 0,-1-3 0,0 1 0,-3-3 15,7-2-15,-1 2 0,-1 0 0,3-3 16,-2-3-16,2 2 0,-2-2 0,0-1 0,1 0 15,-7 7-15,6-11 0,0-1 0,0 1 0,0-3 0,-2 0 16,1 0-16,-5 14 0,1-12 0,1 1 0,-1 0 16,-2 4-16,0-2 0,0 0 15,1 9-15,-3-6 0,1-2 0,0 3 0,-3 1 0,1 0 0,0 1 16,-4 3-16,1 1 0,-1-1 0,8 0 0,-9 4 16,-2 0-16,1-1 0,-4 4 0,1 1 15,0-2-15,0 0 0,0 1 16,1-1-16,12-6 0,-9 3 0,2 0 0,-1-1 0,4-5 0,2 1 0,-1-1 0</inkml:trace>
  <inkml:trace contextRef="#ctx0" brushRef="#br0" timeOffset="43421.714">12116 2877 0,'0'0'0,"0"0"0,0 0 0,23 37 0,1 12 15,-6 4 1,-7-3-16,-7-11 15,-2-16-15,-2-23 0,0 0 0,0 0 16,-1 7-16,1-1 0,0-2 0,0-4 16,-2 4-16,2-1 0,0 0 0,0-2 0,0 1 0,0 0 15,0-4-15,0-1 0,0 2 0,0 1 0,1-7 16,-1 1-16,0 1 0,2-8 0,-2 3 16,0-2-16,2-6 0,0 0 0,0 0 0,-2 18 15,4-21-15,0 0 0,-1 0 0,2 1 0,-1 0 16,0 0-16,2 4 15,-1-1-15,0 1 0,-5 16 0,5-10 0,-1 0 16,1-1-16,-2 7 0,1 0 0,0-1 0,1 5 16,0 2-16,0-1 0,-5-1 0,7 3 0,-2 2 15,1-1-15,1 5 0,-1 0 0,0 0 16,0 3-16,-1-1 0,-1-1 0,-4-10 0,3 15 0,0 0 16,0-2-16,1 2 0,-2 1 0,-1-1 0,1 0 15,-2 1 1,1-1-16,-1-15 0,3 14 15,-1 0-15,-1 0 0,-2-3 0,1-1 16,0 1-16,0-11 0,-1 7 0,0-1 16,0-1-16,2-7 0,-1 2 0,0 0 0</inkml:trace>
  <inkml:trace contextRef="#ctx0" brushRef="#br0" timeOffset="43761.607">12792 2582 0,'0'0'0,"0"0"0,0 0 15,-18 49-15,-4 6 16,1-3-16,4 5 16,10-2-1,7-55-15,0 0 0,0 0 0,-2 20 0,1 0 16,0 0-16,0 0 15,1 2-15,0-2 0,0-20 0,2 22 16,-1-2-16,1 1 16,5 0-16,0 0 0,-1 0 0,8 1 15,-2-1-15,0 1 0,-12-22 16,18 17-16,0 1 0,0-1 16,0-4-16,0-1 15,0 0-15,-18-12 0,22 6 16,-1-1-16,0 1 0,2-11 0,-2 2 0,1-1 15</inkml:trace>
  <inkml:trace contextRef="#ctx0" brushRef="#br0" timeOffset="44033.68">13263 2774 0,'0'0'0,"0"0"0,0 0 15,-15 48-15,-6 0 16,-3 3 0,-1-3-16,-2 0 15,27-48-15,0 0 0,0 0 0,-6 12 16,0 1-16,-1-1 0,3 1 0,0 0 16,0 0-16,4-13 0,-5 11 15,-1 1-15,1 0 16,-3-7-16,1-1 0,0 0 0,2-6 0,-1-1 15,1 1-15,5 2 0,-5-9 0,1 1 16,0 0-16</inkml:trace>
  <inkml:trace contextRef="#ctx0" brushRef="#br0" timeOffset="44193.094">13050 2847 0,'0'0'0,"0"0"16,0 0-16,37 20 15,2 14 1,5-2-16,-5 2 15,-3 1-15,-36-35 0,0 0 0,0 0 16,12 13-16,-1-1 0,1 0 0,-12-12 16,10 12-16,1 0 0,-1-1 0,-3-2 0,0-1 15,0-1-15,-7-7 0,4 6 0,-1-3 0,1 0 16</inkml:trace>
  <inkml:trace contextRef="#ctx0" brushRef="#br0" timeOffset="44477.227">13464 2514 0,'0'0'0,"0"0"16,71 44-16,-7 27 15,-14-4-15,-10 2 16,-19 21-16,-15 27 16,-6-117-16,0 0 0,0 0 0,-6 48 15,0 1-15,1-1 0,5-48 0,-19 56 0,0-1 16,1 1-16,-17 6 0,0-1 0,0 1 16,-11-7-16,1-1 0,0 2 15</inkml:trace>
  <inkml:trace contextRef="#ctx0" brushRef="#br0" timeOffset="66110.893">5004 4106 0,'0'0'0,"0"0"0,0 0 16,0 0 0,-41-21-16,18 7 15,-21 43 1,44-29-16,0 0 0,0 0 0,0 0 0,-17 18 0,0-1 16,0-1-16,8-7 0,0 0 15,1 0-15,-5 12 0,-1 0 0,2 2 16,12-23-16,-10 22 0,1 1 0,0-1 15,9-22-15,-6 11 0,2 0 0,0 0 16,4-11-16,-2 18 0,1 1 0,0-1 0,-1-7 16,1-1-16,1 0 0,0-10 0,12 14 0,1 0 15,-1-1-15,-12-13 0,8 7 0,0 0 0,-1 0 0,19-2 16,-1 1-16,0-2 0,-25-4 0,26-1 16,0 1-16,-1-1 0,-25 1 0,24-7 0,0 1 15,-1 0-15,-23 6 0,21-11 0,-1 0 16,-1 0-16,0-2 0,-1 1 0,1 0 0,-19 12 15,9-7-15,2 1 0,-3 0 0,-8 6 16,13-16-16,-2 1 0,-1-1 0,-10 16 16,7-9-16,-2 0 0,2 0 0,-3-2 15,-3 0-15,0 0 0,-1 11 0,1-6 0,0 0 0,-1 0 0,0 6 0,0-2 16,0-1-16,0 1 0,0 2 0,-8 0 0,0 0 0,0 0 0,4 1 0,-1-1 16,1 0-16,-3 7 0,1 1 0,-1 0 0,7-8 0,-7 16 0,0-1 15,0 1-15,7-16 0,-5 8 0,3 1 16,-2-1-16,6 5 0,-2-1 0,0 0 15,0-12-15,0 6 0,2 1 16,-2-1-16,0-6 0,12 8 0,-2-1 0,2 1 16,-12-8-16,7 4 0,-2 0 0,2 0 15,9-8-15,0 1 0,-1 0 0,-15 3 16,9-3-16,-1 1 0,1-1 0,-9 3 16,13-11-16,-1 1 0,0-2 0,-12 12 0,7-6 15,-2 0-15,1-2 0,0-7 0,-4-1 16,2 0-16,-4 16 0,2-10 0,-1 1 15,1 0-15,-2 9 0,-7-10 0,1 1 0,1 0 16,5 9-16,-3-5 0,-1 1 0,1-1 0,-7 8 16,0-2-16,0 1 0,10-2 15,-7 2-15,3-2 0,-2 1 0,6-1 0,-16 11 16,0-3-16,1 2 0,6-4 0,0-2 16,0 2-16,9-6 0,-5 2 0,2 1 15,0-1-15,3-2 0,-1-5 0,0 0 16,0 1-16</inkml:trace>
  <inkml:trace contextRef="#ctx0" brushRef="#br0" timeOffset="66443.683">5330 4249 0,'0'0'0,"0"0"0,0 0 0,0 0 0,32 50 16,-13-21 0,8 23-16,-13-23 15,-14-29-15,0 0 0,0 0 0,-1 13 16,1-2-16,-1 1 0,1-12 0,-1 7 0,0-1 0,1 0 16,0-6-16,-2 4 0,2-3 0,0 1 0,-1 0 15,1-2-15,0 0 0,-1-4 0,1 1 16,0-2-16,0 5 0,-1-3 0,1 0 0,0 0 15,5-13-15,-3 0 0,0-1 0,-2 17 0,2-9 0,-1 0 16,1 0-16,-2 9 0,6-21 0,0 1 16,0-1-16,-2 11 15,-1-2-15,1 2 0,-4 10 16,6-13-16,1 1 16,-1-1-16,-3 6 0,0 2 0,0-2 15,-3 7-15,10 1 0,-2 0 0,-1 1 0,-1-1 16,-1 1-16,-1-1 0,-4-1 0,9 13 15,-1-1-15,0 1 0,-3-5 0,0-1 16,-2 0-16,-3-7 0,9 17 0,-2-3 0,1 3 16,-2-9-16,-3 1 0,2-1 0,-7 8 0,2 1 15,0-1-15,0-16 0,-1 9 0,0 0 0,0 0 0,1-9 0,-6 7 16,2-1-16,-3 0 0</inkml:trace>
  <inkml:trace contextRef="#ctx0" brushRef="#br0" timeOffset="67242.586">5710 4355 0,'0'0'0,"0"0"0,0 0 0,19 38 0,-8-17 15,-5-13 1,-4-4-16,-2-3 16,0-1-16,0 0 0,0 0 0,0 0 0,0 1 15,0-1-15,0 0 0,6-2 0,-1 1 16,0 0-16,-1 0 0,0 1 0,-2 0 0,-2 0 0,3-9 15,-3-1-15,1 1 0,0 2 0,-1 1 0,0 1 16,0 5-16,2-16 0,1 2 0,0 0 16,-1 5-16,-1 1 0,-1 1 0,0 7 15,6-14-15,-3 2 0,1 0 0,-4 12 0,2-7 16,1 1-16,0 0 0,-3 3 0,1 1 16,0-1-16,-1 3 0,5-9 0,-3-1 0,1 0 15,-3 10-15,3-5 0,-2 0 16,1 0-16</inkml:trace>
  <inkml:trace contextRef="#ctx0" brushRef="#br0" timeOffset="67574.459">6012 4367 0,'0'0'0,"0"0"16,0 0-16,35-23 15,-4-1-15,-13 4 16,-15-1-1,-4-2-15,1 23 0,0 0 0,0 0 16,-2-5-16,0 1 0,1 0 0,-2 2 0,0 0 0,2-1 16,-1 4-16,0-1 0,0 1 0,2-1 15,-5 1-15,0 1 0,1-2 0,-4 6 0,2-1 0,0 0 0,-1 4 16,2 1-16,-2-1 0,7-9 0,-6 11 16,0 0-16,1 1 0,-1 0 0,1-1 15,-1 1-15,4-1 0,2-1 0,0 0 0,2 2 16,-2-1-16,0-1 0,4-1 0,-3 0 15,1 0-15,4 0 0,-2 0 0,1 0 0,4-3 0,-1-1 16,0-1-16,-8-4 0,11 1 0,-1-1 0,1 0 16,1-6-16,0 1 0,0-1 0,0-3 0,0 1 15,0-1-15,-5 2 0,1 2 16,-2-1-16</inkml:trace>
  <inkml:trace contextRef="#ctx0" brushRef="#br0" timeOffset="67887.851">6240 4258 0,'0'0'0,"0"0"0,0 0 15,0 0-15,0 0 16,41 0-16,-4 8 16,-9 9-1,-28-17-15,0 0 0,0 0 0,6 9 0,-1 0 16,-1 0-16,1 0 0,-5 0 16,2-1-16,-2-8 0,-2 9 0,2 1 15,-3 0-15,-1 1 0,0 0 16,-1-1-16,1-1 0,0-1 0,0 0 0,4-8 15,-2 6-15,-1-1 0,1 0 0,1-2 16,-1-1-16,1 0 0,0 0 0,0-1 0,0-1 0,1 0 0,0-3 16,0 3-16,0-2 0,0-2 0,-1 1 0,0 0 0,1 3 0,-4-7 0,3 0 0,-2 0 15,2-4-15,1 0 0,0 0 0,4-3 0,-1 0 16,-1 0-16,-2 14 0,7-15 0,-2 2 16,0-1-16,8-1 0,-2 1 0,0 0 15,0-3-15,1 2 0,-1-2 16,-2 6-1,-3 0-15,1 1 0</inkml:trace>
  <inkml:trace contextRef="#ctx0" brushRef="#br0" timeOffset="68043.73">6594 4045 0,'0'0'0,"0"0"15,0 0-15,0 0 0,0 0 0,17 58 16,-1 3 0,-10-2-16,-5-8 15,-1-51-15,0 0 0,0 0 0,2 16 0,0 1 16,-2-1-16,1 0 0,1 0 0,0-1 0,-2-15 15,0 14-15,0-2 0,0 1 0,-2 2 0,1-1 16,0 0-16,1-14 0,-1 9 0,1 0 16,-2 0-16,1-4 0,1 0 0,0-1 0</inkml:trace>
  <inkml:trace contextRef="#ctx0" brushRef="#br0" timeOffset="68246.53">6477 4358 0,'0'0'15,"0"0"-15,0 0 0,0 0 0,0 0 16,52-17-16,1 4 16,9-8-1,-62 21-15,0 0 0,0 0 0,21-7 0,1-1 16,-1 1-16,-21 7 0,21-6 0,0-1 16,0 2-16,0-3 0,0 0 15,-1 0-15,2-3 0,-2 2 16,0-3-16,-20 12 0</inkml:trace>
  <inkml:trace contextRef="#ctx0" brushRef="#br0" timeOffset="68476.522">7280 4060 0,'0'0'0,"0"0"0,0 0 16,28 43-16,1 6 15,-7 2 1,-4-4-16,-6 4 15,-12-51-15,0 0 16,0 0-16,0 0 0,0 18 0,0-1 0,0-1 16,0 2-16,-1 0 0,0-2 15,-4-2-15,0 0 16,0-1-16,5-13 0,-7 9 0,0-3 16,1 2-16,0-6 0,1 1 0,1 1 15</inkml:trace>
  <inkml:trace contextRef="#ctx0" brushRef="#br0" timeOffset="68834.044">7210 4340 0,'0'0'0,"0"0"0,0 0 0,43-24 0,15-3 31,-4 2-31,-5 2 0,-49 23 16,0 0-16,0 0 0,15-7 0,-1 0 15,1 0 1,0 2-16,-2 1 0,1-1 15,-14 5-15,9-2 0,-2 0 0,1 0 16,-2 4-16,0 0 0,-1-1 0,-5-1 16,4 8-16,-1-1 0,0-1 0,-1 6 0,-1-3 0,1 2 15,-2-11-15,-2 12 0,2-1 0,0 0 0,-1 1 0,1 1 16,-2-2-16,2-11 0,0 12 0,0-3 0,0 2 0,0-11 0,2 9 0,0 1 16,0-2-16,3-1 0,0-1 0,0 2 15,-5-8-15,7 2 0,-1 0 16,2 0-16,1-4 0,-1 2 0,1-2 0,-9 2 0,9-6 15,1 2-15,-1 0 0,0-5 0,0 1 16,0-1-16,-9 9 0,7-12 0,-2 1 0,1 1 0,-4-1 16,-1 2-16,1-1 0,-2 3 0,0 2 0,0-2 0,-6 0 0,0 0 0,-1 0 0,7 7 0,-9-8 15,0 2-15,-1-2 0,1 5 0,-3 0 0,1-1 0,11 4 0,-14 2 16,3 0-16,-3 0 0,1 2 0,1 1 0,-1-2 0,13-3 16,-8 5-16,-1-3 0,0 0 0</inkml:trace>
  <inkml:trace contextRef="#ctx0" brushRef="#br0" timeOffset="69110.804">8220 4022 0,'0'0'0,"20"39"0,-1 6 15,-1 4-15,-8 7 16,-4-2-16,-1 0 16,6-2-1,-11-52-15,0 0 0,0 0 0,4 17 0,-1-2 16,0 1-16,2-5 0,-2-1 16,1 1-16,0-4 0,-1-1 0,0 0 0,-3-6 0,6-2 0,-2 0 15,1 0-15,-1 0 0,-1-1 0,0 1 0</inkml:trace>
  <inkml:trace contextRef="#ctx0" brushRef="#br0" timeOffset="69380">8497 4004 0,'0'0'0,"0"0"0,0 0 16,0 0-1,19 43-15,-1 8 16,2-4-1,-4 5-15,-16-52 0,0 0 16,0 0-16,4 17 16,-1 1-16,1-2 0,-4-16 15,5 17-15,-2-1 0,0 1 0,1-1 16,-1 0-16,0 0 0,-3-16 0,2 15 16,-1-2-16,1 1 0,-5-3 0,3-1 15,-1 0-15,1-10 0,-4 5 0,1 0 0,0-1 0,-3-7 16,0-1-16,1 0 0</inkml:trace>
  <inkml:trace contextRef="#ctx0" brushRef="#br0" timeOffset="69507.168">8296 4319 0,'0'0'0,"0"0"15,0 0-15,0 0 16,44-9-16,19-3 16,8-4-1,-1-6-15,-70 22 16,0 0-16,0 0 0</inkml:trace>
  <inkml:trace contextRef="#ctx0" brushRef="#br0" timeOffset="69843.401">8728 4234 0,'0'0'0,"0"0"0,21 46 0,-4-6 16,-2-16-1,-2-14 1,-6-9 0,-7-1-16,0 0 15,0 0-15,4-3 0,-2 2 16,0-1-16,3-4 0,0 0 0,-1 2 0,0-1 16,-2 1-16,1 0 0,-1 2 0,-1 0 0,-1-1 15,1 2-15,1 1 0,-2-1 0,0 1 0,-2-16 0,2 1 16,0 0-16,-2 0 0,1 1 15,0 1-15,1 13 0,-4-9 16,1-1-16,0 1 0,-6 6 16,1-1-16,1 1 0,7 3 0,-13 3 15,3 0-15,-2-1 0,1 1 0,0-1 16,0 1-16,5-1 16,-2-1-16,1 0 0</inkml:trace>
  <inkml:trace contextRef="#ctx0" brushRef="#br0" timeOffset="70093.938">8909 4208 0,'0'0'0,"0"0"0,0 0 15,43 6-15,0 9 16,-11 9-16,-11 3 16,-15 6-1,-6-33-15,0 0 0,0 0 0,-1 11 16,0-1-16,0-1 0,-2-2 16,2-1-16,-1-1 0,2-5 0,-3 5 15,2-2-15,-1-1 0,-1-2 0,1 0 0,0 0 0,2 0 0,-2-1 0,0 1 0,1 0 16,-1-2-16,1 0 15,-1 0-15,2 2 0,-4-6 0,1 0 0,0 1 0,0-1 0,0-2 16,0 1-16,3 7 0,-4-10 0,0 1 0,1 0 16,5-4-16,-1 0 0,1 0 0,4 0 15,-3 1-15,1-2 0,-4 14 0,8-10 0,0-2 16,-1 1-16,2 5 0,-2-2 0,0 1 0,2-2 16,1 2-16,-1 1 0</inkml:trace>
  <inkml:trace contextRef="#ctx0" brushRef="#br0" timeOffset="70497.461">9202 4244 0,'0'0'0,"0"0"0,0 0 0,17 51 15,-8-10 1,-6-13-16,-3-13 0,0-9 16,0-6-16,0 0 15,0 0-15,0 0 16,0-1-16,0-1 0,0 0 15,-3-2-15,3 0 0,0 0 0,0 4 16,0-8-16,0 2 0,0-2 16,3-4-16,-2 0 0,1 0 15,-2 12-15,4-17 0,1 1 0,-1 0 16,3 1-16,-1 2 0,0 0 0,-6 13 0,6-12 0,0 3 16,-1-1-16,0 4 0,-1 1 0,0 0 0,-4 5 0,6-1 0,-2 0 0,1 0 15,-1 5-15,-1 0 16,1 0-16,-4-4 0,5 8 0,-2-2 15,0 2-15,1 3 16,0 0-16,0-2 16,-4-9-16,3 14 0,0-1 0,0-1 15,-3 0 1,-1 2-16,0-2 0,1-12 0,-1 10 0,-1 0 16,1 0-16,1-3 0,0-1 15,0 0-15,0-6 0,-2 4 0,2-3 0,0 0 0,-2-1 0,2 0 0,0 0 16,0 0-16</inkml:trace>
  <inkml:trace contextRef="#ctx0" brushRef="#br0" timeOffset="70757.359">10041 3974 0,'0'0'0,"0"0"0,0 0 0,0 0 0,0 0 15,0 0 1,0 0-16,-61 71 15,61-71-15,0 0 16,0 0-16,0 0 0,-15 22 0,1 0 0,-1-1 16,15-21-16,-7 19 0,1-2 0,-1 1 15,7-18-15,-3 17 0,1-1 16,0 1-16,5-2 0,0 0 0,-1-1 16,-2-14-16,7 13 0,-1 2 0,0-1 0,6-3 15,-3 0-15,1-1 0,0-5 0,-3 1 16,2 0-16,-9-6 0,4 3 0,-1 0 0,0-2 0,-1 1 0,-1-2 15,1 2-15</inkml:trace>
  <inkml:trace contextRef="#ctx0" brushRef="#br0" timeOffset="70991.705">10188 3779 0,'0'0'0,"0"0"0,0 0 0,0 0 16,0 0-1,21 75-15,-5-21 16,-16-54-16,0 0 0,0 0 0,6 19 16,0 2-16,0-1 0,1 1 0,-3 0 15,1-1-15,-5-20 0,1 19 0,1 0 0,-1 1 0,-1-20 16,0 18-16,0-2 0,0 2 0,-2-4 0,1 0 0,-1 0 16,2-14-16,-1 13 0,1-1 0,0 1 0,2-6 15,-1 1-15,-1 0 0,0-8 0,4 3 0,0 1 16,0-1-16</inkml:trace>
  <inkml:trace contextRef="#ctx0" brushRef="#br0" timeOffset="71528.751">10525 4012 0,'0'0'0,"0"0"0,0 0 16,0 0-16,-66 29 16,8 3-1,17 7-15,41-39 16,0 0-16,0 0 0,0 0 0,-8 10 0,1 3 16,0-3-16,2-1 0,2-1 0,0 0 15,3-8-15,0 7 0,0 0 16,0 0-16,0-7 0,4 7 0,0 0 15,0-1-15,1-1 0,1 1 0,-1-2 0,-5-4 0,9 0 0,-2 0 16,1-1-16,2-4 0,0 1 16,1-1-16,-11 5 15,9-8-15,0-1 0,1 0 0,-5 2 0,1 1 16,0 0-16,-3 3 0,0-1 0,-1 0 16,-1 3-16,0 1 0,0-2 15,-1 2-15,1-1 0,-1 1 0,0-1 0,3-5 16,1-2-16,1 2 0,3-6 0,0-2 15,1 2-15,-1 2 16,-2 1-16,0 0 0,-6 9 0,4-4 16,-1 1-16,0 1 0,-3 5 0,0 0 0,0 2 0,0-5 15,-1 8-15,0 0 0,0-1 0,1-7 0,-1 12 16,1 1-16,0-1 0,2 0 0,-1-1 0,1 0 16,-2-11-16,1 12 0,0-1 15,0 0-15,3 0 0,-1-2 0,1 1 16,-4-10-16,4 8 0,-1-3 0,0 1 0,1-5 15,0 0-15,1 1 0,-5-2 16,5-4-16,0 0 0,0 0 0,-1 1 0,0 0 0,-1-1 0</inkml:trace>
  <inkml:trace contextRef="#ctx0" brushRef="#br0" timeOffset="71848.51">10695 4041 0,'0'0'0,"0"0"0,0 0 0,5 41 0,3 4 15,-3-2-15,1-9 16,-6-34-16,0 0 0,0 0 16,0 0-16,4 7 0,-2 0 0,1 1 0,2-2 15,-2-3-15,0 3 0,-3-6 0,3 3 0,-1-1 16,0 0-16,1-2 0,-1 0 0,0 0 0,-2 0 0,5-4 15,0-1-15,-1 0 0,-4 5 0,6-9 0,0 0 16,0-1-16,-1-2 0,-1 0 0,-1 0 0,-3 12 0,6-16 16,-2 0-16,0 0 0,-4 16 15,4-13-15,1-1 0,0 1 0,-1 4 0,-1 1 16,0 0-16,-3 8 0,1-3 0,1-2 0,-1 1 16,1 3-16,-2 0 0,0 0 0,0 1 0,2 5 0,-1 0 0,0 1 15,-1-6-15,0 10 0,2 1 0,-1-2 0,-2 4 0,1 0 16,0-1-16,0-12 0,2 13 15,0-1-15,-1 0 0,4 0 16,-1 0-16,1 0 0,-5-12 16,5 9-16,-2-1 15,0 0-15,-3-8 0,4 5 0,-2-1 0,0 1 16,4-8-16,0 2 0,-1-1 0,-5 2 16,6-5-16,0 1 0,0-1 0</inkml:trace>
  <inkml:trace contextRef="#ctx0" brushRef="#br0" timeOffset="72122.901">11090 3998 0,'0'0'0,"0"0"0,0 0 0,0 0 16,0 0-16,-50 27 16,11-5-1,39-22-15,0 0 0,0 0 0,-7 7 16,1-1-16,-1-1 0,7-5 0,-4 5 0,2 0 16,0 0-16,3 1 0,-1 0 0,0-1 15,0-5-15,5 8 0,-1-1 0,0 2 16,-4-9-16,6 8 0,-1-1 0,1 1 0,0-1 0,0 0 15,0 1-15,-6-8 16,6 6-16,0 0 0,-1 1 0,-1 1 16,-1-2-16,0 0 0,-3-6 0,0 6 0,0 1 15,0 0-15,0-7 0,-3 5 0,1 0 0,0 1 16,-3-3-16,1-2 0,-1 1 0,5-2 0,-3 0 16,0 0-16,1 0 0,3-3 0,0 0 0,-1 1 0,0 2 15,5-7-15,-1-1 0,0 2 0,1 1 16,-2 0-16,0-1 0</inkml:trace>
  <inkml:trace contextRef="#ctx0" brushRef="#br0" timeOffset="72615.663">11250 4142 0,'0'0'0,"0"0"16,0 0-16,0 0 15,41-12 1,-5-2-16,-10-6 16,-26 20-1,0 0-15,0 0 0,8-8 0,-2 2 16,0-1-16,-6 7 0,7-5 0,-2-2 15,1 1-15,-2 1 0,-1 2 0,1-1 16,-4 4-16,1-3 0,1 1 0,-1-1 0,-1 3 16,1 0-16,-1-1 15,0 1-15,-7 2 0,1 0 0,1-1 16,5-1-16,-11 3 0,0-1 16,0-1-16,-2 3 0,2 0 0,-1-2 15,12-2-15,-13 4 16,1 1-16,-1-1 0,13-4 0,-11 4 15,0 1-15,1-2 16,1 2-16,1 0 0,1 0 16,7-5-16,-4 6 0,0 0 15,0 0-15,1-1 0,3 1 0,-1-1 0,1-5 0,3 7 16,1 0-16,-1-1 0,-3-6 0,7 6 0,0 1 16,0 0-16,5 0 0,0-2 0,0 1 15,-12-6-15,15 7 16,0-1-16,1 0 0,4 0 15,-1 0-15,1-2 16,-20-4-16,17 2 0,1 1 0,0-3 16,-18 0-16,17 3 15,0-3-15,0 1 16,-1-8 0,-1 3-16,0-2 15</inkml:trace>
  <inkml:trace contextRef="#ctx0" brushRef="#br0" timeOffset="72724.789">11837 4170 0,'0'0'0,"0"0"0</inkml:trace>
  <inkml:trace contextRef="#ctx0" brushRef="#br0" timeOffset="78285.271">6836 5165 0,'0'0'0,"0"0"0,0 0 16,0 0-16,0 0 16,0 0-16,0 0 15,0 0-15,0 0 16,0 0-16,0 0 0,0 0 0,0 0 0,0 0 15,0 0-15,0 0 0,0 0 0,0 0 0,-3 15 16,1 0-16,-1 1 0,3-16 0,-2 9 0,1 0 16,-1 1-16,-2 11 0,1-1 15,0 0-15,3-20 0,-3 12 0,1 0 0,1 0 0,1-12 16,-4 21-16,2 0 0,1 0 0,1-21 16,-2 12-16,2 1 0,-3-2 0,3-11 15,-1 21-15,-1 0 0,1 0 0,1-21 0,0 12 0,-2-1 16,2 0-16,0-11 0,-9 12 0,1 0 15,1 0-15,2-5 0,0-2 0,0 1 0,3-4 16,1 1-16,-1-1 0,2-2 0,0 0 0</inkml:trace>
  <inkml:trace contextRef="#ctx0" brushRef="#br0" timeOffset="78619.552">6753 5303 0,'0'0'0,"0"0"16,19-36-16,8-5 15,0 7-15,3 13 16,-4 3-16,-5 14 16,-21 4-16,0 0 15,0 0-15,0 0 0,6-2 0,1 1 0,1 0 16,-2 1-16,0 0 0,1 0 16,-7 0-16,8 5 0,-2-1 15,0 1-15,2 4 0,-1-1 16,-1 1-16,1 6 0,-2 1 0,-1-1 15,-4-15-15,4 16 0,-1 1 0,0-2 16,-2 4-16,-1-1 0,0-1 16,3 1-16,-1 1 0,-1-2 0,-1 1 15,0-1-15,0-1 0,-2 0 0,1 1 16,1-2-16,0-15 0,-3 15 0,0-2 0,2 1 16,-4-1-16,3-2 0,1 0 0,-4-3 0,3 0 0,0 0 15,2-8-15,-6 6 0,3-1 0,-1 0 0,-1-4 0,1-1 16,-1 0-16,2-1 0,0-1 0,1 1 0</inkml:trace>
  <inkml:trace contextRef="#ctx0" brushRef="#br0" timeOffset="78773.261">6824 5415 0,'0'0'0,"0"0"0,0 0 0,57-7 16,1 1-1,3-2 1,3-3-16,-64 11 0,0 0 0,0 0 0,20-3 15,0 1-15,0-2 0,-7 2 0,-1 0 16,0 0-16</inkml:trace>
  <inkml:trace contextRef="#ctx0" brushRef="#br0" timeOffset="79087.541">7438 5390 0,'0'0'15,"0"0"-15,0 0 0,60-1 0,0-1 16,-25 2 0,-19 0-16,44-3 15,-60 3-15,0 0 0,0 0 0,0 0 0,23-1 16,-2 1-16,1 0 0,-2 1 15,-2-1-15,2 1 16,-20-1-16,16 2 0,2-2 0,-1 0 16,-3 2-16,0-1 0,-2 0 15,-12-1-15,14 0 0,-1 0 0,0 0 16,-5-4-16,-2 1 0,0 0 0,-6 3 16,0-3-16,0-3 0,0 2 0</inkml:trace>
  <inkml:trace contextRef="#ctx0" brushRef="#br0" timeOffset="79488.107">7701 5291 0,'0'0'0,"0"0"0,0 0 0,0 0 0,60-9 16,-3 3 0,-15 9-16,-4 2 15,-38-5-15,0 0 16,0 0-16,0 0 0,9 3 0,0 0 15,-1 1-15,0 1 16,0-1-16,-1 2 16,-7-6-16,7 7 0,0-1 0,-1 2 15,-3 1-15,-2 0 0,2 0 16,-3-9-16,-3 13 0,2-1 0,-1 1 16,2-13-16,-2 13 0,0-1 15,0-2-15,-4 3 0,2-1 0,-1 0 16,5-12-16,-5 11 0,1-1 0,-2 1 15,1-1-15,0 0 0,0 1 16,5-11-16,-8 8 0,3 1 0,0-1 16,5-8-16,-8 10 0,1-1 15,1 2-15,2-4 0,-2 0 0,0 1 16,6-8-16,-4 1 0,1 0 16,0 1-16,5-8 0,-2 1 0,1 1 15,1-1-15,0 0 0,-1 1 0,-1 4 16</inkml:trace>
  <inkml:trace contextRef="#ctx0" brushRef="#br0" timeOffset="79651.694">8224 5176 0,'0'0'0,"0"0"0,0 0 16,31 52-16,-11 2 15,-7-9-15,-5-3 16,-5 3-16,-3-45 16,0 0-16,0 0 0,2 15 0,-1-1 15,0-1-15,-1-13 0,3 13 0,-2 0 0,-1 0 16,0-1-16,-1 0 0,-1 1 0,2-13 0,-3 10 0,1-1 0,0 1 0,2-10 15,-5 4-15,2-2 0,0 1 0,-1-6 0,2 0 16,-1 0-16</inkml:trace>
  <inkml:trace contextRef="#ctx0" brushRef="#br0" timeOffset="80346.681">8251 5205 0,'0'0'16,"0"0"-16,0 0 0,0 0 16,26-37-16,-4 10 15,2 12 1,2 9-16,-26 6 16,0 0-16,0 0 0,10 1 15,-2 0-15,1 0 0,-9-1 0,9 4 16,-1-1-16,0 1 0,-8-4 0,8 7 0,-1 0 15,1-1-15,0 3 0,-1 0 0,2-1 16,-4 2-16,0-1 16,0 1-16,-5-10 15,0 12-15,0-1 0,0 2 0,-6 0 16,3-1-16,-1 0 0,4-12 0,-8 11 16,3-1-16,0 0 0,-1-3 0,-1 0 0,1-1 15,0-1 1,1-1-16,-1 0 0,6-4 0,-5 3 0,0-1 15,1 1-15,4-3 0,-3 0 0,0 1 0,-1-1 0,1 2 0,1-2 16,1 0-16,1 0 0,-3-3 0,1 3 16,1-2-16,1 2 0,-2-3 0,0 1 0,1 0 15,2-1-15,0 1 0,0 0 0,-1 2 0,4-2 0,0 1 0,0 1 0,5-2 16,0-1-16,-1 3 0,-8 0 0,13 0 0,0 0 16,-1 0-16,4 1 0,-2 3 15,1-3-15,-15-1 16,16 5-16,-1-1 15,1 0-15,-4 2 0,0 2 0,0-2 16,-12-6-16,7 6 0,1 1 16,0-2-16,-4 4 0,1-3 15,-1 2-15,-1 1 0,-1-2 16,-1 1-16,-1-8 0,0 9 0,-1-2 16,0 2-16,1-9 0,-4 10 0,1-2 15,-1 0-15,-5 2 16,2-4-16,0 3 0,7-9 0,-12 8 15,1-1-15,0 0 0,-3 2 16,0-1-16,1 0 0,13-8 0,-18 6 0,0-1 16,1 1-16,17-6 0,-18 3 0,1 0 0,0 2 15,2-5-15,0 1 0,0 0 0,15-1 0,-12-2 0,0 2 16,0 0-16,0-3 0,3 0 0,-2 3 0,11 0 0,-8-5 16,-1 1-16,1 0 0,3 2 0,1-1 0,-2 2 15</inkml:trace>
  <inkml:trace contextRef="#ctx0" brushRef="#br0" timeOffset="81577.981">8933 5303 0,'0'0'0,"0"0"15,0 0-15,0 0 16,40-3-16,-13 0 15,18 0 1,-45 3-16,0 0 0,0 0 0,9-2 16,0 2-16,0-1 0,-9 1 0,16-2 15,0 1-15,0-1 0,-16 2 0,8-1 16,0 0-16,1-1 0,11-1 0,-3 1 16,1 1-16,-18 1 0,10-2 0,0 1 15,1 0-15,-11 1 0,15 0 0,1 0 16,0 0-16,-16 0 0,9 0 0,-1 0 0,1 0 15,-9 0-15,11 0 0,1 0 16,-2 0-16,-10 0 0,7 0 16,-1 0-16,-1 0 0,-2 0 0,-1 0 15,1 0-15,-3 0 0,0 0 0,1 0 0,0 0 0,-9 2 0,2-1 0,-2 0 16,8-1-16</inkml:trace>
  <inkml:trace contextRef="#ctx0" brushRef="#br0" timeOffset="81818.807">8949 5468 0,'0'0'0,"0"0"16,0 0-16,57 1 16,3-8-1,-3 0-15,-5 0 16,-52 7-16,0 0 0,0 0 0,17-2 16,-2 0-16,0 1 0,-15 1 0,18-2 0,-3 2 15,0-2-15,0 1 0,-3 1 0,2 0 16,-14 0-16,12 0 0,-2-2 0,1 1 15,-11 1-15,11-1 0,-2 1 0,1-1 0,-3 2 16,-1 0-16,1-1 0,-7 0 0,2-1 0,1 1 16,-1-1-16,-2 1 15,0-1-15,0 1 0</inkml:trace>
  <inkml:trace contextRef="#ctx0" brushRef="#br0" timeOffset="82043.465">8980 5639 0,'0'0'0,"0"0"16,0 0-1,52 3-15,8-1 16,1-7-16,-2-6 16,-59 11-16,0 0 0,0 0 0,0 0 15,16-1-15,2 0 0,-1 0 0,-2 2 16,-1-1-1,1 1-15,-15-1 0,13-3 0,0 1 16,1 1-16,-3-1 0,0-1 16,-2 1-16</inkml:trace>
  <inkml:trace contextRef="#ctx0" brushRef="#br0" timeOffset="82564.731">9728 5213 0,'0'0'0,"0"0"16,0 0-16,52-11 15,5 3 1,-8-3-16,-11 2 16,-38 9-16,0 0 0,0 0 0,7-3 15,-1 0-15,0 1 0,-6 2 16,7-4-16,-2 2 0,0 0 0,-1 0 0,-1 1 0,1-1 16,-4 2-16,2 0 0,0-1 0,-1 0 0,-1 1 0,1-1 15,0 1-15,-1 0 0,3 3 0,-3 0 0,1-1 0,-1-2 16,1 5-16,-1 0 0,0 1 0,0-6 0,0 6 15,0 0-15,0 0 0,2 4 0,-1-1 16,0 0-16,-1-9 0,1 12 0,0 0 0,0-1 16,1 2-16,-2 1 0,0-2 0,0-12 0,-2 15 0,2 0 15,0 0-15,3 1 0,-3 1 0,0 0 16,0-17-16,-3 19 0,3 0 0,0 0 16,-1-3-16,1 0 0,0-1 0,0-15 15,0 15-15,0-1 0,0 1 0,-2-1 0,2 1 0,-1-2 16,1-13-16,-3 14 0,0-2 0,0 1 15,-2-3-15,-1 0 0,0 1 0,6-11 0,-4 3 16,1 0-16,0 2 0,3-5 0,-1-5 0,0 0 16,1 0-16,4-7 0,1-2 0,-1 0 15</inkml:trace>
  <inkml:trace contextRef="#ctx0" brushRef="#br0" timeOffset="82780.599">10234 5159 0,'0'0'0,"0"0"0,0 0 0,0 0 16,0 0-16,0 0 16,8 59-1,-8-59-15,0 0 0,0 0 0,2 19 0,-2-1 16,0 0-16,0-18 0,-1 15 0,1 0 0,0 0 16,0 0-16,0 0 0,0 0 0,0-15 0,3 15 15,-1-2-15,-1 1 0,-1-14 0,-1 14 0,0 0 16,0 0-16,-3 0 0,0-1 0,0-1 0,4-12 0,-7 11 15,1-1-15,0 0 0,-1-8 0,2 1 0,-1-1 16,6-2-16,-3-5 0,0 2 0,1-1 0</inkml:trace>
  <inkml:trace contextRef="#ctx0" brushRef="#br0" timeOffset="83062.866">10211 5239 0,'0'0'0,"0"0"0,0 0 16,0 0-1,37-70-15,2 21 16,-4 23 0,-35 26-16,0 0 0,0 0 0,0 0 15,11-3-15,0-1 0,0 1 0,-1 0 0,-1 2 0,-1-1 16,-8 2-16,8 2 0,0 1 0,-1 0 0,-7-3 16,8 7-16,-1 1 0,0-1 0,-1 4 0,-1-1 0,0 0 15,-5-10-15,3 16 0,0-1 0,0 1 0,2-1 16,-2 2-16,0-2 0,-3-15 0,2 16 0,0 1 0,-1-1 15,-1-16-15,2 17 0,-2 0 16,1 0-16,-2-1 0,1-1 0,-1 1 0,1-16 16,-2 14-16,2 0 0,-1 0 0,1-14 0,-4 13 0,1 0 15,0-1-15,-4-4 0,3 0 0,-1-2 0</inkml:trace>
  <inkml:trace contextRef="#ctx0" brushRef="#br0" timeOffset="83253.953">10281 5374 0,'0'0'0,"0"0"0,0 0 15,0 0-15,41-11 16,14 2 0,0-3-16,-55 12 15,0 0-15,0 0 0,12-1 0,-1-1 16,0-1-16,-5 3 0,-1-1 0,0 1 15</inkml:trace>
  <inkml:trace contextRef="#ctx0" brushRef="#br0" timeOffset="83720.745">10841 5080 0,'0'0'0,"0"0"0,24 31 16,-3 7-1,-7 2-15,-3-2 16,-4-14-16,-7-24 0,0 0 0,0 0 16,2 4-16,-2-1 0,1 0 15,-1-3-15,2 14 0,1-1 0,-1 2 16,0-2-16,0 1 0,-1 1 0,-1-15 15,2 12-15,-1 2 0,1-2 16,-2-12-16,1 9 0,0-1 16,0 0-16,-1-3 0,0-1 0,0-1 0,0-3 0,1 3 0,-1-2 0,0 1 15,0-2-15,0 1 0,0-1 0,0 2 0,2-6 0,-1 2 0,0-1 16,-1 3-16,3-7 0,0-1 0,0 2 0,-3 6 0,3-10 16,0-1-16,1 2 0,0-5 0,1 1 15,-1 1-15,-4 12 0,6-13 0,0-1 0,-1 2 16,-5 12-16,8-14 0,-1 1 0,0 0 15,1-1-15,-2 0 0,0 1 0,-6 13 16,7-11-16,-1-2 0,1 1 0,-3 5 16,0-1-16,0 0 0,-4 8 0,1-7 0,-1-1 15,0 1-15,0 0 0,0 1 0,0 1 0,0 5 0,-1-5 0,1 2 16,0 0-16,-2 0 0,0-1 0,1 2 0,1 2 16,-3-5-16,3 1 0,-1 0 0</inkml:trace>
  <inkml:trace contextRef="#ctx0" brushRef="#br0" timeOffset="84009.9">11408 4895 0,'0'0'0,"0"0"0,0 0 0,0 0 0,16 57 16,-5-8-1,-3-9-15,-3-1 16,-5-39-16,0 0 0,0 0 16,3 16-16,0-1 0,0 0 0,-3-15 15,3 15-15,-2-2 0,1 1 0,-1 1 16,0 0-16,0-2 0,2 4 0,0-1 16,-1 0-16,-2-16 0,0 15 0,0-1 15,0 2-15,0-16 0,-5 13 0,3-1 16,0 0-16,-3-5 0,1-1 0,-1 2 0,2-6 0,-1 1 0,1-1 0</inkml:trace>
  <inkml:trace contextRef="#ctx0" brushRef="#br0" timeOffset="84677.281">11431 4924 0,'0'0'0,"0"0"16,41-20-16,-1 7 16,-3 14-1,-1 8 1,-2 9-16,-34-18 0,0 0 16,0 0-16,0 0 0,9 10 15,0-1-15,0 0 16,-3 5-1,0 0-15,0-1 16,-6-13-16,3 15 16,0-2-16,0-1 0,-3-12 15,-2 17-15,1-2 0,-1-1 0,-3 1 16,0-2-16,-1 1 16,0-4-16,0 0 0,0 0 15,6-10-15,-6 6 0,2-1 0,-1 0 0,5-5 0,-4 6 16,1-2-16,0 1 0,-2-2 0,2 0 0,0 0 0,3-3 15,-4 3-15,1 0 0,0 0 0,3-3 0,-4 2 0,1-1 16,0 0-16,3-1 0,-3 0 0,2 0 0,-1 0 0,1-1 0,0 1 0,0-1 16,1 1-16,3-2 0,-1-1 0,1 1 0,0 0 15,0 0-15,-1 1 0,0-1 0,0 1 0,-1 0 0,13 5 0,1-3 16,-1 2-16,-14-3 0,15 3 0,0 0 0,-1 1 16,-14-4-16,13 5 0,0-2 0,-1 0 0,-4 3 15,1 0-15,-1 0 0,-8-6 0,5 8 0,1-1 16,-2-1-16,-4-6 0,1 8 0,0-1 15,-1-1-15,-2 3 0,0-1 0,0-1 0,2-7 16,-7 9-16,2-1 0,-1-1 0,6-7 16,-9 8-16,0-1 0,0 0 0,-1-3 15,1 0-15,-1 0 0,10-4 0,-10 5 16,1 1-16,0 0 16,9-6-16,-12 5 15,0-1-15,1 0 0,-1-1 0,1-1 16,-1 1-16,12-3 15,-15-3-15,1 3 0,-1-3 0,1-2 16,-1 1-16,0 1 0,15 3 16,-11-11-16,0 2 0,0-2 0</inkml:trace>
  <inkml:trace contextRef="#ctx0" brushRef="#br0" timeOffset="89234.587">5938 6454 0,'0'0'0,"0"0"15,0 0-15,0 0 16,0 0-16,0 0 16,0 0-16,0 0 15,0 0-15,0 0 0,0 0 0,0 0 16,0 0-16,0 0 0,0 0 0,0 0 0,0 0 15,0 0-15,0 0 0,0 0 0,0 0 0,2 0 16,-2 0-16,0 0 0,0 0 0,0 0 0,0 0 16,0 0-16,0 1 0,0-1 0,0 1 0,0-1 15,0 0-15,0 0 0,0 0 0,0 0 0,0 0 16,0 0-16,0 0 0,0 0 0,0 0 0,0 0 0,0 0 16,0 0-16,0 0 0,0 0 0,0 0 0,0 0 15,0 0-15,0 0 0,0 0 0,0 0 0,0 0 16,0 0-16,0 0 0,0 0 0,0 0 0,0 0 15,0 0-15,0 0 0,0 0 0,3-3 0,-1 1 0,0-1 16,-2 3-16,2-2 0,0 0 0,-1 1 0,1 0 16,-2 1-16,0 0 0,1-2 0,-1 2 0,0 0 15,0 0-15,0 0 0,0 0 0,0 0 0,0 0 16,0 0-16,0 0 0,0 0 0,0 0 0,0 0 16,0 0-16,0 0 0,0 0 0,0 0 0,0 0 0,0 0 15,0 0-15,0 0 0,0 0 0,0 0 0,0 0 16,0 0-16,0 0 0,0 0 0,0 0 0,7-1 15,-2-1-15,0 0 0,1 2 0,-4-1 0,1 1 16,-3 0-16,3 0 0,-3 0 0,2 0 0,-2-2 0,0 2 16,0 0-16,0 0 0,1 0 0,-1 0 0,0 0 15,0 0-15,0 0 0,0 0 0,0 0 16,8-4-16,-1 0 0,1-1 0,-8 5 0,4-3 16,1 0-16,-2 0 0,-3 3 0,9-5 15,-3 2-15,2-1 0,-8 4 16,4-2-16,0 0 0,1 0 0,-4 2 0,1-2 0,-1 2 15,-1 0-15,8-2 0,-2 0 0,1 2 0,-7 0 16,6 0-16,-3-2 0,1 1 0,-4 1 0,1 0 16,1 0-16,-1 0 0,11-3 15,-2 0-15,1 0 0,-11 3 0,6-2 0,0 0 16,1 0-16,-7 2 0,12-1 0,0-1 0,-1 1 0,-11 1 16,6-2-16,1 2 0,-1-1 0,-6 1 15,8-2-15,1-2 0,0 2 0,-5 0 0,1 1 16,-1 0-16,-4 1 0,4-1 0,-3 0 0,0 0 0,-1 1 0,8-1 0,-2 1 15,2-1-15,-8 1 0,4 0 0,0-1 0,0 1 16,-4 0-16,2-1 0,0 1 0,0 0 0,-2 0 0,1 0 0,-1 0 16,0 0-16,0 0 0,0 0 0,0 0 0,0 0 15,0 0-15,0 0 0,0 0 0,0 0 0,0 0 0,0 0 16,0 0-16,5-4 0,-1 1 0,0 2 0,-1-1 0,-1-1 16,1 1-16,-3 2 0,2-1 15,-2 0-15,1 1 0,-1 0 0,0 0 0,0 0 0,0 0 16,0 0-16,0 0 0,0 0 0,0 0 0,0 0 0,0 0 15,0 0-15,0 0 0,0 0 0,0 10 0,-1-2 16,1-1-16,0-7 0,-2 6 16,2 0-16,0-2 0,-1 7 0,0 0 0,0 0 15,0-5-15,1 0 0,0-1 0,0-5 0,-2 18 0,-1-1 16,0-1-16,3-16 0,-2 9 0,1 0 0,1 0 16,0-9-16,-6 15 0,3-2 0,-1 1 0,4-14 0,-2 7 0,0 0 15,-1 0-15,3-7 0,-5 14 0,0 0 16,2 1-16,3-15 0,-3 8 0,0 0 0,1-1 15,2-7-15,-2 13 0,0 0 0,-1-2 0,3-11 16,-1 8-16,1-2 0,-2 0 0,2-6 0,-2 12 0,1 0 16,1 0-16,0-12 0,-1 7 0,1-1 15,0 0-15,0-6 0,-3 14 0,1-1 0,1 0 0,1-13 0,-2 7 0,2-1 16,0 2-16,-2 1 0,0 1 0,0-1 0,2-9 16,0 5-16,-1 1 0,0 0 0,1-6 0,-5 1 0,0 3 15,1-3-15,2 0 0,-1 0 0,0 0 0</inkml:trace>
  <inkml:trace contextRef="#ctx0" brushRef="#br0" timeOffset="90198.285">6606 6368 0,'0'0'0,"0"0"0,0 0 16,0 0 0,14 39-16,-6-15 15,0 23 1,-8-47-16,0 0 0,0 0 0,3 9 0,-3 0 16,1 0-16,-1-9 0,1 18 15,0 0-15,0 0 16,-1-18-16,1 10 0,-1 0 0,0 0 15,0-10-15,1 17 0,1 1 0,-1-1 16,-1-17-16,2 11 0,-1-1 0,-1-1 16,0-9-16,3 15 0,-2-3 0,1 2 0,-2-14 15,1 7-15,0 1 0,0-1 0,1-4 0,-2 0 16,0-1-16,0-2 0,-6-4 0,2 0 0,0-1 0,4 5 16,-2-4-16,0 2 0,-1 0 0,3 2 0,-5-15 0,1 1 15,0-1-15,4 15 0,-3-9 16,2 1-16,-1 0 0,2 8 0,-1-22 0,-2 0 15,2-1-15,1 23 0,-1-13 16,0 1-16,1-1 0,0 13 0,2-23 16,-1 1-16,2-1 0,-1 11 15,-1-1-15,-1 2 0,0 11 0,2-6 0,-2 3 0,0-2 16,4-6-16,-2 1 0,0 0 0,-2 10 16,2-6-16,0 0 0,-1 3 0,-1 3 0,0-3 0,1 0 15,0 1-15,-1 2 0,9 2 0,-2-2 0,-1 2 0,-6-2 16,6 1-16,-1-1 0,-1 1 15,-4-1-15,9 13 0,1-2 16,-1 2-16,-9-13 16,7 7-16,-3 2 0,1-3 0,-5-6 15,8 18-15,0 0 0,-2 1 16,-6-19-16,6 11 0,-4-1 16,1 0-16,-3-10 0,5 13 0,-1 0 15,0 0-15,-4-13 0,3 7 16,-2-1-16,1 0 0,-2-6 0,0 3 0,1 0 0,0 0 15,0-2-15,-1-1 0,0 1 0,0-1 0,0 1 0,0-1 0,0 0 16,3-9-16,0 1 0,-1 0 0,-2 8 0,1-5 0,1 0 0,-1 1 16,6-14-16,0 1 0,0 0 15,-7 17-15,5-10 0,-2 0 0,1 1 0,-4 9 0,9-17 16,-1 0-16,0 0 0,-8 17 16,5-9-16,0 0 0,-1 0 0,-4 9 0,11-12 15,-1 1-15,-1 1 0,-9 10 0,5-6 0,2 0 16,-3 0-16,-4 6 0,9-5 15,2 1-15,-3 0 16,-3 0-16,0 3 0,1-1 16,-6 2-16,6 8 0,3-3 15,-2 1-15,-7-6 0,5 4 16,0 0-16,-1 1 16,-4-5-16,4 18 0,-1 1 0,0 0 15,-3-19-15,2 10 0,-1 2 0,1-1 0,-2-11 16,2 24-16,-1-1 0,-1 1 0,0-24 15,2 14-15,-2-1 0,1 0 0,-1-13 0,3 23 0,0-1 16,-1 1-16,-2-23 0,1 13 0,1 0 16,-1-1-16,-1-12 0,-1 19 0,1 0 0,0-1 0,0-18 15,-1 11-15,1-1 0,0 0 0,-1-6 0,1 0 0,0 0 0,0-4 0,6-7 16,-3 1-16,2-1 0</inkml:trace>
  <inkml:trace contextRef="#ctx0" brushRef="#br0" timeOffset="90298.168">7230 6516 0,'0'0'0,"0"0"0,0 0 0,18 44 0,-10-17 0,0 24 15,-3-24-15,-5-27 0,0 0 0,0 0 0,0 0 0,0 0 0,0 0 0,-6 18 0,6-18 0,-3 18 0,0-1 0,3-17 16,-3 9-16,2 1 0,-1-1 0</inkml:trace>
  <inkml:trace contextRef="#ctx0" brushRef="#br0" timeOffset="90412.51">7219 6485 0,'0'0'0,"0"0"0,0 0 15,0 0 1</inkml:trace>
  <inkml:trace contextRef="#ctx0" brushRef="#br0" timeOffset="90838.949">7545 6528 0,'0'0'0,"0"0"0,0 0 16,0 0-16,0 0 0,-40 38 15,5-7 1,35-31 0,0 0-16,0 0 0,0 0 0,0 0 0,0 0 0,-6 7 0,2 1 0,-1 0 15,7-4 1,-1 2-16,-1-1 0,0-5 15,6 6-15,0 0 16,1 1-16,-2-2 0,-1-2 16,1 0-16,7 5 15,-3-2-15,2 1 16,-11-7-16,12 6 0,1-1 16,-1 0-16,-3 0 0,-3 1 15,1-1-15,-7-5 0,5 7 0,-1-2 16,0 0-16,-4-5 0,1 5 15,-1 1-15,0-1 0,-3-1 0,0-1 0,0 2 16,3-5-16,-6 4 0,2-3 0,-2 2 0,-2-2 0,1 0 0,0 0 16,-3-2-16,3 0 0,-1 1 0,8 0 15,-9-4-15,1 2 0,0-1 0,8 3 0,-8-6 16,1 0-16,0-1 0,6-3 0,-2 1 0,2 0 0</inkml:trace>
  <inkml:trace contextRef="#ctx0" brushRef="#br0" timeOffset="91048.144">7865 6505 0,'0'0'0,"0"0"0,0 0 0,0 0 0,-55 18 0,6-3 16,20-2-16,29-13 0,0 0 0,0 0 0,-6 3 15,2 0-15,-1 0 0,5-3 0,-1 5 0,1-2 16,0 0-16,5 4 0,-1-3 0,2 1 0,-6-5 16,8 8-16,-1-1 0,1-1 0,0 3 15,0 0-15,1 0 0,-9-9 0,10 8 16,-1-1-16,-1 2 0,-1-3 0,-1 2 16,1-2-16,-7-6 0,4 8 0,-1 1 0,0-1 0,-6 0 15,2-1-15,-1-1 0,2-6 0,-4 9 0,-2-3 16,1 3-16,5-9 0,-9 6 0,-1 0 0,1 0 0,0-5 0,-2 1 15,1-1-15,2-2 0,0-1 0,1 1 16,1-2-16,2 2 0,1-1 0,0 0 0,1 1 0,1 1 0</inkml:trace>
  <inkml:trace contextRef="#ctx0" brushRef="#br0" timeOffset="91209.72">7932 6540 0,'0'0'0,"0"0"15,0 0-15,0 0 16,25 44-1,-4-1 1,-1-5-16,-20-38 16,0 0-16,0 0 0,4 14 0,-2-1 15,1 0-15,-3-13 0,0 8 0,1 1 0,0 1 0,0-5 16,-1-2-16,0 1 0</inkml:trace>
  <inkml:trace contextRef="#ctx0" brushRef="#br0" timeOffset="91348.015">7990 6435 0,'0'0'0,"0"0"0,0 0 0,0 0 16</inkml:trace>
  <inkml:trace contextRef="#ctx0" brushRef="#br0" timeOffset="91595.208">8178 6205 0,'0'0'0,"27"48"0,-1 5 16,-13 9-16,2 2 15,-6-6 1,-2 1-16,-7-59 0,0 0 0,0 0 15,0 0-15,3 19 0,-1 0 16,1-2-16,-1 2 0,-2-1 16,0 0-16,0-18 0,1 18 15,-1 0-15,0-1 16,0-17-16,2 13 0,-2-3 16,0 2-16,-1-10 0,1 1 0,0 0 15</inkml:trace>
  <inkml:trace contextRef="#ctx0" brushRef="#br0" timeOffset="91924.632">8374 6623 0,'0'0'0,"0"0"0,0 0 16,0 0-16,50-25 15,-8-3 1,-15-1-16,-27 29 0,0 0 16,0 0-16,0 0 0,8-11 0,-1 0 0,0 1 15,-1-1-15,-1 1 0,-1 1 0,-4 9 0,3-7 16,-1 0-16,0 0 0,-2 7 0,-5-4 0,3 1 15,0-2-15,-8 7 0,0-2 0,2 0 16,8 0-16,-13 4 0,2 0 0,0 1 16,1 2-16,0 1 0,0-1 0,10-7 15,-9 8-15,0 0 0,1 0 0,8-8 0,-8 10 16,0 0-16,0 1 0,4 0 0,0 0 0,0 0 16,4-11-16,0 10 0,0 1 0,0-1 0,0-10 15,4 14-15,0-2 0,0 1 16,4-3-16,0 1 0,0 0 0,-8-11 15,12 10-15,0-1 0,0 0 0,3-3 0,1-1 16,-2 1-16,-14-6 0,18 1 0,1-1 0,0 0 16,1-4-16,0-1 0,-2 0 0,-18 5 0,19-10 15,0-2-15,0 2 0,-19 10 0</inkml:trace>
  <inkml:trace contextRef="#ctx0" brushRef="#br0" timeOffset="92285.435">8880 6227 0,'0'0'0,"0"0"0,-19 60 0,0-3 16,9-2-1,6-6-15,9 1 16,7 4-16,-12-54 15,0 0-15,0 0 0,6 20 16,0 0-16,1-1 16,3 0-16,0-1 15,-1-1-15,-9-17 16,14 19-16,-2-1 0,2 1 16,-1-2-16,0 0 15,0-1-15,-13-16 0,16 11 16,-1 0-16,0 0 0,-3-6 0,-3 1 15,2-1-15,-6-2 16,0-2-16,1 2 0</inkml:trace>
  <inkml:trace contextRef="#ctx0" brushRef="#br0" timeOffset="92521.241">9420 6365 0,'0'0'0,"0"0"0,-12 38 0,-2 11 31,-3-2-31,-9 2 0,0-5 16,26-44-16,0 0 0,0 0 15,-8 13-15,0-1 0,1 2 16,-4-2-16,3 0 16,-1 0-16,9-12 0,-9 10 15,2 0-15,-2 1 0,0-7 16,0 1-16,0 0 0,9-5 15,-7-2-15,0 2 0,0 0 16</inkml:trace>
  <inkml:trace contextRef="#ctx0" brushRef="#br0" timeOffset="92756.523">9225 6421 0,'0'0'0,"0"0"16,0 0-16,0 0 16,49 31-1,-1 5-15,-7-1 16,-41-35-16,0 0 0,0 0 0,0 0 15,13 13-15,-2 0 16,1-1-16,0 1 16,0 0-16,-2-1 15,-10-12-15,11 13 0,-2-2 0,1 1 16,-10-12-16,8 10 0,-1 0 16,1 0-16,-3-2 0,-2-2 0,0-1 15,-3-5-15,1 2 0,-1-1 16,0 0-16,0-2 0,0 0 0,0 1 0</inkml:trace>
  <inkml:trace contextRef="#ctx0" brushRef="#br0" timeOffset="93005.668">9498 6155 0,'0'0'0,"0"0"0,0 0 0,71 30 0,-19 3 16,-22 4-1,-6 9-15,-24-46 16,0 0-16,0 0 0,6 18 0,-2 0 16,1 0-16,-5-18 15,4 22-15,-2 1 0,1-1 16,-3-22-16,2 26 0,0-3 16,0 1-16,-2 4 0,0-2 0,0 1 0,0-27 15,-8 30-15,-1-1 0,1 1 0,-12 0 16,2 0-16,1-1 0,-12-7 0,1 0 0,0 0 0</inkml:trace>
  <inkml:trace contextRef="#ctx0" brushRef="#br0" timeOffset="94982.931">10065 6490 0,'0'0'0,"0"0"16,27 48-16,-9-20 16,6 11-1,-12-18 1,9 15-16,-21-36 0,0 0 15,0 0-15,0 0 0,4 7 0,-1 0 0,1-2 16,-4-5-16,6 11 0,-2-1 16,1 0-16,-5-10 0,3 6 0,-1-1 15,1 1-15,-3-6 0,2 3 0,-2-1 0,1-1 0,-1-1 16,1 2-16,-1-2 0,0 0 16,0 0-16,3 0 0,0-2 0,0 1 0,-3 1 15,3 0-15,-2 0 0,1-2 16,-2 2-16,7-11 0,-2-1 0,0 1 15,-5 11-15,3-8 0,0 1 0,1 0 0,-4 7 0,9-17 0,-1-2 0,1 0 16,-9 19-16,5-10 0,0 0 16,-1-1-16,-4 11 0,9-19 15,-1-1-15,-1 0 0,-7 20 0,0 0 0,6-10 16,-3-1-16,1 1 0,-4 10 0,2-4 0,-1-1 0,1 2 0,-2 3 16,1-3-16,-1 3 0,0-2 0,1 1 0,-1 1 0,0 0 0,0 0 0,0 0 0,0 0 15,0 0-15,0 0 0,0 0 0,0 0 0,0 0 0</inkml:trace>
  <inkml:trace contextRef="#ctx0" brushRef="#br0" timeOffset="95874.252">10812 6302 0,'0'0'0,"0"0"16,0 0-16,35 45 16,-7 5-16,-10-4 15,-2 1-15,-7-4 16,-9-43-16,0 0 16,0 0-16,0 0 0,1 16 15,-1 0-15,0-2 0,1 0 0,1-1 16,-1 1-16,-1-14 0,3 12 0,-1 0 0,0 0 15,-2-12-15,3 12 0,0-1 0,1 0 16,-1-4-16,0-1 0,0 0 0,-3-6 0,3 4 0,-2 2 16,1-3-16,-2-3 0,2 3 0,-1-1 0,0 0 0,-1-6 0,1 2 0,0-1 0,-1 3 15,4-10-15,-1 2 0,0-1 0,-3 9 0,6-14 0,-2 2 0,1-2 16,-5 14-16,6-15 0,-2-1 0,1 0 16,0 1-16,0 0 0,0 0 15,-5 15-15,5-14 0,-1 0 0,-1 0 0,-3 14 16,6-13-16,-1 1 0,-1-2 15,1 5-15,-1-1 0,0 1 0,-4 9 16,5-9-16,-2 1 0,1 1 16,-4 7-16,5-5 0,1 0 0,0 0 15,-6 5-15,6 0 16,0 0 0,1 0-16,1 5 0,-1-1 15,1 1-15,-8-5 0,9 8 16,-1 1-16,0 1 0,-1 3 0,0 0 15,0 1-15,-7-14 0,5 15 0,1-1 0,-1 1 16,-5-15-16,6 16 0,-2-1 16,1 0-16,-1 0 0,1-1 0,0-1 0,-5-13 0,4 14 0,-1-3 0,0 2 15,-3-13-15,3 10 0,-1 0 0,0 1 0,1-4 16,0 1-16,-2-2 0,-1-6 0,2 5 0,-1-1 0,0 2 16,-1-6-16,1 1 0,-1-1 0,1 0 0,4-3 0,-1-1 0,0 2 0,-4 2 0,4-10 0,0 3 15,0-1-15,-4 8 0,4-15 0,0 1 0,1 0 16,-5 14-16,4-17 0,1 0 0,-1-1 15,1 0-15,0 1 0,-1 0 0,-4 17 16,6-18-16,-2 0 0,1-1 16,0 5-16,-1-3 0,-1 1 0,-3 16 15,4-12-15,0-1 0,0 0 0,-4 13 0,2-10 16,1 1-16,-1-2 0,0 4 0,-1 1 0,1-1 16,-2 7-16,2-7 0,-1 1 0,1 1 15,-2 5-15,2-7 0,0 1 0,-1 1 0,-1 5 16</inkml:trace>
  <inkml:trace contextRef="#ctx0" brushRef="#br0" timeOffset="96150.831">11538 6538 0,'0'0'0,"0"0"0,55-12 16,-22 5-1,2-8-15,-19 6 16,2-27 0,-18 36-16,0 0 0,0 0 0,0 0 0,4-7 15,-1 1-15,-1-1 0,-2 7 0,-1-9 0,1 1 0,-1-1 16,1 9-16,-2-4 0,2-1 0,-1 1 0,1 4 15,0 0-15,-13 0 0,1 1 0,1-1 0,11 0 16,-7 1-16,0 0 0,0-1 0,-9 10 0,2 0 16,-1-1-16,15-9 0,-8 5 0,-1 1 0,2 0 15,7-6-15,0 0 0,-9 14 0,1-1 0,0 1 16,8-14-16,-4 7 0,1 1 0,-2-1 0,12 7 16,-3-1-16,1 0 0,-5-13 0,4 9 15,-1-2-15,2-1 0,-5-6 16,18 10-16,0-4 0,0 2 0,-18-8 15,23 2-15,0-1 0,-1 0 0,-22-1 16</inkml:trace>
  <inkml:trace contextRef="#ctx0" brushRef="#br0" timeOffset="96634.621">12042 6365 0,'0'0'0,"0"0"16,-45 40-16,9 1 15,11-4 1,11-11-16,13-7 16,1-19-16,0 0 0,0 0 0,0 0 15,3 5-15,-2 0 0,1 1 16,4-2-16,-2 0 0,-1-1 16,-3-3-16,9 2 0,-2-2 0,0 0 0,3-5 15,-1 1-15,-1 1 0,-8 3 16,10-9-16,0 1 0,-1 1 15,-9 7-15,10-12 0,-2 2 16,0-1-16,1-1 16,-3 0-16,0 1 0,-6 11 15,6-11-15,-1 1 0,-1 0 0,0 4 16,-2-1-16,1 0 0,-3 7 16,2-3-16,-1 0 0,0-1 0,1 4 0,-2 0 15,0-2-15,0 2 0,-1 2 0,1 1 0,0-2 16,-2 5-16,2 0 0,0-1 15,0-5-15,-2 11 0,2 0 0,0-2 16,0-9-16,4 14 0,-3-2 16,1 0-16,2 4 0,0 0 15,0-1-15,-4-15 16,5 15-16,0 0 16,-2-2-16,-3-13 15,6 12-15,-1-3 0,-1 2 16,2-5-16,-1 1 0,-1-2 15</inkml:trace>
  <inkml:trace contextRef="#ctx0" brushRef="#br0" timeOffset="96763.848">12280 6390 0,'0'0'0,"23"58"16,1 9-1,-1 13-15,-16-10 0,-7-70 0,-2 67 16,-7-8-16,9-59 0,0 0 0,0 0 0,0 0 0,0 0 0,0 0 0,0 0 0,-4 18 0,-1 0 0,5-18 0,-4 19 0,-3-8 0,1 1 16,1-1-16,5-11 0,-6 2 0,0 1 0,-1-1 15</inkml:trace>
  <inkml:trace contextRef="#ctx0" brushRef="#br0" timeOffset="97018.415">12261 6395 0,'0'0'0,"32"-36"0,9 9 16,12 12-16,-11 6 15,-6 9 1,-9 15-16,-27-15 0,0 0 15,0 0-15,7 7 0,-2 0 16,1 0-16,-6-7 0,3 9 16,0-1-16,-1-1 0,-2-7 0,-4 9 0,2 0 15,0-3-15,-6 3 0,2 0 16,0 0-16,6-9 0,-13 10 0,1-2 16,0-1-16,-3 2 0,2-3 15,-1 2-15,14-8 0,-16 6 0,1 0 0,0 0 16,15-6-16,-14 0 0,1 0 15,0 0-15,5-1 0,0 0 0,1 0 0</inkml:trace>
  <inkml:trace contextRef="#ctx0" brushRef="#br0" timeOffset="97338.431">12618 6311 0,'0'0'0,"1"44"0,-2-5 15,-2-6 1,0-12-16,3-8 15,13-9 1,-13-4-16,0 0 0,0 0 0,5-2 16,1 2-16,-1-2 0,-5 2 0,9-4 15,-1 1-15,0-1 0,4-3 16,-2 1-16,1 0 0,-11 6 16,12-10-16,-1-1 0,-1 2 15,-10 9-15,9-13 0,-2 2 16,0-1-16,-4 0 0,-1 2 15,0-1-15,-2 11 0,-1-8 16,0 1-16,0 1 0,-2 0 0,-1 2 0,0 0 16,4 4-16,-12-2 0,2 1 0,0 1 15,-4 4-15,0-1 0,1-1 0,13-2 0,-15 5 0,0 0 16,2-1-16,13-4 0,-15 7 0,1-1 0,0 0 0,4-2 0,0-1 0,0 0 0,10-3 16,-2-3-16,0 1 0,0-1 0</inkml:trace>
  <inkml:trace contextRef="#ctx0" brushRef="#br0" timeOffset="97692.625">12858 6180 0,'0'0'0,"0"0"0,0 0 0,26 61 16,-11-4-1,-4-1-15,-10-11 16,-1-45-16,0 0 0,0 0 0,-1 11 0,0-1 0,1 1 16,0-11-16,-1 6 0,1 0 0,0 0 0,1-2 15,-1-2-15,0 1 0,0-1 0,0-1 0,0-1 16,0 2-16,0-2 0,0 0 0,0 0 0,3-5 0,0 0 15,0 0-15,5-8 0,-3 2 16,0 0-16,-5 11 0,7-17 0,1 1 0,-2 1 0,-6 15 16,9-21-16,-2 1 0,0 1 0,-7 19 0,8-18 15,0 0-15,-2 0 0,2 8 0,-2-1 16,1 0-16,-3 4 0,1 2 0,-1-2 0,-4 7 16,4-3-16,0 0 0,-1 0 0,-3 3 0,6 4 0,-2-1 15,1-1-15,2 7 0,-2 0 0,1-1 16,-6-8-16,7 12 0,-2 1 0,1-1 0,-1 3 0,-1 0 0,2 0 0,-6-15 0,3 16 15,0 0-15,0-1 16,-3-15-16,0 15 0,1-2 0,0 1 0,-3 0 0,2 0 16,0 1-16,0-15 0,-3 12 0,0-1 0,0 1 0,3-12 0,-4 5 15,2 0-15,-1 1 0,6-9 0,-3 3 0,1-2 16</inkml:trace>
  <inkml:trace contextRef="#ctx0" brushRef="#br0" timeOffset="98106.465">13534 5895 0,'0'0'0,"0"0"16,0 0-16,0 0 15,0 0 1,-36 54-16,-1 2 15,37-56 1,0 0-16,0 0 0,-12 16 0,0 1 16,-1 0-1,13-17-15,-11 18 0,1 0 0,0 0 16,-1-1-16,1 0 16,0 1-16,10-18 15,-6 19-15,1 1 0,0 1 0,-1 0 16,2-3-16,0 2 15,4-20-15,3 19 0,-2-1 16,1 1-16,-2-19 16,7 17-16,-2 0 0,1-1 0,6-1 0,0 0 0,0 1 15,-12-16-15,13 14 0,0 0 0,-1 0 0,-12-14 0,19 11 0,-1-1 16,0 1-16,-1-5 0,-1-1 0,1 1 0,-17-6 16,17 3-16,0 1 0,0-1 0,-17-3 0,18-1 0,-2 0 0,0-1 15,-5-3-15,-2 0 0,0 0 0</inkml:trace>
  <inkml:trace contextRef="#ctx0" brushRef="#br0" timeOffset="98429.605">13869 5936 0,'0'0'0,"0"0"0,0 0 0,0 0 0,0 0 15,0 0 1,-15 58-16,15-58 0,0 0 16,0 0-16,0 0 0,-6 19 0,0 0 15,1-1-15,-2-1 0,-2-1 0,2 0 16,7-16-16,-8 19 0,1 0 0,0-2 16,7-17-16,-8 17 0,0-1 0,2 1 15,-3 0-15,0-2 0,2 2 16,7-17-16,-11 17 0,1 0 15,0-1-15,0-2 0,2-2 16,0 2-16,8-14 0,-8 7 0,2 0 16,0 1-16,0-8 0,3 0 0,0 0 15</inkml:trace>
  <inkml:trace contextRef="#ctx0" brushRef="#br0" timeOffset="98647.934">13641 6037 0,'0'0'0,"0"0"0,0 0 0,0 0 15,0 0-15,47 29 16,-4 9 0,-43-38-16,0 0 0,0 0 15,15 16-15,-1-2 0,-1 2 0,-13-16 0,12 15 16,-1 0-16,1 2 0,-12-17 16,12 17-16,0-1 0,-1 1 0,0-1 15,-1 1-15,1 0 0,-11-17 0,12 16 16,-1 0-16,-1-1 0,-10-15 15,6 11-15,1 0 0,-1 0 0,-6-11 16,4 3-16,-1-2 0,0 1 0</inkml:trace>
  <inkml:trace contextRef="#ctx0" brushRef="#br0" timeOffset="98929.761">13935 5769 0,'0'0'0,"60"17"16,6 19-1,-6 15-15,-8 6 16,-17 16-16,-15 4 16,-20-77-16,0 0 15,0 0-15,-1 31 0,0 1 0,1-1 16,-12 5-16,3 0 15,0 0-15,-11 4 0,1 0 16,1-1-16,18-39 0,-36 41 0,0-1 16,0 1-16,-10-2 0,1 1 15,1-1-15</inkml:trace>
  <inkml:trace contextRef="#ctx0" brushRef="#br0" timeOffset="106532.488">7110 7686 0,'0'0'0,"0"0"0,0 0 0,0 0 16,0 0-16,44-1 15,-17 1 1,-27 0-16,0 0 0,0 0 0,0 0 0,16 0 16,0 1-16,1-1 0,-17 0 15,9 2-15,0-2 0,-1 0 16,11 0-16,2-1 0,-1 0 0,-20 1 16,12 0-16,-2-1 0,1 1 0,-11 0 0,15-2 15,-2 1-15,0 0 0,-13 1 0,8-2 16,0 1-16,-1 0 0,-7 1 0,3-1 0,-1 1 15,0 0-15,-2 0 0,1 0 0,0 0 0,-1 0 16,2 0-16,-2 0 0,0 0 0,0 0 0,0 0 0,0 0 0,0 0 16,0 0-16,0 0 0,0 0 0,0 0 0,-3 9 0,1-1 0,1-1 15,1-7-15,-2 6 0,2-2 0,0 1 16,0-5-16,-6 18 0,1 0 0,0-1 16,5-17-1,-5 19-15,0 2 0,1-2 16,4-19-16,-3 11 0,0-1 15,1 1-15,2-11 0,-4 22 16,1 2-16,0-1 16,3-23-16,-5 23 0,3 1 15,-3-1-15,5-23 0,-1 12 0,-1 0 16,1-1 0,1-11-16,-2 21 0,-1 1 0,1 0 0,2-22 0,-1 11 15,1 1-15,-2-1 0,2-11 16,-1 15-16,0 0 0,0 0 0,0-7 15,1-1-15,0 2 0,0-6 0,0 0 0,0 0 16</inkml:trace>
  <inkml:trace contextRef="#ctx0" brushRef="#br0" timeOffset="106727.261">7681 7653 0,'0'0'0,"0"0"16,0 0-16,2 47 15,1 6 1,0 8-16,-9-4 15,6-57-15,0 0 0,0 0 0,0 0 0,-2 16 16,0 2-16,0-1 0,-1-2 16,2 1-16,-2-1 15,3-15-15,-4 17 0,0-2 0,0 1 16,4-16-16,-5 12 0,1 1 0,-1-2 16,0-6-16,1-1 15,0 1-15</inkml:trace>
  <inkml:trace contextRef="#ctx0" brushRef="#br0" timeOffset="106971.852">7636 7794 0,'0'0'0,"0"0"16,0 0-16,13-47 16,-18 66-16,0-3 15,4-8 1,64-75 0,-63 67-16,0 0 0,0 0 0,0 0 0,0 0 0,17-14 0,-1 2 15,0-1-15,-4 8 0,-1 1 0,1 0 16,-12 4-16,10 4 0,-1 0 0,-1 0 0,-8-4 15,8 8-15,-1-2 0,-1 2 0,-1 4 16,-1 0-16,2 0 0,-6-12 0,4 15 0,1-1 0,-1 0 0,-4-14 16,2 18-16,0 1 0,0-2 0,-4 4 0,2-4 0,-2 1 15,2-18-15,-1 19 0,-1-1 0,1 0 0,-3 0 16,1 0-16,1 0 0,2-18 0,-5 16 0,-1 1 0,2-1 16,4-16-16,-6 14 0,1 1 15,-1-1-15</inkml:trace>
  <inkml:trace contextRef="#ctx0" brushRef="#br0" timeOffset="107133.122">7665 7987 0,'0'0'0,"0"0"0,0 0 0,41-6 15,17-1 1,6-7-16</inkml:trace>
  <inkml:trace contextRef="#ctx0" brushRef="#br0" timeOffset="107656.011">8168 7745 0,'0'0'16,"0"0"-16,0 0 0,0 0 16,0 0-16,23 49 15,-6-3 17,-11-7-32,-6-39 0,0 0 15,0 0-15,2 13 0,-1-1 0,1 0 0,-1 0 16,-1-3-16,1 2 0,-1-11 15,2 10-15,0 3 0,0-2 16,-1 1-16,0 0 0,-1-1 16,0-11-16,2 12 0,-1-2 15,-1 2-15,3-3 16,-3-1-16,2 1 0,-2-9 0,1 7 0,-1-1 0,1 0 16,1-2-16,-2-1 0,0 2 15,0-5-15,0 0 0,0 2 0,0-1 0,0 1 0,0-2 0,0 0 0,0 0 16,1 1-16,0-1 0,0 0 0,0-1 0,-1-1 0,0 1 15,0 1-15,1-5 0,-1 1 0,0-1 0,2-1 0,0-2 0,-1 1 16,-1 7-16,3-10 0,-1-1 0,1 1 0,2-1 16,-2 1-16,0-1 0,-3 11 0,4-12 0,-2 2 15,0-1 1,2 1-16,0-1 0,-1 1 16,-3 10-16,3-13 0,0 3 15,0-2-15,1 3 0,0 0 0,-1 0 16,-3 9-16,1-9 0,1 0 0,-1 1 0,-1 0 0,0 2 0,0-2 15,0 8-15,1-7 0,0-1 0,0-1 0,2 3 0,-2-3 0,1 1 16,-2 8-16,2-7 0,0-1 0,1 1 0</inkml:trace>
  <inkml:trace contextRef="#ctx0" brushRef="#br0" timeOffset="107854.616">8608 7665 0,'0'0'0,"0"0"15,0 0-15,5 58 16,-5-1-1,-2-5-15,-2-1 16,-3 0-16,7-51 0,0 0 0,0 0 0,0 0 16,-2 15-16,1-2 0,0 1 0,-2 0 15,0-1-15,0 0 0,-2 1 16,1 0-16,0 0 0,0-2 0,1 0 0,0-1 16,1-3-16,0-1 0,0-2 15</inkml:trace>
  <inkml:trace contextRef="#ctx0" brushRef="#br0" timeOffset="108337.751">8577 7790 0,'0'0'0,"0"0"0,23-53 0,9 7 16,6 20-1,1 9-15,-2 9 16,-37 8-16,0 0 0,0 0 0,11 3 0,0 0 15,-1 0 1,-10-3-16,7 5 0,1 2 16,0-1-16,-8-6 0,7 7 15,-2 2-15,1-1 0,-8 4 0,2 0 0,-1-1 16,1-11-16,-6 11 0,1 0 0,-1-1 0,6-10 16,-10 11-16,2-2 0,0 0 0,-5 0 0,2-1 0,-2 0 0,13-8 15,-11 7-15,-2-1 0,1 1 0,-3-3 0,3 0 0,0-1 0,12-3 0,-10 3 0,1-2 0,0 2 0,9-3 16,-7 2-16,1 0 0,0-1 0,3 1 0,2 0 0,-1-2 0,2 0 15,5 0-15,-1 1 0,1 1 0,6 0 0,-2-1 16,0 2-16,-9-3 0,15 5 0,0 1 0,-1-2 16,-14-4-16,20 11 0,-2-2 0,1 0 15,-3 1-15,-2-1 0,1 0 0,-15-9 0,12 11 0,-1-2 0,0 1 16,-4 1-16,-1 1 0,0-1 0,-6-11 0,0 12 16,0-1-16,0 1 0,-4-2 0,1-1 0,0 1 15,3-10-15,-8 10 0,0-1 0,1-1 0,-7 1 0,3-1 16,-1 0-16,12-8 0,-15 6 0,1 0 0,0 0 15,14-6-15,-14 5 0,0-1 0,-1-1 16,1 1-16,1-2 0,0 2 0,13-4 16,-14 2-16,1-2 0,1 1 0,-2-4 15,0 2-15,0-2 16,14 3-16,-11-7 0,-1-1 0,2 2 0,5-7 16,0 0-16,1 2 0,4 11 0</inkml:trace>
  <inkml:trace contextRef="#ctx0" brushRef="#br0" timeOffset="110695.4">9525 7769 0,'0'0'0,"0"0"16,0 0-16,0 0 15,0 0-15,61-6 16,9 2 0,-70 4-16,0 0 15,0 0-15,0 0 0,11-2 0,1 2 0,-1 0 16,-11 0-16,18-1 0,0-1 15,0 0-15,-18 2 0,9 0 0,1-1 16,-1 1-16,-9 0 0,21-1 0,0-1 16,0 0-16,-21 2 0,12-1 0,0 0 0,-1 0 15,-11 1-15,6-1 0,-2 1 0,0 0 0,-4 0 0,1 0 16,1 0-16,-1-1 0,-1 1 0,2 0 0,-2 0 0,0 0 0</inkml:trace>
  <inkml:trace contextRef="#ctx0" brushRef="#br0" timeOffset="110958.945">9470 7937 0,'0'0'0,"0"0"16,0 0-16,0 0 16,0 0-1,52 9-15,-1-2 16,-51-7-16,0 0 0,0 0 15,11 1-15,-1 0 0,0 1 0,-10-2 0,17-2 16,0 1-16,-1 1 0,3-2 16,0 0-16,-1 0 0,-18 2 0,20 0 0,-1-1 15,0 0-15,0-1 0,-1 1 16,1 1-16,-19 0 0,19-2 0,-1 1 0,0 0 0,-18 1 0,12-4 16,0 1-16,-1 1 0</inkml:trace>
  <inkml:trace contextRef="#ctx0" brushRef="#br0" timeOffset="111277.923">9480 8162 0,'0'0'0,"0"0"0,0 0 15,0 0 1,0 0-16,48 7 15,8-3 1,-56-4-16,0 0 0,0 0 0,0 0 0,0 0 0,16 0 16,0-2-16,1 2 0,1 0 15,-2 0-15,1 0 0,-17 0 0,16 0 0,-2 0 16,0 0-16,0-3 0,-2 1 0,1 1 16,-13 1-16,12 0 0,1 0 0,-1 0 15,-12 0-15,10 1 0,0 0 0,0 0 16,-1 0-16,-1 1 0,1-2 0,-9 0 15,7 0-15,-1 0 0,0 0 0,0 0 0,-1 0 16,-1 0-16</inkml:trace>
  <inkml:trace contextRef="#ctx0" brushRef="#br0" timeOffset="111667.228">10833 7649 0,'0'0'0,"0"0"0,11 42 15,5 13-15,-6 2 16,1-3 0,-11 5-16,1-2 15,-1-57 1,0 0-16,0 0 0,0 15 16,0 0-16,0 0 15,0-15 1,-1 15-16,1 1 0,0 0 0,-2-1 15,0 0-15,0 0 16,2-15-16,-4 11 0,-1-2 0,2 1 0,-1-5 16,2 0-16,-1 0 0,3-5 0</inkml:trace>
  <inkml:trace contextRef="#ctx0" brushRef="#br0" timeOffset="112269.531">10772 7682 0,'0'0'0,"0"0"0,31-40 0,4 5 16,-5 11-16,0 5 16,3 20-1,-33-1-15,0 0 0,0 0 0,0 0 0,13 3 16,0 2-16,1-1 0,-2 3 16,1 0-16,0-1 15,-13-6-15,12 10 16,1-1-16,-1 0 0,-12-9 15,12 13-15,-1-1 0,0 0 16,-5 2-16,0 1 0,0-1 0,-6-14 0,1 16 16,0-1-16,0 0 15,-8-1-15,2-1 0,0 0 0,5-13 0,-11 14 0,0 1 16,0-3-16,11-12 0,-14 12 0,1-1 0,0-1 0,-3-1 16,2-2-16,1 1 0,13-8 15,-15 7-15,2-2 0,-1 1 0,14-6 16,-12 3-16,2 2 0,-1-2 0,11-3 0,-9 3 15,1 0-15,0 0 16,3-1-16,1 0 0,0-1 0,4-1 16,-1 2-16,0-2 0,0 0 0,1 0 0,4-3 15,0 2-15,-1 0 0,9-1 0,-3 2 0,0-2 16,-9 2-16,16 3 0,1-2 16,-1 0-16,3 3 0,0-1 15,-1 0-15,-18-3 0,22 6 0,-2-1 16,1-1-16,-21-4 0,19 7 15,-1 1-15,1-2 0,-19-6 16,16 7-16,-1 1 0,-1-2 0,-4 4 16,-2-1-16,0 0 0,-8-9 15,5 10-15,-1 0 0,0-1 16,-4-9-16,-2 11 0,1-1 0,-1 0 0,-4 1 0,0-1 0,0 1 16,6-11-16,-12 8 0,2-1 0,-1 2 0,11-9 0,-17 6 0,1 1 0,1-1 0,-3-1 15,0 1-15,0-2 0,18-4 0,-21 3 0,3-1 16,0 1-16,18-3 0,-18 1 0,0 0 0,1 0 0,3-3 15,0 1-15,-1 0 0,15 1 0,-12-3 0,0 3 0,0-2 0,12 2 0,-6-4 16,0-1-16,0 1 0</inkml:trace>
  <inkml:trace contextRef="#ctx0" brushRef="#br0" timeOffset="112700.578">11593 7788 0,'0'0'0,"0"0"16,0 0-16,0 0 15,0 0-15,0 0 16,0 0 0,0 0-16,0 0 0,0 0 0,0 0 0,0 0 15,0 0-15,0 0 0,0 0 0,0 0 0,0 0 16,5-4-16,-2-2 0,0 0 0,-3 6 0,1-3 15,1 0-15,0 0 0,-4 0 16,2 1-16,-1 1 0,1 1 0,-2-1 0,1-1 16,0 0-16,1 2 0,-3 2 0,0 0 0,0-1 15,-1 2-15,2-2 0,-1 1 0,3-2 0,-3 2 16,2-1-16,-1-1 0,0 2 0,0-1 0,1-1 0,1 0 0,-2 0 16,1 0-16,0 0 0,1 0 0,-1 0 15,1 0-15,0 0 0,0 0 0,0 0 0,0 0 0,0 0 0,0 0 16,0 0-16,0 0 0,0 0 0,0 0 15,0 0-15,0 0 0,1 0 0,-1 0 0,0 0 0,0 0 16,-1 0-16,1 1 0,0-1 0,-2 1 0,2 0 16,0-1-16,0 0 0,-1 1 0,1-1 0,0 2 0,0-2 15,0 0-15,0 0 0,0 0 0,0 0 16</inkml:trace>
  <inkml:trace contextRef="#ctx0" brushRef="#br0" timeOffset="113064.196">11611 8000 0,'0'0'0,"0"0"16,0 0-16,0 0 15,4 41 1,-2-16-16,0-14 15,-2-11-15,0 0 0,0 0 0,0 0 16,0 2-16,0-2 0,0 1 16,-1-15-16,-1 0 0,1 0 15,1 14-15,1 1 0,0 2 0,0-3 0,0 0 16,-1 0-16,0 0 0,0 0 0,-2-3 16,2 1-16,0 0 0,0 2 0,-2-4 0,1 1 15,0 1-15,1 2 0,-1-2 0,0 1 0,0-1 0,1 0 16,0 2-16,0-1 0,0 1 0,-1 0 0,1 0 0,0 0 0,0 0 0,-2 1 0,2 1 15,0-1-15,3 3 0,-3-1 16,0 1-16,0-4 0,1 4 0,-1 1 16,0-1-16,2 1 0,-1-1 0,1 1 0,-1-2 0,0 0 15,0 0-15</inkml:trace>
  <inkml:trace contextRef="#ctx0" brushRef="#br0" timeOffset="113367.421">11790 7876 0,'0'0'0,"0"0"0,0 0 0,0 0 15,39 3 1,-12-3-16,-9 0 16,-18 0-16,0 0 15,0 0-15,0 0 0,3-2 0,0 2 0,0-1 0,1 0 16,-2 1-16,1-1 0,-3 1 0,4-1 16,-1-1-16,0 0 0,0-2 0,0 1 0,1 0 15,-4 3-15,0 0 16</inkml:trace>
  <inkml:trace contextRef="#ctx0" brushRef="#br0" timeOffset="113682.955">12212 7634 0,'0'0'0,"0"0"0,2 60 16,0-5 0,-8-5-16,7-8 15,-4 2 1,3-44 0,0 0-16,0 0 0,-1 13 0,1 0 15,0 1-15,0-14 16,0 10-16,0 1 0,0 0 15,0-11 1,-2 8-16,1 0 0,1 0 16,-3-4-16,0-1 0,1 0 0,-1-3 15,2 2-15,-1-1 0,2-1 0</inkml:trace>
  <inkml:trace contextRef="#ctx0" brushRef="#br0" timeOffset="114001.035">12198 7667 0,'0'0'0,"0"0"0,0 0 16,0 0-16,0 0 15,38-79 1,-7 29 0,-31 50-16,0 0 0,0 0 0,6-6 0,2 0 15,-1 0-15,-1 7 0,-2-1 0,1 0 16,-5 0-16,5 5 0,-1 0 0,-1-1 0,-3-4 16,7 8-16,0-1 0,-1 2 0,-6-9 15,7 9-15,1 2 0,-1-1 0,-7-10 16,6 13-16,0 0 0,0 0 0,-1 2 0,-1 0 0,1-1 0,-2-4 15,0-1-15,-1 0 0,-2-9 0,5 18 0,-2-3 0,0 3 16,-3-18-16,3 18 0,0 0 0,0 1 16,-1 1-16,-2 0 0,0-1 0,0-19 15,1 15-15,-1 1 0,0-1 0,0-15 0,3 13 0,-3-2 16,1 2-16,0-3 0,0-1 0,-1-1 16,0-8-16,-2 6 0,1-2 0,1 2 15,0-6-15,-3 0 0,0 0 0,0 0 0</inkml:trace>
  <inkml:trace contextRef="#ctx0" brushRef="#br0" timeOffset="114158.25">12242 7829 0,'0'0'0,"0"0"0,0 0 16,0 0 0,0 0-16,58-2 15,3-2 1,-61 4-16,0 0 0,0 0 0,0 0 0,20-2 0,-1 1 15,1-2-15,-20 3 0,16 0 0,1 0 16,-1 0-16,-6 2 0,0-2 16,0 0-16</inkml:trace>
  <inkml:trace contextRef="#ctx0" brushRef="#br0" timeOffset="120047.901">7957 7067 0,'0'0'0,"0"0"0,0 0 16,0 0-16,0 0 16,0 0-16,0 0 15,0 0-15,0 0 0,0 0 16,0 0-16,14-5 0,1-1 0,-2 2 0,-13 4 16,10-4-16,-1 0 0,-1 2 15,-8 2-15,14-3 16,-2 1-16,0 0 0,-12 2 0,7-1 0,1 1 0,-2 0 0,-6 0 0,15-3 0,-3 1 15,2-1-15,-14 3 0,8-1 16,-1-1-16,0 1 0,-7 1 0,4-1 0,-1 1 0,-1 0 0,-2 0 0,9 1 16,1-1-16,-1 1 0,-9-1 0,7 2 0,-2-2 0,1 0 0,-6 0 15,2 7-15,0 1 0,0 0 0,-2-8 0,1 4 16,0 1-16,-1-1 0,0-4 0,-1 13 0,-1 1 16,1-2-16,1-12 0,-2 7 0,1 1 15,0-1-15,1-7 0,-3 14 0,0-1 16,1 1-16,2-14 0,-2 7 0,0 1 0,0-2 0,2-6 15,-1 14-15,0-3 0,1 1 16,0-12-16,-1 7 0,1 0 0,0-1 16,0-6-16,0 3 0,0-1 0,0 2 0,0-4 0,0 0 0,0 0 0</inkml:trace>
  <inkml:trace contextRef="#ctx0" brushRef="#br0" timeOffset="120249.594">8331 7031 0,'0'0'0,"0"0"0,0 0 15,0 0-15,0 0 16,0 0-16,0 0 16,25 44-1,-25-44-15,0 0 0,0 0 0,5 11 0,-1 1 16,1-1-16,-5-11 0,1 10 0,-1-1 0,0 1 16,0-10-16,-4 8 0,2 0 0,0 0 0,-2-1 15,1-1-15,0 0 0,3-6 0,-5 4 0,1 1 16,0-1-16,1 0 0,0-3 0,0 1 0</inkml:trace>
  <inkml:trace contextRef="#ctx0" brushRef="#br0" timeOffset="120530.834">8336 7037 0,'0'0'0,"0"0"0,0 0 16,0 0-16,22-48 0,1 15 15,3 18 1,-26 15-16,0 0 0,0 0 0,0 0 15,9 0-15,0-1 0,-1-1 0,-8 2 16,9 2-16,1-1 0,-1-1 0,0 7 16,-1-1-16,1 0 0,-9-6 0,9 11 0,-1-2 15,0 0-15,-8-9 0,9 12 0,-2-2 0,0 0 0,-1 1 16,-1 0-16,-1 0 0,-4-11 0,3 13 16,-1-3-16,0 3 0,-2-13 0,2 10 0,-2-1 15,0 1-15,0-10 0,-4 8 0,0 1 16,1 0-16,-4-6 0,1-2 0,0 1 15,6-2-15,-3-1 0,-1 1 0,0-1 16</inkml:trace>
  <inkml:trace contextRef="#ctx0" brushRef="#br0" timeOffset="120650.114">8379 7091 0,'0'0'0,"0"0"0,50 3 15,13-3 1,-2-9-16</inkml:trace>
  <inkml:trace contextRef="#ctx0" brushRef="#br0" timeOffset="121183.745">10113 6846 0,'0'0'0,"0"0"0,0 0 0,0 0 16,39 54 0,-15-4-1,-18-1-15,-6-49 0,0 0 16,0 0-16,0 0 0,1 14 0,1-2 0,-1 3 0,-1-15 15,2 10-15,1 0 0,-1 0 0,-2-10 16,4 7-16,-2 1 0,1 0 16,-3-8-16,4 6 0,-2-1 0,0 0 0,-2-5 0,3 3 0,-1-1 0,-1-1 0,-1-1 15,4 0-15,0 0 0,-1 0 0,0-5 0,0 2 16,0-1-16,-3 4 0,3-12 0,-1 3 0,0 0 16,2-4-16,-1 1 0,0-1 0,-3 13 0,3-13 0,0 1 15,0 0-15,-3 12 0,5-12 0,0 0 16,-2 0-16,-3 12 0,5-10 0,-1-1 15,-1 1-15,-3 10 16,4-8-16,1 2 0,-2-2 0,-3 8 0,5-6 16,-1-1-16,-1 1 0,-3 6 0,7-6 15,-1 1-15,0 0 0</inkml:trace>
  <inkml:trace contextRef="#ctx0" brushRef="#br0" timeOffset="121476.48">11226 6887 0,'0'0'16,"12"46"-16,-4-5 16,-6-8-16,-6-3 15,-5-7 1,-2-12-16,11-11 0,0 0 0,0 0 0,-2 1 16,0 0-16,-1 1 0</inkml:trace>
  <inkml:trace contextRef="#ctx0" brushRef="#br0" timeOffset="122032.715">11246 6868 0,'0'0'0,"0"0"0,36-21 16,3 2-1,-7 14 1,-3 8-16,-8 4 0,-21-7 15,0 0-15,0 0 0,8 6 0,-2 1 16,0-2-16,-6-5 16,4 6-16,0 2 0,0-2 0,-3 2 15,-1 0-15,1-1 0,-1-7 0,-4 9 16,2-1-16,0 0 0,2-8 0,-7 7 0,3 1 16,-1-1-16,-2-1 0,0 1 15,1-2-15,6-5 16,-8 3-16,-1 0 0,0 1 0,9-4 0,-9 2 15,0 0-15,1-1 16,1 1-16,-2-2 0,2 1 16,7-1-16,-7 0 0,1 0 15,1 1-15,1 0 0,2-1 16,0 0-16,2 0 16,-2 1-16,1-1 0,1 0 0,0 0 0,3 2 0,0-1 15,-1 2-15,7-1 0,1 0 0,-1 0 16,-9-2-16,12 4 0,0-1 0,1 0 0,-13-3 15,11 5-15,0-2 0,-1 0 0,-1 3 16,-1-2-16,-1 1 0,-7-5 16,7 6-16,-2 1 0,1 0 0,-3-1 0,-1 1 0,0-1 15,-2-6-15,-2 7 0,1-2 0,0 1 0,1-6 0,-6 5 0,2 0 16,-1 0-16,-2-2 0,0-2 0,0 1 0,7-2 16,-14 3-16,1 0 0,0-1 15,13-2-15,-15 1 0,1-1 0,0 1 16,-3-1-16,0 0 0,0 0 0,17 0 0,-17-1 15,0 0-15,2 1 16</inkml:trace>
  <inkml:trace contextRef="#ctx0" brushRef="#br0" timeOffset="123109.646">7931 8984 0,'0'0'0,"0"0"0,0 0 0,0 0 16,16 42 0,-7-17-16,5 37 15,-14-62-15,0 0 0,0 0 16,0 0-16,1 11 0,2 0 0,-1 0 0,-2-11 0,-2 21 15,2 1-15,-1 1 16,1-23-16,-2 12 0,2-1 0,-1 1 0,1-12 16,-2 22-16,1 0 0,-1 1 0,2-23 0,0 11 0,-1 2 15,0-2-15,-4 11 0,1 0 0,0 1 0,4-23 16,-3 12-16,2 0 0,-1 0 0,2-12 0,-6 7 0,-1-1 0,1 1 16,6-7-16,0 0 0,-5 4 0,2-2 15,0 1-15</inkml:trace>
  <inkml:trace contextRef="#ctx0" brushRef="#br0" timeOffset="127389.757">8071 9022 0,'0'0'0,"0"0"16,0 0-16,0 0 16,0 0-1,0 0-15,0 0 16,0 0-16,0 0 16,0 0-16,0 0 0,0 0 0,0 0 0,0 0 0,0 0 15,14-1-15,1 0 0,-2 1 0,-13 0 0,10-1 16,-3 1-16,1-1 0,-8 1 0,10 6 0,-1 0 15,0-1-15,-9-5 0,6 5 0,-2-2 16,1 0-16,-5-3 0,7 8 0,1 0 16,0 0-16,-4-4 0,0-1 0,1 1 15,-5-4-15,2 9 16,-2-1-16,0 1 0,0-9 0,-2 6 16,2-3-16,0 3 0,0-6 0,-8 8 0,1-1 0,0-1 15,7-6-15,-6 5 0,1-2 16,1 1-16,4-4 0,-15 9 0,1-1 15,-1-1-15,15-7 0,-9 5 0,0-1 16,2-1-16,7-3 0,-17 6 0,0-3 16,0 1-16,17-4 15,-10 2-15,2-1 0,-2 1 16,10-2-16,-16 1 16,2 1-16,1-2 0,13 0 0,-9 1 0,2-1 0,0 0 15,7 0-15,-10 2 0,1-1 0,0 1 0,9-2 0,-6 2 16,2-2-16,-1 0 0,5 0 0,-1 1 0,-1-1 0,0 0 0,2 0 0,-1 0 0,1 0 0,0 0 0,-6-1 0,3-1 15,1 0-15,2 2 0,-4-1 0,3 0 0,-1 0 0,2 0 0,-1 1 0,1 0 0</inkml:trace>
  <inkml:trace contextRef="#ctx0" brushRef="#br0" timeOffset="128052.725">7971 9254 0,'0'0'0,"0"0"16,0 0-16,0 0 15,0 0-15,0 0 16,0 0-16,0 0 15,0 0-15,0 0 0,16-3 0,-2 0 0,0 0 16,-14 3-16,13-3 0,1 0 0,-1 1 16,-1 4-16,0-2 15,-12 0-15,11 0 0,-11 0 0,13 0 0,-2 0 0,1 0 16,2 3-16,0-3 16,-2 2-16,-12-2 15,15 2-15,-3 1 16,0-1-16,0 3 0,-2-4 0,1 2 15,-11-3-15,10 6 0,-2-2 16,1 1-16,-2 0 0,0 0 16,0 1-16,-2-2 0,-1-1 15,0 0-15,-4-3 0,4 8 0,0 0 16,0 0-16,-2 1 0,1 1 0,-1-2 0,-2-8 16,-1 8-16,1 0 0,0-1 0,-4 1 0,1-1 0,0 1 0,3-8 0,-5 8 0,1-1 15,-1-1-15,-2 1 0,-2-1 0,2 0 0,7-6 0,-10 5 0,0 1 0,0 0 16,-3 0-16,2-2 0,-1 1 0,12-5 0,-16 4 0,3-2 0,-2 1 0,0-1 15,0-1-15,0 0 0,15-1 0,-15 0 0,0-1 0,0 1 0,0-1 0,-1-2 16,0 1-16,16 2 0,-15-2 0,1-2 0,-2 1 0,3 0 0,0 3 16,0-2-16,13 2 0,-12-3 0,2 1 0,0-1 0,1-1 0,0 0 0,1 0 0</inkml:trace>
  <inkml:trace contextRef="#ctx0" brushRef="#br0" timeOffset="128710.773">8865 9066 0,'0'0'0,"0"0"0,0 0 15,0 0 1,0 0-16</inkml:trace>
  <inkml:trace contextRef="#ctx0" brushRef="#br0" timeOffset="128920.795">8840 9371 0,'0'0'0,"0"0"0,0 0 15,0 0 1,0 0-16</inkml:trace>
  <inkml:trace contextRef="#ctx0" brushRef="#br0" timeOffset="129185.673">9202 9200 0,'0'0'0,"0"0"0,0 0 15,0 0-15,0 0 16,71-3-1,-5-9 1,-66 12-16,0 0 0,0 0 0,0 0 16,15-2-16,-3 0 0,0 0 15</inkml:trace>
  <inkml:trace contextRef="#ctx0" brushRef="#br0" timeOffset="129444.325">9966 8927 0,'0'0'0,"0"0"0,1 39 0,3 9 15,3-3-15,-4 2 16,-6 1-1,3-48-15,0 0 0,0 0 0,-1 15 16,-1-1-16,1 0 0,-3-2 0,0 0 0,1 1 16,3-13-16,-5 10 0,1 0 0,-1-1 15,-2-1-15,1-2 0,1 1 0,1-4 0,1 0 0,-2 0 16</inkml:trace>
  <inkml:trace contextRef="#ctx0" brushRef="#br0" timeOffset="129873.882">9901 8945 0,'0'0'0,"25"-32"15,1 0 1,0 9 0,1 0-16,-3 14 15,-1 9-15,-23 0 16,0 0-16,0 0 0,0 0 0,10 1 0,-2 0 0,0 0 0,3 2 15,-2 0-15,1 2 0,-3-2 16,-2 0-16,0 0 0,3 7 0,-3 1 16,0 0-16,-5-11 0,7 12 0,-1 1 15,-1-1-15,-5-12 0,5 15 16,-1-2-16,1 1 0,0 2 16,-2-2-16,0 1 0,-3-15 15,2 16-15,-1-1 0,0 1 16,-3 0-16,2 0 15,0-1-15,0-15 16,1 16-16,-1-1 0,0 1 16,-1-2-16,1 0 0,-1 0 0,1-14 15,-2 15-15,1-2 16,0 1-16,-2-2 0,0 0 16,-1 0-16,4-12 0,-5 9 0,0-3 15,0 3-15,-3-8 0,2 1 16,0-2-16</inkml:trace>
  <inkml:trace contextRef="#ctx0" brushRef="#br0" timeOffset="129964.567">9911 9146 0,'0'0'0,"0"0"0,0 0 0,60-6 16,4 3 0,-12-4-16,-22 2 15,-30 5-15,0 0 0,0 0 0,0 0 0</inkml:trace>
  <inkml:trace contextRef="#ctx0" brushRef="#br0" timeOffset="131167.347">6507 10040 0,'0'0'0,"0"0"0,0 0 16,0 0-16,0 0 16,3 52-16,-3-21 15,9 35 1,-9-66-16,0 0 0,0 0 16,0 0-16,6 22 0,-3 1 0,0 0 15,0-12-15,-3 1 0,2-2 16,-2-10-16,4 23 0,-2 1 15,0-2-15,-2-22 0,2 12 16,-1 0-16,1 2 0,2 4 16,-1 1-16,0 1 0,-3-20 15,2 10-15,0 1 16,-1-2-16,-1-9 16,5 12-16,-1-3 0,0 1 0,-4-10 0,3 6 0,-1-1 15,1 0 1,-3-3-16,1-1 0,0 1 0,-1-2 0,7-4 0,-1 1 15,0 1-15,-6 2 0,4-4 0,0 3 0,0-1 16,3-15-16,-2 2 0,1 0 0,-6 15 16,3-10-16,0 2 0,0-1 0,-3 9 15,5-17-15,-1 0 0,-2 2 0,-2 15 16,2-11-16,0 3 0,0-2 0,1-8 0,1 0 16,0 0-16,-4 18 0,2-9 15,1 0-15,-1-1 0,-2 10 0,1-3 0,-1-1 16,1 0-16,-1 4 0,4-9 15,0 0-15,-1 1 0,-3 8 16,2-6-16,-1 1 0,1 2 16,-1 0-16,-1 2 0,1-1 0,-1 2 15,8 12-15,-1-2 0,0 1 16,-7-11-16,4 8 0,1-2 0,0 0 16,-5-6-16,5 20 0,0-3 0,-1 2 15,-4-19-15,3 11 0,-1-1 0,2 1 0,1 7 16,0 1-16,0 0 15,-5-19-15,3 10 0,0 1 0,1-1 16,-4-10-16,5 11 0,1 2 16,-1-2-16,-1-5 0,-1-1 0,-1 1 0,-1-3 15,0-1-15,0 1 0,-1-3 0,1 0 0,-1 1 0,0 0 0,6-6 0,-2 2 16,1-1-16,-5 4 0,4-2 0,-2-2 0,1 2 16,1-13-16,1 0 0,0 1 0,-5 14 0,4-10 0,-2 2 15,0-1-15,-2 9 0,2-19 0,-2-2 16,2 3-16,-2 18 0,0-12 0,0 0 15,0 3-15,1-11 0,-1 1 0,0-1 0,0 20 0,0-10 0,0-1 16,0 1-16,0 10 0,3-18 0,-2 1 0,1 1 16,0 7-16,-1 0 0,0 0 0,-1 9 0,2-3 0,-2 0 0,0-1 0</inkml:trace>
  <inkml:trace contextRef="#ctx0" brushRef="#br0" timeOffset="131416.733">7001 10381 0,'0'0'0,"0"0"0,0 0 0,0 0 0,46-11 0,-19 3 0,12-11 16,-39 19-16,0 0 0,0 0 16,6-3-16,0-1 0,1 0 0,-7 4 0,7-10 15,0-1-15,0 2 0,-7 9 0,5-7 0,-2 1 0,0 0 16,-3 6-16,4-12 0,0 3 0,0-2 0,-4 11 15,3-7-15,-1 1 0,1 1 0,-3 5 0,0-2 0,1 0 16,-1-1-16,-5-2 0,1 1 0,-2-1 0,6 5 16,-3-3-16,0 1 0,0 0 0,3 2 0,-9 4 15,-3 1-15,3-2 0,9-3 0,-7 2 0,2 0 16,-1 1-16,6-3 0,-7 14 0,-1-1 0,0-1 0,8-12 16,-4 8-16,1 1 0,-1-3 0,5 12 0,-1 0 15,0-2-15,0-16 0,2 10 0,-1-1 0,-1 1 16,0-10-16,9 14 0,-1 0 0,0 0 15,-3-5-15,-1-2 0,1 1 0,-5-8 0,15 1 16,-3 1-16,2-1 0,-6-1 0,0 0 16,-2 0-16</inkml:trace>
  <inkml:trace contextRef="#ctx0" brushRef="#br0" timeOffset="131838.69">7555 10247 0,'0'0'0,"0"0"0,0 0 15,0 0-15,0 0 16,0 0-16,-59 15 16,18-3-1,41-12-15,0 0 0,0 0 0,0 0 0,-12 10 16,3-1-16,-1 1 0,10-10 16,-8 10-16,1-1 0,-1 1 15,3-1-15,2 0 16,0-1-16,3-8 0,2 7 0,-2 1 15,0-1-15,3-1 0,2-1 0,-2 1 16,-3-6-16,9 4 0,-2-1 0,-1 0 16,5-4-16,-1 1 0,1-1 0,1-4 15,1-1-15,1 0 0,-14 6 0,14-8 16,0 1-16,-2-2 0,2-2 16,-1 1-16,1-1 0,-14 11 0,9-10 0,1 0 15,0 1-15,-3 1 0,-1 2 0,0 0 0,-6 6 0,3-3 0,0 0 16,0 0-16,-1 2 0,-1-1 0,0 1 0,-1 1 15,0 0-15,0-2 0,0 2 0,1 0 0,-1 0 0,0 0 0,0 0 0,-1 0 0,1 2 0,0-1 0,0 3 16,-1 1-16,0-2 0,1-3 0,0 7 0,0 2 16,0-1-16,1 3 0,0-1 0,-1 0 0,0-10 0,3 13 15,-2-2-15,1 1 0,0 1 0,1-1 0,-2 0 0,-1-12 16,3 9-16,0-1 0,-1 0 0,3-5 0,-2 0 0,0 0 16,4-6-16,0 0 0,-1 0 0</inkml:trace>
  <inkml:trace contextRef="#ctx0" brushRef="#br0" timeOffset="132042.783">7896 10261 0,'0'0'0,"0"0"0,0 0 0,0 0 16,7 50-1,0 7-15,3 0 16,-4 0-16,-6-57 16,0 0-16,0 0 0,1 19 0,0 0 15,0-1-15,-3 1 16,1 0-16,1-1 0,-3 1 0,2-2 15,-1 1-15,2-18 0,-6 17 0,2-1 16,0 0-16,-1-3 0,0-2 0,1 2 16,1-7-16,1-1 0,-1 1 0</inkml:trace>
  <inkml:trace contextRef="#ctx0" brushRef="#br0" timeOffset="132360.06">7833 10251 0,'0'0'0,"0"0"15,0 0-15,33-37 16,4 5 0,-1 17-16,0 11 15,0 11-15,-36-7 16,0 0-16,0 0 0,11 5 0,1-1 0,-2 0 16,-10-4-16,8 7 0,-1-1 15,0-1-15,-2 2 16,0-1-16,0 1 0,-5-7 15,1 9-15,-1-1 0,1 0 0,-5 0 16,1 0-16,0 1 0,-4-2 16,0 0-16,0 0 0,7-7 15,-10 9-15,0-2 0,0 1 0,-5-1 0,2 0 0,-1 0 16,14-7-16,-13 6 0,0 0 0,0 0 16,1-6-16,1 0 0,0 0 0,3-1 15,2 0-15,0 0 0,2 0 0,2 0 0,-1 0 16</inkml:trace>
  <inkml:trace contextRef="#ctx0" brushRef="#br0" timeOffset="132656.358">8244 10200 0,'0'0'0,"0"0"16,0 0-16,0 0 16,1 46-16,-3-5 15,3-5-15,2-7 16,-3-29-16,0 0 0,0 0 0,4 7 16,-1-1-16,0 2 0,3-3 0,-2-1 15,0 2-15,-4-6 0,6 3 0,0 1 0,0 0 16,3-3-16,0 0 0,-1 0 15,1-4-15,1 1 0,-1 2 0,-9 0 0,11-6 0,-1 0 16,-1 1-16,2-4 16,-3 2-16,1-2 0,-9 9 0,6-9 0,-1 2 0,1-1 0,-5-1 15,1 3-15,0-2 0,-2 8 0,-3-7 0,1-1 0,-1 1 0,-2-2 16,0 2-16,0-1 0,5 8 0,-10-6 16,2 0-16,-1 0 0,-2 0 0,1 1 0,0 0 0,-1 2 0,0 0 15,1 0-15,10 3 16,-12-1-16,2 0 0,-1 1 0,2-2 15,-1 2-15,1 0 0,9 0 0,-6-1 0,1 1 16,-1 0-16,7-2 0,0 0 0,0 0 0,2-1 0,-1 1 0,0 0 16</inkml:trace>
  <inkml:trace contextRef="#ctx0" brushRef="#br0" timeOffset="133090.671">8541 10175 0,'0'0'0,"0"0"0,14 44 0,-4 0 16,-4-4 0,-4-9-16,0-3 0,-2-28 15,0 0-15,0 0 16,1 5-16,-1 2 0,0-1 0,0-6 0,0 4 16,0-1-16,0 1 0,0-4 0,0 2 15,0-1-15,0-1 0,0 1 0,0 1 0,0-2 0,1-6 16,-1 2-16,1 0 0,2-7 0,0 0 15,-1 0-15,-2 11 0,6-16 0,-2 2 16,1 0-16,1-3 0,0 1 16,0-1-16,-6 17 0,8-15 0,-1 0 15,0 0-15,0 4 0,0 0 0,-1 0 16,-6 11-16,6-9 0,0 1 16,0 0-16,0 3 0,-1 2 0,-1-2 0,-4 5 0,3-1 15,1 1-15,-1-3 0,0 6 0,0-3 0,0 1 16,-3-1-16,4 5 0,-2-2 0,1 0 0,1 4 0,-1-2 0,0 1 0,-3-6 15,2 9-15,-1 0 0,0 0 16,-1 0-16,0 1 0,0 1 0,0-5 16,0 0-16,0 0 0,-1-2 0,1-1 15,0 0-15,0-3 0,-5 13 0,2 0 0,1 1 0,-2-1 0,1-1 16,0 1-16,3-13 0,0 6 0,1 1 0,0-2 16,6-6-16,-3-2 0,1 3 0</inkml:trace>
  <inkml:trace contextRef="#ctx0" brushRef="#br0" timeOffset="133372.744">9092 9868 0,'0'0'0,"0"0"0,-30 41 16,-1 6-16,5 2 15,3 1-15,5 5 16,5 5-1,13-60-15,0 0 0,0 0 0,-2 19 0,1 0 16,0-1-16,3 0 0,0 0 0,0 0 16,-2-18-16,5 18 0,-1-1 15,1 0-15,4 0 0,-3-1 0,1 0 0,-7-16 16,11 13-16,-2 0 0,0 0 0,3-3 16,-3 0-16,2 1 0,-11-11 15,13 5-15,0-2 0,-1 1 0,5-8 0,-2 1 16,-1 0-16,-3-2 0,-2 1 0,1 0 0,-10 4 0</inkml:trace>
  <inkml:trace contextRef="#ctx0" brushRef="#br0" timeOffset="133563.711">9330 10101 0,'0'0'0,"0"0"0,0 0 0,0 0 15,0 0-15,-25 49 16,-1-3-1,26-46-15,0 0 0,0 0 0,-8 14 0,1 0 0,1-1 16,6-13-16,-8 13 0,3 0 0,0 0 0,-2 0 16,0-1-16,1 0 0,6-12 0,-7 10 0,2 1 15,-1 0-15,2-6 0,-1 0 16,1-1-16</inkml:trace>
  <inkml:trace contextRef="#ctx0" brushRef="#br0" timeOffset="133775.38">9154 10121 0,'0'0'0,"0"0"15,0 0-15,0 0 16,37 37-16,0 4 16,-4-2-1,-33-39-15,0 0 0,0 0 0,11 13 0,-1-2 0,0 1 16,-10-12-16,9 12 0,-1 1 0,1-1 0,-1-1 15,-1 1-15,-1-1 0,-6-11 0,6 6 0,0-1 0,-1 1 16</inkml:trace>
  <inkml:trace contextRef="#ctx0" brushRef="#br0" timeOffset="134124.506">9344 9839 0,'0'0'0,"0"0"0,0 0 15,54 17-15,0 8 16,-10 17 0,-8 11-16,-36-53 0,0 0 15,0 0-15,8 19 0,-1-1 0,1 0 16,-8-18-16,5 20 0,-1-2 15,-1 1-15,0 0 16,0 3-16,1-2 0,-4-20 16,2 23-16,-1-2 0,0 0 15,-4 0-15,0-1 0,1 0 0,2-20 16,-6 20-16,3 1 0,-1-1 0,-3-1 16,0-1-16,1 0 0,-2-4 0,-1 1 0,1-1 15,8-14-15,-9 8 0,1-1 16,1 1-16,1-7 0,1 0 0,0-1 0</inkml:trace>
  <inkml:trace contextRef="#ctx0" brushRef="#br0" timeOffset="134319.938">9993 9971 0,'0'0'0,"0"0"0,0 0 0,0 0 15,0 0 1,0 0 0</inkml:trace>
  <inkml:trace contextRef="#ctx0" brushRef="#br0" timeOffset="134502.482">9993 10409 0,'0'0'0,"0"0"0,0 0 0,0 0 16,0 0-16,0 0 15,0 0 1</inkml:trace>
  <inkml:trace contextRef="#ctx0" brushRef="#br0" timeOffset="134918.966">10374 10195 0,'0'0'0,"0"0"0,0 0 0,0 0 15,0 0 1,0 0-16,50-5 15,-50 5-15,0 0 0,0 0 0,0 0 16,17 0-16,0-1 0,-2 0 16,0 0-16,0 1 0,-2-1 0,-13 1 15,14 1-15,-2 0 0,1-1 16,-4 2-16,0-2 16,-1 1-16,-8-1 0,8 2 15,-1-2-15,0 0 0,-2 2 16,0-1-16,0-1 15,-5 0-15,4-1 0,0-1 0,-1 2 0,0-3 16,0 2-16,-1-1 0,1-1 16,-2 2-16,-1-1 0</inkml:trace>
  <inkml:trace contextRef="#ctx0" brushRef="#br0" timeOffset="135952.628">11197 9718 0,'0'0'0,"0"0"0,0 0 0,0 0 16,0 0-16,0 0 15,0 0-15,20 62 16,-20-62-16,0 0 0,0 0 15,0 0-15,5 13 0,-1-1 0,-1 0 16,2 8-16,-1-1 16,0-1-16,-4-18 0,2 11 0,0-1 0,-1 0 15,-1-10-15,3 18 0,0 0 16,-1 0-16,-2-18 16,2 11-16,-1-1 0,0-1 0,-1-9 15,1 21-15,0-1 0,0-1 16,1-8-16,-2-1 0,0 2 0,0-12 15,-1 18-15,0 0 0,0-1 16,1-17-16,-2 10 16,2-1-16,0 1 0,0-10 15,-4 8-15,-1 1 0,1-1 0</inkml:trace>
  <inkml:trace contextRef="#ctx0" brushRef="#br0" timeOffset="136436.58">11199 9729 0,'0'0'0,"0"0"15,0 0-15,0 0 16,0 0-16,0 0 16,46 11-1,-13 1-15,-33-12 0,0 0 0,0 0 0,5 3 16,1-3-16,-2 3 0,-4-3 0,11 12 16,-2 0-16,0-1 0,-9-11 31,12 14-31,-3 0 0,0 0 0,0-1 15,-1 0-15,-1 0 0,1-1 0,-2-2 16,0 3-16,-6-13 0,6 8 0,-2 1 16,-1 0-16,-3-9 0,5 7 15,-2-2-15,0 1 0,0-3 0,-1 0 0,0 0 0,-2-3 0,1 2 0,0-1 0,0 0 16,-1-4-16,1-1 0,0 1 0,-1 3 16,2-7-16,0 0 0,-1 0 15,3-5-15,-1 1 0,1 1 0,-4 10 16,4-12-16,0-1 0,0 1 0,-4 12 0,6-13 0,0 0 0,0 0 15,0 2-15,-2 0 0,1 0 0,-2 3 16,0 2-16,0 0 0,-3 6 0,4-6 0,0-2 0,0 0 0,2 2 16,-2 1-16,1-1 0,-5 6 0,5-3 0,-1-1 0,2 2 0,1-1 0,-1 3 15,1 0-15,-7 0 0,7 1 0,-2 1 0,0 0 0,2 3 0,-3 0 0,1 1 16,-5-6-16,4 7 0,1-1 0,0 2 0,0 0 0,-2 1 0,1 0 16,-4-9-16,3 11 0,-1 0 0,-1-2 0,-1-9 0,1 15 15,0-2-15,0 1 16,-4 1-16,2 2 0,1-1 0,0-16 0,-1 17 0,0-3 0,0 1 15,1-15-15,-1 16 0,0 0 0,0-1 0,-2 0 0,1 0 0,0 0 16,2-15-16,-2 15 0,1-1 0,-1 0 0,2-14 0,0 11 16,0 1-16,0-1 0,1-4 0,0 0 15,0 1-15,0-5 0,0 0 0,0 0 0</inkml:trace>
  <inkml:trace contextRef="#ctx0" brushRef="#br0" timeOffset="136625.164">11800 9978 0,'0'0'0,"0"0"0,0 0 0,0 0 16,13 44-16,0 7 15,2-6 1,-9-6-16,-6-39 16,0 0-16,0 0 0,3 12 0,-3 0 15,1 0-15,-1-12 0,0 8 0,0 2 0,0-1 16,-1-5-16,1-2 0,0 1 0,0-1 0,0-2 15,0 1-15</inkml:trace>
  <inkml:trace contextRef="#ctx0" brushRef="#br0" timeOffset="136754.341">11780 9863 0,'0'0'0,"0"0"0,0 0 16,0 0-16</inkml:trace>
  <inkml:trace contextRef="#ctx0" brushRef="#br0" timeOffset="137128.285">12080 9863 0,'0'0'0,"0"0"0,0 0 0,-39 24 16,7-2 0,13-2-16,11-2 15,13 5 1,-5-23-16,0 0 0,0 0 0,4 8 0,1 0 16,-1 1-16,-4-9 0,9 9 15,0 0-15,0 0 0,2 1 0,0-2 16,0 1-16,1 1 0,-3 1 15,1-2-15,-10-9 16,8 9-16,-2 2 0,0-3 16,-4 1-16,0 0 0,1 0 15,-3-9-15,-3 8 0,2-1 0,-1 2 16,-2-3-16,0 2 0,0-2 0,4-6 16,-7 5-16,1 0 0,0 0 0,-2-2 0,1-1 0,0 1 15,7-3-15,-8-1 0,1 0 0,0 1 0,0-4 0,2-1 16,-1 1-16,6 4 0,-4-9 0,1 0 0,0 0 15</inkml:trace>
  <inkml:trace contextRef="#ctx0" brushRef="#br0" timeOffset="137437.349">12387 9915 0,'0'0'0,"0"0"0,0 0 0,0 0 16,0 0 0,-42-4-16,6 7 15,7 3 1,29-6-16,0 0 0,0 0 0,0 0 0,-5 6 15,1-3-15,0 2 0,4 1 0,-1 0 0,0 0 0,5 2 16,0 0-16,-1 1 16,-3-9-16,9 10 0,-3-1 0,0 0 0,3 2 15,-2-1-15,1 1 0,-8-11 0,9 12 0,0-1 0,-1 1 16,-1 0-16,-1-1 0,0 0 0,-6-11 16,6 12-16,-3 0 0,1-2 0,-4-10 0,2 11 0,-2-2 0,1 1 15,-3-1-15,0-1 0,-1 1 16,3-9-16,-6 6 0,1 0 0,1 0 0,-4-3 0,1 0 15,0 1-15,2-2 0,1 0 0,-1-1 0,5-1 0,-9-3 16,3 0-16,-1 0 16,-2-5-16,1 1 0,0 0 0,3-4 15,0 1-15,-1-1 0</inkml:trace>
  <inkml:trace contextRef="#ctx0" brushRef="#br0" timeOffset="137642.908">12501 9863 0,'0'0'0,"0"0"0,0 0 16,0 0-16,18 51 16,-3 5-1,-8-4-15,-7-52 16,0 0-16,0 0 0,0 0 16,1 16-16,-1-1 0,0 1 0,0-16 15,1 15-15,-1 1 0,0-2 0,0 1 16,0-2-16,0 0 0,0-13 15,-1 8-15,-1 1 0,1-3 0,2-8 16,0-1-16,0 2 0</inkml:trace>
  <inkml:trace contextRef="#ctx0" brushRef="#br0" timeOffset="137772.463">12483 9671 0,'0'0'0,"0"0"0,0 0 16,14-43-16</inkml:trace>
  <inkml:trace contextRef="#ctx0" brushRef="#br0" timeOffset="138012.822">12669 9512 0,'0'0'0,"12"38"0,2 18 16,-2 9 0,-4 7-16,4 5 0,-8-4 15,-4-73-15,0 0 0,0 0 16,1 24-16,0-2 0,0 1 16,-1-23-16,2 22 0,0 1 0,-1 0 0,1-1 15,-2 0-15,0 1 0,0-23 0,0 19 0,0 1 16,0 0-16,0-4 0,-2 0 0,1-1 0,1-15 0,3 7 15,-2 0-15,1 0 0</inkml:trace>
  <inkml:trace contextRef="#ctx0" brushRef="#br0" timeOffset="138520.736">12868 10100 0,'0'0'0,"0"0"0,0 0 15,0 0 1,44-30-1,4 0 17,-6 1-32,-42 29 0,0 0 0,0 0 0,0 0 0,0 0 15,12-10-15,0 1 16,0-1-16,-2-1 0,-2 2 16,1-1-16,-9 10 15,7-11-15,-2 1 16,1-1-16,-6 11 15,4-9-15,-2 1 0,1 0 16,-4 0-16,0 1 0,0-1 16,1 8-16,-5-4 15,1-1-15,-1 1 0,-4 2 0,1 0 0,0 0 16,8 2-16,-11 1 0,2 0 0,0-1 0,9 0 16,-10 3-16,0-1 0,-1 1 0,3 4 15,0 0-15,-1 0 0,9-7 0,-8 9 16,2 0-16,-2 0 0,8-9 0,-4 13 0,-1-1 15,1 1-15,2 2 16,1-2-16,1 2 0,0-15 0,2 14 16,-1 0-16,1 0 15,-2-14-15,7 14 0,-2 0 0,1 0 0,4-2 16,-1 2-16,0-1 0,-9-13 16,12 11-16,-1 2 0,-1-2 0,-10-11 15,17 7-15,-1-1 0,-1 1 0,3-5 16,0-1-16,0 1 0,-18-2 0,21-7 15,-3 2-15,0-1 0</inkml:trace>
  <inkml:trace contextRef="#ctx0" brushRef="#br0" timeOffset="138722.513">13516 9478 0,'0'0'0,"0"0"0,0 0 0,0 0 16,-49 39-1,4 7 1,8 5-16,37-51 0,0 0 0,0 0 16,-11 19-16,2-1 0,-2 1 0,11-19 0,-6 19 15,0 0-15,-1 1 0,7-20 0,-4 21 0,1 1 0,0-1 16,1 2-16,1 1 0,0 0 0,1-24 0,3 24 15,-1 0-15,-1 0 0,7 0 0,0-2 0,-1 1 0,-7-23 16,11 22-16,1 0 0,-1 0 0,4-3 0,-1 1 16,0 0-16,-14-20 0,17 16 0,0-1 0,-2 1 15,-15-16-15,20 8 0,-1 1 0,1-1 0,-20-8 0,21 3 16,-2-2-16,0 1 0,2-7 0,0 1 16,0-1-16</inkml:trace>
  <inkml:trace contextRef="#ctx0" brushRef="#br0" timeOffset="139003.735">13938 9707 0,'0'0'0,"0"0"0,0 0 16,0 0-16,0 0 15,0 0 1,-26 51-16,26-51 15,0 0-15,0 0 0,-9 17 0,2 0 16,-2 0 0,9-17-16,0 0 0,-6 17 0,-1-1 0,-1 0 0,8-16 15,-6 18-15,0-1 0,-1 0 16,0 2-16,1-1 0,0 0 16,6-18-1,-8 19-15,1 1 0,0-2 0,0 0 16,1-3-16,0 2 0,6-17 0,-10 12 0,3 1 0,-1-3 0,8-10 0,-8 8 0,1-2 15,0 1-15</inkml:trace>
  <inkml:trace contextRef="#ctx0" brushRef="#br0" timeOffset="139238.097">13693 9737 0,'0'0'0,"0"0"0,36 33 16,0 2-1,-4 7-15,-6 6 16,3 3 0,-29-51-16,0 0 0,0 0 0,10 18 15,0-2-15,0 2 0,0-2 16,-1 1-16,-1 0 16,-8-17-16,10 13 0,-2 0 15,0 1-15</inkml:trace>
  <inkml:trace contextRef="#ctx0" brushRef="#br0" timeOffset="139550.579">14058 9416 0,'0'0'15,"47"33"-15,-2 12 16,-14 5-16,-7 9 16,-8 3-16,-5 2 15,-11-64-15,0 0 0,0 0 16,1 23-16,-1-1 0,0 1 16,0-23-16,-3 23 0,1-1 0,0 2 15,-5 0-15,1 1 0,1-1 16,5-24-16,-14 28 0,1 0 15,0-1-15,-4 0 0,0-1 0,0 0 16,-3-2-16,2-1 0,0 1 0,-3-6 16,1-1-16,1 1 0</inkml:trace>
  <inkml:trace contextRef="#ctx0" brushRef="#br0" timeOffset="141405.093">5866 9759 0,'0'0'0,"0"0"0,0 0 0,0 0 16,0 0-16,0 0 15,13 56-15,-2 10 16,-11-66 0,0 0-16,0 0 0,-1 24 0,1 0 0,0 0 15,0-24-15,-4 27 0,1 1 0,-2-1 0,1 5 16,1-2-16,1 3 0,2-33 0,-5 34 0,3 1 0,0-1 0,-2 4 16,1-2-16,0 2 0,1-3 0,2 0 0,-1 1 15,1-36-15,-2 35 0,2 1 0,0-1 0,0 3 0,0-2 16,0 0-16,-2 3 0,2-1 15,0 0-15,2 0 0,-1-1 0,0 1 16,-1-38-16,1 37 0,1 0 16,-2-1-16,1 11 0,-1-3 0,0 3 15,0-47-15,1 51 0,0 0 0,0 0 0,2-3 16,-1 0-16,-1 0 0,-1-48 0,3 37 16,-2 2-16,1-3 0,-2-36 15,1 18-15,1 0 0,-2-2 0,0-49 16,-2 0-16,2 0 15,0 33-15,-2-22 0,2 0 0,0 1 16</inkml:trace>
  <inkml:trace contextRef="#ctx0" brushRef="#br0" timeOffset="144906.645">5701 9587 0,'0'0'0,"0"0"15,0 0-15,0 0 16,0 0-16,0 0 15,0 0-15,0 0 16,0 0-16,0 0 0,0 0 16,21 3-16,-2 0 0,1-1 0,-20-2 0,12 1 15,0 2-15,-1-1 0,-11-2 16,21 4-16,-3-1 0,0-1 16,-6 0-16,-3 0 0,2-2 0,-11 0 15,25 5-15,0-2 0,0 0 0,-25-3 16,25 3-16,0 0 0,-1-2 0,2 2 15,-2 0-15,1 0 0,-25-3 16,13 1-16,0 0 0,-1 0 0,17 2 0,1-1 16,-1 0-16,-29-2 0,34 2 15,0 0-15,-1 0 0,-33-2 0,33 2 0,-1-1 16,0 1-16,-32-2 16,34 0-16,-2 1 0,1 0 15,1-1-15,-1 0 16,-1 0-16,-32 0 0,36-2 15,-1 2-15,0 0 16,-35 0-16,35-1 0,1 0 16,-1-1-16,3 1 15,-1 0-15,0 1 0,-37 0 0,55 0 0,-1 0 16,-1 0-16,4-1 0,-1 0 0,-1 0 16,-55 1-16,53-2 0,1 2 0,-3-1 0,-6-2 15,0 3-15,0-3 0,-45 3 16,40-2-16,-1-1 0,-1 2 15,-3-3-15,-4 3 0,2-1 0,-33 2 0,39-2 16,-2-1-16,0 1 0,3 1 0,-1-2 16,0 2-16,3-3 15,-1 3-15,0-1 0,-41 2 16,48-2-16,-1 1 0,1-1 16,-48 2-16,55-2 0,0-1 0,0 2 15,-3-2-15,1 1 0,-2-1 0,-2 0 16,-2 0-16,1 0 0,-48 3 15,42-3-15,0-1 0,-2 1 16,-40 3 0,41-4-16,1 0 0,-1 1 15,7-2-15,0 1 0,0-1 16,-48 5-16,52-4 0,-2-1 0,1 1 16,1 1-16,-1-2 15,0 1-15,-51 4 16,57-4-16,-1-1 0,0 1 0,-1-2 15,-2 1-15,1 0 16,-54 5-16,50-5 16,0-1-16,-1 1 0,-2 0 15,-1 0-15,1 0 16,-47 5-16,53-6 0,0 0 16,-2 0-16,9-2 0,0 1 15,0-1-15,-60 8 31,60-9-31,2 2 16,-1-1-16,2-1 0,0 2 16,0-2-16,-63 9 15,67-9-15,0 1 0,0 2 16,8-4-16,-1 1 16,0 0-16,-74 9 15,80-9-15,-2 0 0,0 0 16,-9 0-16,-2 1 15,1-1-15,-68 9 16,60-7-16,0-2 0,1 2 0,-2-1 16,-1-1-16,1 3 0,-59 6 15,57-9-15,1 2 0,-1 0 0,-1 0 0,-3 1 16,0-1-16,-53 7 0,51-7 16,1 2-16,-1 0 0,-51 5 15,46-6-15,-1 1 0,1 0 16,0 0-16,0 2 0,-1-2 0,-45 5 15,52-4-15,-1-1 16,0 1-16,-1 0 16,0 1-16,-1 1 0,-49 2 15,50-5-15,-1 2 16,1-1-16,-50 4 16,49-3-16,-2 0 15,0 0 1,2 0-16,-1-2 15,0 1 1,-48 4-16,43-4 16,-1-1-16,0 0 0,-3 1 15,-3-1-15,0 0 16,-36 5-16,37-5 0,-2-1 16,1 1-16,-36 5 0,36-5 0,-2-1 15,0 1-15,0-1 16,-2 1-16,0-1 0,-32 6 15,32-4-15,-2-2 0,0 1 16,-15 2-16,0 0 16,0 1-16,-15 2 0,27-5 15,-3 0-15,1 1 0,-25 4 16,26-6-16,-1 2 0,1-1 16,-13 2-16,-1 0 15,1 2-15,-13 1 0,26-7 0,0 0 0,-1 1 16,-25 6-16,25-8 0,0 2 0,-1-1 0,0 1 15,0 0-15,0 3 0,-24 3 16,12-3-16,0 0 16,0 2-16,11-3 0,-1 1 15,-1-1-15,-21 4 0,12-1 16,0-1-16,0 2 0,3-1 0,0 0 16,-2 0-16,-13 1 0,8 0 15,0 0-15,-1 0 0,-7 0 0,4 0 0,-2 0 16,1 0-16,-2 0 0,0 0 0,0 0 0,-1 0 0,9 3 15,-1 0-15,1 0 0,-4-2 0,0 1 0,1-1 16,-6-1-16,9 7 0,-1 0 16,0-2-16,-8-5 0,5 4 0,-2 0 0,1-2 0,2 7 15,-1 0-15,0 0 0,-5-9 0,2 6 0,0-3 16,1 2-16,-3-5 0,3 15 0,0-1 0,1 0 0,-2-5 16,0-1-16,-1 1 0,-1-9 0,4 20 0,0 1 15,0 0-15,-2-8 0,0-1 0,1-2 16,-3-10-16,-2 27 0,2-3 0,0 0 0,0-24 15,1 26-15,-1-1 0,0 0 0,2 1 0,-2-2 0,0-2 0,0-22 0,-2 26 0,2-1 0,0 1 16,-4 1-16,1 1 0,0-1 0,3-27 0,-2 29 0,2-1 0,-1 0 0,0 1 16,0 0-16,1 1 0,0-30 15,-3 29-15,1 0 0,0 0 0,-1 1 0,2 1 0,0 1 0,1-32 16,-4 39-16,0-2 0,0 1 0,1-7 0,-1-1 16,-1 1-16,5-31 0,-2 30 0,0 1 15,0-1-15,-2 3 0,2-2 0,-1 1 0,3-32 0,-1 33 0,-1 0 16,0 0-16,0 0 0,0-3 0,-1 2 0,3-32 0,-4 31 15,1-1-15,0 0 0,0 1 0,-1-1 0,1 0 16,0-2-16,0-2 0,0 1 0,-1-1 0,2-2 0,0 0 16,2-24-16,-5 30 0,2 1 0,0-1 0,0-14 15,2-1-15,-1 0 0,2-15 0,-3 24 0,0-2 0,-1 2 16,2-11-16,0-1 0,1 1 16,1-13-16,-3 6 0,3-1 0,-1 1 0,-1-4 0,2 1 0,0-2 0,0-1 0,0 2 0,0-2 15,0 1-15,0 4 0,0 1 0,0 0 0,0-3 0,0 1 0,0 1 0,0-5 0,0 0 0,0 2 0,0 0 0,0-2 0,0 0 0,0 0 0,0 0 0,0 0 0,0 0 0,0 1 16,0-1-16,0 0 0,0 0 0,0 0 0,0 0 0,0 0 0,0 0 0,0 0 0,0 0 0,0 0 0,0 0 0,0 0 0,-7 5 0,-1-1 0,2 0 0,1-1 0,1-1 15,0 1-15,2-2 0,1 0 0,-1 0 0,-8-2 0,-1 0 0,2 0 0,9 1 0,-6-2 0,-1 2 0,1-1 0,-10-1 0,3 2 16,-2 0-16,7-2 0,0 2 0,0-1 0,8 1 0,-17 0 0,1-1 0,-2 0 0,9 0 16,0 1-16,0 0 0,9 0 0,-21-1 0,0 0 0,0 0 0,10 1 31,-1 0-31,1 0 16,11 0-16,-27 0 0,1 0 0,-1 0 0,2 1 0,-1 0 15,1-1-15,25 0 0,-28 1 0,1-1 0,1 1 0,-12 1 0,-1-2 16,1 1-16,-5 1 0,1-2 0,0 2 15,42-2-15,-48 1 0,0-1 0,0 3 0,-3-2 0,0 0 16,1 0-16,0 1 0,0-1 0,-1 0 0,51-1 16,-48 2-16,0-2 0,1 1 0,1-1 0,2 1 0,0 0 0,44-1 15,-41 1-15,-1 1 0,0-2 0,5 0 0,2 1 16,0 1-16,4-2 0,1 1 0,-2 0 16,32-1-16,-27 1 0,1 0 0,0 1 15,1-1-15,0 1 0,0 0 0,25-2 16,-27 2-16,1 0 0,1 0 0,0 0 0,1 0 0,0 2 15,-2-2-15,-1 1 0,1-1 0,26-2 16,-28 4-16,0-2 0,1 1 0,-6 1 0,0-1 0,1-1 16,32-2-16,-39 4 0,2-4 15,-1 3-15,2 0 0,0-2 16,0 1-16,36-2 0,-33 2 0,0-1 16,0-1-16,-1 1 0,0-1 15,1 1-15,-7 0 16,1-1-16,1 1 0,38-1 0,-40 2 0,1-1 15,1 1-15,1-1 0,1 1 16,1-2-16,35 0 0,-36 3 16,2 0-16,0-2 0,-5 1 0,0 1 0,0-1 15,-2 2-15,0-2 0,0 0 0,41-2 16,-44 3-16,1 0 0,0 0 0,-4 0 0,1-1 16,0 1-16,46-3 0,-56 3 0,-1 0 0,1 0 15,-7 0-15,1 0 0,0-1 16,62-2-16,-62 4 0,2-4 0,-1 3 0,4 0 0,-1-2 0,1 1 15,57-2-15,-52 3 0,1-3 0,0 3 16,4-1-16,2-1 16,-1 0-16,2 1 15,0 0-15,1-1 0,43-1 16,-45 3-16,1-1 0,0-1 16,1 2-1,0 0-15,-1-1 16,44-2-16,-45 4 0,1-3 15,0 2-15,0-1 16,1-1-16,-1 2 16,1 0-16,-1-1 0,1 1 15,43-3-15,-42 5 0,1-4 16,0 4-16,4-3 0,0 1 16,0 0-16,37-3 0,-35 3 0,1 0 0,-1 1 15,2-2-15,0 1 16,0-1-16,0 1 0,0-1 15,0 0-15,33-2 16,-34 3-16,2-1 16,0-1-16,-2 2 0,-2-1 15,2-1-15,-1 1 16,0 1-16,0-1 16,35-2-16,-30 2 0,1 1 0,-1-1 0,3 1 15,1 0-15,-1-1 0,3 1 16,2-2-16,-1 3 0,23-4 15,-22 2-15,1 1 0,0 0 0,-1-1 16,0 2-16,1-3 0,9 1 0,2 0 0,0-1 0,10-1 0,-27 3 0,1 0 16,-1-1-16,-6 1 0,2-1 0,-1 0 15,-1 1-15,2-3 0,-2 2 0,1 0 0,0-2 0,1 2 16,31-2-16,-30 0 0,0 1 0,1 1 16,1-2-16,1 2 0,-1-1 0,-1 0 0,4 0 0,-2 0 0,1 0 0,1 1 15,-1-2-15,26 0 0,-24 1 0,0 0 16,-2 0-16,1 1 0,1-1 0,0-1 15,0 2-15,0-1 0,0-1 0,0 2 0,2-2 0,-1 1 16,23-1-16,-12 0 0,1 0 0,1 0 0,-17 0 16,3 0-16,-1 0 0,11 0 0,-1 0 0,2 0 0,-12 0 15,2 0-15,0 0 0,8 0 0,3 0 0,0 0 16,12 0-16,-21 2 0,-2-2 16,1 1-16,11-1 0,-1 0 0,1 0 0,-11 2 15,1-2-15,0 0 0,9 0 0,1 0 16,0 0-16,11 0 0,-22 1 0,3 0 15,-2 0-15,11 0 0,-2-1 0,1 0 16,-7 3-16,-1-3 0,1 1 16,9-1-16,-2 1 0,1 0 0,10-1 0,-16 2 15,0-1-15,1-1 0,6 1 0,1 1 0,-1-2 16,-6 3-16,-1-3 16,1 2-16,5-1 0,3-1 0,-1 1 0,-9 1 15,1-2-15,1 2 0,15-2 0,-9 1 0,1-1 0,-1 0 16,-4 3-16,-2-3 0,1 2 0,6-1 15,1-1-15,0 1 0,-6 0 0,-1 0 0,2 1 0,3-1 16,2-1-16,1 0 0,-8 2 0,4 0 0,-3 0 0,13-2 16,-7 0-16,1 0 0,0 0 0,-7 3 0,1-1 0,1 0 15,3-1-15,3-1 0,-2 1 0,-6 0 16,4 2-16,-3-1 0,12-2 0,-6 2 16,0-2-16,0 1 0,3-1 0,1 1 0,-1-1 0,-4 2 15,0-2-15,0 0 0,3 0 0,0 0 0,0 0 0,3 0 16,-1 0-16,1 0 0,-1 0 0,2 0 0,0 0 0,-1 0 0,1 0 0,0 0 0,0 0 0,0 0 15,0 0-15,0 0 0,0 0 0,0 0 0,0 0 0,0 0 0,0 0 0,-6-3 0,1 0 16,1 0-16,1 1 0,0 0 0,0 0 0</inkml:trace>
  <inkml:trace contextRef="#ctx0" brushRef="#br0" timeOffset="148685.224">9929 9993 0,'0'0'0,"0"0"0,0 0 16,0 0-16,0 0 15,0 0 1,0 0-16,0 0 15,0 0-15,0 0 0,0 0 0,0 0 0,0 0 16,0 0-16,0 0 0,0 0 16</inkml:trace>
  <inkml:trace contextRef="#ctx0" brushRef="#br0" timeOffset="149897.057">9957 9983 0,'0'0'0,"0"0"0,0 0 16,0 0-16,0 0 16,0 0-1,0 0-15,0 0 0,0 0 0,0 0 16,0 0-16,0 0 0,0 0 0,0 0 0,0 0 15,0 0-15,0 0 0,0 0 0,-3 3 0,1-2 0,1 1 16,-1 1-16,1-3 0,1 1 0,-2 0 16,2-1-16,0 1 0,0-1 0,0 0 0,0 0 15,0 0-15,0 0 0,-3 7 0,1-1 0,0 1 16,0-3-16,1-1 0,-1 1 0,2-4 0,-1 3 0,1-2 16,0 1-16,-1-2 0,1 2 0,0-2 0,0 0 15,0 0-15,0 0 0,0 0 0,0 0 0,0 0 16,0 0-16,0 0 0,4 0 0,1 0 0,0 0 0,-1 1 15,-2-1-15,0 0 0,-2 0 0,2 0 0,-1 0 16,-1 0-16,1 0 0,-1 0 0,0 0 0,1 0 16,-1 0-16,0 0 0,0 0 0,0 0 0,0 0 0,0 0 15,0 0-15,0 0 0,0 0 0,0 0 0,0 0 16,0 0-16,0 0 0,0 0 0,0 0 0,0 0 16,0 0-16,0 0 0,0 0 0,0 0 0,-3-3 15,0 1-15,0-1 0,3 3 0,-2-1 0,0-1 16,0 0-16,1 2 0,0 0 0,1 0 0,0 0 15,-1-2-15,1 2 0,0 0 0,0 0 0,0 0 0,0 0 16,0 0-16,0 0 0,0 0 0,0 0 0,0 0 16,0 0-16,0 0 0,0 0 0,0 0 0,0 0 15,0 0-15,4 0 0,-1 0 0,-1 0 0,-2 0 16,2 0-16,0 0 0,-1 0 0,0 0 0,0 0 16,-1 0-16,0 0 0,1 0 0,-1 0 0,0 0 15,0 0-15,0 0 0,0 0 0,0 0 0,0 0 0,0 0 16,0 0-16,-7 2 0,0 0 0,1 0 0,1-1 0,2 1 15,-1-1-15,4-1 0,-2 1 0,1-1 0,-1 0 16</inkml:trace>
  <inkml:trace contextRef="#ctx0" brushRef="#br0" timeOffset="150506.422">9929 10011 0,'0'0'0,"0"0"0,0 0 16,0 0-16,0 0 16,0 0-16,0 0 15,0 0 1,0 0-16,0 0 0,0 0 0,0 0 0,0 0 0,0 0 15,0 0-15,0 0 0,0 0 0,0 0 16,1 5-16,0-1 0,0 1 0,-1-5 0,1 5 0,-1-1 16,0-1-16,0 1 0,0-2 0,0 1 0,0-3 15,0 4-15,0-2 0,0 1 0,-1 0 0,0-1 16,0 0-16,1-2 0,-1 2 0,-1 1 0,1-1 0,-1-1 16,1-1-16,-1 0 0,2 0 0,-1 0 15,-1 0-15,1 0 0,-1-5 0,0 2 0,1 0 0,2-1 16,-1 0-16,0-1 0</inkml:trace>
  <inkml:trace contextRef="#ctx0" brushRef="#br0" timeOffset="151475.518">9974 10328 0,'0'0'0,"0"0"0,0 0 16,0 0-16,0 0 15,0 0-15,0 0 16,0 0 0,0 0-16,0 0 0,0 0 0,0 0 0,0 0 0,0 0 15,0 0-15,0 0 0,0 0 0,0 0 0,0 0 16,-5 4-16,0 1 0,1-2 0,4-3 0,-4 5 0,2-4 15,-1 1-15,2 0 0,0-2 0,0 1 0,1-1 16,0 1-16,0-1 0,0 0 0,0 0 0,-5 7 16,2-1-16,0 2 0,1-5 0,0 1 0,1 0 15,1-4-15,-1 1 0,0 1 0,1-1 0,5 3 16,-1-1-16,-1 1 0,-3-4 0,4 2 0,-2 0 16,1 0-16,-3-2 0,1 1 0,0-1 15,0 1-15,4-4 0,0 0 0,1-1 16,-6 4-16,4-3 0,-1 2 0,0-1 15,-3 2-15,1-3 0,0 3 16,0 0-16,0 0 0,-1 0 0,0 0 0,0 0 16,0 0-16,0 0 0,0 0 0,1-7 0,0 1 0,0 1 0,-1 5 15,0-5-15,0 2 0,0 0 0,0 3 0,1-2 0,-1 0 0,0 2 0,0-1 16,0 1-16,0 0 0,0-1 0,0 1 0,0 0 0,0 0 16,-7-2-16,1 1 0,0 0 0,1 1 0,2-1 15,0 1-15,3 0 0,-2-2 0,1 2 0,0 0 16,0 0-16,1 0 0,0 0 0,0 0 0,-1 0 0,1 0 0,0 0 15,0 0-15,0 0 0,0 0 0,0 0 0,0 0 16,0 0-16,0 0 0,0 0 0,0 0 0,0 0 16,0 0-16,0 0 0,0 0 0,0 0 0,2 5 15,1 0-15,-1 1 0,0-3 0,-1-1 0,0 1 16,-1-3-16,1 2 0,-1-1 0,0 0 0,1-1 0,-1 1 16,0 0-16,0-1 0,0 0 0,0 0 0,0 0 15,0 0-15,0 0 0,0 0 0</inkml:trace>
  <inkml:trace contextRef="#ctx0" brushRef="#br0" timeOffset="158541.523">3068 9668 0,'0'0'0,"0"0"0,0 0 16,0 0-16,0 0 15,19 54-15,-11-23 16,-1 37 0,-7-68-16,0 0 0,0 0 15,-2 25-15,2-1 0,0-1 0,-2 1 16,0-2-1,-1 1-15,3-23 0,-2 22 16,1 0-16,-1 1 0,-3-1 16,3-1-16,0 1 15,2-22-15,-4 21 0,3 0 16,-1 1-16,1-12 0,-1 0 16,2 1-16,0-11 15,-3 23-15,0 1 0,0-1 16,1-9-16,1-1 0,-1-1 0,2-12 15,2 15-15,-2-1 0,0-1 0,1-5 0,-1-1 16,0 0-16,0-7 0,0 0 16,0 0-16</inkml:trace>
  <inkml:trace contextRef="#ctx0" brushRef="#br0" timeOffset="158809.846">3294 9698 0,'0'0'0,"0"0"0,0 0 0,0 0 16,10 42-16,-3 6 15,-4 3 1,-2 0-16,-1-51 0,0 0 0,0 0 16,0 18-16,0-2 0,0 1 0,-3-1 15,3 2-15,-1 0 0,-1 0 0,1-1 16,0 0-16,-2 2 0,0-2 16,1 1-16,-1-1 0,-1 1 0,2 1 15,2-19-15,-3 16 0,-1 1 16,0-1-16,-2-3 0,0 0 0,0 1 15,3-9-15,-3 0 16,2-1-16,1-3 0,1 1 16,-1 0-16</inkml:trace>
  <inkml:trace contextRef="#ctx0" brushRef="#br0" timeOffset="158963.283">3141 10070 0,'0'0'16,"0"0"-16,0 0 0,55-21 0,-2 8 15,-8 6 1,-8-4-16,-3-1 0,-2-2 16,-32 14-16,0 0 0,8-3 15,-1 0-15,-2-1 0</inkml:trace>
  <inkml:trace contextRef="#ctx0" brushRef="#br0" timeOffset="159223.076">3486 10037 0,'0'0'0,"0"0"0,0 0 0,-2 43 15,-1-7-15,-1-5 16,12-9 0,5-2-16,-13-20 0,0 0 0,0 0 15,0 0-15,7 6 0,-2-2 16,0 0-16,3-2 0,-2 0 0,1-1 16,-3 0-16,2-1 0,0 0 0,0-2 15,1 0-15,1 2 0,-1-6 0,-2 0 0,0 2 0,-5 4 16,6-7-16,-1 1 0,0-1 0,0-3 0,-4 0 0,2 1 15,-3-2-15,0 0 0,0 0 0,-4 3 0,2-1 0,-1 1 0,-2-1 16,1 0-16,-1 0 0,5 9 0,-8-6 0,1 0 0,0 0 0,-2 1 16,0 1-16,-1 0 0,0 2 0,1 2 0,1 0 15,0 0-15,0 0 0,0 0 0,3 0 0,2 0 16,-3 0-16,5-2 0,0 0 0,1 1 0,2-3 16,2 1-16,-1 0 0</inkml:trace>
  <inkml:trace contextRef="#ctx0" brushRef="#br0" timeOffset="159501.928">3690 10034 0,'0'0'0,"0"0"0,0 0 15,0 0-15,0 0 16,43 11-16,-5 8 31,-13 2-31,-25-21 0,0 0 0,0 0 0,8 8 0,-3 0 16,0-2-16,-2 3 0,0 0 0,0 0 0,-2 0 15,-1-1-15,0 0 0,0-8 0,-2 8 16,0-1-16,1 0 0,-3-4 0,2 2 0,-1-1 0,2-2 0,-1-1 16,0 1-16,2-2 0,-3 1 0,1-1 15,0 1-15,1-2 0,0 1 0,0 0 0,-1-1 0,1-1 16,0 2-16,-1-3 0,1 0 0,1 0 0,-2-6 16,2 0-16,0 0 0,2-1 0,-1 0 0,0 0 15,5 0-15,-2-3 0,1 3 0,3-3 16,-1 2-16,1 0 0,-2 4 0,-2-2 0,1 3 15</inkml:trace>
  <inkml:trace contextRef="#ctx0" brushRef="#br0" timeOffset="159912.558">4044 10026 0,'0'0'0,"0"0"0,0 0 0,22 38 0,-6 1 31,-12-3-31,-4-7 0,-1-10 15,1-19-15,0 0 0,0 0 16,-2 3-16,2-1 0,0 1 0,0-3 16,-1 1-16,1-1 0,0 2 0,0-1 15,0-1-15,0 0 0,0 0 0,0 0 0,0 0 0,0-4 0,0-1 16,0 2-16,3-6 0,-2 1 0,1-1 0,-2 9 0,4-11 16,-1 1-16,2 0 0,1-2 15,-1 2-15,1 1 0,1-2 0,0 0 16,0 1-16,0 1 0,0 2 0,0-1 0,-7 8 15,8-6-15,0 0 0,-1 1 0,0 1 0,1 2 0,-2-1 16,1 2-16,1-1 0,-2 1 0,2 5 16,-2-2-16,1 1 15,-7-3-15,6 5 0,1 0 0,1 0 0,-2 4 16,-1-2-16,0 1 0,1 4 16,-1-1-16,-2 0 0,0 2 15,-1 0-15,0 1 0,-2 2 16,0-1-16,0 0 0,0-15 15,-2 15-15,-1 0 0,1 0 0,-3-3 16,0 0-16,1 0 0,-1-4 0,0 0 0,0 0 16</inkml:trace>
  <inkml:trace contextRef="#ctx0" brushRef="#br0" timeOffset="160365.201">3676 10679 0,'0'0'0,"0"0"0,0 0 0,0 0 15,-49-9-15,2 17 16,7 7-1,7 9-15,33-24 0,0 0 16,0 0-16,-12 9 0,3 1 16,-1-1-16,10-9 15,-8 12-15,1-2 0,-1 0 16,3 0-16,1 1 0,1-1 16,0 2-16,1 0 0,-1-1 15,5 0-15,-1 0 0,1 1 0,-2-12 16,6 12-16,0-2 0,0 1 0,2 1 15,-1-2-15,2 1 16,3-2-16,3 0 0,-3 0 16,6-3-16,0 0 15,-1-1-15,-17-5 16,19-3-16,1 1 0,-1 1 0,0-9 0,1 3 16,0-2-16,-2-6 0,0 1 15,1-1-15,-6 4 0,-3 1 16,0 0-16</inkml:trace>
  <inkml:trace contextRef="#ctx0" brushRef="#br0" timeOffset="160630.694">3830 10491 0,'0'0'0,"0"0"0,0 0 0,0 0 0,0 0 0,0 0 0,3 52 16,-2-15 0,-1-37-16,0 0 0,0 0 0,0 0 0,2 7 0,-2-2 0,0 2 15,0 13-15,0 1 0,0-1 0,0-20 16,-2 24-16,1-1 0,1 1 0,-2-1 0,1-2 16,0 0-16,1 0 0,0-2 15,0 0-15,-1 0 0,-1 0 0,-1 0 0,0-4 16,2 1-16,-1-1 0,2-15 0,3 9 15,-3-1-15,1 1 0,4-8 0,-1 0 16,0 1-16,-1-3 0,0 0 16,0 0-16</inkml:trace>
  <inkml:trace contextRef="#ctx0" brushRef="#br0" timeOffset="160986.748">4129 10757 0,'0'0'0,"0"0"0,0 0 0,0 0 15,0 0-15,0 0 16,-47 8-16,7 9 16,40-17-1,0 0-15,0 0 0,0 0 0,-11 10 0,2-1 0,0-1 0,0 4 16,2 0-16,0-1 0,1 1 0,2 0 0,-1-1 0,3-1 16,-1-1-16,1 1 0,1-2 0,1-2 0,0 2 0,0-8 15,3 4-15,0 1 0,-1-1 0,4-4 0,0 0 16,-1 0-16,2-3 0,-1 2 0,0-2 0,3-2 15,-3-1-15,2 0 0,-8 6 0,7-8 0,0 1 16,1-1-16,1-3 0,-2 0 16,1-1-16,-1 1 0,0 0 0,1 0 0,-3 2 0,0 3 15,0-3-15,-2 2 0,1 0 0,-1 0 0,-3 7 0,1-3 0,1-1 16,-1 1-16,1 1 0,-2-1 0,0 2 0,1 0 16,-1 1-16,0 0 0,0-1 0,0 1 0,0 0 0,0 0 15,1 1-15,-1-1 0,0 0 0,3 5 0,-3-1 16,2 0-16,-1 3 0,-1 1 0,0-2 0,0 4 15,1-1-15,0 2 0,-1-11 0,0 10 0,0 1 16,0-1-16,2 2 0,-2-2 16,0 1-16,1-5 0,-1 1 0,0-1 15,3 2-15,-2-1 0,1 0 0,1-3 0,0-2 0,0 1 16,1-6-16,-1 1 0,2 1 0,0-7 0,-1 1 16,2-1-16,-1-4 0,1 0 0,0 0 0</inkml:trace>
  <inkml:trace contextRef="#ctx0" brushRef="#br0" timeOffset="161447.487">4263 10683 0,'0'0'0,"0"0"0,0 0 16,-7 44-16,5 1 16,4-12-16,2-4 15,3-6 1,-7-23-16,0 0 0,0 0 0,3 8 0,-1-3 0,0 1 15,-2-6-15,3 4 0,-2 0 0,2-1 16,1-1-16,1-1 0,-1-1 16,0-1-16,0-3 0,-1 2 0,6-6 15,-2 1-15,1 0 0,0-5 16,-1 1-16,1-2 0,-1 5 16,-3-1-16,1 1 0,1-5 15,0 1-15,0 0 0,-6 12 16,4-10-16,1-1 0,-1 1 15,0 4-15,-1 0 0,-2 0 16,1 3-16,-1 0 0,0 1 16,-1 0-16,0 1 0,0 0 0,0 1 0,0-1 0,0 1 15,0 0-15,2 0 0,-2 0 0,0 0 0,-2 0 0,2 1 0,0-1 0,0 4 0,-1-1 16,0 1-16,0 4 0,1-2 0,0 1 0,0-7 16,0 10-16,0 0 0,0-1 0,1 3 0,0-1 0,0 1 15,1-1-15,-2 0 0,1 1 16,-1 0-16,0-2 0,0 1 15,0-1-15,0 0 0,0 0 16,0-10-16,2 4 0,1 2 0,0-1 16,5-6-16,-3 1 0,0 0 0,1-6 0,2-1 15,-1 1-15</inkml:trace>
  <inkml:trace contextRef="#ctx0" brushRef="#br0" timeOffset="161699.72">4668 10659 0,'0'0'0,"0"0"0,0 0 0,0 0 16,0 0-16,0 0 15,-29 29 1,10-8-16,19-21 0,0 0 16,-2 4-16,0 0 0,0 0 15,2-4-15,8 13 0,-8-13 0,7 12 0,0 1 0,1 1 0,1 0 16,0 0-16,-3-1 0,0-1 16,0 0-16,-4-3 0,0 1 0,1 1 15,-3-11-15,-3 6 0,2 0 0,1 1 0,-5-1 0,1-1 16,1 1-16,-3-2 0,-1-1 0,-1 0 0,-1-2 0,2-1 15,-1 0-15,-1-4 0,0 1 0,2-1 0,7 4 0,-6-8 0,1 2 0,-1-1 16,5-5-16,0 2 0,1-1 0</inkml:trace>
  <inkml:trace contextRef="#ctx0" brushRef="#br0" timeOffset="162225.157">4869 10795 0,'0'0'0,"0"0"0,0 0 16,0 0-16,42-16 0,-9 2 16,-9-4-1,-5-3-15,-19 21 0,0 0 16,0 0-16,5-5 0,1-1 0,-3 0 0,-3 6 16,6-7-16,-4 0 0,1 0 0,-2 1 15,1 2-15,-2-1 0,-2 0 0,1 1 0,0 0 16,-3 2-16,1-1 0,0 3 0,-5-1 0,2 0 15,0 1-15,6 0 0,-9 2 0,1-2 0,-1 0 0,-1 3 16,1-2 0,0 1-16,-2 2 0,0 1 15,2-2-15,9-3 16,-10 6-16,2-1 0,-2 0 16,2 3-16,3-2 15,-2 0-15,2 1 0,0 1 0,-1-1 16,6-7-16,-2 8 0,-2 0 15,1-1-15,1 1 0,1-1 16,-1 1-16,5-1 0,-3-1 0,2 2 16,2-2-16,0 0 0,-1-1 15,5 3-15,-2-2 0,0 0 16,3 2-16,0-2 16,0 0-16,3-1 0,-2 0 15,1 0-15,2-1 0,-2-1 0,1 0 0,-12-3 16,14 4-16,-1-2 0,-1 2 0,0-2 15,0-1-15,0 1 16,-3-2-16,1 3 0,1-3 16,-2 1-16,-2-1 0,2 0 0,-9 0 15,7 1-15,0-1 0,-1 0 0,-1 0 16,-1 0-16,-1 0 0,0-1 0,-2 0 0,1 1 16,1-6-16,-1 0 0,-1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9EE5CC-7B9F-4208-9783-C29AD3460D03}" type="datetimeFigureOut">
              <a:rPr lang="en-IN" smtClean="0"/>
              <a:t>11-09-2026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9E30F5-00A5-4FD6-AD78-0E03F74743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717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Unary relation – describe the property of a single object</a:t>
            </a:r>
            <a:br>
              <a:rPr lang="en-IN" dirty="0"/>
            </a:br>
            <a:r>
              <a:rPr lang="en-IN" dirty="0"/>
              <a:t>Binary relation – describe relation between two objects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939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Richard is the brother of King John</a:t>
            </a:r>
            <a:br>
              <a:rPr lang="en-IN" dirty="0"/>
            </a:b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213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exists at least one object x such that x is a bird and x can fly.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932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091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property is true for a particular individual, then there exists at least one individual having that property.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4002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 dirty="0"/>
              <a:t>There exists someone → let us give that someone a fresh temporary name and reason with it.</a:t>
            </a:r>
            <a:r>
              <a:rPr lang="en-US" dirty="0"/>
              <a:t>”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34923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every x, if x is a student, then there exists some y such that y is a subject and x likes y."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9E30F5-00A5-4FD6-AD78-0E03F7474313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4046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59308" y="2625852"/>
            <a:ext cx="266700" cy="474345"/>
          </a:xfrm>
          <a:custGeom>
            <a:avLst/>
            <a:gdLst/>
            <a:ahLst/>
            <a:cxnLst/>
            <a:rect l="l" t="t" r="r" b="b"/>
            <a:pathLst>
              <a:path w="266700" h="474344">
                <a:moveTo>
                  <a:pt x="0" y="473963"/>
                </a:moveTo>
                <a:lnTo>
                  <a:pt x="266700" y="473963"/>
                </a:lnTo>
                <a:lnTo>
                  <a:pt x="266700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6008" y="2625852"/>
            <a:ext cx="327659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66927" y="3048000"/>
            <a:ext cx="370840" cy="474345"/>
          </a:xfrm>
          <a:custGeom>
            <a:avLst/>
            <a:gdLst/>
            <a:ahLst/>
            <a:cxnLst/>
            <a:rect l="l" t="t" r="r" b="b"/>
            <a:pathLst>
              <a:path w="370840" h="474345">
                <a:moveTo>
                  <a:pt x="0" y="473963"/>
                </a:moveTo>
                <a:lnTo>
                  <a:pt x="370331" y="473963"/>
                </a:lnTo>
                <a:lnTo>
                  <a:pt x="370331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37259" y="3048000"/>
            <a:ext cx="367284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2400" y="2974848"/>
            <a:ext cx="560832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87908" y="24383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4">
                <a:moveTo>
                  <a:pt x="32004" y="873252"/>
                </a:moveTo>
                <a:lnTo>
                  <a:pt x="0" y="873252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73252"/>
                </a:lnTo>
                <a:close/>
              </a:path>
              <a:path w="32384" h="1053464">
                <a:moveTo>
                  <a:pt x="32004" y="0"/>
                </a:moveTo>
                <a:lnTo>
                  <a:pt x="0" y="0"/>
                </a:lnTo>
                <a:lnTo>
                  <a:pt x="0" y="827532"/>
                </a:lnTo>
                <a:lnTo>
                  <a:pt x="32004" y="827532"/>
                </a:lnTo>
                <a:lnTo>
                  <a:pt x="32004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15468" y="3265932"/>
            <a:ext cx="8683752" cy="457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667" y="5753099"/>
            <a:ext cx="1104900" cy="1104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438780" y="2592450"/>
            <a:ext cx="441325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933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933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933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9933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33400" y="260604"/>
            <a:ext cx="266700" cy="474345"/>
          </a:xfrm>
          <a:custGeom>
            <a:avLst/>
            <a:gdLst/>
            <a:ahLst/>
            <a:cxnLst/>
            <a:rect l="l" t="t" r="r" b="b"/>
            <a:pathLst>
              <a:path w="266700" h="474345">
                <a:moveTo>
                  <a:pt x="0" y="473963"/>
                </a:moveTo>
                <a:lnTo>
                  <a:pt x="266700" y="473963"/>
                </a:lnTo>
                <a:lnTo>
                  <a:pt x="266700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0100" y="260604"/>
            <a:ext cx="329184" cy="473963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541019" y="682751"/>
            <a:ext cx="373380" cy="474345"/>
          </a:xfrm>
          <a:custGeom>
            <a:avLst/>
            <a:gdLst/>
            <a:ahLst/>
            <a:cxnLst/>
            <a:rect l="l" t="t" r="r" b="b"/>
            <a:pathLst>
              <a:path w="373380" h="474344">
                <a:moveTo>
                  <a:pt x="0" y="473963"/>
                </a:moveTo>
                <a:lnTo>
                  <a:pt x="373380" y="473963"/>
                </a:lnTo>
                <a:lnTo>
                  <a:pt x="373380" y="0"/>
                </a:lnTo>
                <a:lnTo>
                  <a:pt x="0" y="0"/>
                </a:lnTo>
                <a:lnTo>
                  <a:pt x="0" y="47396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4400" y="685800"/>
            <a:ext cx="368807" cy="4739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6492" y="609600"/>
            <a:ext cx="560832" cy="422148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762000" y="152399"/>
            <a:ext cx="32384" cy="1053465"/>
          </a:xfrm>
          <a:custGeom>
            <a:avLst/>
            <a:gdLst/>
            <a:ahLst/>
            <a:cxnLst/>
            <a:rect l="l" t="t" r="r" b="b"/>
            <a:pathLst>
              <a:path w="32384" h="1053465">
                <a:moveTo>
                  <a:pt x="32004" y="883920"/>
                </a:moveTo>
                <a:lnTo>
                  <a:pt x="0" y="883920"/>
                </a:lnTo>
                <a:lnTo>
                  <a:pt x="0" y="1053084"/>
                </a:lnTo>
                <a:lnTo>
                  <a:pt x="32004" y="1053084"/>
                </a:lnTo>
                <a:lnTo>
                  <a:pt x="32004" y="883920"/>
                </a:lnTo>
                <a:close/>
              </a:path>
              <a:path w="32384" h="1053465">
                <a:moveTo>
                  <a:pt x="32004" y="0"/>
                </a:moveTo>
                <a:lnTo>
                  <a:pt x="0" y="0"/>
                </a:lnTo>
                <a:lnTo>
                  <a:pt x="0" y="838200"/>
                </a:lnTo>
                <a:lnTo>
                  <a:pt x="32004" y="838200"/>
                </a:lnTo>
                <a:lnTo>
                  <a:pt x="32004" y="0"/>
                </a:lnTo>
                <a:close/>
              </a:path>
            </a:pathLst>
          </a:custGeom>
          <a:solidFill>
            <a:srgbClr val="9933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0248" y="990600"/>
            <a:ext cx="8683752" cy="45720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667" y="5753099"/>
            <a:ext cx="1104900" cy="11049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98194" y="382269"/>
            <a:ext cx="7262495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993300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69644" y="2458338"/>
            <a:ext cx="4017010" cy="31000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customXml" Target="../ink/ink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3" Type="http://schemas.openxmlformats.org/officeDocument/2006/relationships/image" Target="../media/image2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16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66.png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27.xml"/><Relationship Id="rId4" Type="http://schemas.openxmlformats.org/officeDocument/2006/relationships/image" Target="../media/image52.png"/><Relationship Id="rId9" Type="http://schemas.openxmlformats.org/officeDocument/2006/relationships/image" Target="../media/image7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customXml" Target="../ink/ink2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customXml" Target="../ink/ink33.xml"/><Relationship Id="rId3" Type="http://schemas.openxmlformats.org/officeDocument/2006/relationships/customXml" Target="../ink/ink29.xml"/><Relationship Id="rId7" Type="http://schemas.openxmlformats.org/officeDocument/2006/relationships/customXml" Target="../ink/ink30.xml"/><Relationship Id="rId12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customXml" Target="../ink/ink32.xml"/><Relationship Id="rId10" Type="http://schemas.openxmlformats.org/officeDocument/2006/relationships/image" Target="../media/image81.png"/><Relationship Id="rId9" Type="http://schemas.openxmlformats.org/officeDocument/2006/relationships/customXml" Target="../ink/ink31.xml"/><Relationship Id="rId14" Type="http://schemas.openxmlformats.org/officeDocument/2006/relationships/image" Target="../media/image8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png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4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5" Type="http://schemas.openxmlformats.org/officeDocument/2006/relationships/image" Target="../media/image103.png"/><Relationship Id="rId4" Type="http://schemas.openxmlformats.org/officeDocument/2006/relationships/customXml" Target="../ink/ink50.xml"/><Relationship Id="rId9" Type="http://schemas.openxmlformats.org/officeDocument/2006/relationships/image" Target="../media/image12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5.png"/><Relationship Id="rId4" Type="http://schemas.openxmlformats.org/officeDocument/2006/relationships/customXml" Target="../ink/ink5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Artificial</a:t>
            </a:r>
            <a:r>
              <a:rPr spc="-135" dirty="0"/>
              <a:t> </a:t>
            </a:r>
            <a:r>
              <a:rPr spc="-10" dirty="0"/>
              <a:t>Intelligence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48280" y="3984116"/>
            <a:ext cx="47999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993300"/>
                </a:solidFill>
                <a:latin typeface="Times New Roman"/>
                <a:cs typeface="Times New Roman"/>
              </a:rPr>
              <a:t>Logical</a:t>
            </a:r>
            <a:r>
              <a:rPr sz="2800" spc="-50" dirty="0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3300"/>
                </a:solidFill>
                <a:latin typeface="Times New Roman"/>
                <a:cs typeface="Times New Roman"/>
              </a:rPr>
              <a:t>Agents</a:t>
            </a:r>
            <a:r>
              <a:rPr sz="2800" spc="-35" dirty="0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3300"/>
                </a:solidFill>
                <a:latin typeface="Times New Roman"/>
                <a:cs typeface="Times New Roman"/>
              </a:rPr>
              <a:t>–</a:t>
            </a:r>
            <a:r>
              <a:rPr sz="2800" spc="-45" dirty="0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993300"/>
                </a:solidFill>
                <a:latin typeface="Times New Roman"/>
                <a:cs typeface="Times New Roman"/>
              </a:rPr>
              <a:t>Predicate</a:t>
            </a:r>
            <a:r>
              <a:rPr sz="2800" spc="-60" dirty="0">
                <a:solidFill>
                  <a:srgbClr val="993300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993300"/>
                </a:solidFill>
                <a:latin typeface="Times New Roman"/>
                <a:cs typeface="Times New Roman"/>
              </a:rPr>
              <a:t>Logic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644" y="1473073"/>
            <a:ext cx="4100829" cy="9042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Logical</a:t>
            </a:r>
            <a:r>
              <a:rPr sz="2400" spc="-1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Agents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Predicate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Logic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–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Introduction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84548" y="1129296"/>
            <a:ext cx="7998461" cy="2003754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L</a:t>
            </a:r>
            <a:r>
              <a:rPr sz="2400" dirty="0" err="1">
                <a:latin typeface="Times New Roman"/>
                <a:cs typeface="Times New Roman"/>
              </a:rPr>
              <a:t>imited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expressiveness</a:t>
            </a:r>
            <a:endParaRPr lang="en-IN" sz="2400" spc="-10" dirty="0">
              <a:solidFill>
                <a:srgbClr val="FF0000"/>
              </a:solidFill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  <a:buClr>
                <a:srgbClr val="0097CA"/>
              </a:buClr>
              <a:buSzPct val="59090"/>
              <a:tabLst>
                <a:tab pos="355600" algn="l"/>
              </a:tabLst>
            </a:pPr>
            <a:r>
              <a:rPr lang="en-IN"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     </a:t>
            </a:r>
            <a:r>
              <a:rPr lang="en-IN"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 only talks about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 statements</a:t>
            </a:r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being 	    true or false.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 It cannot break a statement into smaller parts (like 		  objects, properties, or relationships).</a:t>
            </a:r>
            <a:r>
              <a:rPr lang="en-IN" sz="24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Limitations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25" dirty="0"/>
              <a:t>PL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97B5CD-07F8-429A-9E6B-D096A1191F8E}"/>
              </a:ext>
            </a:extLst>
          </p:cNvPr>
          <p:cNvSpPr txBox="1"/>
          <p:nvPr/>
        </p:nvSpPr>
        <p:spPr>
          <a:xfrm>
            <a:off x="914400" y="3245077"/>
            <a:ext cx="64742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Roommate is carrying an umbrella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9FB460-FA8D-497E-80A1-FFF916161E2B}"/>
              </a:ext>
            </a:extLst>
          </p:cNvPr>
          <p:cNvSpPr/>
          <p:nvPr/>
        </p:nvSpPr>
        <p:spPr>
          <a:xfrm>
            <a:off x="914400" y="4188101"/>
            <a:ext cx="7274748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say things like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 → P (If it rains, the roommate carries an umbrella).</a:t>
            </a:r>
          </a:p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53399F-7785-4FBD-80A7-099A5CAC2F38}"/>
              </a:ext>
            </a:extLst>
          </p:cNvPr>
          <p:cNvSpPr/>
          <p:nvPr/>
        </p:nvSpPr>
        <p:spPr>
          <a:xfrm>
            <a:off x="1308406" y="5167065"/>
            <a:ext cx="727474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we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All roommates carry an umbrella when it rains.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Some roommates forget their umbrella.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Roommate is carrying two umbrellas.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7EF8221-96AA-4C78-81EA-C5419AB127D4}"/>
                  </a:ext>
                </a:extLst>
              </p14:cNvPr>
              <p14:cNvContentPartPr/>
              <p14:nvPr/>
            </p14:nvContentPartPr>
            <p14:xfrm>
              <a:off x="1015560" y="2711520"/>
              <a:ext cx="6639840" cy="4003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7EF8221-96AA-4C78-81EA-C5419AB127D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6200" y="2702160"/>
                <a:ext cx="6658560" cy="4022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251863"/>
            <a:ext cx="7304405" cy="3783728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say these, you would need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(like x, y),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(all, some),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—which propositional logic doesn’t have.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endParaRPr lang="en-IN"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lang="en-IN" sz="2200" dirty="0">
                <a:latin typeface="Times New Roman"/>
                <a:cs typeface="Times New Roman"/>
              </a:rPr>
              <a:t>B</a:t>
            </a:r>
            <a:r>
              <a:rPr sz="2200" dirty="0" err="1">
                <a:latin typeface="Times New Roman"/>
                <a:cs typeface="Times New Roman"/>
              </a:rPr>
              <a:t>ecomes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impractical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even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small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worlds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Not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possible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represent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relations</a:t>
            </a:r>
            <a:r>
              <a:rPr sz="2200" spc="-3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like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all,</a:t>
            </a:r>
            <a:r>
              <a:rPr sz="2200" spc="-35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some,</a:t>
            </a:r>
            <a:r>
              <a:rPr sz="2200" spc="-3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or</a:t>
            </a:r>
            <a:r>
              <a:rPr sz="2200" spc="-4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none</a:t>
            </a:r>
            <a:r>
              <a:rPr sz="2200" spc="-4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with </a:t>
            </a:r>
            <a:r>
              <a:rPr sz="2200" dirty="0">
                <a:latin typeface="Times New Roman"/>
                <a:cs typeface="Times New Roman"/>
              </a:rPr>
              <a:t>propositional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logic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Cannot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represent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objects,</a:t>
            </a:r>
            <a:r>
              <a:rPr sz="2200" spc="-8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properties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200" spc="-7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relationships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15"/>
              </a:spcBef>
            </a:pPr>
            <a:r>
              <a:rPr lang="en-IN" sz="2200" dirty="0">
                <a:solidFill>
                  <a:srgbClr val="FF0000"/>
                </a:solidFill>
                <a:latin typeface="Times New Roman"/>
                <a:cs typeface="Times New Roman"/>
              </a:rPr>
              <a:t>     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Limitations</a:t>
            </a:r>
            <a:r>
              <a:rPr spc="-105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25" dirty="0"/>
              <a:t>PL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A926BC0-858E-476D-BED7-33056A5B4953}"/>
                  </a:ext>
                </a:extLst>
              </p14:cNvPr>
              <p14:cNvContentPartPr/>
              <p14:nvPr/>
            </p14:nvContentPartPr>
            <p14:xfrm>
              <a:off x="3169800" y="3633480"/>
              <a:ext cx="3863520" cy="846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A926BC0-858E-476D-BED7-33056A5B495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60440" y="3624120"/>
                <a:ext cx="3882240" cy="86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2654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1251863"/>
            <a:ext cx="7822565" cy="437896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25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Natural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very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FF0000"/>
                </a:solidFill>
                <a:latin typeface="Times New Roman"/>
                <a:cs typeface="Times New Roman"/>
              </a:rPr>
              <a:t>expressive</a:t>
            </a:r>
            <a:endParaRPr sz="2200" dirty="0">
              <a:latin typeface="Times New Roman"/>
              <a:cs typeface="Times New Roman"/>
            </a:endParaRPr>
          </a:p>
          <a:p>
            <a:pPr marL="355600" marR="520700" indent="-343535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Natural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languages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also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suffer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from</a:t>
            </a:r>
            <a:r>
              <a:rPr sz="22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ambiguity</a:t>
            </a:r>
            <a:r>
              <a:rPr sz="2200" dirty="0">
                <a:latin typeface="Times New Roman"/>
                <a:cs typeface="Times New Roman"/>
              </a:rPr>
              <a:t>,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a </a:t>
            </a:r>
            <a:r>
              <a:rPr sz="2200" dirty="0">
                <a:latin typeface="Times New Roman"/>
                <a:cs typeface="Times New Roman"/>
              </a:rPr>
              <a:t>representation</a:t>
            </a:r>
            <a:r>
              <a:rPr sz="2200" spc="-114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language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Combining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formal</a:t>
            </a:r>
            <a:r>
              <a:rPr sz="2200" spc="-4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and</a:t>
            </a:r>
            <a:r>
              <a:rPr sz="2200" spc="-55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3300FF"/>
                </a:solidFill>
                <a:latin typeface="Times New Roman"/>
                <a:cs typeface="Times New Roman"/>
              </a:rPr>
              <a:t>natural</a:t>
            </a:r>
            <a:r>
              <a:rPr sz="2200" spc="-5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200" spc="-10" dirty="0">
                <a:solidFill>
                  <a:srgbClr val="3300FF"/>
                </a:solidFill>
                <a:latin typeface="Times New Roman"/>
                <a:cs typeface="Times New Roman"/>
              </a:rPr>
              <a:t>languages</a:t>
            </a:r>
            <a:endParaRPr sz="2200" dirty="0">
              <a:latin typeface="Times New Roman"/>
              <a:cs typeface="Times New Roman"/>
            </a:endParaRPr>
          </a:p>
          <a:p>
            <a:pPr marL="756285" marR="280670" lvl="1" indent="-287020">
              <a:lnSpc>
                <a:spcPct val="100000"/>
              </a:lnSpc>
              <a:spcBef>
                <a:spcPts val="450"/>
              </a:spcBef>
              <a:buClr>
                <a:srgbClr val="CA00CA"/>
              </a:buClr>
              <a:buSzPct val="55555"/>
              <a:buFont typeface="Wingdings"/>
              <a:buChar char="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foundation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propositional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logic—a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declarative,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compositional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semantics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context-</a:t>
            </a:r>
            <a:r>
              <a:rPr sz="1800" dirty="0">
                <a:latin typeface="Times New Roman"/>
                <a:cs typeface="Times New Roman"/>
              </a:rPr>
              <a:t>independent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unambiguous</a:t>
            </a:r>
            <a:endParaRPr sz="18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Clr>
                <a:srgbClr val="CA00CA"/>
              </a:buClr>
              <a:buSzPct val="55555"/>
              <a:buFont typeface="Wingdings"/>
              <a:buChar char=""/>
              <a:tabLst>
                <a:tab pos="756285" algn="l"/>
              </a:tabLst>
            </a:pPr>
            <a:r>
              <a:rPr sz="1800" dirty="0">
                <a:latin typeface="Times New Roman"/>
                <a:cs typeface="Times New Roman"/>
              </a:rPr>
              <a:t>representational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ideas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from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natural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language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while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avoiding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drawbacks</a:t>
            </a:r>
            <a:endParaRPr sz="18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15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Nouns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noun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phrases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refer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(squares,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pits,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wumpuses)</a:t>
            </a:r>
            <a:endParaRPr sz="2200" dirty="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0000"/>
              </a:lnSpc>
              <a:spcBef>
                <a:spcPts val="530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Verbs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verb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phrases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refer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solidFill>
                  <a:srgbClr val="FF0000"/>
                </a:solidFill>
                <a:latin typeface="Times New Roman"/>
                <a:cs typeface="Times New Roman"/>
              </a:rPr>
              <a:t>relations</a:t>
            </a:r>
            <a:r>
              <a:rPr sz="2200" spc="-5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among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objects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(is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breezy,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adjacent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to,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shoots)</a:t>
            </a:r>
            <a:endParaRPr sz="2200" dirty="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25"/>
              </a:spcBef>
              <a:buClr>
                <a:srgbClr val="0097CA"/>
              </a:buClr>
              <a:buSzPct val="59090"/>
              <a:buFont typeface="Wingdings"/>
              <a:buChar char=""/>
              <a:tabLst>
                <a:tab pos="355600" algn="l"/>
              </a:tabLst>
            </a:pPr>
            <a:r>
              <a:rPr sz="2200" dirty="0">
                <a:latin typeface="Times New Roman"/>
                <a:cs typeface="Times New Roman"/>
              </a:rPr>
              <a:t>Relations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lang="en-IN" sz="2200" spc="-50" dirty="0">
                <a:latin typeface="Times New Roman"/>
                <a:cs typeface="Times New Roman"/>
              </a:rPr>
              <a:t>are </a:t>
            </a:r>
            <a:r>
              <a:rPr sz="2200" spc="-10" dirty="0">
                <a:latin typeface="Times New Roman"/>
                <a:cs typeface="Times New Roman"/>
              </a:rPr>
              <a:t>functions—</a:t>
            </a:r>
            <a:r>
              <a:rPr sz="2200" dirty="0">
                <a:latin typeface="Times New Roman"/>
                <a:cs typeface="Times New Roman"/>
              </a:rPr>
              <a:t>relations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which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there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only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one</a:t>
            </a:r>
            <a:endParaRPr sz="2200" dirty="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200" dirty="0">
                <a:latin typeface="Times New Roman"/>
                <a:cs typeface="Times New Roman"/>
              </a:rPr>
              <a:t>“value”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given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“input.”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Language</a:t>
            </a:r>
            <a:r>
              <a:rPr spc="-100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10" dirty="0"/>
              <a:t>thoughts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0CA430D-70A2-473A-9DC0-89493093DD36}"/>
                  </a:ext>
                </a:extLst>
              </p14:cNvPr>
              <p14:cNvContentPartPr/>
              <p14:nvPr/>
            </p14:nvContentPartPr>
            <p14:xfrm>
              <a:off x="1119960" y="2442240"/>
              <a:ext cx="6806160" cy="3232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0CA430D-70A2-473A-9DC0-89493093DD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10600" y="2432880"/>
                <a:ext cx="6824880" cy="325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CF9A3-FBF6-4CB6-B24E-34A004A12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96FAD3-E202-42EA-9A59-E23A06AA3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8000999" cy="738664"/>
          </a:xfrm>
        </p:spPr>
        <p:txBody>
          <a:bodyPr/>
          <a:lstStyle/>
          <a:p>
            <a:r>
              <a:rPr lang="en-US" b="1" dirty="0"/>
              <a:t>Objects: </a:t>
            </a:r>
            <a:r>
              <a:rPr lang="en-US" dirty="0"/>
              <a:t>people, houses, numbers, theories, Ronald McDonald, colors, baseball games, </a:t>
            </a:r>
            <a:r>
              <a:rPr lang="en-IN" dirty="0"/>
              <a:t>wars, centuries . . 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21D3EA-9702-45E6-A70C-CC6221F39CCD}"/>
              </a:ext>
            </a:extLst>
          </p:cNvPr>
          <p:cNvSpPr/>
          <p:nvPr/>
        </p:nvSpPr>
        <p:spPr>
          <a:xfrm>
            <a:off x="762000" y="2551837"/>
            <a:ext cx="81534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Relations: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can be </a:t>
            </a:r>
          </a:p>
          <a:p>
            <a:pPr algn="l"/>
            <a:r>
              <a:rPr 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unary relations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4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properties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red, round, bogus, prime, 	multistoried.</a:t>
            </a:r>
          </a:p>
          <a:p>
            <a:pPr algn="l"/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or more general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en-US" sz="2400" b="0" i="0" u="none" strike="noStrike" baseline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ary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relations </a:t>
            </a:r>
            <a:r>
              <a:rPr lang="en-US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brother of, bigger than, inside, part of, has color, occurred after, owns, comes between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CC2B178-6D2F-43B6-9E6E-144A23E1948B}"/>
              </a:ext>
            </a:extLst>
          </p:cNvPr>
          <p:cNvSpPr/>
          <p:nvPr/>
        </p:nvSpPr>
        <p:spPr>
          <a:xfrm>
            <a:off x="792636" y="4586331"/>
            <a:ext cx="789416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0" u="none" strike="noStrike" baseline="0" dirty="0">
                <a:latin typeface="Times-Roman"/>
              </a:rPr>
              <a:t>Functions: </a:t>
            </a:r>
            <a:r>
              <a:rPr lang="en-US" sz="2400" b="0" i="0" u="none" strike="noStrike" baseline="0" dirty="0">
                <a:latin typeface="Times-Roman"/>
              </a:rPr>
              <a:t>father of, best friend, third inning of, one more than, beginning of 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4E1EFFD-2FE3-409F-A290-2654D9A2E02B}"/>
                  </a:ext>
                </a:extLst>
              </p14:cNvPr>
              <p14:cNvContentPartPr/>
              <p14:nvPr/>
            </p14:nvContentPartPr>
            <p14:xfrm>
              <a:off x="909360" y="1592280"/>
              <a:ext cx="7725600" cy="34480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4E1EFFD-2FE3-409F-A290-2654D9A2E0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000" y="1582920"/>
                <a:ext cx="7744320" cy="346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8240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1166974"/>
            <a:ext cx="7894320" cy="551370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9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“One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equals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three.”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95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Objects: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three,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plus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two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Relation: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equals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Function: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plus</a:t>
            </a:r>
            <a:endParaRPr sz="2000">
              <a:latin typeface="Times New Roman"/>
              <a:cs typeface="Times New Roman"/>
            </a:endParaRPr>
          </a:p>
          <a:p>
            <a:pPr marL="469900" marR="5080">
              <a:lnSpc>
                <a:spcPct val="100000"/>
              </a:lnSpc>
              <a:spcBef>
                <a:spcPts val="400"/>
              </a:spcBef>
            </a:pPr>
            <a:r>
              <a:rPr sz="1600" dirty="0">
                <a:latin typeface="Times New Roman"/>
                <a:cs typeface="Times New Roman"/>
              </a:rPr>
              <a:t>(“One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plus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two”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name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obtained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applying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function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“plus”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to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objects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“one”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“two.”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“Three”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another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name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object.)</a:t>
            </a:r>
            <a:endParaRPr sz="16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4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“Squares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neighboring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wumpus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smelly.”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solidFill>
                  <a:srgbClr val="3300FF"/>
                </a:solidFill>
                <a:latin typeface="Times New Roman"/>
                <a:cs typeface="Times New Roman"/>
              </a:rPr>
              <a:t>Objects:</a:t>
            </a:r>
            <a:r>
              <a:rPr sz="2000" spc="-65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3300FF"/>
                </a:solidFill>
                <a:latin typeface="Times New Roman"/>
                <a:cs typeface="Times New Roman"/>
              </a:rPr>
              <a:t>wumpus,</a:t>
            </a:r>
            <a:r>
              <a:rPr sz="2000" spc="-35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00FF"/>
                </a:solidFill>
                <a:latin typeface="Times New Roman"/>
                <a:cs typeface="Times New Roman"/>
              </a:rPr>
              <a:t>squares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solidFill>
                  <a:srgbClr val="3300FF"/>
                </a:solidFill>
                <a:latin typeface="Times New Roman"/>
                <a:cs typeface="Times New Roman"/>
              </a:rPr>
              <a:t>Property:</a:t>
            </a:r>
            <a:r>
              <a:rPr sz="2000" spc="-4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00FF"/>
                </a:solidFill>
                <a:latin typeface="Times New Roman"/>
                <a:cs typeface="Times New Roman"/>
              </a:rPr>
              <a:t>smelly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solidFill>
                  <a:srgbClr val="3300FF"/>
                </a:solidFill>
                <a:latin typeface="Times New Roman"/>
                <a:cs typeface="Times New Roman"/>
              </a:rPr>
              <a:t>Relation:</a:t>
            </a:r>
            <a:r>
              <a:rPr sz="2000" spc="-30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3300FF"/>
                </a:solidFill>
                <a:latin typeface="Times New Roman"/>
                <a:cs typeface="Times New Roman"/>
              </a:rPr>
              <a:t>neighboring</a:t>
            </a:r>
            <a:endParaRPr sz="20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6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“Evil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King John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ruled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England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1200.”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50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Objects: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John,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England,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1200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Relation: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ruled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Properties: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evil,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king</a:t>
            </a:r>
            <a:endParaRPr sz="2000">
              <a:latin typeface="Times New Roman"/>
              <a:cs typeface="Times New Roman"/>
            </a:endParaRPr>
          </a:p>
          <a:p>
            <a:pPr marL="3622675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predicate</a:t>
            </a:r>
            <a:r>
              <a:rPr sz="2000" spc="-5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symbols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stand</a:t>
            </a:r>
            <a:r>
              <a:rPr sz="20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F0000"/>
                </a:solidFill>
                <a:latin typeface="Arial MT"/>
                <a:cs typeface="Arial MT"/>
              </a:rPr>
              <a:t>for</a:t>
            </a:r>
            <a:r>
              <a:rPr sz="2000" spc="-35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 MT"/>
                <a:cs typeface="Arial MT"/>
              </a:rPr>
              <a:t>relations</a:t>
            </a:r>
            <a:endParaRPr sz="2000">
              <a:latin typeface="Arial MT"/>
              <a:cs typeface="Arial MT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D5A9D7D-AE43-4B58-B9AF-C02CBA997C22}"/>
                  </a:ext>
                </a:extLst>
              </p14:cNvPr>
              <p14:cNvContentPartPr/>
              <p14:nvPr/>
            </p14:nvContentPartPr>
            <p14:xfrm>
              <a:off x="1087560" y="1244520"/>
              <a:ext cx="7432920" cy="5464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D5A9D7D-AE43-4B58-B9AF-C02CBA997C2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8200" y="1235160"/>
                <a:ext cx="7451640" cy="5482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339" y="1245231"/>
            <a:ext cx="7959090" cy="171713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67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81000" algn="l"/>
              </a:tabLst>
            </a:pPr>
            <a:r>
              <a:rPr lang="en-IN" sz="2400" dirty="0">
                <a:latin typeface="Times New Roman"/>
                <a:cs typeface="Times New Roman"/>
              </a:rPr>
              <a:t>Predicate Logic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built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around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objects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</a:t>
            </a:r>
            <a:r>
              <a:rPr sz="24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relations</a:t>
            </a:r>
            <a:endParaRPr sz="2400" dirty="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58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81000" algn="l"/>
              </a:tabLst>
            </a:pPr>
            <a:r>
              <a:rPr sz="2400" dirty="0">
                <a:latin typeface="Times New Roman"/>
                <a:cs typeface="Times New Roman"/>
              </a:rPr>
              <a:t>extends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syntax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propositional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calculus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predicates</a:t>
            </a:r>
            <a:endParaRPr sz="2400" dirty="0">
              <a:latin typeface="Times New Roman"/>
              <a:cs typeface="Times New Roman"/>
            </a:endParaRPr>
          </a:p>
          <a:p>
            <a:pPr marL="381000">
              <a:lnSpc>
                <a:spcPct val="100000"/>
              </a:lnSpc>
            </a:pP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and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quantifiers</a:t>
            </a:r>
            <a:endParaRPr sz="2400" dirty="0">
              <a:latin typeface="Times New Roman"/>
              <a:cs typeface="Times New Roman"/>
            </a:endParaRPr>
          </a:p>
          <a:p>
            <a:pPr marL="1866900">
              <a:lnSpc>
                <a:spcPct val="100000"/>
              </a:lnSpc>
              <a:spcBef>
                <a:spcPts val="575"/>
              </a:spcBef>
            </a:pPr>
            <a:r>
              <a:rPr sz="2400" i="1" dirty="0">
                <a:latin typeface="Times New Roman"/>
                <a:cs typeface="Times New Roman"/>
              </a:rPr>
              <a:t>P(X)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–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P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is a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predicate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</a:pPr>
            <a:r>
              <a:rPr dirty="0"/>
              <a:t>Predicate</a:t>
            </a:r>
            <a:r>
              <a:rPr spc="-130" dirty="0"/>
              <a:t> </a:t>
            </a:r>
            <a:r>
              <a:rPr spc="-10" dirty="0"/>
              <a:t>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39AC2E-CFB9-437B-8215-5EB866A8434C}"/>
              </a:ext>
            </a:extLst>
          </p:cNvPr>
          <p:cNvSpPr/>
          <p:nvPr/>
        </p:nvSpPr>
        <p:spPr>
          <a:xfrm>
            <a:off x="779988" y="3505200"/>
            <a:ext cx="795909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IN" sz="2800" b="1" dirty="0"/>
              <a:t>Models for first-order logic</a:t>
            </a:r>
            <a:endParaRPr lang="en-US" sz="2800" dirty="0">
              <a:latin typeface="Times-Roman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latin typeface="Times-Roman"/>
              </a:rPr>
              <a:t>M</a:t>
            </a:r>
            <a:r>
              <a:rPr lang="en-US" sz="2400" b="0" i="0" u="none" strike="noStrike" baseline="0" dirty="0">
                <a:latin typeface="Times-Roman"/>
              </a:rPr>
              <a:t>odels of a logical language are the formal structures that</a:t>
            </a:r>
          </a:p>
          <a:p>
            <a:pPr algn="l"/>
            <a:r>
              <a:rPr lang="en-US" sz="2400" dirty="0">
                <a:latin typeface="Times-Roman"/>
              </a:rPr>
              <a:t>      </a:t>
            </a:r>
            <a:r>
              <a:rPr lang="en-US" sz="2400" b="0" i="0" u="none" strike="noStrike" baseline="0" dirty="0">
                <a:latin typeface="Times-Roman"/>
              </a:rPr>
              <a:t>constitute the possible worlds under consideration.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b="0" i="0" u="none" strike="noStrike" baseline="0" dirty="0">
                <a:latin typeface="Times-Roman"/>
              </a:rPr>
              <a:t> Each model links the vocabulary of the logical sentences to elements of the possible world, so that the truth of any sentence can </a:t>
            </a:r>
            <a:r>
              <a:rPr lang="en-IN" sz="2400" b="0" i="0" u="none" strike="noStrike" baseline="0" dirty="0">
                <a:latin typeface="Times-Roman"/>
              </a:rPr>
              <a:t>be determined.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8654115-93D1-4585-A9CA-1371ACF684DB}"/>
                  </a:ext>
                </a:extLst>
              </p14:cNvPr>
              <p14:cNvContentPartPr/>
              <p14:nvPr/>
            </p14:nvContentPartPr>
            <p14:xfrm>
              <a:off x="2486520" y="2579400"/>
              <a:ext cx="704520" cy="4320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8654115-93D1-4585-A9CA-1371ACF684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77160" y="2570040"/>
                <a:ext cx="723240" cy="450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663A6-09E2-469F-8617-8181F4292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AB7C5-2BC4-4A51-902F-B82202AFF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8686800" cy="2215991"/>
          </a:xfrm>
        </p:spPr>
        <p:txBody>
          <a:bodyPr/>
          <a:lstStyle/>
          <a:p>
            <a:r>
              <a:rPr lang="en-US" dirty="0"/>
              <a:t>Models for first-order logic are much more interesting. </a:t>
            </a:r>
          </a:p>
          <a:p>
            <a:r>
              <a:rPr lang="en-US" dirty="0"/>
              <a:t>-   First, they have objects in them! 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</a:t>
            </a:r>
            <a:r>
              <a:rPr lang="en-US" b="1" dirty="0"/>
              <a:t>domain </a:t>
            </a:r>
            <a:r>
              <a:rPr lang="en-US" dirty="0"/>
              <a:t>of a model is the set of objects or </a:t>
            </a:r>
            <a:r>
              <a:rPr lang="en-US" b="1" dirty="0"/>
              <a:t>domain elements </a:t>
            </a:r>
            <a:r>
              <a:rPr lang="en-US" dirty="0"/>
              <a:t>it contains. </a:t>
            </a:r>
          </a:p>
          <a:p>
            <a:pPr marL="342900" indent="-342900">
              <a:buFontTx/>
              <a:buChar char="-"/>
            </a:pPr>
            <a:r>
              <a:rPr lang="en-US" dirty="0"/>
              <a:t>The domain is required to be </a:t>
            </a:r>
            <a:r>
              <a:rPr lang="en-US" i="1" dirty="0"/>
              <a:t>nonempty</a:t>
            </a:r>
            <a:r>
              <a:rPr lang="en-US" dirty="0"/>
              <a:t>—every possible world must contain at least one object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C08DDB-F6B4-4411-AC29-BC5A0AC4117C}"/>
                  </a:ext>
                </a:extLst>
              </p14:cNvPr>
              <p14:cNvContentPartPr/>
              <p14:nvPr/>
            </p14:nvContentPartPr>
            <p14:xfrm>
              <a:off x="1221840" y="2834640"/>
              <a:ext cx="7512120" cy="1242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C08DDB-F6B4-4411-AC29-BC5A0AC4117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2480" y="2825280"/>
                <a:ext cx="7530840" cy="12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0099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E7F0B-DABB-4C11-8D3F-B4D247E82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97253A-33B4-4D57-8337-A2E882B71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043978"/>
            <a:ext cx="7738371" cy="48621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6D4DAF-9C88-4B23-BDB9-A9162326A5C3}"/>
                  </a:ext>
                </a:extLst>
              </p14:cNvPr>
              <p14:cNvContentPartPr/>
              <p14:nvPr/>
            </p14:nvContentPartPr>
            <p14:xfrm>
              <a:off x="-553320" y="1288440"/>
              <a:ext cx="7824600" cy="3661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6D4DAF-9C88-4B23-BDB9-A9162326A5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562680" y="1279080"/>
                <a:ext cx="7843320" cy="368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3504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C0E8-95CA-4DDA-8760-17D744122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974881-CEB7-4F6E-AF7F-FFBE170C8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8500" y="1371600"/>
            <a:ext cx="7845756" cy="3323987"/>
          </a:xfrm>
        </p:spPr>
        <p:txBody>
          <a:bodyPr/>
          <a:lstStyle/>
          <a:p>
            <a:r>
              <a:rPr lang="en-US" dirty="0"/>
              <a:t>The objects in the model may be </a:t>
            </a:r>
            <a:r>
              <a:rPr lang="en-US" i="1" dirty="0"/>
              <a:t>related </a:t>
            </a:r>
            <a:r>
              <a:rPr lang="en-US" dirty="0"/>
              <a:t>in various ways.</a:t>
            </a:r>
          </a:p>
          <a:p>
            <a:r>
              <a:rPr lang="en-US" dirty="0"/>
              <a:t> - In the figure, </a:t>
            </a:r>
            <a:r>
              <a:rPr lang="en-US" dirty="0">
                <a:solidFill>
                  <a:srgbClr val="FF0000"/>
                </a:solidFill>
              </a:rPr>
              <a:t>Richard and John are brothers.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Formally speaking, a relation is just the set of </a:t>
            </a:r>
            <a:r>
              <a:rPr lang="en-US" b="1" dirty="0"/>
              <a:t>tuples </a:t>
            </a:r>
            <a:r>
              <a:rPr lang="en-US" dirty="0"/>
              <a:t>of objects that are related. </a:t>
            </a:r>
          </a:p>
          <a:p>
            <a:r>
              <a:rPr lang="en-US" dirty="0"/>
              <a:t>(A tuple is a collection of objects arranged in a fixed order and is written with angle brackets surrounding the objects.)</a:t>
            </a:r>
          </a:p>
          <a:p>
            <a:endParaRPr lang="en-US" dirty="0"/>
          </a:p>
          <a:p>
            <a:r>
              <a:rPr lang="en-US" dirty="0"/>
              <a:t> Thus, the brotherhood relation in this model is the 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D318EA-693D-4463-B940-2AAFDDC55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76" y="5049918"/>
            <a:ext cx="8814647" cy="4267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345DD71-CCC5-4563-B042-54B8218F8D86}"/>
                  </a:ext>
                </a:extLst>
              </p14:cNvPr>
              <p14:cNvContentPartPr/>
              <p14:nvPr/>
            </p14:nvContentPartPr>
            <p14:xfrm>
              <a:off x="444960" y="1680480"/>
              <a:ext cx="8154000" cy="38588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345DD71-CCC5-4563-B042-54B8218F8D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600" y="1671120"/>
                <a:ext cx="8172720" cy="387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7912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0A5BF-887D-40DB-AB16-AD76BBFAB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and Unary relations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9BD45-4463-4A19-B5A2-96BDE58EB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999" y="1447800"/>
            <a:ext cx="7798690" cy="7386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crown is on King John’s head, so the “on head” relation contains </a:t>
            </a:r>
            <a:r>
              <a:rPr lang="en-IN" dirty="0"/>
              <a:t>just one tuple,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554996-E30A-4BF9-827D-A35C35224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2412242"/>
            <a:ext cx="5181600" cy="56714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863176-68F9-499F-B960-7517862CB491}"/>
              </a:ext>
            </a:extLst>
          </p:cNvPr>
          <p:cNvSpPr/>
          <p:nvPr/>
        </p:nvSpPr>
        <p:spPr>
          <a:xfrm>
            <a:off x="777710" y="3076415"/>
            <a:ext cx="795109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-Roman"/>
              </a:rPr>
              <a:t>The “brother” and “on head” relations are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binary relations</a:t>
            </a:r>
            <a:r>
              <a:rPr lang="en-US" sz="2400" b="0" i="0" u="none" strike="noStrike" baseline="0" dirty="0">
                <a:latin typeface="Times-Roman"/>
              </a:rPr>
              <a:t>—that is, they relate pairs of objects.</a:t>
            </a:r>
            <a:endParaRPr lang="en-IN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FD092E-AD46-4CDD-8E86-432AFF0F2466}"/>
              </a:ext>
            </a:extLst>
          </p:cNvPr>
          <p:cNvSpPr/>
          <p:nvPr/>
        </p:nvSpPr>
        <p:spPr>
          <a:xfrm>
            <a:off x="772997" y="3973805"/>
            <a:ext cx="778769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>
                <a:latin typeface="Times-Roman"/>
              </a:rPr>
              <a:t>The model also contains </a:t>
            </a:r>
            <a:r>
              <a:rPr lang="en-US" sz="2400" b="0" i="0" u="none" strike="noStrike" baseline="0" dirty="0">
                <a:solidFill>
                  <a:srgbClr val="FF0000"/>
                </a:solidFill>
                <a:latin typeface="Times-Roman"/>
              </a:rPr>
              <a:t>unary relations</a:t>
            </a:r>
            <a:r>
              <a:rPr lang="en-US" sz="2400" b="0" i="0" u="none" strike="noStrike" baseline="0" dirty="0">
                <a:latin typeface="Times-Roman"/>
              </a:rPr>
              <a:t>, or properties:</a:t>
            </a:r>
          </a:p>
          <a:p>
            <a:pPr algn="l"/>
            <a:r>
              <a:rPr lang="en-US" sz="2400" dirty="0">
                <a:latin typeface="Times-Roman"/>
              </a:rPr>
              <a:t>1) </a:t>
            </a:r>
            <a:r>
              <a:rPr lang="en-US" sz="2400" b="0" i="0" u="none" strike="noStrike" baseline="0" dirty="0">
                <a:latin typeface="Times-Roman"/>
              </a:rPr>
              <a:t>the “person” property is true of both Richard and John; 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2) the “king” property is true only of John </a:t>
            </a:r>
          </a:p>
          <a:p>
            <a:pPr algn="l"/>
            <a:r>
              <a:rPr lang="en-US" sz="2400" b="0" i="0" u="none" strike="noStrike" baseline="0" dirty="0">
                <a:latin typeface="Times-Roman"/>
              </a:rPr>
              <a:t>3) the “crown” property is true only of the crown.</a:t>
            </a:r>
            <a:endParaRPr lang="en-IN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C577A1-BD00-409B-A469-3385ACD0D84E}"/>
                  </a:ext>
                </a:extLst>
              </p14:cNvPr>
              <p14:cNvContentPartPr/>
              <p14:nvPr/>
            </p14:nvContentPartPr>
            <p14:xfrm>
              <a:off x="1561320" y="1834200"/>
              <a:ext cx="6184800" cy="3648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C577A1-BD00-409B-A469-3385ACD0D84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51960" y="1824840"/>
                <a:ext cx="6203520" cy="366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065601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3D407-602B-4E1C-9C06-0ACF120B1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Total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3BC99-2D92-4036-BAB0-7FAAC0B2B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999" y="1447800"/>
            <a:ext cx="7798689" cy="3416320"/>
          </a:xfrm>
        </p:spPr>
        <p:txBody>
          <a:bodyPr/>
          <a:lstStyle/>
          <a:p>
            <a:r>
              <a:rPr lang="en-US" dirty="0"/>
              <a:t>Some relationships always give </a:t>
            </a:r>
            <a:r>
              <a:rPr lang="en-US" b="1" dirty="0">
                <a:solidFill>
                  <a:srgbClr val="FF0000"/>
                </a:solidFill>
              </a:rPr>
              <a:t>exactly one answer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for each object.</a:t>
            </a:r>
          </a:p>
          <a:p>
            <a:r>
              <a:rPr lang="en-US" dirty="0"/>
              <a:t>	Example: “left leg” of a person.</a:t>
            </a:r>
          </a:p>
          <a:p>
            <a:r>
              <a:rPr lang="en-US" dirty="0"/>
              <a:t>	For every person, there is </a:t>
            </a:r>
            <a:r>
              <a:rPr lang="en-US" b="1" dirty="0">
                <a:solidFill>
                  <a:srgbClr val="FF0000"/>
                </a:solidFill>
              </a:rPr>
              <a:t>one and only one</a:t>
            </a:r>
            <a:r>
              <a:rPr lang="en-US" dirty="0"/>
              <a:t> left leg.</a:t>
            </a:r>
          </a:p>
          <a:p>
            <a:r>
              <a:rPr lang="en-US" dirty="0"/>
              <a:t>	So we treat </a:t>
            </a:r>
            <a:r>
              <a:rPr lang="en-US" dirty="0">
                <a:solidFill>
                  <a:srgbClr val="FF0000"/>
                </a:solidFill>
              </a:rPr>
              <a:t>left leg </a:t>
            </a:r>
            <a:r>
              <a:rPr lang="en-US" dirty="0"/>
              <a:t>like a </a:t>
            </a:r>
            <a:r>
              <a:rPr lang="en-US" b="1" dirty="0">
                <a:solidFill>
                  <a:srgbClr val="FF0000"/>
                </a:solidFill>
              </a:rPr>
              <a:t>function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20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Leftleg</a:t>
            </a: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Richard → Richard’s left leg (Richard maps to Richard’s left leg.)</a:t>
            </a: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King John → John’s left leg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101B98-78CD-4E65-9EB3-9747259447B9}"/>
              </a:ext>
            </a:extLst>
          </p:cNvPr>
          <p:cNvSpPr/>
          <p:nvPr/>
        </p:nvSpPr>
        <p:spPr>
          <a:xfrm>
            <a:off x="940688" y="4876800"/>
            <a:ext cx="7620000" cy="1477328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first-order logic treats something as a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must return a result for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every input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even when the input is odd.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7B7154-46EE-4995-A4FD-30C103F9DFF0}"/>
                  </a:ext>
                </a:extLst>
              </p14:cNvPr>
              <p14:cNvContentPartPr/>
              <p14:nvPr/>
            </p14:nvContentPartPr>
            <p14:xfrm>
              <a:off x="1054800" y="2517120"/>
              <a:ext cx="5440680" cy="3586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7B7154-46EE-4995-A4FD-30C103F9DF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5440" y="2507760"/>
                <a:ext cx="5459400" cy="360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898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589F0-7482-4192-AB27-1EE4ED068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Symbols and interpretations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8510C-19E0-40FF-A3DB-425BA4D9B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447800"/>
            <a:ext cx="8534400" cy="3323987"/>
          </a:xfrm>
        </p:spPr>
        <p:txBody>
          <a:bodyPr/>
          <a:lstStyle/>
          <a:p>
            <a:r>
              <a:rPr lang="en-US" dirty="0"/>
              <a:t>The basic syntactic elements of first-order logic are </a:t>
            </a:r>
            <a:r>
              <a:rPr lang="en-US" dirty="0">
                <a:solidFill>
                  <a:srgbClr val="FF0000"/>
                </a:solidFill>
              </a:rPr>
              <a:t>the symbols </a:t>
            </a:r>
            <a:r>
              <a:rPr lang="en-US" dirty="0"/>
              <a:t>that stand for objects, relations, and functions. </a:t>
            </a:r>
          </a:p>
          <a:p>
            <a:r>
              <a:rPr lang="en-US" dirty="0"/>
              <a:t>The symbols, therefore, come in three kinds</a:t>
            </a:r>
          </a:p>
          <a:p>
            <a:pPr marL="342900" indent="-342900">
              <a:buFontTx/>
              <a:buChar char="-"/>
            </a:pPr>
            <a:r>
              <a:rPr lang="en-US" b="1" dirty="0"/>
              <a:t>constant symbols</a:t>
            </a:r>
            <a:r>
              <a:rPr lang="en-US" dirty="0"/>
              <a:t>, which stand for objects</a:t>
            </a:r>
          </a:p>
          <a:p>
            <a:pPr marL="342900" indent="-342900">
              <a:buFontTx/>
              <a:buChar char="-"/>
            </a:pPr>
            <a:r>
              <a:rPr lang="en-US" dirty="0"/>
              <a:t> </a:t>
            </a:r>
            <a:r>
              <a:rPr lang="en-US" b="1" dirty="0"/>
              <a:t>predicate symbols</a:t>
            </a:r>
            <a:r>
              <a:rPr lang="en-US" dirty="0"/>
              <a:t>, which stand for relations</a:t>
            </a:r>
          </a:p>
          <a:p>
            <a:pPr marL="342900" indent="-342900">
              <a:buFontTx/>
              <a:buChar char="-"/>
            </a:pPr>
            <a:r>
              <a:rPr lang="en-US" b="1" dirty="0"/>
              <a:t>function symbols</a:t>
            </a:r>
            <a:r>
              <a:rPr lang="en-US" dirty="0"/>
              <a:t>, which stand for functions. </a:t>
            </a:r>
          </a:p>
          <a:p>
            <a:pPr marL="342900" indent="-342900">
              <a:buFontTx/>
              <a:buChar char="-"/>
            </a:pPr>
            <a:endParaRPr lang="en-US" dirty="0"/>
          </a:p>
          <a:p>
            <a:r>
              <a:rPr lang="en-US" dirty="0"/>
              <a:t>We adopt the convention that these symbols will begin with</a:t>
            </a:r>
          </a:p>
          <a:p>
            <a:r>
              <a:rPr lang="en-IN" dirty="0"/>
              <a:t>uppercase letters.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218A04-49BA-45D8-A171-54ABD3FF257E}"/>
              </a:ext>
            </a:extLst>
          </p:cNvPr>
          <p:cNvSpPr/>
          <p:nvPr/>
        </p:nvSpPr>
        <p:spPr>
          <a:xfrm>
            <a:off x="914400" y="4798496"/>
            <a:ext cx="792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Here, constant symbols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Richard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John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predicate symbols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Brother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OnHead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Crown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the function symbol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LeftLeg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4C70819-B17D-44DD-AC50-BBD02509F4EA}"/>
                  </a:ext>
                </a:extLst>
              </p14:cNvPr>
              <p14:cNvContentPartPr/>
              <p14:nvPr/>
            </p14:nvContentPartPr>
            <p14:xfrm>
              <a:off x="637200" y="2133360"/>
              <a:ext cx="5239440" cy="4625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4C70819-B17D-44DD-AC50-BBD02509F4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7840" y="2124000"/>
                <a:ext cx="5258160" cy="464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56438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DD33A-231C-4272-A5DB-820F3157D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5EBDD-F0C4-447C-8B51-4360048B1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400" y="1371600"/>
            <a:ext cx="8229600" cy="4062651"/>
          </a:xfrm>
        </p:spPr>
        <p:txBody>
          <a:bodyPr/>
          <a:lstStyle/>
          <a:p>
            <a:r>
              <a:rPr lang="en-IN" b="1" dirty="0"/>
              <a:t>intended interpretation</a:t>
            </a:r>
            <a:r>
              <a:rPr lang="en-IN" dirty="0"/>
              <a:t>—is as follows:</a:t>
            </a:r>
          </a:p>
          <a:p>
            <a:r>
              <a:rPr lang="en-US" dirty="0"/>
              <a:t>• </a:t>
            </a:r>
            <a:r>
              <a:rPr lang="en-US" i="1" dirty="0">
                <a:solidFill>
                  <a:srgbClr val="FF0000"/>
                </a:solidFill>
              </a:rPr>
              <a:t>Richard</a:t>
            </a:r>
            <a:r>
              <a:rPr lang="en-US" dirty="0"/>
              <a:t> refers to Richard the Lionheart and </a:t>
            </a:r>
            <a:r>
              <a:rPr lang="en-US" i="1" dirty="0">
                <a:solidFill>
                  <a:srgbClr val="FF0000"/>
                </a:solidFill>
              </a:rPr>
              <a:t>John</a:t>
            </a:r>
            <a:r>
              <a:rPr lang="en-US" dirty="0"/>
              <a:t> refers to the evil King John.</a:t>
            </a:r>
          </a:p>
          <a:p>
            <a:r>
              <a:rPr lang="en-US" dirty="0"/>
              <a:t>• </a:t>
            </a:r>
            <a:r>
              <a:rPr lang="en-US" i="1" dirty="0">
                <a:solidFill>
                  <a:srgbClr val="FF0000"/>
                </a:solidFill>
              </a:rPr>
              <a:t>Brother</a:t>
            </a:r>
            <a:r>
              <a:rPr lang="en-US" dirty="0"/>
              <a:t> refers to the brotherhood relation, that is, the set of tuples of objects given in</a:t>
            </a:r>
          </a:p>
          <a:p>
            <a:r>
              <a:rPr lang="en-US" i="1" dirty="0" err="1">
                <a:solidFill>
                  <a:srgbClr val="FF0000"/>
                </a:solidFill>
              </a:rPr>
              <a:t>OnHead</a:t>
            </a:r>
            <a:r>
              <a:rPr lang="en-US" dirty="0"/>
              <a:t> refers to the “on head” relation that holds between the crown and King John;</a:t>
            </a:r>
          </a:p>
          <a:p>
            <a:r>
              <a:rPr lang="en-US" dirty="0"/>
              <a:t> </a:t>
            </a:r>
            <a:r>
              <a:rPr lang="en-US" i="1" dirty="0">
                <a:solidFill>
                  <a:srgbClr val="FF0000"/>
                </a:solidFill>
              </a:rPr>
              <a:t>Person</a:t>
            </a:r>
            <a:r>
              <a:rPr lang="en-US" dirty="0"/>
              <a:t>, </a:t>
            </a:r>
            <a:r>
              <a:rPr lang="en-US" i="1" dirty="0">
                <a:solidFill>
                  <a:srgbClr val="FF0000"/>
                </a:solidFill>
              </a:rPr>
              <a:t>King</a:t>
            </a:r>
            <a:r>
              <a:rPr lang="en-US" dirty="0"/>
              <a:t>, and </a:t>
            </a:r>
            <a:r>
              <a:rPr lang="en-US" i="1" dirty="0">
                <a:solidFill>
                  <a:srgbClr val="FF0000"/>
                </a:solidFill>
              </a:rPr>
              <a:t>Crown</a:t>
            </a:r>
            <a:r>
              <a:rPr lang="en-US" dirty="0"/>
              <a:t> refer to the sets of objects that are persons, </a:t>
            </a:r>
            <a:r>
              <a:rPr lang="en-IN" dirty="0"/>
              <a:t>kings, and crowns.</a:t>
            </a:r>
          </a:p>
          <a:p>
            <a:r>
              <a:rPr lang="en-US" dirty="0"/>
              <a:t>• </a:t>
            </a:r>
            <a:r>
              <a:rPr lang="en-US" i="1" dirty="0" err="1">
                <a:solidFill>
                  <a:srgbClr val="FF0000"/>
                </a:solidFill>
              </a:rPr>
              <a:t>LeftLeg</a:t>
            </a:r>
            <a:r>
              <a:rPr lang="en-US" dirty="0"/>
              <a:t> refers to the “left leg” function, that is, the mapping given in previous section.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1765F84-CAAB-4573-81E0-6504BC76068A}"/>
                  </a:ext>
                </a:extLst>
              </p14:cNvPr>
              <p14:cNvContentPartPr/>
              <p14:nvPr/>
            </p14:nvContentPartPr>
            <p14:xfrm>
              <a:off x="368640" y="2055600"/>
              <a:ext cx="5208480" cy="3045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1765F84-CAAB-4573-81E0-6504BC7606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9280" y="2046240"/>
                <a:ext cx="5227200" cy="306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473320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5339" y="1245231"/>
            <a:ext cx="7959090" cy="3933897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81000" marR="278130" indent="-343535">
              <a:lnSpc>
                <a:spcPct val="100000"/>
              </a:lnSpc>
              <a:spcBef>
                <a:spcPts val="58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81000" algn="l"/>
                <a:tab pos="2658110" algn="l"/>
              </a:tabLst>
            </a:pPr>
            <a:r>
              <a:rPr lang="en-IN" sz="2400" b="1" dirty="0">
                <a:latin typeface="Times New Roman"/>
                <a:cs typeface="Times New Roman"/>
              </a:rPr>
              <a:t>Term- </a:t>
            </a:r>
            <a:r>
              <a:rPr lang="en-US" sz="2400" dirty="0">
                <a:latin typeface="Times New Roman"/>
                <a:cs typeface="Times New Roman"/>
              </a:rPr>
              <a:t>A term is a logical expression that refers to an object. Constant symbols are therefore terms</a:t>
            </a:r>
            <a:endParaRPr lang="en-IN" sz="2400" dirty="0">
              <a:latin typeface="Times New Roman"/>
              <a:cs typeface="Times New Roman"/>
            </a:endParaRPr>
          </a:p>
          <a:p>
            <a:pPr marL="381000" marR="278130" indent="-343535">
              <a:lnSpc>
                <a:spcPct val="100000"/>
              </a:lnSpc>
              <a:spcBef>
                <a:spcPts val="58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81000" algn="l"/>
                <a:tab pos="2658110" algn="l"/>
              </a:tabLst>
            </a:pPr>
            <a:r>
              <a:rPr sz="2400" b="1" dirty="0">
                <a:latin typeface="Times New Roman"/>
                <a:cs typeface="Times New Roman"/>
              </a:rPr>
              <a:t>Atomic</a:t>
            </a:r>
            <a:r>
              <a:rPr sz="2400" b="1" spc="-7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sentence</a:t>
            </a:r>
            <a:r>
              <a:rPr sz="2400" b="1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formed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predicate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symbol </a:t>
            </a:r>
            <a:r>
              <a:rPr sz="2400" dirty="0">
                <a:latin typeface="Times New Roman"/>
                <a:cs typeface="Times New Roman"/>
              </a:rPr>
              <a:t>optionally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followed 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parenthesized</a:t>
            </a:r>
            <a:r>
              <a:rPr sz="2400" spc="-4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list</a:t>
            </a:r>
            <a:r>
              <a:rPr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/>
                <a:cs typeface="Times New Roman"/>
              </a:rPr>
              <a:t>of</a:t>
            </a:r>
            <a:r>
              <a:rPr sz="2400" spc="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terms/objects</a:t>
            </a:r>
            <a:r>
              <a:rPr sz="2400" spc="-10" dirty="0">
                <a:latin typeface="Times New Roman"/>
                <a:cs typeface="Times New Roman"/>
              </a:rPr>
              <a:t>.</a:t>
            </a:r>
            <a:endParaRPr sz="2400" dirty="0">
              <a:latin typeface="Times New Roman"/>
              <a:cs typeface="Times New Roman"/>
            </a:endParaRPr>
          </a:p>
          <a:p>
            <a:pPr marL="9525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Atomic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sentence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i="1" dirty="0">
                <a:solidFill>
                  <a:srgbClr val="3300FF"/>
                </a:solidFill>
                <a:latin typeface="Times New Roman"/>
                <a:cs typeface="Times New Roman"/>
              </a:rPr>
              <a:t>predicate</a:t>
            </a:r>
            <a:r>
              <a:rPr sz="2400" i="1" spc="-25" dirty="0">
                <a:solidFill>
                  <a:srgbClr val="3300FF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3300FF"/>
                </a:solidFill>
                <a:latin typeface="Times New Roman"/>
                <a:cs typeface="Times New Roman"/>
              </a:rPr>
              <a:t>(</a:t>
            </a:r>
            <a:r>
              <a:rPr sz="2400" i="1" spc="-10" dirty="0">
                <a:solidFill>
                  <a:srgbClr val="3300FF"/>
                </a:solidFill>
                <a:latin typeface="Times New Roman"/>
                <a:cs typeface="Times New Roman"/>
              </a:rPr>
              <a:t>term</a:t>
            </a:r>
            <a:r>
              <a:rPr sz="2400" i="1" spc="-15" baseline="-20833" dirty="0">
                <a:solidFill>
                  <a:srgbClr val="3300FF"/>
                </a:solidFill>
                <a:latin typeface="Times New Roman"/>
                <a:cs typeface="Times New Roman"/>
              </a:rPr>
              <a:t>1</a:t>
            </a:r>
            <a:r>
              <a:rPr sz="2400" spc="-10" dirty="0">
                <a:solidFill>
                  <a:srgbClr val="3300FF"/>
                </a:solidFill>
                <a:latin typeface="Times New Roman"/>
                <a:cs typeface="Times New Roman"/>
              </a:rPr>
              <a:t>,...,</a:t>
            </a:r>
            <a:r>
              <a:rPr sz="2400" i="1" spc="-10" dirty="0">
                <a:solidFill>
                  <a:srgbClr val="3300FF"/>
                </a:solidFill>
                <a:latin typeface="Times New Roman"/>
                <a:cs typeface="Times New Roman"/>
              </a:rPr>
              <a:t>term</a:t>
            </a:r>
            <a:r>
              <a:rPr sz="2400" i="1" spc="-15" baseline="-20833" dirty="0">
                <a:solidFill>
                  <a:srgbClr val="3300FF"/>
                </a:solidFill>
                <a:latin typeface="Times New Roman"/>
                <a:cs typeface="Times New Roman"/>
              </a:rPr>
              <a:t>n</a:t>
            </a:r>
            <a:r>
              <a:rPr sz="2400" spc="-10" dirty="0">
                <a:solidFill>
                  <a:srgbClr val="3300FF"/>
                </a:solidFill>
                <a:latin typeface="Times New Roman"/>
                <a:cs typeface="Times New Roman"/>
              </a:rPr>
              <a:t>)</a:t>
            </a:r>
            <a:endParaRPr sz="2400" dirty="0">
              <a:latin typeface="Times New Roman"/>
              <a:cs typeface="Times New Roman"/>
            </a:endParaRPr>
          </a:p>
          <a:p>
            <a:pPr marL="381000" indent="-342900">
              <a:lnSpc>
                <a:spcPct val="100000"/>
              </a:lnSpc>
              <a:spcBef>
                <a:spcPts val="5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81000" algn="l"/>
              </a:tabLst>
            </a:pPr>
            <a:r>
              <a:rPr sz="2400" spc="-25" dirty="0">
                <a:latin typeface="Times New Roman"/>
                <a:cs typeface="Times New Roman"/>
              </a:rPr>
              <a:t>Ex:</a:t>
            </a:r>
            <a:endParaRPr sz="2400" dirty="0">
              <a:latin typeface="Times New Roman"/>
              <a:cs typeface="Times New Roman"/>
            </a:endParaRPr>
          </a:p>
          <a:p>
            <a:pPr marL="1409700">
              <a:lnSpc>
                <a:spcPct val="100000"/>
              </a:lnSpc>
              <a:spcBef>
                <a:spcPts val="480"/>
              </a:spcBef>
            </a:pPr>
            <a:r>
              <a:rPr sz="2400" spc="-10" dirty="0">
                <a:latin typeface="Arial MT"/>
                <a:cs typeface="Arial MT"/>
              </a:rPr>
              <a:t>Brother(Richard,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John)</a:t>
            </a:r>
            <a:endParaRPr sz="2400" dirty="0">
              <a:latin typeface="Arial MT"/>
              <a:cs typeface="Arial MT"/>
            </a:endParaRPr>
          </a:p>
          <a:p>
            <a:pPr marL="1403350" marR="30480" indent="7620">
              <a:lnSpc>
                <a:spcPts val="3990"/>
              </a:lnSpc>
            </a:pPr>
            <a:r>
              <a:rPr sz="2400" spc="-10" dirty="0">
                <a:latin typeface="Arial MT"/>
                <a:cs typeface="Arial MT"/>
              </a:rPr>
              <a:t>Married(Father(Richard),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Mother(John)) </a:t>
            </a:r>
            <a:r>
              <a:rPr sz="2400" dirty="0">
                <a:latin typeface="Arial MT"/>
                <a:cs typeface="Arial MT"/>
              </a:rPr>
              <a:t>Brother(Richard,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John)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dirty="0">
                <a:latin typeface="Cambria Math"/>
                <a:cs typeface="Cambria Math"/>
              </a:rPr>
              <a:t>∧</a:t>
            </a:r>
            <a:r>
              <a:rPr sz="2400" spc="30" dirty="0">
                <a:latin typeface="Cambria Math"/>
                <a:cs typeface="Cambria Math"/>
              </a:rPr>
              <a:t> </a:t>
            </a:r>
            <a:r>
              <a:rPr sz="2400" dirty="0">
                <a:latin typeface="Arial MT"/>
                <a:cs typeface="Arial MT"/>
              </a:rPr>
              <a:t>Brother(John,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Richard)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39065">
              <a:lnSpc>
                <a:spcPct val="100000"/>
              </a:lnSpc>
              <a:spcBef>
                <a:spcPts val="95"/>
              </a:spcBef>
            </a:pPr>
            <a:r>
              <a:rPr dirty="0"/>
              <a:t>Predicate</a:t>
            </a:r>
            <a:r>
              <a:rPr spc="-130" dirty="0"/>
              <a:t> </a:t>
            </a:r>
            <a:r>
              <a:rPr spc="-10" dirty="0"/>
              <a:t>Logic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D640D9-D36A-42B7-A50E-CB333DE99F65}"/>
              </a:ext>
            </a:extLst>
          </p:cNvPr>
          <p:cNvSpPr/>
          <p:nvPr/>
        </p:nvSpPr>
        <p:spPr>
          <a:xfrm>
            <a:off x="914399" y="5275402"/>
            <a:ext cx="786002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atomic sentence is </a:t>
            </a:r>
            <a:r>
              <a:rPr lang="en-US" sz="2400" b="1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</a:t>
            </a:r>
            <a:r>
              <a:rPr lang="en-US" sz="2400" b="0" i="1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given model if the relation referred to by the predicate symbol holds among the objects referred to by the arguments.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20DCF39-04D4-4CDC-BC84-9595FED5D04B}"/>
                  </a:ext>
                </a:extLst>
              </p14:cNvPr>
              <p14:cNvContentPartPr/>
              <p14:nvPr/>
            </p14:nvContentPartPr>
            <p14:xfrm>
              <a:off x="-115200" y="2941920"/>
              <a:ext cx="8627400" cy="37882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20DCF39-04D4-4CDC-BC84-9595FED5D04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-124560" y="2932560"/>
                <a:ext cx="8646120" cy="380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85299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Syntax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FOL:</a:t>
            </a:r>
            <a:r>
              <a:rPr spc="-80" dirty="0"/>
              <a:t> </a:t>
            </a:r>
            <a:r>
              <a:rPr dirty="0"/>
              <a:t>Basic</a:t>
            </a:r>
            <a:r>
              <a:rPr spc="-80" dirty="0"/>
              <a:t> </a:t>
            </a:r>
            <a:r>
              <a:rPr spc="-10" dirty="0"/>
              <a:t>elements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9644" y="1470405"/>
            <a:ext cx="701992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syntactic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elements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FOL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symbols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that </a:t>
            </a:r>
            <a:r>
              <a:rPr sz="2400" dirty="0">
                <a:latin typeface="Times New Roman"/>
                <a:cs typeface="Times New Roman"/>
              </a:rPr>
              <a:t>stand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objects,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relations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&amp;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functions.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/>
              <a:t>Constants</a:t>
            </a:r>
            <a:r>
              <a:rPr spc="-30" dirty="0"/>
              <a:t> </a:t>
            </a:r>
            <a:r>
              <a:rPr dirty="0"/>
              <a:t>(stand</a:t>
            </a:r>
            <a:r>
              <a:rPr spc="-35" dirty="0"/>
              <a:t> </a:t>
            </a:r>
            <a:r>
              <a:rPr dirty="0"/>
              <a:t>for</a:t>
            </a:r>
            <a:r>
              <a:rPr spc="-15" dirty="0"/>
              <a:t> </a:t>
            </a:r>
            <a:r>
              <a:rPr spc="-10" dirty="0"/>
              <a:t>objects)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/>
              <a:t>Predicates</a:t>
            </a:r>
            <a:r>
              <a:rPr spc="-45" dirty="0"/>
              <a:t> </a:t>
            </a:r>
            <a:r>
              <a:rPr dirty="0"/>
              <a:t>(stand</a:t>
            </a:r>
            <a:r>
              <a:rPr spc="-40" dirty="0"/>
              <a:t> </a:t>
            </a:r>
            <a:r>
              <a:rPr dirty="0"/>
              <a:t>for</a:t>
            </a:r>
            <a:r>
              <a:rPr spc="-5" dirty="0"/>
              <a:t> </a:t>
            </a:r>
            <a:r>
              <a:rPr spc="-10" dirty="0"/>
              <a:t>relation)</a:t>
            </a:r>
          </a:p>
          <a:p>
            <a:pPr marL="354965" indent="-342265">
              <a:lnSpc>
                <a:spcPct val="100000"/>
              </a:lnSpc>
              <a:spcBef>
                <a:spcPts val="5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dirty="0"/>
              <a:t>Functions</a:t>
            </a:r>
            <a:r>
              <a:rPr spc="-15" dirty="0"/>
              <a:t> </a:t>
            </a:r>
            <a:r>
              <a:rPr dirty="0"/>
              <a:t>(stand</a:t>
            </a:r>
            <a:r>
              <a:rPr spc="-25" dirty="0"/>
              <a:t> </a:t>
            </a:r>
            <a:r>
              <a:rPr dirty="0"/>
              <a:t>for </a:t>
            </a:r>
            <a:r>
              <a:rPr spc="-10" dirty="0"/>
              <a:t>function)</a:t>
            </a: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pc="-10" dirty="0"/>
              <a:t>Variables</a:t>
            </a:r>
          </a:p>
          <a:p>
            <a:pPr marL="354965" indent="-342265">
              <a:lnSpc>
                <a:spcPct val="100000"/>
              </a:lnSpc>
              <a:spcBef>
                <a:spcPts val="59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pc="-10" dirty="0"/>
              <a:t>Connectives</a:t>
            </a:r>
          </a:p>
          <a:p>
            <a:pPr marL="354965" indent="-342265">
              <a:lnSpc>
                <a:spcPct val="100000"/>
              </a:lnSpc>
              <a:spcBef>
                <a:spcPts val="56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pc="-10" dirty="0"/>
              <a:t>Equality</a:t>
            </a:r>
          </a:p>
          <a:p>
            <a:pPr marL="354965" indent="-342265">
              <a:lnSpc>
                <a:spcPct val="100000"/>
              </a:lnSpc>
              <a:spcBef>
                <a:spcPts val="59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pc="-10" dirty="0"/>
              <a:t>Quantifiers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642228" y="2458338"/>
            <a:ext cx="2225040" cy="31000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dirty="0">
                <a:latin typeface="Times New Roman"/>
                <a:cs typeface="Times New Roman"/>
              </a:rPr>
              <a:t>S</a:t>
            </a:r>
            <a:r>
              <a:rPr lang="en-IN" sz="2400" dirty="0" err="1">
                <a:latin typeface="Times New Roman"/>
                <a:cs typeface="Times New Roman"/>
              </a:rPr>
              <a:t>usan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A,</a:t>
            </a:r>
            <a:r>
              <a:rPr sz="2400" spc="-10" dirty="0">
                <a:latin typeface="Times New Roman"/>
                <a:cs typeface="Times New Roman"/>
              </a:rPr>
              <a:t> B,... </a:t>
            </a:r>
            <a:r>
              <a:rPr sz="2400" dirty="0">
                <a:latin typeface="Times New Roman"/>
                <a:cs typeface="Times New Roman"/>
              </a:rPr>
              <a:t>Brother,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Round,... FatherOf,...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400" dirty="0">
                <a:latin typeface="Times New Roman"/>
                <a:cs typeface="Times New Roman"/>
              </a:rPr>
              <a:t>x, y, a, </a:t>
            </a:r>
            <a:r>
              <a:rPr sz="2400" spc="-10" dirty="0">
                <a:latin typeface="Times New Roman"/>
                <a:cs typeface="Times New Roman"/>
              </a:rPr>
              <a:t>b,...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Symbol"/>
                <a:cs typeface="Symbol"/>
              </a:rPr>
              <a:t>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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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Symbol"/>
                <a:cs typeface="Symbol"/>
              </a:rPr>
              <a:t>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Symbol"/>
                <a:cs typeface="Symbol"/>
              </a:rPr>
              <a:t></a:t>
            </a:r>
            <a:endParaRPr sz="2400" dirty="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400" spc="-50" dirty="0">
                <a:latin typeface="Times New Roman"/>
                <a:cs typeface="Times New Roman"/>
              </a:rPr>
              <a:t>=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Times New Roman"/>
                <a:cs typeface="Times New Roman"/>
              </a:rPr>
              <a:t>,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Symbol"/>
                <a:cs typeface="Symbol"/>
              </a:rPr>
              <a:t></a:t>
            </a:r>
            <a:endParaRPr sz="2400" dirty="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Syntax</a:t>
            </a:r>
            <a:r>
              <a:rPr spc="-80" dirty="0"/>
              <a:t> </a:t>
            </a:r>
            <a:r>
              <a:rPr dirty="0"/>
              <a:t>of</a:t>
            </a:r>
            <a:r>
              <a:rPr spc="-80" dirty="0"/>
              <a:t> </a:t>
            </a:r>
            <a:r>
              <a:rPr dirty="0"/>
              <a:t>FOL:</a:t>
            </a:r>
            <a:r>
              <a:rPr spc="-80" dirty="0"/>
              <a:t> </a:t>
            </a:r>
            <a:r>
              <a:rPr dirty="0"/>
              <a:t>Basic</a:t>
            </a:r>
            <a:r>
              <a:rPr spc="-80" dirty="0"/>
              <a:t> </a:t>
            </a:r>
            <a:r>
              <a:rPr spc="-10" dirty="0"/>
              <a:t>elements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66E10A-FD36-4B73-BC49-27A0EF7C4D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476" y="1017269"/>
            <a:ext cx="6281737" cy="56170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77355B6-5369-4364-93FA-6BCF5CD2E893}"/>
                  </a:ext>
                </a:extLst>
              </p14:cNvPr>
              <p14:cNvContentPartPr/>
              <p14:nvPr/>
            </p14:nvContentPartPr>
            <p14:xfrm>
              <a:off x="3033360" y="1188360"/>
              <a:ext cx="4228560" cy="55281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77355B6-5369-4364-93FA-6BCF5CD2E89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24000" y="1179000"/>
                <a:ext cx="4247280" cy="554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415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A70B-301A-492A-AE8B-CB4578CA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194" y="372842"/>
            <a:ext cx="7262495" cy="635000"/>
          </a:xfrm>
        </p:spPr>
        <p:txBody>
          <a:bodyPr/>
          <a:lstStyle/>
          <a:p>
            <a:r>
              <a:rPr lang="en-IN" dirty="0"/>
              <a:t>Atomic Sentence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946A8-0F0A-4F32-8BF9-354691491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29052"/>
            <a:ext cx="7921564" cy="9274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AF76E8-E053-4098-A101-ADC09C94DB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398" y="2147318"/>
            <a:ext cx="5425602" cy="15774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5C1C36-D582-4DC4-A69A-E900C6FF8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2438400"/>
            <a:ext cx="3276600" cy="10880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71ECFA-2946-47A7-BDE6-FC0D01D891C8}"/>
              </a:ext>
            </a:extLst>
          </p:cNvPr>
          <p:cNvSpPr txBox="1"/>
          <p:nvPr/>
        </p:nvSpPr>
        <p:spPr>
          <a:xfrm>
            <a:off x="685800" y="3777542"/>
            <a:ext cx="347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It is raining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950B0-79ED-456A-B1A6-8A5850232A8F}"/>
              </a:ext>
            </a:extLst>
          </p:cNvPr>
          <p:cNvSpPr txBox="1"/>
          <p:nvPr/>
        </p:nvSpPr>
        <p:spPr>
          <a:xfrm>
            <a:off x="696012" y="4292773"/>
            <a:ext cx="347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Alice is tall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09BD88-9D2A-4DBD-AB03-08A305BD4FB1}"/>
              </a:ext>
            </a:extLst>
          </p:cNvPr>
          <p:cNvSpPr txBox="1"/>
          <p:nvPr/>
        </p:nvSpPr>
        <p:spPr>
          <a:xfrm>
            <a:off x="685799" y="4807218"/>
            <a:ext cx="347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Tom loves Jerry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E0A13A-B665-4CEB-88CE-68B70734136B}"/>
              </a:ext>
            </a:extLst>
          </p:cNvPr>
          <p:cNvSpPr txBox="1"/>
          <p:nvPr/>
        </p:nvSpPr>
        <p:spPr>
          <a:xfrm>
            <a:off x="655947" y="5393179"/>
            <a:ext cx="4953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Alice is between Bob and Carol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62FFE16-0E16-42F5-AC4F-21268F67C7F0}"/>
              </a:ext>
            </a:extLst>
          </p:cNvPr>
          <p:cNvSpPr txBox="1"/>
          <p:nvPr/>
        </p:nvSpPr>
        <p:spPr>
          <a:xfrm>
            <a:off x="838200" y="5981491"/>
            <a:ext cx="34714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Alice's father is Bob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C53D6E-899A-40A9-835D-5A46F92756EB}"/>
                  </a:ext>
                </a:extLst>
              </p14:cNvPr>
              <p14:cNvContentPartPr/>
              <p14:nvPr/>
            </p14:nvContentPartPr>
            <p14:xfrm>
              <a:off x="2279160" y="1650960"/>
              <a:ext cx="5980680" cy="5001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C53D6E-899A-40A9-835D-5A46F92756E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69800" y="1641600"/>
                <a:ext cx="5999400" cy="501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3808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1A70B-301A-492A-AE8B-CB4578CA1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194" y="372842"/>
            <a:ext cx="7262495" cy="635000"/>
          </a:xfrm>
        </p:spPr>
        <p:txBody>
          <a:bodyPr/>
          <a:lstStyle/>
          <a:p>
            <a:r>
              <a:rPr lang="en-IN" dirty="0"/>
              <a:t>Complex Sentence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A5A957-8D75-4D6A-9509-ACD60D00B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091116"/>
            <a:ext cx="6781800" cy="29742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62E2723-8FA7-40D5-AAAE-58A4B6FFAF62}"/>
              </a:ext>
            </a:extLst>
          </p:cNvPr>
          <p:cNvSpPr txBox="1"/>
          <p:nvPr/>
        </p:nvSpPr>
        <p:spPr>
          <a:xfrm>
            <a:off x="1143000" y="4495800"/>
            <a:ext cx="541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Alice is tall and smart then she is happy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D56B233-A332-414A-B72F-1A57AF7F41E7}"/>
                  </a:ext>
                </a:extLst>
              </p14:cNvPr>
              <p14:cNvContentPartPr/>
              <p14:nvPr/>
            </p14:nvContentPartPr>
            <p14:xfrm>
              <a:off x="1094040" y="4514760"/>
              <a:ext cx="7164000" cy="10188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D56B233-A332-414A-B72F-1A57AF7F41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84680" y="4505400"/>
                <a:ext cx="7182720" cy="1037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25663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Universal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Existential</a:t>
            </a:r>
            <a:r>
              <a:rPr spc="-145" dirty="0"/>
              <a:t> </a:t>
            </a:r>
            <a:r>
              <a:rPr spc="-10" dirty="0"/>
              <a:t>quantifier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06837"/>
            <a:ext cx="8312150" cy="2229456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5"/>
              </a:spcBef>
              <a:buClr>
                <a:srgbClr val="0097CA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Quantifiers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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</a:t>
            </a:r>
            <a:endParaRPr sz="2800" dirty="0">
              <a:latin typeface="Symbol"/>
              <a:cs typeface="Symbol"/>
            </a:endParaRPr>
          </a:p>
          <a:p>
            <a:pPr marL="756285" lvl="1" indent="-286385">
              <a:lnSpc>
                <a:spcPct val="100000"/>
              </a:lnSpc>
              <a:spcBef>
                <a:spcPts val="305"/>
              </a:spcBef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2400" dirty="0">
                <a:latin typeface="Symbol"/>
                <a:cs typeface="Symbol"/>
              </a:rPr>
              <a:t></a:t>
            </a:r>
            <a:r>
              <a:rPr sz="2400" dirty="0">
                <a:latin typeface="Times New Roman"/>
                <a:cs typeface="Times New Roman"/>
              </a:rPr>
              <a:t> -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 </a:t>
            </a:r>
            <a:r>
              <a:rPr sz="2400" spc="-20" dirty="0">
                <a:latin typeface="Times New Roman"/>
                <a:cs typeface="Times New Roman"/>
              </a:rPr>
              <a:t>all:</a:t>
            </a:r>
            <a:r>
              <a:rPr lang="en-IN" sz="2400" spc="-20" dirty="0">
                <a:latin typeface="Times New Roman"/>
                <a:cs typeface="Times New Roman"/>
              </a:rPr>
              <a:t> make statement about </a:t>
            </a:r>
            <a:r>
              <a:rPr lang="en-IN" sz="2400" spc="-20" dirty="0">
                <a:solidFill>
                  <a:srgbClr val="FF0000"/>
                </a:solidFill>
                <a:latin typeface="Times New Roman"/>
                <a:cs typeface="Times New Roman"/>
              </a:rPr>
              <a:t>every</a:t>
            </a:r>
            <a:r>
              <a:rPr lang="en-IN" sz="2400" spc="-20" dirty="0">
                <a:latin typeface="Times New Roman"/>
                <a:cs typeface="Times New Roman"/>
              </a:rPr>
              <a:t> object</a:t>
            </a:r>
            <a:endParaRPr sz="24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60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000" dirty="0">
                <a:latin typeface="Symbol"/>
                <a:cs typeface="Symbol"/>
              </a:rPr>
              <a:t>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’es,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true”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60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lang="en-IN" sz="2000" i="1" spc="-10" dirty="0">
                <a:latin typeface="Times New Roman"/>
                <a:cs typeface="Times New Roman"/>
              </a:rPr>
              <a:t>P</a:t>
            </a:r>
            <a:r>
              <a:rPr lang="en-IN" sz="2000" spc="-10" dirty="0">
                <a:latin typeface="Times New Roman"/>
                <a:cs typeface="Times New Roman"/>
              </a:rPr>
              <a:t> is true for every object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where P is a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sentence</a:t>
            </a:r>
            <a:endParaRPr sz="20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25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E.g.,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lang="en-IN" sz="2000" spc="-15" dirty="0">
                <a:latin typeface="Times New Roman"/>
                <a:cs typeface="Times New Roman"/>
              </a:rPr>
              <a:t>All humans are mortal</a:t>
            </a:r>
            <a:r>
              <a:rPr sz="2000" spc="-10" dirty="0">
                <a:latin typeface="Times New Roman"/>
                <a:cs typeface="Times New Roman"/>
              </a:rPr>
              <a:t>.</a:t>
            </a:r>
            <a:endParaRPr sz="2000" dirty="0">
              <a:latin typeface="Times New Roman"/>
              <a:cs typeface="Times New Roman"/>
            </a:endParaRPr>
          </a:p>
          <a:p>
            <a:pPr marL="469900" lvl="1">
              <a:lnSpc>
                <a:spcPct val="100000"/>
              </a:lnSpc>
              <a:buClr>
                <a:srgbClr val="CA00CA"/>
              </a:buClr>
              <a:buSzPct val="54166"/>
              <a:tabLst>
                <a:tab pos="756285" algn="l"/>
              </a:tabLst>
            </a:pPr>
            <a:endParaRPr lang="en-IN" sz="2000" dirty="0">
              <a:latin typeface="Times New Roman"/>
              <a:cs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C9B4CD-96B0-4BDE-8ACF-C5263E013F88}"/>
              </a:ext>
            </a:extLst>
          </p:cNvPr>
          <p:cNvSpPr txBox="1"/>
          <p:nvPr/>
        </p:nvSpPr>
        <p:spPr>
          <a:xfrm>
            <a:off x="990600" y="4395531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 studies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78DEFA-3036-4BE0-8C18-4FAC44D474A9}"/>
              </a:ext>
            </a:extLst>
          </p:cNvPr>
          <p:cNvSpPr txBox="1"/>
          <p:nvPr/>
        </p:nvSpPr>
        <p:spPr>
          <a:xfrm>
            <a:off x="1063481" y="5426866"/>
            <a:ext cx="3581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birds can fly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55559D-E675-4565-9024-B3D8429D17A7}"/>
              </a:ext>
            </a:extLst>
          </p:cNvPr>
          <p:cNvSpPr/>
          <p:nvPr/>
        </p:nvSpPr>
        <p:spPr>
          <a:xfrm>
            <a:off x="1143000" y="3456529"/>
            <a:ext cx="9601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800" dirty="0">
                <a:latin typeface="Symbol"/>
                <a:cs typeface="Symbol"/>
              </a:rPr>
              <a:t></a:t>
            </a:r>
            <a:r>
              <a:rPr lang="en-IN" sz="1800" i="1" dirty="0">
                <a:latin typeface="Times New Roman"/>
                <a:cs typeface="Times New Roman"/>
              </a:rPr>
              <a:t>x</a:t>
            </a:r>
            <a:r>
              <a:rPr lang="en-IN" sz="1800" i="1" spc="-20" dirty="0">
                <a:latin typeface="Times New Roman"/>
                <a:cs typeface="Times New Roman"/>
              </a:rPr>
              <a:t> </a:t>
            </a:r>
            <a:r>
              <a:rPr lang="en-IN" sz="1800" i="1" dirty="0">
                <a:latin typeface="Times New Roman"/>
                <a:cs typeface="Times New Roman"/>
              </a:rPr>
              <a:t>P</a:t>
            </a:r>
            <a:r>
              <a:rPr lang="en-IN" sz="1800" dirty="0">
                <a:latin typeface="Times New Roman"/>
                <a:cs typeface="Times New Roman"/>
              </a:rPr>
              <a:t>(</a:t>
            </a:r>
            <a:r>
              <a:rPr lang="en-IN" sz="1800" i="1" dirty="0">
                <a:latin typeface="Times New Roman"/>
                <a:cs typeface="Times New Roman"/>
              </a:rPr>
              <a:t>x</a:t>
            </a:r>
            <a:r>
              <a:rPr lang="en-IN" sz="1800" dirty="0">
                <a:latin typeface="Times New Roman"/>
                <a:cs typeface="Times New Roman"/>
              </a:rPr>
              <a:t>)</a:t>
            </a:r>
            <a:r>
              <a:rPr lang="en-IN" sz="1800" spc="-20" dirty="0">
                <a:latin typeface="Times New Roman"/>
                <a:cs typeface="Times New Roman"/>
              </a:rPr>
              <a:t>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7E8BA9-20AE-4F66-A390-24418546BD72}"/>
                  </a:ext>
                </a:extLst>
              </p14:cNvPr>
              <p14:cNvContentPartPr/>
              <p14:nvPr/>
            </p14:nvContentPartPr>
            <p14:xfrm>
              <a:off x="1113840" y="2202480"/>
              <a:ext cx="5063040" cy="4101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7E8BA9-20AE-4F66-A390-24418546BD7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4480" y="2193120"/>
                <a:ext cx="5081760" cy="4120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Universal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Existential</a:t>
            </a:r>
            <a:r>
              <a:rPr spc="-145" dirty="0"/>
              <a:t> </a:t>
            </a:r>
            <a:r>
              <a:rPr spc="-10" dirty="0"/>
              <a:t>quantifier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06837"/>
            <a:ext cx="8312150" cy="2544927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45"/>
              </a:spcBef>
              <a:buClr>
                <a:srgbClr val="0097CA"/>
              </a:buClr>
              <a:buSzPct val="58928"/>
              <a:buFont typeface="Wingdings"/>
              <a:buChar char=""/>
              <a:tabLst>
                <a:tab pos="354965" algn="l"/>
              </a:tabLst>
            </a:pPr>
            <a:r>
              <a:rPr sz="2800" dirty="0">
                <a:latin typeface="Times New Roman"/>
                <a:cs typeface="Times New Roman"/>
              </a:rPr>
              <a:t>Quantifiers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Symbol"/>
                <a:cs typeface="Symbol"/>
              </a:rPr>
              <a:t>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Symbol"/>
                <a:cs typeface="Symbol"/>
              </a:rPr>
              <a:t></a:t>
            </a:r>
            <a:endParaRPr lang="en-IN" sz="2800" spc="-50" dirty="0">
              <a:latin typeface="Symbol"/>
              <a:cs typeface="Symbol"/>
            </a:endParaRPr>
          </a:p>
          <a:p>
            <a:pPr marL="756285" lvl="1" indent="-286385">
              <a:lnSpc>
                <a:spcPct val="100000"/>
              </a:lnSpc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sz="2400" dirty="0">
                <a:latin typeface="Symbol"/>
                <a:cs typeface="Symbol"/>
              </a:rPr>
              <a:t>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-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10" dirty="0">
                <a:latin typeface="Times New Roman"/>
                <a:cs typeface="Times New Roman"/>
              </a:rPr>
              <a:t> Exists:</a:t>
            </a:r>
            <a:r>
              <a:rPr lang="en-IN" sz="2400" spc="-10" dirty="0">
                <a:latin typeface="Times New Roman"/>
                <a:cs typeface="Times New Roman"/>
              </a:rPr>
              <a:t>make statement about </a:t>
            </a:r>
            <a:r>
              <a:rPr lang="en-IN" sz="2400" spc="-10" dirty="0">
                <a:solidFill>
                  <a:srgbClr val="FF0000"/>
                </a:solidFill>
                <a:latin typeface="Times New Roman"/>
                <a:cs typeface="Times New Roman"/>
              </a:rPr>
              <a:t>some </a:t>
            </a:r>
            <a:r>
              <a:rPr lang="en-IN" sz="2400" spc="-10" dirty="0">
                <a:latin typeface="Times New Roman"/>
                <a:cs typeface="Times New Roman"/>
              </a:rPr>
              <a:t>object</a:t>
            </a:r>
            <a:endParaRPr sz="2400" dirty="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60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000" dirty="0">
                <a:latin typeface="Symbol"/>
                <a:cs typeface="Symbol"/>
              </a:rPr>
              <a:t>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read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“there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exists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such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P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i="1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true”.</a:t>
            </a:r>
            <a:endParaRPr lang="en-IN" sz="2000" spc="-10" dirty="0">
              <a:latin typeface="Times New Roman"/>
              <a:cs typeface="Times New Roman"/>
            </a:endParaRPr>
          </a:p>
          <a:p>
            <a:pPr marL="1155700" lvl="2" indent="-228600">
              <a:spcBef>
                <a:spcPts val="260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lang="en-IN" sz="1800" i="1" dirty="0"/>
              <a:t>P</a:t>
            </a:r>
            <a:r>
              <a:rPr lang="en-IN" sz="1800" dirty="0"/>
              <a:t> is true for </a:t>
            </a:r>
            <a:r>
              <a:rPr lang="en-IN" dirty="0" err="1">
                <a:solidFill>
                  <a:srgbClr val="FF0000"/>
                </a:solidFill>
              </a:rPr>
              <a:t>atleast</a:t>
            </a:r>
            <a:r>
              <a:rPr lang="en-IN" dirty="0">
                <a:solidFill>
                  <a:srgbClr val="FF0000"/>
                </a:solidFill>
              </a:rPr>
              <a:t> one</a:t>
            </a:r>
            <a:r>
              <a:rPr lang="en-IN" sz="1800" dirty="0">
                <a:solidFill>
                  <a:srgbClr val="FF0000"/>
                </a:solidFill>
              </a:rPr>
              <a:t> </a:t>
            </a:r>
            <a:r>
              <a:rPr lang="en-IN" sz="1800" dirty="0"/>
              <a:t>object </a:t>
            </a:r>
            <a:r>
              <a:rPr lang="en-IN" sz="1800" i="1" dirty="0"/>
              <a:t>x, where P is a </a:t>
            </a:r>
            <a:r>
              <a:rPr lang="en-IN" sz="1800" dirty="0"/>
              <a:t>logical sentence</a:t>
            </a:r>
            <a:endParaRPr lang="en-IN" sz="1800" dirty="0">
              <a:effectLst/>
            </a:endParaRPr>
          </a:p>
          <a:p>
            <a:pPr marL="1155700" lvl="2" indent="-228600">
              <a:lnSpc>
                <a:spcPct val="100000"/>
              </a:lnSpc>
              <a:spcBef>
                <a:spcPts val="229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sz="2000" dirty="0">
                <a:latin typeface="Times New Roman"/>
                <a:cs typeface="Times New Roman"/>
              </a:rPr>
              <a:t>E.g.,</a:t>
            </a:r>
            <a:r>
              <a:rPr lang="en-IN" sz="2000" spc="-15" dirty="0">
                <a:latin typeface="Times New Roman"/>
                <a:cs typeface="Times New Roman"/>
              </a:rPr>
              <a:t>Some birds can fly</a:t>
            </a:r>
            <a:endParaRPr sz="20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610"/>
              </a:spcBef>
              <a:buClr>
                <a:srgbClr val="0097CA"/>
              </a:buClr>
              <a:buFont typeface="Wingdings"/>
              <a:buChar char=""/>
            </a:pPr>
            <a:endParaRPr sz="2000" dirty="0">
              <a:latin typeface="Times New Roman"/>
              <a:cs typeface="Times New Roman"/>
            </a:endParaRPr>
          </a:p>
          <a:p>
            <a:pPr marL="469900" lvl="1">
              <a:lnSpc>
                <a:spcPct val="100000"/>
              </a:lnSpc>
              <a:buClr>
                <a:srgbClr val="CA00CA"/>
              </a:buClr>
              <a:buSzPct val="54166"/>
              <a:tabLst>
                <a:tab pos="756285" algn="l"/>
              </a:tabLst>
            </a:pPr>
            <a:endParaRPr lang="en-US" sz="2000" dirty="0">
              <a:latin typeface="Times New Roman"/>
              <a:cs typeface="Times New Roman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26FD6F-A575-4E2F-8B87-9F92717EF41B}"/>
                  </a:ext>
                </a:extLst>
              </p14:cNvPr>
              <p14:cNvContentPartPr/>
              <p14:nvPr/>
            </p14:nvContentPartPr>
            <p14:xfrm>
              <a:off x="1307520" y="2113200"/>
              <a:ext cx="5117760" cy="2263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26FD6F-A575-4E2F-8B87-9F92717EF41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298160" y="2103840"/>
                <a:ext cx="5136480" cy="2282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3826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48033" y="382269"/>
            <a:ext cx="7212656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Universal</a:t>
            </a:r>
            <a:r>
              <a:rPr spc="-114" dirty="0"/>
              <a:t> </a:t>
            </a:r>
            <a:r>
              <a:rPr dirty="0"/>
              <a:t>and</a:t>
            </a:r>
            <a:r>
              <a:rPr spc="-114" dirty="0"/>
              <a:t> </a:t>
            </a:r>
            <a:r>
              <a:rPr dirty="0"/>
              <a:t>Existential</a:t>
            </a:r>
            <a:r>
              <a:rPr spc="-145" dirty="0"/>
              <a:t> </a:t>
            </a:r>
            <a:r>
              <a:rPr spc="-10" dirty="0"/>
              <a:t>quantifier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06837"/>
            <a:ext cx="8312150" cy="368883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lvl="2">
              <a:lnSpc>
                <a:spcPct val="100000"/>
              </a:lnSpc>
              <a:spcBef>
                <a:spcPts val="610"/>
              </a:spcBef>
              <a:buClr>
                <a:srgbClr val="0097CA"/>
              </a:buClr>
              <a:buFont typeface="Wingdings"/>
              <a:buChar char=""/>
            </a:pPr>
            <a:endParaRPr sz="200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lang="en-IN" sz="2400" spc="-55" dirty="0">
                <a:latin typeface="Times New Roman"/>
                <a:cs typeface="Times New Roman"/>
              </a:rPr>
              <a:t>Connections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 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quantifiers:</a:t>
            </a:r>
            <a:endParaRPr lang="en-IN" sz="2400" spc="-10" dirty="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The two quantifiers are actually intimately connected with each other, </a:t>
            </a:r>
            <a:r>
              <a:rPr lang="en-US" sz="2400" dirty="0">
                <a:solidFill>
                  <a:srgbClr val="FF0000"/>
                </a:solidFill>
                <a:latin typeface="Times New Roman"/>
                <a:cs typeface="Times New Roman"/>
              </a:rPr>
              <a:t>through negation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 marL="756285" lvl="1" indent="-286385">
              <a:lnSpc>
                <a:spcPct val="100000"/>
              </a:lnSpc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pPr marL="469900" lvl="1">
              <a:lnSpc>
                <a:spcPct val="100000"/>
              </a:lnSpc>
              <a:buClr>
                <a:srgbClr val="CA00CA"/>
              </a:buClr>
              <a:buSzPct val="54166"/>
              <a:tabLst>
                <a:tab pos="756285" algn="l"/>
              </a:tabLst>
            </a:pP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1800" dirty="0"/>
              <a:t>“</a:t>
            </a:r>
            <a:r>
              <a:rPr lang="en-US" sz="2400" dirty="0">
                <a:latin typeface="Times New Roman"/>
                <a:cs typeface="Times New Roman"/>
              </a:rPr>
              <a:t>Everyone likes ice cream” means that there is no one who does</a:t>
            </a:r>
          </a:p>
          <a:p>
            <a:r>
              <a:rPr lang="en-IN" sz="2400" dirty="0">
                <a:latin typeface="Times New Roman"/>
                <a:cs typeface="Times New Roman"/>
              </a:rPr>
              <a:t>not like ice cream:</a:t>
            </a:r>
          </a:p>
          <a:p>
            <a:endParaRPr lang="en-IN" sz="2400" dirty="0">
              <a:latin typeface="Times New Roman"/>
              <a:cs typeface="Times New Roman"/>
            </a:endParaRPr>
          </a:p>
          <a:p>
            <a:endParaRPr lang="en-IN" sz="2400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DA9DC1-3D85-4268-9F63-8839C064CD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712" y="4566997"/>
            <a:ext cx="8478206" cy="590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9329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9F17-5CCA-4818-BA44-CF35A9224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Universal and Existential quantifier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83551-0CFD-473D-8ED9-EF22B49D6A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0363" y="2009516"/>
            <a:ext cx="7998156" cy="1107996"/>
          </a:xfrm>
        </p:spPr>
        <p:txBody>
          <a:bodyPr/>
          <a:lstStyle/>
          <a:p>
            <a:r>
              <a:rPr lang="en-US" dirty="0"/>
              <a:t>There </a:t>
            </a:r>
            <a:r>
              <a:rPr lang="en-US" b="1" dirty="0"/>
              <a:t>exists</a:t>
            </a:r>
            <a:r>
              <a:rPr lang="en-US" dirty="0"/>
              <a:t> an x such that P(x) is true</a:t>
            </a:r>
            <a:br>
              <a:rPr lang="en-US" dirty="0"/>
            </a:br>
            <a:r>
              <a:rPr lang="en-US" dirty="0"/>
              <a:t>is the same as</a:t>
            </a:r>
            <a:br>
              <a:rPr lang="en-US" dirty="0"/>
            </a:br>
            <a:r>
              <a:rPr lang="en-US" dirty="0"/>
              <a:t>It is </a:t>
            </a:r>
            <a:r>
              <a:rPr lang="en-US" b="1" dirty="0"/>
              <a:t>not true</a:t>
            </a:r>
            <a:r>
              <a:rPr lang="en-US" dirty="0"/>
              <a:t> that P(x) is </a:t>
            </a:r>
            <a:r>
              <a:rPr lang="en-US" b="1" dirty="0"/>
              <a:t>false for all</a:t>
            </a:r>
            <a:r>
              <a:rPr lang="en-US" dirty="0"/>
              <a:t> x.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2E494-56B9-4AA1-B17B-E0900506F432}"/>
              </a:ext>
            </a:extLst>
          </p:cNvPr>
          <p:cNvSpPr/>
          <p:nvPr/>
        </p:nvSpPr>
        <p:spPr>
          <a:xfrm>
            <a:off x="-228600" y="1447800"/>
            <a:ext cx="40790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155700" lvl="2" indent="-228600">
              <a:lnSpc>
                <a:spcPct val="100000"/>
              </a:lnSpc>
              <a:spcBef>
                <a:spcPts val="270"/>
              </a:spcBef>
              <a:buClr>
                <a:srgbClr val="0097CA"/>
              </a:buClr>
              <a:buSzPct val="50000"/>
              <a:buFont typeface="Wingdings"/>
              <a:buChar char=""/>
              <a:tabLst>
                <a:tab pos="1155700" algn="l"/>
              </a:tabLst>
            </a:pPr>
            <a:r>
              <a:rPr lang="en-IN" sz="2400" dirty="0">
                <a:latin typeface="Symbol"/>
                <a:cs typeface="Symbol"/>
              </a:rPr>
              <a:t></a:t>
            </a:r>
            <a:r>
              <a:rPr lang="en-IN" sz="2400" i="1" dirty="0">
                <a:latin typeface="Times New Roman"/>
                <a:cs typeface="Times New Roman"/>
              </a:rPr>
              <a:t>x</a:t>
            </a:r>
            <a:r>
              <a:rPr lang="en-IN" sz="2400" i="1" spc="-20" dirty="0">
                <a:latin typeface="Times New Roman"/>
                <a:cs typeface="Times New Roman"/>
              </a:rPr>
              <a:t> </a:t>
            </a:r>
            <a:r>
              <a:rPr lang="en-IN" sz="2400" i="1" dirty="0">
                <a:latin typeface="Times New Roman"/>
                <a:cs typeface="Times New Roman"/>
              </a:rPr>
              <a:t>P</a:t>
            </a:r>
            <a:r>
              <a:rPr lang="en-IN" sz="2400" dirty="0">
                <a:latin typeface="Times New Roman"/>
                <a:cs typeface="Times New Roman"/>
              </a:rPr>
              <a:t>(</a:t>
            </a:r>
            <a:r>
              <a:rPr lang="en-IN" sz="2400" i="1" dirty="0">
                <a:latin typeface="Times New Roman"/>
                <a:cs typeface="Times New Roman"/>
              </a:rPr>
              <a:t>x</a:t>
            </a:r>
            <a:r>
              <a:rPr lang="en-IN" sz="2400" dirty="0">
                <a:latin typeface="Times New Roman"/>
                <a:cs typeface="Times New Roman"/>
              </a:rPr>
              <a:t>)</a:t>
            </a:r>
            <a:r>
              <a:rPr lang="en-IN" sz="2400" spc="-20" dirty="0">
                <a:latin typeface="Times New Roman"/>
                <a:cs typeface="Times New Roman"/>
              </a:rPr>
              <a:t> </a:t>
            </a:r>
            <a:r>
              <a:rPr lang="en-IN" sz="2400" dirty="0">
                <a:latin typeface="Symbol"/>
                <a:cs typeface="Symbol"/>
              </a:rPr>
              <a:t></a:t>
            </a:r>
            <a:r>
              <a:rPr lang="en-IN" sz="2400" dirty="0">
                <a:latin typeface="Times New Roman"/>
                <a:cs typeface="Times New Roman"/>
              </a:rPr>
              <a:t> ¬</a:t>
            </a:r>
            <a:r>
              <a:rPr lang="en-IN" sz="2400" spc="-15" dirty="0">
                <a:latin typeface="Times New Roman"/>
                <a:cs typeface="Times New Roman"/>
              </a:rPr>
              <a:t> </a:t>
            </a:r>
            <a:r>
              <a:rPr lang="en-IN" sz="2400" spc="-10" dirty="0">
                <a:latin typeface="Times New Roman"/>
                <a:cs typeface="Times New Roman"/>
              </a:rPr>
              <a:t>(</a:t>
            </a:r>
            <a:r>
              <a:rPr lang="en-IN" sz="2400" spc="-10" dirty="0">
                <a:latin typeface="Symbol"/>
                <a:cs typeface="Symbol"/>
              </a:rPr>
              <a:t></a:t>
            </a:r>
            <a:r>
              <a:rPr lang="en-IN" sz="2400" i="1" spc="-10" dirty="0" err="1">
                <a:latin typeface="Times New Roman"/>
                <a:cs typeface="Times New Roman"/>
              </a:rPr>
              <a:t>x</a:t>
            </a:r>
            <a:r>
              <a:rPr lang="en-IN" sz="2400" spc="-10" dirty="0" err="1">
                <a:latin typeface="Times New Roman"/>
                <a:cs typeface="Times New Roman"/>
              </a:rPr>
              <a:t>¬</a:t>
            </a:r>
            <a:r>
              <a:rPr lang="en-IN" sz="2400" i="1" spc="-10" dirty="0" err="1">
                <a:latin typeface="Times New Roman"/>
                <a:cs typeface="Times New Roman"/>
              </a:rPr>
              <a:t>P</a:t>
            </a:r>
            <a:r>
              <a:rPr lang="en-IN" sz="2400" spc="-10" dirty="0">
                <a:latin typeface="Times New Roman"/>
                <a:cs typeface="Times New Roman"/>
              </a:rPr>
              <a:t>(</a:t>
            </a:r>
            <a:r>
              <a:rPr lang="en-IN" sz="2400" i="1" spc="-10" dirty="0">
                <a:latin typeface="Times New Roman"/>
                <a:cs typeface="Times New Roman"/>
              </a:rPr>
              <a:t>x</a:t>
            </a:r>
            <a:r>
              <a:rPr lang="en-IN" sz="2400" spc="-10" dirty="0">
                <a:latin typeface="Times New Roman"/>
                <a:cs typeface="Times New Roman"/>
              </a:rPr>
              <a:t>))</a:t>
            </a:r>
            <a:endParaRPr lang="en-IN" sz="2400" dirty="0">
              <a:latin typeface="Times New Roman"/>
              <a:cs typeface="Times New Roman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642C5B-E6CD-4FF0-BC5C-6D0EE846A7AA}"/>
              </a:ext>
            </a:extLst>
          </p:cNvPr>
          <p:cNvSpPr/>
          <p:nvPr/>
        </p:nvSpPr>
        <p:spPr>
          <a:xfrm>
            <a:off x="457200" y="3455710"/>
            <a:ext cx="7874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-Roman"/>
              </a:rPr>
              <a:t>The De Morgan rules for quantified and unquantified sentences are as follows: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E5EFF4-C98E-4835-97C9-7DB353BE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363" y="4160098"/>
            <a:ext cx="7064101" cy="1447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878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334" y="2362200"/>
            <a:ext cx="7539355" cy="3791423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  <a:tab pos="2684145" algn="l"/>
                <a:tab pos="3022600" algn="l"/>
                <a:tab pos="3458210" algn="l"/>
              </a:tabLst>
            </a:pP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cats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mammals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	</a:t>
            </a:r>
            <a:endParaRPr lang="en-IN"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  <a:tab pos="2684145" algn="l"/>
                <a:tab pos="3022600" algn="l"/>
                <a:tab pos="3458210" algn="l"/>
              </a:tabLst>
            </a:pPr>
            <a:r>
              <a:rPr sz="2400" dirty="0">
                <a:latin typeface="Times New Roman"/>
                <a:cs typeface="Times New Roman"/>
              </a:rPr>
              <a:t>Everyone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lang="en-IN" sz="2400" spc="-40" dirty="0">
                <a:latin typeface="Times New Roman"/>
                <a:cs typeface="Times New Roman"/>
              </a:rPr>
              <a:t>in the coding club uses </a:t>
            </a:r>
            <a:r>
              <a:rPr lang="en-IN" sz="2400" spc="-40" dirty="0" err="1">
                <a:latin typeface="Times New Roman"/>
                <a:cs typeface="Times New Roman"/>
              </a:rPr>
              <a:t>Github</a:t>
            </a:r>
            <a:r>
              <a:rPr sz="2400" spc="-50" dirty="0">
                <a:latin typeface="Times New Roman"/>
                <a:cs typeface="Times New Roman"/>
              </a:rPr>
              <a:t>-</a:t>
            </a:r>
            <a:r>
              <a:rPr sz="2400" dirty="0">
                <a:latin typeface="Times New Roman"/>
                <a:cs typeface="Times New Roman"/>
              </a:rPr>
              <a:t>	</a:t>
            </a: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  <a:tab pos="3653790" algn="l"/>
              </a:tabLst>
            </a:pPr>
            <a:r>
              <a:rPr sz="2400" dirty="0">
                <a:latin typeface="Times New Roman"/>
                <a:cs typeface="Times New Roman"/>
              </a:rPr>
              <a:t>Someone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lang="en-IN" sz="2400" spc="-40" dirty="0">
                <a:latin typeface="Times New Roman"/>
                <a:cs typeface="Times New Roman"/>
              </a:rPr>
              <a:t>in the coding club is a good coder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lang="en-IN" sz="2400" spc="-50" dirty="0">
                <a:latin typeface="Times New Roman"/>
                <a:cs typeface="Times New Roman"/>
              </a:rPr>
              <a:t>–</a:t>
            </a:r>
          </a:p>
          <a:p>
            <a:pPr marL="12700">
              <a:lnSpc>
                <a:spcPct val="100000"/>
              </a:lnSpc>
              <a:buClr>
                <a:srgbClr val="0097CA"/>
              </a:buClr>
              <a:buSzPct val="60000"/>
              <a:tabLst>
                <a:tab pos="354965" algn="l"/>
                <a:tab pos="3653790" algn="l"/>
              </a:tabLst>
            </a:pPr>
            <a:r>
              <a:rPr sz="2000" dirty="0">
                <a:latin typeface="Times New Roman"/>
                <a:cs typeface="Times New Roman"/>
              </a:rPr>
              <a:t>	</a:t>
            </a: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Nested quantifiers </a:t>
            </a:r>
            <a:r>
              <a:rPr lang="en-IN" sz="2400" spc="-10" dirty="0">
                <a:latin typeface="Times New Roman"/>
                <a:cs typeface="Times New Roman"/>
              </a:rPr>
              <a:t>–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endParaRPr lang="en-IN" sz="24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0097CA"/>
              </a:buClr>
              <a:buSzPct val="60000"/>
              <a:tabLst>
                <a:tab pos="354965" algn="l"/>
              </a:tabLst>
            </a:pPr>
            <a:r>
              <a:rPr lang="en-IN" sz="2400" spc="-10" dirty="0">
                <a:latin typeface="Times New Roman"/>
                <a:cs typeface="Times New Roman"/>
              </a:rPr>
              <a:t>    1) Brothers are siblings</a:t>
            </a:r>
          </a:p>
          <a:p>
            <a:pPr marL="12700">
              <a:lnSpc>
                <a:spcPct val="100000"/>
              </a:lnSpc>
              <a:buClr>
                <a:srgbClr val="0097CA"/>
              </a:buClr>
              <a:buSzPct val="60000"/>
              <a:tabLst>
                <a:tab pos="354965" algn="l"/>
              </a:tabLst>
            </a:pPr>
            <a:endParaRPr lang="en-IN" sz="2400" spc="-1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0097CA"/>
              </a:buClr>
              <a:buSzPct val="60000"/>
              <a:tabLst>
                <a:tab pos="354965" algn="l"/>
              </a:tabLst>
            </a:pPr>
            <a:r>
              <a:rPr lang="en-IN" sz="2400" spc="-10" dirty="0">
                <a:latin typeface="Times New Roman"/>
                <a:cs typeface="Times New Roman"/>
              </a:rPr>
              <a:t>     Mixtures</a:t>
            </a:r>
          </a:p>
          <a:p>
            <a:pPr marL="12700">
              <a:lnSpc>
                <a:spcPct val="100000"/>
              </a:lnSpc>
              <a:buClr>
                <a:srgbClr val="0097CA"/>
              </a:buClr>
              <a:buSzPct val="60000"/>
              <a:tabLst>
                <a:tab pos="354965" algn="l"/>
              </a:tabLst>
            </a:pPr>
            <a:r>
              <a:rPr lang="en-IN" sz="2400" spc="-10" dirty="0">
                <a:latin typeface="Times New Roman"/>
                <a:cs typeface="Times New Roman"/>
              </a:rPr>
              <a:t>    1) Everybody loves somebody</a:t>
            </a:r>
            <a:endParaRPr sz="2400" spc="-1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0097CA"/>
              </a:buClr>
              <a:buFont typeface="Wingdings"/>
              <a:buChar char=""/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Examples</a:t>
            </a:r>
            <a:r>
              <a:rPr lang="en-IN" spc="-10" dirty="0"/>
              <a:t> - </a:t>
            </a:r>
            <a:endParaRPr spc="-1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27920-984B-423A-9D37-EC3F529A7062}"/>
              </a:ext>
            </a:extLst>
          </p:cNvPr>
          <p:cNvSpPr txBox="1"/>
          <p:nvPr/>
        </p:nvSpPr>
        <p:spPr>
          <a:xfrm>
            <a:off x="1297408" y="1503497"/>
            <a:ext cx="6779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/>
                <a:cs typeface="Times New Roman"/>
              </a:rPr>
              <a:t>Write down the predicate Logic for the following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2F71AF-E499-4FFE-8230-6E4EFFF1D542}"/>
                  </a:ext>
                </a:extLst>
              </p14:cNvPr>
              <p14:cNvContentPartPr/>
              <p14:nvPr/>
            </p14:nvContentPartPr>
            <p14:xfrm>
              <a:off x="131760" y="2314800"/>
              <a:ext cx="8607600" cy="4290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2F71AF-E499-4FFE-8230-6E4EFFF1D54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2400" y="2305440"/>
                <a:ext cx="8626320" cy="4308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1334" y="1143000"/>
            <a:ext cx="7539355" cy="5453416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25"/>
              </a:spcBef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  <a:tab pos="2684145" algn="l"/>
                <a:tab pos="3022600" algn="l"/>
                <a:tab pos="3458210" algn="l"/>
              </a:tabLst>
            </a:pPr>
            <a:r>
              <a:rPr sz="2000" dirty="0">
                <a:latin typeface="Times New Roman"/>
                <a:cs typeface="Times New Roman"/>
              </a:rPr>
              <a:t>All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10" dirty="0">
                <a:latin typeface="Times New Roman"/>
                <a:cs typeface="Times New Roman"/>
              </a:rPr>
              <a:t> mammals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Symbol"/>
                <a:cs typeface="Symbol"/>
              </a:rPr>
              <a:t></a:t>
            </a:r>
            <a:r>
              <a:rPr sz="2000" spc="-2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Times New Roman"/>
                <a:cs typeface="Times New Roman"/>
              </a:rPr>
              <a:t>	Cats(x)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=&gt;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Mammals(x)</a:t>
            </a:r>
            <a:endParaRPr sz="2000" dirty="0">
              <a:latin typeface="Times New Roman"/>
              <a:cs typeface="Times New Roman"/>
            </a:endParaRPr>
          </a:p>
          <a:p>
            <a:pPr marL="756285" lvl="1" indent="-287020">
              <a:lnSpc>
                <a:spcPct val="100000"/>
              </a:lnSpc>
              <a:spcBef>
                <a:spcPts val="229"/>
              </a:spcBef>
              <a:buClr>
                <a:srgbClr val="CA00CA"/>
              </a:buClr>
              <a:buSzPct val="55000"/>
              <a:buFont typeface="Wingdings"/>
              <a:buChar char="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 x,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cat, then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 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 </a:t>
            </a:r>
            <a:r>
              <a:rPr sz="2000" spc="-10" dirty="0">
                <a:latin typeface="Times New Roman"/>
                <a:cs typeface="Times New Roman"/>
              </a:rPr>
              <a:t>mammal</a:t>
            </a: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2005"/>
              </a:spcBef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  <a:tab pos="3679825" algn="l"/>
                <a:tab pos="4115435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Everyone</a:t>
            </a:r>
            <a:r>
              <a:rPr lang="en-US" sz="2000" spc="-40" dirty="0">
                <a:latin typeface="Times New Roman"/>
                <a:cs typeface="Times New Roman"/>
              </a:rPr>
              <a:t> in the coding club uses </a:t>
            </a:r>
            <a:r>
              <a:rPr lang="en-US" sz="2000" spc="-40" dirty="0" err="1">
                <a:latin typeface="Times New Roman"/>
                <a:cs typeface="Times New Roman"/>
              </a:rPr>
              <a:t>Github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r>
              <a:rPr sz="2000" dirty="0">
                <a:latin typeface="Times New Roman"/>
                <a:cs typeface="Times New Roman"/>
              </a:rPr>
              <a:t>	</a:t>
            </a:r>
            <a:endParaRPr lang="en-IN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  <a:buClr>
                <a:srgbClr val="0097CA"/>
              </a:buClr>
              <a:buSzPct val="60000"/>
              <a:tabLst>
                <a:tab pos="354965" algn="l"/>
                <a:tab pos="3679825" algn="l"/>
                <a:tab pos="4115435" algn="l"/>
              </a:tabLst>
            </a:pPr>
            <a:r>
              <a:rPr lang="en-IN" sz="2000" spc="-25" dirty="0">
                <a:latin typeface="Symbol"/>
                <a:cs typeface="Symbol"/>
              </a:rPr>
              <a:t>          </a:t>
            </a:r>
            <a:r>
              <a:rPr sz="2000" spc="-25" dirty="0">
                <a:latin typeface="Symbol"/>
                <a:cs typeface="Symbol"/>
              </a:rPr>
              <a:t></a:t>
            </a:r>
            <a:r>
              <a:rPr sz="2000" spc="-25" dirty="0">
                <a:latin typeface="Times New Roman"/>
                <a:cs typeface="Times New Roman"/>
              </a:rPr>
              <a:t>x</a:t>
            </a:r>
            <a:r>
              <a:rPr lang="en-IN" sz="2000" spc="-25" dirty="0">
                <a:latin typeface="Times New Roman"/>
                <a:cs typeface="Times New Roman"/>
              </a:rPr>
              <a:t> </a:t>
            </a:r>
            <a:r>
              <a:rPr lang="en-IN" sz="2000" spc="-25" dirty="0" err="1">
                <a:latin typeface="Times New Roman"/>
                <a:cs typeface="Times New Roman"/>
              </a:rPr>
              <a:t>MemberOfClub</a:t>
            </a:r>
            <a:r>
              <a:rPr sz="2000" dirty="0">
                <a:latin typeface="Times New Roman"/>
                <a:cs typeface="Times New Roman"/>
              </a:rPr>
              <a:t>(x)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=&gt;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lang="en-IN" sz="2000" spc="-10" dirty="0" err="1">
                <a:latin typeface="Times New Roman"/>
                <a:cs typeface="Times New Roman"/>
              </a:rPr>
              <a:t>UsesGitHub</a:t>
            </a:r>
            <a:r>
              <a:rPr sz="2000" spc="-10" dirty="0">
                <a:latin typeface="Times New Roman"/>
                <a:cs typeface="Times New Roman"/>
              </a:rPr>
              <a:t>(x)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0097CA"/>
              </a:buClr>
              <a:buFont typeface="Wingdings"/>
              <a:buChar char="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  <a:tab pos="3653790" algn="l"/>
              </a:tabLst>
            </a:pPr>
            <a:r>
              <a:rPr lang="en-US" sz="2000" dirty="0">
                <a:latin typeface="Times New Roman"/>
                <a:cs typeface="Times New Roman"/>
              </a:rPr>
              <a:t>Someone</a:t>
            </a:r>
            <a:r>
              <a:rPr lang="en-US" sz="2000" spc="-40" dirty="0">
                <a:latin typeface="Times New Roman"/>
                <a:cs typeface="Times New Roman"/>
              </a:rPr>
              <a:t> in the coding club is a good coder</a:t>
            </a:r>
            <a:r>
              <a:rPr lang="en-US"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-</a:t>
            </a:r>
            <a:r>
              <a:rPr sz="2000" dirty="0">
                <a:latin typeface="Times New Roman"/>
                <a:cs typeface="Times New Roman"/>
              </a:rPr>
              <a:t>	</a:t>
            </a:r>
            <a:endParaRPr lang="en-IN"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Clr>
                <a:srgbClr val="0097CA"/>
              </a:buClr>
              <a:buSzPct val="60000"/>
              <a:tabLst>
                <a:tab pos="354965" algn="l"/>
                <a:tab pos="3653790" algn="l"/>
              </a:tabLst>
            </a:pPr>
            <a:r>
              <a:rPr lang="en-IN" sz="2000" dirty="0">
                <a:latin typeface="Symbol"/>
                <a:cs typeface="Symbol"/>
              </a:rPr>
              <a:t>	       </a:t>
            </a:r>
            <a:r>
              <a:rPr sz="2000" dirty="0">
                <a:latin typeface="Symbol"/>
                <a:cs typeface="Symbol"/>
              </a:rPr>
              <a:t>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lang="en-IN" sz="2000" spc="-25" dirty="0" err="1">
                <a:latin typeface="Times New Roman"/>
                <a:cs typeface="Times New Roman"/>
              </a:rPr>
              <a:t>MemberOfClub</a:t>
            </a:r>
            <a:r>
              <a:rPr lang="en-IN" sz="2000" dirty="0">
                <a:latin typeface="Times New Roman"/>
                <a:cs typeface="Times New Roman"/>
              </a:rPr>
              <a:t>(x)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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lang="en-IN" sz="2000" spc="-10" dirty="0" err="1">
                <a:latin typeface="Times New Roman"/>
                <a:cs typeface="Times New Roman"/>
              </a:rPr>
              <a:t>GoodCoder</a:t>
            </a:r>
            <a:r>
              <a:rPr sz="2000" spc="-10" dirty="0">
                <a:latin typeface="Times New Roman"/>
                <a:cs typeface="Times New Roman"/>
              </a:rPr>
              <a:t>(x)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50"/>
              </a:spcBef>
              <a:buClr>
                <a:srgbClr val="0097CA"/>
              </a:buClr>
              <a:buFont typeface="Wingdings"/>
              <a:buChar char="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sz="2000" dirty="0">
                <a:latin typeface="Times New Roman"/>
                <a:cs typeface="Times New Roman"/>
              </a:rPr>
              <a:t>Nested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quantifiers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∀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∀</a:t>
            </a:r>
            <a:r>
              <a:rPr sz="2000" spc="55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Brother(x,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⇒</a:t>
            </a:r>
            <a:r>
              <a:rPr sz="2000" spc="60" dirty="0">
                <a:latin typeface="Cambria Math"/>
                <a:cs typeface="Cambria Math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Sibling(x,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y)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60"/>
              </a:spcBef>
              <a:buClr>
                <a:srgbClr val="0097CA"/>
              </a:buClr>
              <a:buFont typeface="Wingdings"/>
              <a:buChar char=""/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000"/>
              <a:buFont typeface="Wingdings"/>
              <a:buChar char=""/>
              <a:tabLst>
                <a:tab pos="354965" algn="l"/>
              </a:tabLst>
            </a:pPr>
            <a:r>
              <a:rPr sz="2000" spc="-10" dirty="0">
                <a:latin typeface="Times New Roman"/>
                <a:cs typeface="Times New Roman"/>
              </a:rPr>
              <a:t>mixtures</a:t>
            </a:r>
            <a:endParaRPr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480"/>
              </a:spcBef>
              <a:tabLst>
                <a:tab pos="2914650" algn="l"/>
              </a:tabLst>
            </a:pPr>
            <a:r>
              <a:rPr sz="2000" dirty="0">
                <a:latin typeface="Cambria Math"/>
                <a:cs typeface="Cambria Math"/>
              </a:rPr>
              <a:t>∀</a:t>
            </a:r>
            <a:r>
              <a:rPr sz="2000" dirty="0">
                <a:latin typeface="Times New Roman"/>
                <a:cs typeface="Times New Roman"/>
              </a:rPr>
              <a:t>x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∃</a:t>
            </a:r>
            <a:r>
              <a:rPr sz="2000" dirty="0">
                <a:latin typeface="Times New Roman"/>
                <a:cs typeface="Times New Roman"/>
              </a:rPr>
              <a:t>y Loves(x,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y)</a:t>
            </a:r>
            <a:r>
              <a:rPr sz="2000" dirty="0">
                <a:latin typeface="Times New Roman"/>
                <a:cs typeface="Times New Roman"/>
              </a:rPr>
              <a:t>	-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Everybody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loves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somebody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</a:pPr>
            <a:r>
              <a:rPr sz="2000" dirty="0">
                <a:latin typeface="Cambria Math"/>
                <a:cs typeface="Cambria Math"/>
              </a:rPr>
              <a:t>∃</a:t>
            </a:r>
            <a:r>
              <a:rPr sz="2000" dirty="0">
                <a:latin typeface="Times New Roman"/>
                <a:cs typeface="Times New Roman"/>
              </a:rPr>
              <a:t>y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Cambria Math"/>
                <a:cs typeface="Cambria Math"/>
              </a:rPr>
              <a:t>∀</a:t>
            </a:r>
            <a:r>
              <a:rPr sz="2000" dirty="0">
                <a:latin typeface="Times New Roman"/>
                <a:cs typeface="Times New Roman"/>
              </a:rPr>
              <a:t>x Loves(x,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y)</a:t>
            </a:r>
            <a:r>
              <a:rPr sz="2000" spc="4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-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someone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loved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everyone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626029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1092454"/>
            <a:ext cx="4702175" cy="134844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food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edible</a:t>
            </a:r>
            <a:endParaRPr sz="24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8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One's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mother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one's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female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parent</a:t>
            </a:r>
            <a:endParaRPr sz="2400" dirty="0">
              <a:latin typeface="Times New Roman"/>
              <a:cs typeface="Times New Roman"/>
            </a:endParaRPr>
          </a:p>
          <a:p>
            <a:pPr marL="431165" indent="-418465">
              <a:lnSpc>
                <a:spcPct val="100000"/>
              </a:lnSpc>
              <a:spcBef>
                <a:spcPts val="57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431165" algn="l"/>
              </a:tabLst>
            </a:pPr>
            <a:r>
              <a:rPr sz="2400" dirty="0">
                <a:latin typeface="Times New Roman"/>
                <a:cs typeface="Times New Roman"/>
              </a:rPr>
              <a:t>Richard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brothers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42344-A663-4A21-B8D8-BC538BD66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045C70-6A2B-4FE5-A87D-2EC446598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644" y="2458338"/>
            <a:ext cx="4017010" cy="369332"/>
          </a:xfrm>
        </p:spPr>
        <p:txBody>
          <a:bodyPr/>
          <a:lstStyle/>
          <a:p>
            <a:r>
              <a:rPr lang="en-IN" dirty="0"/>
              <a:t>*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425C7B-5352-4D2C-BE0F-69B8E76DB495}"/>
                  </a:ext>
                </a:extLst>
              </p14:cNvPr>
              <p14:cNvContentPartPr/>
              <p14:nvPr/>
            </p14:nvContentPartPr>
            <p14:xfrm>
              <a:off x="1311840" y="1470600"/>
              <a:ext cx="6831360" cy="4467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425C7B-5352-4D2C-BE0F-69B8E76DB4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02480" y="1461240"/>
                <a:ext cx="6850080" cy="448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72623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2718" y="1118910"/>
            <a:ext cx="5718810" cy="2798843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65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All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food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edible</a:t>
            </a:r>
            <a:endParaRPr sz="24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335"/>
              </a:spcBef>
              <a:tabLst>
                <a:tab pos="1424940" algn="l"/>
              </a:tabLst>
            </a:pPr>
            <a:r>
              <a:rPr sz="2100" dirty="0">
                <a:latin typeface="Symbol"/>
                <a:cs typeface="Symbol"/>
              </a:rPr>
              <a:t>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000" i="1" spc="55" dirty="0">
                <a:latin typeface="Times New Roman"/>
                <a:cs typeface="Times New Roman"/>
              </a:rPr>
              <a:t>x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i="1" spc="-210" dirty="0">
                <a:latin typeface="Times New Roman"/>
                <a:cs typeface="Times New Roman"/>
              </a:rPr>
              <a:t>food(</a:t>
            </a:r>
            <a:r>
              <a:rPr sz="2000" i="1" spc="-1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x)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=&gt;</a:t>
            </a:r>
            <a:r>
              <a:rPr sz="2000" i="1" spc="10" dirty="0">
                <a:latin typeface="Times New Roman"/>
                <a:cs typeface="Times New Roman"/>
              </a:rPr>
              <a:t> </a:t>
            </a:r>
            <a:r>
              <a:rPr sz="2000" i="1" spc="-200" dirty="0">
                <a:latin typeface="Times New Roman"/>
                <a:cs typeface="Times New Roman"/>
              </a:rPr>
              <a:t>edible(</a:t>
            </a:r>
            <a:r>
              <a:rPr sz="2000" i="1" spc="-5" dirty="0">
                <a:latin typeface="Times New Roman"/>
                <a:cs typeface="Times New Roman"/>
              </a:rPr>
              <a:t> </a:t>
            </a:r>
            <a:r>
              <a:rPr sz="2000" i="1" spc="-25" dirty="0">
                <a:latin typeface="Times New Roman"/>
                <a:cs typeface="Times New Roman"/>
              </a:rPr>
              <a:t>x)</a:t>
            </a:r>
            <a:endParaRPr sz="20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5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Brothers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siblings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buClr>
                <a:srgbClr val="0097CA"/>
              </a:buClr>
              <a:buSzPct val="60416"/>
              <a:buFont typeface="Wingdings"/>
              <a:buChar char="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One's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mother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one's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female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parent</a:t>
            </a:r>
            <a:endParaRPr sz="24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340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04800" y="4632991"/>
            <a:ext cx="5824753" cy="788677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431165" indent="-418465">
              <a:lnSpc>
                <a:spcPct val="100000"/>
              </a:lnSpc>
              <a:spcBef>
                <a:spcPts val="450"/>
              </a:spcBef>
              <a:buClr>
                <a:srgbClr val="0097CA"/>
              </a:buClr>
              <a:buSzPct val="60416"/>
              <a:buFont typeface="Wingdings"/>
              <a:buChar char=""/>
              <a:tabLst>
                <a:tab pos="431165" algn="l"/>
              </a:tabLst>
            </a:pPr>
            <a:r>
              <a:rPr sz="2400" dirty="0">
                <a:latin typeface="Times New Roman"/>
                <a:cs typeface="Times New Roman"/>
              </a:rPr>
              <a:t>Richard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least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brothers</a:t>
            </a:r>
            <a:endParaRPr sz="2400" dirty="0">
              <a:latin typeface="Times New Roman"/>
              <a:cs typeface="Times New Roman"/>
            </a:endParaRPr>
          </a:p>
          <a:p>
            <a:pPr marL="926465">
              <a:lnSpc>
                <a:spcPct val="100000"/>
              </a:lnSpc>
              <a:spcBef>
                <a:spcPts val="325"/>
              </a:spcBef>
              <a:tabLst>
                <a:tab pos="1533525" algn="l"/>
              </a:tabLst>
            </a:pPr>
            <a:r>
              <a:rPr sz="2100" spc="-20" dirty="0">
                <a:latin typeface="Cambria Math"/>
                <a:cs typeface="Cambria Math"/>
              </a:rPr>
              <a:t>∃</a:t>
            </a:r>
            <a:r>
              <a:rPr sz="2000" i="1" spc="-20" dirty="0">
                <a:latin typeface="Times New Roman"/>
                <a:cs typeface="Times New Roman"/>
              </a:rPr>
              <a:t>x</a:t>
            </a:r>
            <a:r>
              <a:rPr lang="en-IN" sz="2000" i="1" spc="-20" dirty="0">
                <a:latin typeface="Times New Roman"/>
                <a:cs typeface="Times New Roman"/>
              </a:rPr>
              <a:t> </a:t>
            </a:r>
            <a:r>
              <a:rPr lang="en-IN" sz="2000" spc="-20" dirty="0">
                <a:latin typeface="Cambria Math"/>
                <a:cs typeface="Cambria Math"/>
              </a:rPr>
              <a:t>∃ </a:t>
            </a:r>
            <a:r>
              <a:rPr sz="2000" i="1" spc="-20" dirty="0">
                <a:latin typeface="Times New Roman"/>
                <a:cs typeface="Times New Roman"/>
              </a:rPr>
              <a:t>y</a:t>
            </a:r>
            <a:r>
              <a:rPr sz="2000" i="1" dirty="0">
                <a:latin typeface="Times New Roman"/>
                <a:cs typeface="Times New Roman"/>
              </a:rPr>
              <a:t>	</a:t>
            </a:r>
            <a:r>
              <a:rPr sz="2000" i="1" spc="-145" dirty="0">
                <a:latin typeface="Times New Roman"/>
                <a:cs typeface="Times New Roman"/>
              </a:rPr>
              <a:t>Brother(x,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000" i="1" spc="-165" dirty="0">
                <a:latin typeface="Times New Roman"/>
                <a:cs typeface="Times New Roman"/>
              </a:rPr>
              <a:t>Richard)</a:t>
            </a:r>
            <a:r>
              <a:rPr sz="2000" i="1" spc="3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Cambria Math"/>
                <a:cs typeface="Cambria Math"/>
              </a:rPr>
              <a:t>∧</a:t>
            </a:r>
            <a:r>
              <a:rPr sz="2100" spc="70" dirty="0">
                <a:latin typeface="Cambria Math"/>
                <a:cs typeface="Cambria Math"/>
              </a:rPr>
              <a:t> </a:t>
            </a:r>
            <a:r>
              <a:rPr sz="2000" i="1" spc="-180" dirty="0">
                <a:latin typeface="Times New Roman"/>
                <a:cs typeface="Times New Roman"/>
              </a:rPr>
              <a:t>Brother(y,</a:t>
            </a:r>
            <a:r>
              <a:rPr sz="2000" i="1" spc="35" dirty="0">
                <a:latin typeface="Times New Roman"/>
                <a:cs typeface="Times New Roman"/>
              </a:rPr>
              <a:t> </a:t>
            </a:r>
            <a:r>
              <a:rPr sz="2000" i="1" spc="-140" dirty="0">
                <a:latin typeface="Times New Roman"/>
                <a:cs typeface="Times New Roman"/>
              </a:rPr>
              <a:t>Richard)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56096" y="5096332"/>
            <a:ext cx="58293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i="1" spc="-195" dirty="0">
                <a:solidFill>
                  <a:srgbClr val="FF0000"/>
                </a:solidFill>
                <a:latin typeface="Times New Roman"/>
                <a:cs typeface="Times New Roman"/>
              </a:rPr>
              <a:t>(why?)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68704" y="5448962"/>
            <a:ext cx="5824753" cy="337272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100" spc="-50" dirty="0">
                <a:latin typeface="Cambria Math"/>
                <a:cs typeface="Cambria Math"/>
              </a:rPr>
              <a:t>∃</a:t>
            </a:r>
            <a:r>
              <a:rPr sz="2000" i="1" spc="-50" dirty="0">
                <a:latin typeface="Times New Roman"/>
                <a:cs typeface="Times New Roman"/>
              </a:rPr>
              <a:t>x</a:t>
            </a:r>
            <a:r>
              <a:rPr lang="en-IN" sz="2000" i="1" spc="-50" dirty="0">
                <a:latin typeface="Times New Roman"/>
                <a:cs typeface="Times New Roman"/>
              </a:rPr>
              <a:t> V</a:t>
            </a:r>
            <a:r>
              <a:rPr sz="2000" i="1" spc="-50" dirty="0">
                <a:latin typeface="Times New Roman"/>
                <a:cs typeface="Times New Roman"/>
              </a:rPr>
              <a:t>y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140" dirty="0">
                <a:latin typeface="Times New Roman"/>
                <a:cs typeface="Times New Roman"/>
              </a:rPr>
              <a:t>Brother(x,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i="1" spc="-170" dirty="0">
                <a:latin typeface="Times New Roman"/>
                <a:cs typeface="Times New Roman"/>
              </a:rPr>
              <a:t>Richard)</a:t>
            </a:r>
            <a:r>
              <a:rPr sz="2000" i="1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Cambria Math"/>
                <a:cs typeface="Cambria Math"/>
              </a:rPr>
              <a:t>∧</a:t>
            </a:r>
            <a:r>
              <a:rPr sz="2100" spc="25" dirty="0">
                <a:latin typeface="Cambria Math"/>
                <a:cs typeface="Cambria Math"/>
              </a:rPr>
              <a:t> </a:t>
            </a:r>
            <a:r>
              <a:rPr sz="2000" i="1" spc="-175" dirty="0">
                <a:latin typeface="Times New Roman"/>
                <a:cs typeface="Times New Roman"/>
              </a:rPr>
              <a:t>Brother(y,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i="1" spc="-165" dirty="0">
                <a:latin typeface="Times New Roman"/>
                <a:cs typeface="Times New Roman"/>
              </a:rPr>
              <a:t>Richard)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Cambria Math"/>
                <a:cs typeface="Cambria Math"/>
              </a:rPr>
              <a:t>∧</a:t>
            </a:r>
            <a:r>
              <a:rPr sz="2100" spc="40" dirty="0">
                <a:latin typeface="Cambria Math"/>
                <a:cs typeface="Cambria Math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¬(x</a:t>
            </a:r>
            <a:r>
              <a:rPr sz="2000" i="1" spc="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= </a:t>
            </a:r>
            <a:r>
              <a:rPr sz="2000" i="1" spc="-50" dirty="0">
                <a:latin typeface="Times New Roman"/>
                <a:cs typeface="Times New Roman"/>
              </a:rPr>
              <a:t>y)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Try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7D40F3-9AD2-4CC3-8363-E393343DF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201" y="3947035"/>
            <a:ext cx="6119799" cy="5458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4B5782-1BFB-4360-8F69-0084E6F5E8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201" y="2743672"/>
            <a:ext cx="5257800" cy="33458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BDB5-7071-4BD3-9D7C-03967D0D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194" y="382269"/>
            <a:ext cx="7262495" cy="492443"/>
          </a:xfrm>
        </p:spPr>
        <p:txBody>
          <a:bodyPr/>
          <a:lstStyle/>
          <a:p>
            <a:r>
              <a:rPr lang="en-US" sz="3200" dirty="0"/>
              <a:t>Rules from Propositional Logic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6EF92-BEC5-4ADF-BC49-6569C581D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0082"/>
              </p:ext>
            </p:extLst>
          </p:nvPr>
        </p:nvGraphicFramePr>
        <p:xfrm>
          <a:off x="76200" y="1219200"/>
          <a:ext cx="9067799" cy="53294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7373">
                  <a:extLst>
                    <a:ext uri="{9D8B030D-6E8A-4147-A177-3AD203B41FA5}">
                      <a16:colId xmlns:a16="http://schemas.microsoft.com/office/drawing/2014/main" val="1592543257"/>
                    </a:ext>
                  </a:extLst>
                </a:gridCol>
                <a:gridCol w="1715529">
                  <a:extLst>
                    <a:ext uri="{9D8B030D-6E8A-4147-A177-3AD203B41FA5}">
                      <a16:colId xmlns:a16="http://schemas.microsoft.com/office/drawing/2014/main" val="3867520498"/>
                    </a:ext>
                  </a:extLst>
                </a:gridCol>
                <a:gridCol w="5064897">
                  <a:extLst>
                    <a:ext uri="{9D8B030D-6E8A-4147-A177-3AD203B41FA5}">
                      <a16:colId xmlns:a16="http://schemas.microsoft.com/office/drawing/2014/main" val="2536612095"/>
                    </a:ext>
                  </a:extLst>
                </a:gridCol>
              </a:tblGrid>
              <a:tr h="413681"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45571" marR="45571" marT="22785" marB="22785" anchor="ctr"/>
                </a:tc>
                <a:extLst>
                  <a:ext uri="{0D108BD9-81ED-4DB2-BD59-A6C34878D82A}">
                    <a16:rowId xmlns:a16="http://schemas.microsoft.com/office/drawing/2014/main" val="2271239704"/>
                  </a:ext>
                </a:extLst>
              </a:tr>
              <a:tr h="1214663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Modus Ponens </a:t>
                      </a: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(→-Elimination)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If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→ Q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infer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Student(Joe) → Copies(Joe) and  Student(Joe) ⇒ Copies(Joe)</a:t>
                      </a:r>
                    </a:p>
                  </a:txBody>
                  <a:tcPr marL="45571" marR="45571" marT="22785" marB="22785" anchor="ctr"/>
                </a:tc>
                <a:extLst>
                  <a:ext uri="{0D108BD9-81ED-4DB2-BD59-A6C34878D82A}">
                    <a16:rowId xmlns:a16="http://schemas.microsoft.com/office/drawing/2014/main" val="1953594258"/>
                  </a:ext>
                </a:extLst>
              </a:tr>
              <a:tr h="1214663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Modus Tollens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→ Q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and ¬Q, 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 ¬P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Dog(x) → Barks(x) and  ¬Barks(x) </a:t>
                      </a:r>
                    </a:p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⇒ ¬Dog(x)</a:t>
                      </a:r>
                    </a:p>
                  </a:txBody>
                  <a:tcPr marL="45571" marR="45571" marT="22785" marB="22785" anchor="ctr"/>
                </a:tc>
                <a:extLst>
                  <a:ext uri="{0D108BD9-81ED-4DB2-BD59-A6C34878D82A}">
                    <a16:rowId xmlns:a16="http://schemas.microsoft.com/office/drawing/2014/main" val="1384097179"/>
                  </a:ext>
                </a:extLst>
              </a:tr>
              <a:tr h="1271793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And-Introduction / Elimination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P and Q infer P ∧ Q; from P ∧ Q infer P or Q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Student(Alice), Likes(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Alice,Math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b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 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Student(Alice) ∧ Likes(</a:t>
                      </a:r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Alice,Math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222517"/>
                  </a:ext>
                </a:extLst>
              </a:tr>
              <a:tr h="1214663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Or-Introduction / Elimination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P infer P ∨ Q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(Student(Alice))</a:t>
                      </a:r>
                      <a:b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 Student(Alice) ∨ </a:t>
                      </a:r>
                      <a:r>
                        <a:rPr lang="en-IN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PlaysGuitar</a:t>
                      </a: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(Alice)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869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F86EA01-9BE4-45D7-A38B-9CE93344CBFE}"/>
                  </a:ext>
                </a:extLst>
              </p14:cNvPr>
              <p14:cNvContentPartPr/>
              <p14:nvPr/>
            </p14:nvContentPartPr>
            <p14:xfrm>
              <a:off x="2745000" y="1737720"/>
              <a:ext cx="5141160" cy="2984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F86EA01-9BE4-45D7-A38B-9CE93344CB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5640" y="1728360"/>
                <a:ext cx="5159880" cy="3003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32673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ABDB5-7071-4BD3-9D7C-03967D0D9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194" y="382269"/>
            <a:ext cx="7262495" cy="492443"/>
          </a:xfrm>
        </p:spPr>
        <p:txBody>
          <a:bodyPr/>
          <a:lstStyle/>
          <a:p>
            <a:r>
              <a:rPr lang="en-US" sz="3200" dirty="0"/>
              <a:t>Quantifier Rules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756EF92-BEC5-4ADF-BC49-6569C581D7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133857"/>
              </p:ext>
            </p:extLst>
          </p:nvPr>
        </p:nvGraphicFramePr>
        <p:xfrm>
          <a:off x="838200" y="1066800"/>
          <a:ext cx="8153400" cy="5732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1592543257"/>
                    </a:ext>
                  </a:extLst>
                </a:gridCol>
                <a:gridCol w="1917357">
                  <a:extLst>
                    <a:ext uri="{9D8B030D-6E8A-4147-A177-3AD203B41FA5}">
                      <a16:colId xmlns:a16="http://schemas.microsoft.com/office/drawing/2014/main" val="3867520498"/>
                    </a:ext>
                  </a:extLst>
                </a:gridCol>
                <a:gridCol w="4407243">
                  <a:extLst>
                    <a:ext uri="{9D8B030D-6E8A-4147-A177-3AD203B41FA5}">
                      <a16:colId xmlns:a16="http://schemas.microsoft.com/office/drawing/2014/main" val="25366120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Also called</a:t>
                      </a:r>
                    </a:p>
                  </a:txBody>
                  <a:tcPr marL="45571" marR="45571" marT="22785" marB="22785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  <a:p>
                      <a:pPr algn="ctr"/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571" marR="45571" marT="22785" marB="22785" anchor="ctr"/>
                </a:tc>
                <a:extLst>
                  <a:ext uri="{0D108BD9-81ED-4DB2-BD59-A6C34878D82A}">
                    <a16:rowId xmlns:a16="http://schemas.microsoft.com/office/drawing/2014/main" val="2271239704"/>
                  </a:ext>
                </a:extLst>
              </a:tr>
              <a:tr h="117933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Universal Elimination </a:t>
                      </a: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(∀-</a:t>
                      </a: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∀x P(x) infer P(a) for any constant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9775334"/>
                  </a:ext>
                </a:extLst>
              </a:tr>
              <a:tr h="117933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Universal Introduction</a:t>
                      </a: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(∀-Intro)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you proved P(a) for an arbitrary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you may infer ∀x P(x)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4097179"/>
                  </a:ext>
                </a:extLst>
              </a:tr>
              <a:tr h="1234805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Existential Introduction</a:t>
                      </a: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(∃-Intro)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P(a) infer ∃x P(x)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3222517"/>
                  </a:ext>
                </a:extLst>
              </a:tr>
              <a:tr h="117933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Existential Elimination </a:t>
                      </a:r>
                    </a:p>
                    <a:p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(∃-</a:t>
                      </a:r>
                      <a:r>
                        <a:rPr lang="en-IN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</a:t>
                      </a:r>
                      <a:r>
                        <a:rPr lang="en-IN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Instantiation with fresh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 ∃x P(x) infer P(c) (with a new constant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), then reason with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4869059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4BD2E5D-0B22-4612-8FBA-22CD75E29142}"/>
                  </a:ext>
                </a:extLst>
              </p14:cNvPr>
              <p14:cNvContentPartPr/>
              <p14:nvPr/>
            </p14:nvContentPartPr>
            <p14:xfrm>
              <a:off x="953640" y="2219760"/>
              <a:ext cx="6139440" cy="210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4BD2E5D-0B22-4612-8FBA-22CD75E2914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4280" y="2210400"/>
                <a:ext cx="6158160" cy="212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40793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F807-D35D-48CB-B4C7-6B45D0E0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05075-245A-47F6-913A-2B42FBB48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753" y="1407998"/>
            <a:ext cx="7262494" cy="369332"/>
          </a:xfrm>
        </p:spPr>
        <p:txBody>
          <a:bodyPr/>
          <a:lstStyle/>
          <a:p>
            <a:r>
              <a:rPr lang="en-IN" dirty="0"/>
              <a:t>Universal elimination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896834D-1167-4F5A-997F-3E023B33FDFB}"/>
                  </a:ext>
                </a:extLst>
              </p14:cNvPr>
              <p14:cNvContentPartPr/>
              <p14:nvPr/>
            </p14:nvContentPartPr>
            <p14:xfrm>
              <a:off x="998640" y="1210680"/>
              <a:ext cx="7149240" cy="3562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896834D-1167-4F5A-997F-3E023B33FD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89280" y="1201320"/>
                <a:ext cx="7167960" cy="358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7062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5F807-D35D-48CB-B4C7-6B45D0E0B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905075-245A-47F6-913A-2B42FBB48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40753" y="1407998"/>
            <a:ext cx="7262494" cy="369332"/>
          </a:xfrm>
        </p:spPr>
        <p:txBody>
          <a:bodyPr/>
          <a:lstStyle/>
          <a:p>
            <a:r>
              <a:rPr lang="en-IN" dirty="0"/>
              <a:t>Universal Introduction/Generalization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9A8EB7-E8CA-43E2-84EC-60883B8C07F9}"/>
                  </a:ext>
                </a:extLst>
              </p14:cNvPr>
              <p14:cNvContentPartPr/>
              <p14:nvPr/>
            </p14:nvContentPartPr>
            <p14:xfrm>
              <a:off x="945000" y="1927800"/>
              <a:ext cx="7544160" cy="1321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9A8EB7-E8CA-43E2-84EC-60883B8C07F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5640" y="1918440"/>
                <a:ext cx="7562880" cy="134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210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9093-1FC0-4313-B41F-6EB86B59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BD5A8-485C-456C-B321-E5043E43B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194" y="1219200"/>
            <a:ext cx="6779006" cy="381000"/>
          </a:xfrm>
        </p:spPr>
        <p:txBody>
          <a:bodyPr/>
          <a:lstStyle/>
          <a:p>
            <a:r>
              <a:rPr lang="en-IN" dirty="0"/>
              <a:t>Existential Introduction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C9E6C8-9169-438F-A771-E13658477D9C}"/>
                  </a:ext>
                </a:extLst>
              </p14:cNvPr>
              <p14:cNvContentPartPr/>
              <p14:nvPr/>
            </p14:nvContentPartPr>
            <p14:xfrm>
              <a:off x="964440" y="1659240"/>
              <a:ext cx="6419160" cy="225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C9E6C8-9169-438F-A771-E13658477D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55080" y="1649880"/>
                <a:ext cx="6437880" cy="227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45D48BF-3DCF-4695-8BE0-0C3940517906}"/>
                  </a:ext>
                </a:extLst>
              </p14:cNvPr>
              <p14:cNvContentPartPr/>
              <p14:nvPr/>
            </p14:nvContentPartPr>
            <p14:xfrm>
              <a:off x="2669760" y="2444400"/>
              <a:ext cx="3696840" cy="2595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45D48BF-3DCF-4695-8BE0-0C394051790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60400" y="2435040"/>
                <a:ext cx="3715560" cy="261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387314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89093-1FC0-4313-B41F-6EB86B592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BD5A8-485C-456C-B321-E5043E43B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8194" y="1219200"/>
            <a:ext cx="6779006" cy="381000"/>
          </a:xfrm>
        </p:spPr>
        <p:txBody>
          <a:bodyPr/>
          <a:lstStyle/>
          <a:p>
            <a:r>
              <a:rPr lang="en-IN" dirty="0"/>
              <a:t>Existential Elimination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9EC367-27CC-4260-A5A2-483EE163F5E7}"/>
              </a:ext>
            </a:extLst>
          </p:cNvPr>
          <p:cNvSpPr/>
          <p:nvPr/>
        </p:nvSpPr>
        <p:spPr>
          <a:xfrm>
            <a:off x="2401697" y="173423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∃x P(x)⇒P(c)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c is a fresh constant.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12150E-A7FA-4935-B784-9672786B7389}"/>
              </a:ext>
            </a:extLst>
          </p:cNvPr>
          <p:cNvSpPr/>
          <p:nvPr/>
        </p:nvSpPr>
        <p:spPr>
          <a:xfrm>
            <a:off x="1142999" y="3160012"/>
            <a:ext cx="7848601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/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∃x  Likes(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x,Chocolate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 a fresh constant c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c,Chocolate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c represents an unknown individual who likes chocolate.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53E433C-A75E-44EF-A0FB-11EAAF35DBA9}"/>
                  </a:ext>
                </a:extLst>
              </p14:cNvPr>
              <p14:cNvContentPartPr/>
              <p14:nvPr/>
            </p14:nvContentPartPr>
            <p14:xfrm>
              <a:off x="1157760" y="1700280"/>
              <a:ext cx="6103800" cy="3656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53E433C-A75E-44EF-A0FB-11EAAF35DBA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48400" y="1690920"/>
                <a:ext cx="6122520" cy="367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53125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85E8-899B-4EB3-AFA4-E75989621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C057A3-B3A2-46E4-BF35-09AD22FC6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219200"/>
            <a:ext cx="6626556" cy="369332"/>
          </a:xfrm>
        </p:spPr>
        <p:txBody>
          <a:bodyPr/>
          <a:lstStyle/>
          <a:p>
            <a:r>
              <a:rPr lang="en-IN" dirty="0"/>
              <a:t>Combined example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16A2D2A-2184-456C-96B3-A431DAAF39B3}"/>
                  </a:ext>
                </a:extLst>
              </p14:cNvPr>
              <p14:cNvContentPartPr/>
              <p14:nvPr/>
            </p14:nvContentPartPr>
            <p14:xfrm>
              <a:off x="362160" y="1527480"/>
              <a:ext cx="8399160" cy="46645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16A2D2A-2184-456C-96B3-A431DAAF39B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2800" y="1518120"/>
                <a:ext cx="8417880" cy="46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F68FC0F-C19C-4BE1-A83C-1E1A5BFEB2E5}"/>
                  </a:ext>
                </a:extLst>
              </p14:cNvPr>
              <p14:cNvContentPartPr/>
              <p14:nvPr/>
            </p14:nvContentPartPr>
            <p14:xfrm>
              <a:off x="4844587" y="2328038"/>
              <a:ext cx="227160" cy="5850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F68FC0F-C19C-4BE1-A83C-1E1A5BFEB2E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26947" y="2310398"/>
                <a:ext cx="262800" cy="6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8AD5419-927B-4D31-AA22-41D8CDF6A20A}"/>
                  </a:ext>
                </a:extLst>
              </p14:cNvPr>
              <p14:cNvContentPartPr/>
              <p14:nvPr/>
            </p14:nvContentPartPr>
            <p14:xfrm>
              <a:off x="8219947" y="2121038"/>
              <a:ext cx="333720" cy="663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8AD5419-927B-4D31-AA22-41D8CDF6A20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02307" y="2103038"/>
                <a:ext cx="369360" cy="69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C7441D1-3079-402A-A9CE-72C728E1721D}"/>
                  </a:ext>
                </a:extLst>
              </p14:cNvPr>
              <p14:cNvContentPartPr/>
              <p14:nvPr/>
            </p14:nvContentPartPr>
            <p14:xfrm>
              <a:off x="5106667" y="5589998"/>
              <a:ext cx="350640" cy="4154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C7441D1-3079-402A-A9CE-72C728E172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097667" y="5580998"/>
                <a:ext cx="368280" cy="43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632D7D1-5DF3-4B41-94ED-C2A336F74250}"/>
                  </a:ext>
                </a:extLst>
              </p14:cNvPr>
              <p14:cNvContentPartPr/>
              <p14:nvPr/>
            </p14:nvContentPartPr>
            <p14:xfrm>
              <a:off x="8090707" y="5599358"/>
              <a:ext cx="260640" cy="1519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632D7D1-5DF3-4B41-94ED-C2A336F7425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081707" y="5590358"/>
                <a:ext cx="278280" cy="16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78236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</a:t>
            </a:r>
            <a:r>
              <a:rPr spc="-11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inference</a:t>
            </a:r>
            <a:r>
              <a:rPr spc="-105" dirty="0"/>
              <a:t> </a:t>
            </a:r>
            <a:r>
              <a:rPr spc="-10" dirty="0"/>
              <a:t>rules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321431"/>
            <a:ext cx="8179434" cy="179408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756285" indent="-286385" algn="l" rtl="0">
              <a:spcBef>
                <a:spcPts val="670"/>
              </a:spcBef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is a crime for a student to copy music. </a:t>
            </a:r>
          </a:p>
          <a:p>
            <a:pPr marL="756285" indent="-286385" algn="l" rtl="0">
              <a:spcBef>
                <a:spcPts val="580"/>
              </a:spcBef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Richard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 student. </a:t>
            </a:r>
          </a:p>
          <a:p>
            <a:pPr marL="756285" indent="-286385">
              <a:lnSpc>
                <a:spcPct val="100000"/>
              </a:lnSpc>
              <a:spcBef>
                <a:spcPts val="580"/>
              </a:spcBef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 copies some music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6285" indent="-286385">
              <a:lnSpc>
                <a:spcPct val="100000"/>
              </a:lnSpc>
              <a:spcBef>
                <a:spcPts val="580"/>
              </a:spcBef>
              <a:buClr>
                <a:srgbClr val="CA00CA"/>
              </a:buClr>
              <a:buSzPct val="54166"/>
              <a:buFont typeface="Wingdings"/>
              <a:buChar char=""/>
              <a:tabLst>
                <a:tab pos="75628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: Show Richard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criminal?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DAF2983-144A-4631-B257-846974A1FA3B}"/>
              </a:ext>
            </a:extLst>
          </p:cNvPr>
          <p:cNvSpPr/>
          <p:nvPr/>
        </p:nvSpPr>
        <p:spPr>
          <a:xfrm>
            <a:off x="1066800" y="3429000"/>
            <a:ext cx="46185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to FOL premises and prove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F8C0-C523-4FBF-9E08-A621A62D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6CC47-F79C-4B38-8017-BDD5A5144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666" y="1393448"/>
            <a:ext cx="816633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 premises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∀x ∀y (Student(x) ∧ Music(y) ∧ Copies(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Criminal(x))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Student(Richard)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∀x (Student(x) → ∃y (Music(y) ∧ Copies(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7829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F8C0-C523-4FBF-9E08-A621A62D1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FD6CC47-F79C-4B38-8017-BDD5A5144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666" y="1393448"/>
            <a:ext cx="8166334" cy="17851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FOL premises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∀x ∀y (Student(x) ∧ Music(y) ∧ Copies(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→ Criminal(x))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Student(Richard)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∀x (Student(x) → ∃y (Music(y) ∧ Copies(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5F98551-B4BD-4EF0-9519-484607FD0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666" y="3276600"/>
            <a:ext cx="718498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1 - ∀-elimination on premise 3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(substituting x = Richard)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Student(Richard) → ∃y (Music(y) ∧ Copies(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Richard,y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8F7E0C-FA62-48B1-B525-D9B502979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141" y="4876800"/>
            <a:ext cx="861059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2 - Modus Ponens,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Step 1 and premise (Student(Richard))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∃y (Music(y) ∧ Copies(</a:t>
            </a:r>
            <a:r>
              <a:rPr lang="en-US" alt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Richard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4D258A-A109-47D0-8EE5-59A8424C208C}"/>
                  </a:ext>
                </a:extLst>
              </p14:cNvPr>
              <p14:cNvContentPartPr/>
              <p14:nvPr/>
            </p14:nvContentPartPr>
            <p14:xfrm>
              <a:off x="571680" y="2211840"/>
              <a:ext cx="7134120" cy="3239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4D258A-A109-47D0-8EE5-59A8424C208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62320" y="2202480"/>
                <a:ext cx="7152840" cy="32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838849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45700-E5CC-464B-BC85-6522B073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24F8EC5-7F96-40A0-B497-693EB323DD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331" y="1253638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3 - Existential elimination.</a:t>
            </a:r>
            <a:b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Introduce a fresh constant, Song1, that hasn't appeared anywhere else in the proof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Music(Song1) ∧ Copies(Richard, Song1)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4B4C0D5-FEF8-4AA8-9BA5-8D396E1AD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41" y="3429000"/>
            <a:ext cx="9067800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4 -∀-elimination (twice) on premise 1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substituting x = Richard, y = Song1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Student(Richard) ∧ Music(Song1) ∧ Copies(Richard,Song1) → Criminal(Richard)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24153B7-D968-4366-9649-D1C1F9C16A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7041" y="4634866"/>
            <a:ext cx="7924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5 - Conjunction Introduction.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 premise 2 (Student(Richard)) with the result of Step 3 (Music(Song1) ∧ Copies(Richard,Song1)) to build the full antecedent needed for Step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Student(Richard) ∧ Music(Song1) ∧ Copies(Richard,Song1)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5658AE0-A945-43B2-BF14-FC142E9DF039}"/>
                  </a:ext>
                </a:extLst>
              </p14:cNvPr>
              <p14:cNvContentPartPr/>
              <p14:nvPr/>
            </p14:nvContentPartPr>
            <p14:xfrm>
              <a:off x="435960" y="2634120"/>
              <a:ext cx="8213040" cy="4052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5658AE0-A945-43B2-BF14-FC142E9DF0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6600" y="2624760"/>
                <a:ext cx="8231760" cy="407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2440670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7AEDF59-741E-4010-9397-C2C27D77F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489502"/>
            <a:ext cx="6314549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6 - Modus Ponens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using Step 4 and Step 5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Criminal(Richard)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26086-5A80-49F3-8089-D5CC7E14DBAA}"/>
              </a:ext>
            </a:extLst>
          </p:cNvPr>
          <p:cNvSpPr txBox="1"/>
          <p:nvPr/>
        </p:nvSpPr>
        <p:spPr>
          <a:xfrm>
            <a:off x="1219200" y="3200400"/>
            <a:ext cx="44368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 Richard is a criminal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60800F8-7457-442B-AA91-BEDD42D5F531}"/>
                  </a:ext>
                </a:extLst>
              </p14:cNvPr>
              <p14:cNvContentPartPr/>
              <p14:nvPr/>
            </p14:nvContentPartPr>
            <p14:xfrm>
              <a:off x="898200" y="2287440"/>
              <a:ext cx="1899720" cy="417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60800F8-7457-442B-AA91-BEDD42D5F53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8840" y="2278080"/>
                <a:ext cx="1918440" cy="6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3880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EE22-974C-4441-990B-1762C3EE1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Literal and Clause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508C9E-B0DD-45F1-A903-B565B750AD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8650" y="1467046"/>
            <a:ext cx="7530249" cy="4131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Literal: A basic proposition or its negation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P,Q,¬P,¬Q.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Clause: A disjunction (OR) of literals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(P ∨ ¬Q ∨ R).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base in resolution = a set of clauses.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7BB58F4-5DE8-4EB4-AADF-398BAFC7D436}"/>
                  </a:ext>
                </a:extLst>
              </p14:cNvPr>
              <p14:cNvContentPartPr/>
              <p14:nvPr/>
            </p14:nvContentPartPr>
            <p14:xfrm>
              <a:off x="1245600" y="1830240"/>
              <a:ext cx="5241600" cy="3278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7BB58F4-5DE8-4EB4-AADF-398BAFC7D43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6240" y="1820880"/>
                <a:ext cx="5260320" cy="329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13297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0DCEA-E8B1-42B2-97C9-324D7C26C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6851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Conjunctive Normal Form (CNF)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7693B-F5BA-4E86-B2C7-2451C36B4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1204"/>
            <a:ext cx="8343311" cy="290510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Conjunctive normal form is a standard way of representing a logical formula</a:t>
            </a:r>
            <a:r>
              <a:rPr lang="en-US" dirty="0"/>
              <a:t>. 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conjunction (AND, ∧) of one or more clauses, where each clause is a disjunction (OR, ∨) of literals.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 1: (P ∨ ¬Q)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Clause 2: (Q ∨ R)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C73746-C78A-4422-818D-BFF05B9D949E}"/>
              </a:ext>
            </a:extLst>
          </p:cNvPr>
          <p:cNvSpPr/>
          <p:nvPr/>
        </p:nvSpPr>
        <p:spPr>
          <a:xfrm>
            <a:off x="850521" y="4823671"/>
            <a:ext cx="25635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CNF: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 ∨ ¬Q) ∧ (Q ∨ 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9291771-3363-4994-9C56-4596E0CCDC7A}"/>
                  </a:ext>
                </a:extLst>
              </p14:cNvPr>
              <p14:cNvContentPartPr/>
              <p14:nvPr/>
            </p14:nvContentPartPr>
            <p14:xfrm>
              <a:off x="1940760" y="2437920"/>
              <a:ext cx="5368320" cy="2310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9291771-3363-4994-9C56-4596E0CCDC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31400" y="2428560"/>
                <a:ext cx="5387040" cy="232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673678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E6E6-B9D9-44DD-8811-4DC8F1F6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61665"/>
          </a:xfrm>
        </p:spPr>
        <p:txBody>
          <a:bodyPr/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to CNF (Steps)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3601B1-567A-4820-97F9-27FFDD41D914}"/>
              </a:ext>
            </a:extLst>
          </p:cNvPr>
          <p:cNvSpPr/>
          <p:nvPr/>
        </p:nvSpPr>
        <p:spPr>
          <a:xfrm>
            <a:off x="695227" y="1875942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Remove ↔ and →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Push ¬ inside (De Morgan, double negation)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Distribute ∨ over ∧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Collect as AND of ORs (clauses)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83EDED-1B52-4141-BCD3-26A3E6D22DBB}"/>
              </a:ext>
            </a:extLst>
          </p:cNvPr>
          <p:cNvSpPr/>
          <p:nvPr/>
        </p:nvSpPr>
        <p:spPr>
          <a:xfrm>
            <a:off x="695227" y="3429000"/>
            <a:ext cx="23342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Convert P→(Q∧R)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87559B-8C8C-4556-A6ED-94ACD128A375}"/>
              </a:ext>
            </a:extLst>
          </p:cNvPr>
          <p:cNvSpPr/>
          <p:nvPr/>
        </p:nvSpPr>
        <p:spPr>
          <a:xfrm>
            <a:off x="648393" y="3908689"/>
            <a:ext cx="2267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Eliminate →</a:t>
            </a:r>
            <a:br>
              <a:rPr lang="en-IN" dirty="0"/>
            </a:b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767C31-79E5-4C68-9494-01BCF401CA7C}"/>
              </a:ext>
            </a:extLst>
          </p:cNvPr>
          <p:cNvSpPr/>
          <p:nvPr/>
        </p:nvSpPr>
        <p:spPr>
          <a:xfrm>
            <a:off x="549111" y="4309936"/>
            <a:ext cx="196784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¬P∨(Q∧R)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8E744B9-B102-4009-A411-56878C436FFF}"/>
              </a:ext>
            </a:extLst>
          </p:cNvPr>
          <p:cNvSpPr/>
          <p:nvPr/>
        </p:nvSpPr>
        <p:spPr>
          <a:xfrm>
            <a:off x="629575" y="4685331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Distribute OR over AND</a:t>
            </a:r>
            <a:br>
              <a:rPr lang="en-IN" dirty="0"/>
            </a:br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669282-82C5-47A3-BEC4-57C1064D07B7}"/>
              </a:ext>
            </a:extLst>
          </p:cNvPr>
          <p:cNvSpPr/>
          <p:nvPr/>
        </p:nvSpPr>
        <p:spPr>
          <a:xfrm>
            <a:off x="628650" y="5081518"/>
            <a:ext cx="70494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(¬P∨Q)∧(¬P∨R)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980B0D-061A-4E0E-AFAE-5D32F7EC1975}"/>
                  </a:ext>
                </a:extLst>
              </p14:cNvPr>
              <p14:cNvContentPartPr/>
              <p14:nvPr/>
            </p14:nvContentPartPr>
            <p14:xfrm>
              <a:off x="1441440" y="1533960"/>
              <a:ext cx="6969600" cy="3913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980B0D-061A-4E0E-AFAE-5D32F7EC197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2080" y="1524600"/>
                <a:ext cx="6988320" cy="3931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903718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74A3D-96C1-41C3-9338-8370F5481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40DCCA-A804-4F22-A95F-328ED4CF9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6F85C7B-7402-4C5A-86FE-17FEFC00EE92}"/>
                  </a:ext>
                </a:extLst>
              </p14:cNvPr>
              <p14:cNvContentPartPr/>
              <p14:nvPr/>
            </p14:nvContentPartPr>
            <p14:xfrm>
              <a:off x="1009440" y="1380240"/>
              <a:ext cx="7012440" cy="3251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6F85C7B-7402-4C5A-86FE-17FEFC00EE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00080" y="1370880"/>
                <a:ext cx="7031160" cy="327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84237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CC0B3-18AC-4E12-A18D-CB89F1ABC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235DA0-2BD9-465D-B9AB-7D099F622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47800"/>
            <a:ext cx="3012758" cy="738664"/>
          </a:xfrm>
        </p:spPr>
        <p:txBody>
          <a:bodyPr/>
          <a:lstStyle/>
          <a:p>
            <a:r>
              <a:rPr lang="en-IN" dirty="0"/>
              <a:t>2) Convert (P↔Q)∨R into CNF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B8C7D1D-1EF0-494B-A494-C2F450C326EB}"/>
                  </a:ext>
                </a:extLst>
              </p14:cNvPr>
              <p14:cNvContentPartPr/>
              <p14:nvPr/>
            </p14:nvContentPartPr>
            <p14:xfrm>
              <a:off x="762000" y="2286000"/>
              <a:ext cx="7994160" cy="33269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B8C7D1D-1EF0-494B-A494-C2F450C326E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2640" y="2276641"/>
                <a:ext cx="8012880" cy="334565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1018771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9982B-F0C0-4BFC-BCAC-2785E3F5D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194" y="382269"/>
            <a:ext cx="7262495" cy="1231106"/>
          </a:xfrm>
        </p:spPr>
        <p:txBody>
          <a:bodyPr/>
          <a:lstStyle/>
          <a:p>
            <a:r>
              <a:rPr lang="en-IN" dirty="0"/>
              <a:t>Proof by Resolution in 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C82A0-52E1-4221-B29C-4A03529F0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61012"/>
            <a:ext cx="7886700" cy="401504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prove a sentence α: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its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negation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¬α to the Knowledge Base (KB).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this leads to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 (empty clause □)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KB ⊨ α.</a:t>
            </a:r>
          </a:p>
          <a:p>
            <a:endParaRPr lang="en-IN" sz="1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Rule</a:t>
            </a:r>
          </a:p>
          <a:p>
            <a:br>
              <a:rPr lang="en-IN" dirty="0"/>
            </a:br>
            <a:r>
              <a:rPr lang="en-IN" dirty="0"/>
              <a:t>-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 the rest into a new clause (resolvent).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D8B6F-2F09-427C-ACE1-9986CEDEC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057" y="3310596"/>
            <a:ext cx="2508387" cy="76950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DCFE26C-47A8-42AD-83A7-35BE18630C40}"/>
                  </a:ext>
                </a:extLst>
              </p14:cNvPr>
              <p14:cNvContentPartPr/>
              <p14:nvPr/>
            </p14:nvContentPartPr>
            <p14:xfrm>
              <a:off x="2587460" y="1628180"/>
              <a:ext cx="6252930" cy="3235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DCFE26C-47A8-42AD-83A7-35BE18630C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78100" y="1618820"/>
                <a:ext cx="6271289" cy="32544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590FE21C-5BD3-4B20-AD90-75B210D473F8}"/>
              </a:ext>
            </a:extLst>
          </p:cNvPr>
          <p:cNvSpPr/>
          <p:nvPr/>
        </p:nvSpPr>
        <p:spPr>
          <a:xfrm>
            <a:off x="515389" y="4917569"/>
            <a:ext cx="8275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resolution process derives the empty clause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contradiction, our assumption that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¬α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true must be false, logically proving that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and can therefore be consistently added to the Knowledge Base.</a:t>
            </a:r>
          </a:p>
        </p:txBody>
      </p:sp>
    </p:spTree>
    <p:extLst>
      <p:ext uri="{BB962C8B-B14F-4D97-AF65-F5344CB8AC3E}">
        <p14:creationId xmlns:p14="http://schemas.microsoft.com/office/powerpoint/2010/main" val="40451849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8FAAA-3038-4A1F-A05F-F3BACFBB2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9EC089-5981-474B-A30F-4BE7AD054A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232" y="2701004"/>
            <a:ext cx="7655967" cy="2308324"/>
          </a:xfrm>
        </p:spPr>
        <p:txBody>
          <a:bodyPr/>
          <a:lstStyle/>
          <a:p>
            <a:pPr algn="just"/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resolution process derives the empty clause, a contradiction, our assumption that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¬α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true must be false, logically proving that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true and can therefore be consistently added to the Knowledge 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677848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772F-DA73-4794-8DFF-811864AA5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16954"/>
            <a:ext cx="7886700" cy="836162"/>
          </a:xfrm>
        </p:spPr>
        <p:txBody>
          <a:bodyPr>
            <a:normAutofit fontScale="90000"/>
          </a:bodyPr>
          <a:lstStyle/>
          <a:p>
            <a:r>
              <a:rPr lang="en-IN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CE72-0C09-4837-B12B-ECF280CD9D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83089"/>
            <a:ext cx="7886700" cy="2109272"/>
          </a:xfrm>
        </p:spPr>
        <p:txBody>
          <a:bodyPr>
            <a:normAutofit/>
          </a:bodyPr>
          <a:lstStyle/>
          <a:p>
            <a:r>
              <a:rPr lang="en-IN" sz="19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KB:</a:t>
            </a:r>
            <a:endParaRPr lang="en-IN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P∨Q</a:t>
            </a:r>
          </a:p>
          <a:p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¬P∨R</a:t>
            </a:r>
          </a:p>
          <a:p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¬Q</a:t>
            </a:r>
          </a:p>
          <a:p>
            <a:endParaRPr lang="en-IN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9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Query: Prove R.</a:t>
            </a:r>
          </a:p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6D7274-B736-46FE-A52C-3953C02A7507}"/>
              </a:ext>
            </a:extLst>
          </p:cNvPr>
          <p:cNvSpPr/>
          <p:nvPr/>
        </p:nvSpPr>
        <p:spPr>
          <a:xfrm>
            <a:off x="4475365" y="1535034"/>
            <a:ext cx="403998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negation of query: ¬R.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(2) and (¬R): ⇒ ¬P.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(1) and (3): ⇒ P.</a:t>
            </a:r>
          </a:p>
          <a:p>
            <a:pPr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(P) and (¬P): ⇒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□ (contradiction)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R is entailed.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C888831-D0A8-45CC-A752-857D5015CE39}"/>
                  </a:ext>
                </a:extLst>
              </p14:cNvPr>
              <p14:cNvContentPartPr/>
              <p14:nvPr/>
            </p14:nvContentPartPr>
            <p14:xfrm>
              <a:off x="528660" y="991170"/>
              <a:ext cx="8301960" cy="497259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C888831-D0A8-45CC-A752-857D5015CE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300" y="981810"/>
                <a:ext cx="8320680" cy="49913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629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7011B-417F-4B2B-A163-689EFC7FE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24025"/>
            <a:ext cx="7886700" cy="355396"/>
          </a:xfrm>
        </p:spPr>
        <p:txBody>
          <a:bodyPr>
            <a:normAutofit fontScale="90000"/>
          </a:bodyPr>
          <a:lstStyle/>
          <a:p>
            <a:r>
              <a:rPr lang="en-IN" dirty="0"/>
              <a:t>Resolution in Propositional Logic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B02250-46CD-4D30-BC14-22C831851E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644" y="1818784"/>
            <a:ext cx="6178325" cy="3839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422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D478-C7AA-45E9-A759-01DD9CC5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68517"/>
          </a:xfrm>
        </p:spPr>
        <p:txBody>
          <a:bodyPr>
            <a:normAutofit fontScale="90000"/>
          </a:bodyPr>
          <a:lstStyle/>
          <a:p>
            <a:r>
              <a:rPr lang="en-IN" dirty="0"/>
              <a:t>Resolution in Propositional Logic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CA0F5BA-679C-4FBC-9F8D-71AFB0FA9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279" y="1797573"/>
            <a:ext cx="8352071" cy="1743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FC6247-BD55-403F-979F-7793E9958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841" y="3150406"/>
            <a:ext cx="2439803" cy="280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590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9CC6B-5076-44E2-BD05-51E5394F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F7AB8-C2B6-4AFF-8E87-44F226F17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5782" y="2438400"/>
            <a:ext cx="4017010" cy="3100070"/>
          </a:xfrm>
        </p:spPr>
        <p:txBody>
          <a:bodyPr>
            <a:normAutofit fontScale="85000" lnSpcReduction="10000"/>
          </a:bodyPr>
          <a:lstStyle/>
          <a:p>
            <a:r>
              <a:rPr lang="en-US" sz="1800" dirty="0"/>
              <a:t>Consider the following knowledge base premises, </a:t>
            </a:r>
          </a:p>
          <a:p>
            <a:r>
              <a:rPr lang="en-US" sz="1800" dirty="0" err="1"/>
              <a:t>i</a:t>
            </a:r>
            <a:r>
              <a:rPr lang="en-US" sz="1800" dirty="0"/>
              <a:t>. If John studies hard, then he will pass the exam. </a:t>
            </a:r>
          </a:p>
          <a:p>
            <a:r>
              <a:rPr lang="en-US" sz="1800" dirty="0"/>
              <a:t>ii. If John passes the exam, then he will get a scholarship. </a:t>
            </a:r>
          </a:p>
          <a:p>
            <a:r>
              <a:rPr lang="en-US" sz="1800" dirty="0"/>
              <a:t>iii. If John gets a scholarship, then he will be happy. </a:t>
            </a:r>
          </a:p>
          <a:p>
            <a:r>
              <a:rPr lang="en-IN" sz="1800" dirty="0"/>
              <a:t>iv. John studies hard. </a:t>
            </a:r>
          </a:p>
          <a:p>
            <a:endParaRPr lang="en-IN" dirty="0"/>
          </a:p>
          <a:p>
            <a:r>
              <a:rPr lang="en-US" sz="1800" dirty="0"/>
              <a:t>a. Represent each sentence using appropriate propositional symbols. </a:t>
            </a:r>
          </a:p>
          <a:p>
            <a:r>
              <a:rPr lang="en-US" sz="1800" dirty="0"/>
              <a:t>b. Using resolution, prove that John is happy, logically follows from the    	knowledge base. </a:t>
            </a:r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86FF74-FF59-46B3-B718-ABCB2E81D8A8}"/>
                  </a:ext>
                </a:extLst>
              </p14:cNvPr>
              <p14:cNvContentPartPr/>
              <p14:nvPr/>
            </p14:nvContentPartPr>
            <p14:xfrm>
              <a:off x="3445740" y="1145070"/>
              <a:ext cx="5587380" cy="38475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86FF74-FF59-46B3-B718-ABCB2E81D8A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6380" y="1135710"/>
                <a:ext cx="5606099" cy="38662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5011928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C7CFA98-C899-4263-9782-06A74A522621}"/>
                  </a:ext>
                </a:extLst>
              </p14:cNvPr>
              <p14:cNvContentPartPr/>
              <p14:nvPr/>
            </p14:nvContentPartPr>
            <p14:xfrm>
              <a:off x="520290" y="1219320"/>
              <a:ext cx="8466390" cy="454761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C7CFA98-C899-4263-9782-06A74A52262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930" y="1209961"/>
                <a:ext cx="8485110" cy="45659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06549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1D478-C7AA-45E9-A759-01DD9CC5E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468517"/>
          </a:xfrm>
        </p:spPr>
        <p:txBody>
          <a:bodyPr>
            <a:normAutofit fontScale="90000"/>
          </a:bodyPr>
          <a:lstStyle/>
          <a:p>
            <a:r>
              <a:rPr lang="en-IN" dirty="0"/>
              <a:t>Resolution in Predicate Logic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27C66D-706A-4E53-92F3-D1651D3F0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52600"/>
            <a:ext cx="8286750" cy="2954655"/>
          </a:xfrm>
        </p:spPr>
        <p:txBody>
          <a:bodyPr/>
          <a:lstStyle/>
          <a:p>
            <a:pPr algn="just"/>
            <a:r>
              <a:rPr lang="en-US" dirty="0"/>
              <a:t>An advantage for resolution over forward chaining is that resolution is a </a:t>
            </a:r>
            <a:r>
              <a:rPr lang="en-US" dirty="0">
                <a:solidFill>
                  <a:srgbClr val="FF0000"/>
                </a:solidFill>
              </a:rPr>
              <a:t>complete and sound method </a:t>
            </a:r>
            <a:r>
              <a:rPr lang="en-US" dirty="0"/>
              <a:t>for automated theorem proving in First-Order Logic, while forward chaining is </a:t>
            </a:r>
            <a:r>
              <a:rPr lang="en-US" dirty="0">
                <a:solidFill>
                  <a:srgbClr val="FF0000"/>
                </a:solidFill>
              </a:rPr>
              <a:t>only complete for Horn clauses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This means that resolution can prove any valid logical statement, making it a more powerful and general reasoning technique, especially for complex problems that cannot be expressed solely with Horn clauses.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70047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E3B77-0C61-4B67-A863-D07A5ECE8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194" y="382269"/>
            <a:ext cx="7262495" cy="1231106"/>
          </a:xfrm>
        </p:spPr>
        <p:txBody>
          <a:bodyPr/>
          <a:lstStyle/>
          <a:p>
            <a:r>
              <a:rPr lang="en-IN" dirty="0"/>
              <a:t>Resolution</a:t>
            </a:r>
            <a:br>
              <a:rPr lang="en-IN" dirty="0"/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CB4239-9C00-41F3-9AFD-59E3BB104083}"/>
              </a:ext>
            </a:extLst>
          </p:cNvPr>
          <p:cNvSpPr/>
          <p:nvPr/>
        </p:nvSpPr>
        <p:spPr>
          <a:xfrm>
            <a:off x="762000" y="1295400"/>
            <a:ext cx="6635635" cy="445795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Sentences: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All humans are mortal.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∀𝑥(𝐻𝑢𝑚𝑎𝑛(𝑥)→𝑀𝑜𝑟𝑡𝑎𝑙(𝑥))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Socrates is a human.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𝐻𝑢𝑚𝑎𝑛(𝑆𝑜𝑐𝑟𝑎𝑡𝑒𝑠)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We want to prove:𝑀𝑜𝑟𝑡𝑎𝑙(𝑆𝑜𝑐𝑟𝑎𝑡𝑒𝑠)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goal is to show that Socrates is mortal using resolution.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384071B-2BEF-4E32-A610-6D6186D8BC1E}"/>
                  </a:ext>
                </a:extLst>
              </p14:cNvPr>
              <p14:cNvContentPartPr/>
              <p14:nvPr/>
            </p14:nvContentPartPr>
            <p14:xfrm>
              <a:off x="954720" y="2910960"/>
              <a:ext cx="2866320" cy="112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384071B-2BEF-4E32-A610-6D6186D8BC1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5360" y="2901600"/>
                <a:ext cx="2885040" cy="11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77703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B7F5D-56B4-408C-BD20-6921A3767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210"/>
            <a:ext cx="7886700" cy="433388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078F0-E373-4730-AA25-9A80DCA4F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8191500" cy="54102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- First negate the goal and convert everything into clauses.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Conversion to Clause Form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Eliminate implications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∀x(¬Human(x)∨Mortal(x))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Human(Socrates)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Move negation inward (if any)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Already done.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Standardize variables apart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variable conflicts so keep as it is.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∀x(¬Human(x)∨Mortal(x))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 : Move all quantifiers to the left without changing the order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∀x(¬Human(x)∨Mortal(x))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FCC213A-936B-4C93-A9C9-7B8B66DC5197}"/>
                  </a:ext>
                </a:extLst>
              </p14:cNvPr>
              <p14:cNvContentPartPr/>
              <p14:nvPr/>
            </p14:nvContentPartPr>
            <p14:xfrm>
              <a:off x="1141200" y="3035520"/>
              <a:ext cx="6996240" cy="3402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FCC213A-936B-4C93-A9C9-7B8B66DC519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1840" y="3026160"/>
                <a:ext cx="7014960" cy="342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4933624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6E653-592B-4592-937B-40B7B2AD8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20" y="178604"/>
            <a:ext cx="7886700" cy="435769"/>
          </a:xfrm>
        </p:spPr>
        <p:txBody>
          <a:bodyPr>
            <a:no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Conversion to Clause Form (Cont.)</a:t>
            </a:r>
            <a:endParaRPr lang="en-IN" sz="3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6400E4-81FB-4911-A54E-F6F27C099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580" y="1294639"/>
            <a:ext cx="5415585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5: Skolemization (remove existential quantifiers)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existential quantifiers here.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1CC6EBB-A0F9-4720-9AFD-84F427AC3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651" y="2042142"/>
            <a:ext cx="7249420" cy="7271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675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6: Drop universal quantifiers (all variables are implicitly universal)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¬Human(x) ∨ Mortal(x)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DFCF0E-481E-4AAD-97F5-D607D34AF71D}"/>
              </a:ext>
            </a:extLst>
          </p:cNvPr>
          <p:cNvSpPr txBox="1"/>
          <p:nvPr/>
        </p:nvSpPr>
        <p:spPr>
          <a:xfrm>
            <a:off x="628651" y="2753815"/>
            <a:ext cx="6022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Distribute ∧ over ∨ if needed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needed ,already in disjunction form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123F1-C672-4512-81D6-E0C9E4736AFA}"/>
              </a:ext>
            </a:extLst>
          </p:cNvPr>
          <p:cNvSpPr txBox="1"/>
          <p:nvPr/>
        </p:nvSpPr>
        <p:spPr>
          <a:xfrm>
            <a:off x="628650" y="3408641"/>
            <a:ext cx="788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Represent as a set of clauses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096EA19-2239-4DCF-A0A0-E26D86CA491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28650" y="3786470"/>
          <a:ext cx="7886700" cy="1371600"/>
        </p:xfrm>
        <a:graphic>
          <a:graphicData uri="http://schemas.openxmlformats.org/drawingml/2006/table">
            <a:tbl>
              <a:tblPr/>
              <a:tblGrid>
                <a:gridCol w="3943350">
                  <a:extLst>
                    <a:ext uri="{9D8B030D-6E8A-4147-A177-3AD203B41FA5}">
                      <a16:colId xmlns:a16="http://schemas.microsoft.com/office/drawing/2014/main" val="1900702092"/>
                    </a:ext>
                  </a:extLst>
                </a:gridCol>
                <a:gridCol w="3943350">
                  <a:extLst>
                    <a:ext uri="{9D8B030D-6E8A-4147-A177-3AD203B41FA5}">
                      <a16:colId xmlns:a16="http://schemas.microsoft.com/office/drawing/2014/main" val="3705455059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Clause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6689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C1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{¬Human(x) </a:t>
                      </a:r>
                      <a:r>
                        <a:rPr kumimoji="0" lang="en-US" alt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∨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Mortal(x)}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568948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{Human(Socrates)}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087288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{¬Mortal(Socrates)}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955665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F30CFC50-1683-4898-8522-49531B22DB18}"/>
              </a:ext>
            </a:extLst>
          </p:cNvPr>
          <p:cNvSpPr/>
          <p:nvPr/>
        </p:nvSpPr>
        <p:spPr>
          <a:xfrm>
            <a:off x="628650" y="5217364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9: Rename variables consistently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renaming needed here.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2DBB945-CFDB-4369-A832-BE6E4A38CD76}"/>
                  </a:ext>
                </a:extLst>
              </p14:cNvPr>
              <p14:cNvContentPartPr/>
              <p14:nvPr/>
            </p14:nvContentPartPr>
            <p14:xfrm>
              <a:off x="2131920" y="3082320"/>
              <a:ext cx="4537800" cy="2150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2DBB945-CFDB-4369-A832-BE6E4A38CD7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2560" y="3072960"/>
                <a:ext cx="4556520" cy="216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8354317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9F455-EF43-486C-9830-49DDEA43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493005"/>
          </a:xfrm>
        </p:spPr>
        <p:txBody>
          <a:bodyPr>
            <a:normAutofit fontScale="90000"/>
          </a:bodyPr>
          <a:lstStyle/>
          <a:p>
            <a:r>
              <a:rPr lang="en-IN" dirty="0"/>
              <a:t>Recap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D458673-2BCB-47DC-A20B-6E6340DEFB9E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742950" y="1697475"/>
          <a:ext cx="8015288" cy="4116528"/>
        </p:xfrm>
        <a:graphic>
          <a:graphicData uri="http://schemas.openxmlformats.org/drawingml/2006/table">
            <a:tbl>
              <a:tblPr/>
              <a:tblGrid>
                <a:gridCol w="601748">
                  <a:extLst>
                    <a:ext uri="{9D8B030D-6E8A-4147-A177-3AD203B41FA5}">
                      <a16:colId xmlns:a16="http://schemas.microsoft.com/office/drawing/2014/main" val="3108883524"/>
                    </a:ext>
                  </a:extLst>
                </a:gridCol>
                <a:gridCol w="3754909">
                  <a:extLst>
                    <a:ext uri="{9D8B030D-6E8A-4147-A177-3AD203B41FA5}">
                      <a16:colId xmlns:a16="http://schemas.microsoft.com/office/drawing/2014/main" val="2586541443"/>
                    </a:ext>
                  </a:extLst>
                </a:gridCol>
                <a:gridCol w="3658631">
                  <a:extLst>
                    <a:ext uri="{9D8B030D-6E8A-4147-A177-3AD203B41FA5}">
                      <a16:colId xmlns:a16="http://schemas.microsoft.com/office/drawing/2014/main" val="1725819537"/>
                    </a:ext>
                  </a:extLst>
                </a:gridCol>
              </a:tblGrid>
              <a:tr h="340552"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Step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 Result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479008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Eliminate →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¬Human(x) ∨ Mortal(x)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83355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¬ inward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2886072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Standardize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089512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all quantifiers to the left without changing the order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1173815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Skolemize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8270433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Drop ∀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¬Human(x) ∨ Mortal(x)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4588253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CNF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already CNF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708767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 to clauses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{¬Human(x), Mortal(x)}, {Human(Socrates)}, {¬Mortal(Socrates)}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930579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Rename vars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95010"/>
                  </a:ext>
                </a:extLst>
              </a:tr>
              <a:tr h="340552"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Resolution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derive </a:t>
                      </a:r>
                      <a:r>
                        <a:rPr lang="en-IN" sz="1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□</a:t>
                      </a:r>
                      <a:r>
                        <a:rPr lang="en-I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→ proven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01768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4905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780D3-DA6B-45B0-8917-FBEEA31DC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476250"/>
          </a:xfrm>
        </p:spPr>
        <p:txBody>
          <a:bodyPr>
            <a:normAutofit fontScale="90000"/>
          </a:bodyPr>
          <a:lstStyle/>
          <a:p>
            <a:r>
              <a:rPr lang="en-IN" dirty="0"/>
              <a:t>Resolution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F45824-4DB3-4047-966C-63B6F07CEA76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5200650" y="1249799"/>
          <a:ext cx="3943350" cy="112776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258032287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72985127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Clause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Expression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0876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C1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{¬Human(x) </a:t>
                      </a:r>
                      <a:r>
                        <a:rPr kumimoji="0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∨</a:t>
                      </a:r>
                      <a:r>
                        <a:rPr lang="en-IN" sz="1400" dirty="0"/>
                        <a:t>Mortal(x)}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67247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C2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{Human(Socrates)}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144937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IN" sz="1400"/>
                        <a:t>C3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/>
                        <a:t>{¬Mortal(Socrates)}</a:t>
                      </a:r>
                    </a:p>
                  </a:txBody>
                  <a:tcPr marL="68580" marR="68580" marT="34290" marB="342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0204655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C3E7FF-50C6-4AEA-83D0-D6538CBC0A92}"/>
                  </a:ext>
                </a:extLst>
              </p14:cNvPr>
              <p14:cNvContentPartPr/>
              <p14:nvPr/>
            </p14:nvContentPartPr>
            <p14:xfrm>
              <a:off x="805140" y="1326240"/>
              <a:ext cx="5923530" cy="429921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C3E7FF-50C6-4AEA-83D0-D6538CBC0A9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780" y="1316881"/>
                <a:ext cx="5941889" cy="43175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8A7FFE-D5BA-4C7D-9AE4-3E097F2DC228}"/>
                  </a:ext>
                </a:extLst>
              </p14:cNvPr>
              <p14:cNvContentPartPr/>
              <p14:nvPr/>
            </p14:nvContentPartPr>
            <p14:xfrm>
              <a:off x="1361070" y="1635120"/>
              <a:ext cx="7452000" cy="274779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8A7FFE-D5BA-4C7D-9AE4-3E097F2DC2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1710" y="1625760"/>
                <a:ext cx="7470720" cy="27665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E5D1C3E-D517-4139-B773-463C4AC389BA}"/>
                  </a:ext>
                </a:extLst>
              </p14:cNvPr>
              <p14:cNvContentPartPr/>
              <p14:nvPr/>
            </p14:nvContentPartPr>
            <p14:xfrm>
              <a:off x="8153280" y="3473280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E5D1C3E-D517-4139-B773-463C4AC389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143920" y="34639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73463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D40AC-595E-4AA9-98EA-97E671E94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973932"/>
            <a:ext cx="7886700" cy="461963"/>
          </a:xfrm>
        </p:spPr>
        <p:txBody>
          <a:bodyPr>
            <a:normAutofit fontScale="90000"/>
          </a:bodyPr>
          <a:lstStyle/>
          <a:p>
            <a:r>
              <a:rPr lang="en-IN" dirty="0"/>
              <a:t>Skolemization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FA0ED-14A5-4D3B-8669-492C7B172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078" y="1496993"/>
            <a:ext cx="7886700" cy="89296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remove an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existential quantifier (∃)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a statement that depends on a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universal quantifier (∀),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a way to say </a:t>
            </a:r>
            <a:r>
              <a:rPr lang="en-US" sz="1800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value depends on something else.”</a:t>
            </a:r>
          </a:p>
          <a:p>
            <a:endParaRPr lang="en-IN" sz="1800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A00FC-8BFB-41BA-A840-33EBD38E4BCE}"/>
              </a:ext>
            </a:extLst>
          </p:cNvPr>
          <p:cNvSpPr txBox="1"/>
          <p:nvPr/>
        </p:nvSpPr>
        <p:spPr>
          <a:xfrm>
            <a:off x="435770" y="5051464"/>
            <a:ext cx="84081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new term f(x) is called a </a:t>
            </a:r>
            <a:r>
              <a:rPr lang="en-US" altLang="en-US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Skolem</a:t>
            </a:r>
            <a:r>
              <a:rPr lang="en-US" alt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</a:t>
            </a:r>
            <a:r>
              <a:rPr lang="en-US" alt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person (or thing) that x loves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without naming it directly.</a:t>
            </a:r>
          </a:p>
          <a:p>
            <a:endParaRPr lang="en-US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807D1A-DF37-4FF6-B37A-DCF89A38B5D3}"/>
              </a:ext>
            </a:extLst>
          </p:cNvPr>
          <p:cNvSpPr/>
          <p:nvPr/>
        </p:nvSpPr>
        <p:spPr>
          <a:xfrm>
            <a:off x="803671" y="2389963"/>
            <a:ext cx="7529513" cy="2585323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∀x ∃y Loves(x, y)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every person x, there exists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someone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that x loves.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</a:t>
            </a:r>
            <a:r>
              <a:rPr lang="en-US" altLang="en-US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is different for each x</a:t>
            </a:r>
            <a:r>
              <a:rPr lang="en-US" altLang="en-US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John might love Mary, Peter might love the Cat, etc.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we can’t just replace y with one constant name.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Instead, we replace it with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f(x)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8B910F5-4264-4E1F-973D-E5055CAF7866}"/>
                  </a:ext>
                </a:extLst>
              </p14:cNvPr>
              <p14:cNvContentPartPr/>
              <p14:nvPr/>
            </p14:nvContentPartPr>
            <p14:xfrm>
              <a:off x="965790" y="1901880"/>
              <a:ext cx="7076700" cy="38172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8B910F5-4264-4E1F-973D-E5055CAF786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6430" y="1892520"/>
                <a:ext cx="7095420" cy="38359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251CF84-8C89-42A3-A14B-B7331A161EB4}"/>
                  </a:ext>
                </a:extLst>
              </p14:cNvPr>
              <p14:cNvContentPartPr/>
              <p14:nvPr/>
            </p14:nvContentPartPr>
            <p14:xfrm>
              <a:off x="903420" y="1791450"/>
              <a:ext cx="7342650" cy="313173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251CF84-8C89-42A3-A14B-B7331A161EB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4060" y="1782091"/>
                <a:ext cx="7361009" cy="315008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67986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86C82-71A1-4AD5-900A-FD633F3F9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8"/>
            <a:ext cx="7886700" cy="476249"/>
          </a:xfrm>
        </p:spPr>
        <p:txBody>
          <a:bodyPr>
            <a:normAutofit fontScale="90000"/>
          </a:bodyPr>
          <a:lstStyle/>
          <a:p>
            <a:r>
              <a:rPr lang="en-IN" dirty="0"/>
              <a:t>Example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4CD434-42BC-4C60-A084-CCF14F2A1C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206" y="1693270"/>
            <a:ext cx="8129588" cy="228524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Skolem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one fixed person, means same for everyone.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Skolem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one person that depends on who you’re talking about.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Everyone has </a:t>
            </a:r>
            <a:r>
              <a:rPr lang="en-US" altLang="en-US" sz="18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mother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∀x ∃y Mother(y, x)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(For every person x, there exists a y who is the mother of x.)</a:t>
            </a:r>
            <a:endParaRPr lang="en-US" altLang="en-US" sz="1800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 defTabSz="685800" rt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can’t replace </a:t>
            </a:r>
            <a:r>
              <a:rPr lang="en-US" alt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mother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one constant person as it depends on each person.</a:t>
            </a:r>
            <a:endParaRPr lang="en-US" altLang="en-US" sz="1350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4291A5-DFA3-4432-B3FD-61ADD76F6F2D}"/>
              </a:ext>
            </a:extLst>
          </p:cNvPr>
          <p:cNvSpPr txBox="1"/>
          <p:nvPr/>
        </p:nvSpPr>
        <p:spPr>
          <a:xfrm>
            <a:off x="428625" y="4104776"/>
            <a:ext cx="8579644" cy="17543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existential quantifier (∃y) by 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introducing a </a:t>
            </a:r>
            <a:r>
              <a:rPr lang="en-US" altLang="en-US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Skolem</a:t>
            </a:r>
            <a:r>
              <a:rPr lang="en-US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it depends on x.        So, y = f(x)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Here, f(x) means -the mother of x.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the statement becomes: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∀x Mother(f(x), x)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EC971A-8971-430D-8B13-B9D260354980}"/>
                  </a:ext>
                </a:extLst>
              </p14:cNvPr>
              <p14:cNvContentPartPr/>
              <p14:nvPr/>
            </p14:nvContentPartPr>
            <p14:xfrm>
              <a:off x="550530" y="1104840"/>
              <a:ext cx="8556840" cy="48961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EC971A-8971-430D-8B13-B9D2603549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1170" y="1095480"/>
                <a:ext cx="8575560" cy="49148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8375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DD34-D622-4F07-BDA4-79BAE073B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511969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Resolution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B567-2756-4941-91C9-87736922A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14512"/>
            <a:ext cx="7886700" cy="1754326"/>
          </a:xfrm>
        </p:spPr>
        <p:txBody>
          <a:bodyPr/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 Automated Theorem Proving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is the backbone of many logic-based theorem provers.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Proving theorems in mathematics automatically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e.g., proving properties about integers, sets, or geometry.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tools like </a:t>
            </a:r>
            <a:r>
              <a:rPr lang="en-IN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Prover9, Vampire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based on resolution.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F3E16C5-32D9-4E2F-8E09-B270C4BE55B8}"/>
                  </a:ext>
                </a:extLst>
              </p14:cNvPr>
              <p14:cNvContentPartPr/>
              <p14:nvPr/>
            </p14:nvContentPartPr>
            <p14:xfrm>
              <a:off x="1181250" y="2799090"/>
              <a:ext cx="4938570" cy="24769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F3E16C5-32D9-4E2F-8E09-B270C4BE55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1891" y="2789731"/>
                <a:ext cx="4956929" cy="249569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96435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63DF9-6578-413C-9EA6-29FC40B7D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47625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Resolution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F1E7F-34CB-49E8-87CE-4000C0CEF9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9804"/>
            <a:ext cx="7886700" cy="1754326"/>
          </a:xfrm>
        </p:spPr>
        <p:txBody>
          <a:bodyPr/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 Artificial Intelligence – Knowledge Representation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expert systems to infer facts from a knowledge base.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Medical diagnosis systems can use rules to deduce a disease from observed symptoms.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Forward-chaining / backward-chaining resolution are used under the hood.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A30CB71-C1EC-4AC5-B725-C505564F6920}"/>
                  </a:ext>
                </a:extLst>
              </p14:cNvPr>
              <p14:cNvContentPartPr/>
              <p14:nvPr/>
            </p14:nvContentPartPr>
            <p14:xfrm>
              <a:off x="153900" y="1332450"/>
              <a:ext cx="8901630" cy="4662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A30CB71-C1EC-4AC5-B725-C505564F692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4540" y="1323090"/>
                <a:ext cx="8920350" cy="468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469789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7350D-3721-4DF3-BE26-85586BE66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31095"/>
            <a:ext cx="7886700" cy="61555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Resolution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C6AD2-0BB2-4929-8117-A2E68FAD5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7230" y="1797248"/>
            <a:ext cx="7886700" cy="1477328"/>
          </a:xfrm>
        </p:spPr>
        <p:txBody>
          <a:bodyPr/>
          <a:lstStyle/>
          <a:p>
            <a:r>
              <a:rPr lang="en-IN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3) Logic Programming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 is the engine of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Prolog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Facts and rules are written as Horn clauses.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are answered via SLD resolution.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8134153-5110-442B-8222-B731575AF7A9}"/>
                  </a:ext>
                </a:extLst>
              </p14:cNvPr>
              <p14:cNvContentPartPr/>
              <p14:nvPr/>
            </p14:nvContentPartPr>
            <p14:xfrm>
              <a:off x="1440720" y="2412450"/>
              <a:ext cx="6576390" cy="19348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8134153-5110-442B-8222-B731575AF7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360" y="2403091"/>
                <a:ext cx="6595110" cy="195353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09371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355B5-77F5-49F9-AF93-F0175926B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Prolog</a:t>
            </a:r>
            <a:r>
              <a:rPr lang="en-IN" dirty="0"/>
              <a:t> and Horn clause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512A1B-1D02-4412-8C50-33CD44942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26469"/>
            <a:ext cx="8360709" cy="1846659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It's a clause of the form </a:t>
            </a:r>
          </a:p>
          <a:p>
            <a:r>
              <a:rPr lang="en-US" dirty="0"/>
              <a:t>If (condition1 AND condition2 AND ... AND </a:t>
            </a:r>
            <a:r>
              <a:rPr lang="en-US" dirty="0" err="1"/>
              <a:t>conditionN</a:t>
            </a:r>
            <a:r>
              <a:rPr lang="en-US" dirty="0"/>
              <a:t>) → then conclusion</a:t>
            </a:r>
          </a:p>
          <a:p>
            <a:r>
              <a:rPr lang="en-US" dirty="0"/>
              <a:t>Horn Clause = Head :- Body₁, Body₂, ..., Bodyₙ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19360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1A66475-B8B9-490B-8118-8D5AA35668B0}"/>
                  </a:ext>
                </a:extLst>
              </p14:cNvPr>
              <p14:cNvContentPartPr/>
              <p14:nvPr/>
            </p14:nvContentPartPr>
            <p14:xfrm>
              <a:off x="975510" y="1522260"/>
              <a:ext cx="5829030" cy="27297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1A66475-B8B9-490B-8118-8D5AA35668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6150" y="1512901"/>
                <a:ext cx="5847750" cy="274841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389749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6B89F78-3654-4A06-97F0-036C6F4692D1}"/>
                  </a:ext>
                </a:extLst>
              </p14:cNvPr>
              <p14:cNvContentPartPr/>
              <p14:nvPr/>
            </p14:nvContentPartPr>
            <p14:xfrm>
              <a:off x="1240650" y="918270"/>
              <a:ext cx="7688520" cy="492885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6B89F78-3654-4A06-97F0-036C6F4692D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1290" y="908911"/>
                <a:ext cx="7707240" cy="494720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7905796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F612C8-C1DF-424B-B019-84F95BC1FB0F}"/>
                  </a:ext>
                </a:extLst>
              </p14:cNvPr>
              <p14:cNvContentPartPr/>
              <p14:nvPr/>
            </p14:nvContentPartPr>
            <p14:xfrm>
              <a:off x="824850" y="1326240"/>
              <a:ext cx="4285980" cy="355239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F612C8-C1DF-424B-B019-84F95BC1FB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5490" y="1316880"/>
                <a:ext cx="4304699" cy="357111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253577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E1C4-4468-41DA-B3A6-6B3302337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0C24EE-4592-48DD-89E6-8066A251BE43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527798" y="2252642"/>
          <a:ext cx="7886700" cy="3291840"/>
        </p:xfrm>
        <a:graphic>
          <a:graphicData uri="http://schemas.openxmlformats.org/drawingml/2006/table">
            <a:tbl>
              <a:tblPr/>
              <a:tblGrid>
                <a:gridCol w="1971675">
                  <a:extLst>
                    <a:ext uri="{9D8B030D-6E8A-4147-A177-3AD203B41FA5}">
                      <a16:colId xmlns:a16="http://schemas.microsoft.com/office/drawing/2014/main" val="37250175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470871924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418541589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115777832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Horn clause form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Prolog syntax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7668616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is always true (no conditions)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parent(ravi, meera).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505532"/>
                  </a:ext>
                </a:extLst>
              </a:tr>
              <a:tr h="891540">
                <a:tc>
                  <a:txBody>
                    <a:bodyPr/>
                    <a:lstStyle/>
                    <a:p>
                      <a:r>
                        <a:rPr lang="en-I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is true IF conditions hold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head :- body.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grandparent(X,Y) :- parent(X,Z), parent(Z,Y).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952041"/>
                  </a:ext>
                </a:extLst>
              </a:tr>
              <a:tr h="1165860">
                <a:tc>
                  <a:txBody>
                    <a:bodyPr/>
                    <a:lstStyle/>
                    <a:p>
                      <a:r>
                        <a:rPr lang="en-IN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Goal/Query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asking can this be proven?</a:t>
                      </a:r>
                    </a:p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 conclusion, only conditions)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?- body.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?- grandparent(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ravi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kiran</a:t>
                      </a: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76724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89387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15" dirty="0"/>
              <a:t> </a:t>
            </a:r>
            <a:r>
              <a:rPr spc="-20" dirty="0"/>
              <a:t>End…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41485" y="6581343"/>
            <a:ext cx="2235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latin typeface="Arial MT"/>
                <a:cs typeface="Arial MT"/>
              </a:rPr>
              <a:t>20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5085</TotalTime>
  <Words>4204</Words>
  <Application>Microsoft Office PowerPoint</Application>
  <PresentationFormat>On-screen Show (4:3)</PresentationFormat>
  <Paragraphs>521</Paragraphs>
  <Slides>70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9" baseType="lpstr">
      <vt:lpstr>Arial</vt:lpstr>
      <vt:lpstr>Arial MT</vt:lpstr>
      <vt:lpstr>Calibri</vt:lpstr>
      <vt:lpstr>Cambria Math</vt:lpstr>
      <vt:lpstr>Symbol</vt:lpstr>
      <vt:lpstr>Times New Roman</vt:lpstr>
      <vt:lpstr>Times-Roman</vt:lpstr>
      <vt:lpstr>Wingdings</vt:lpstr>
      <vt:lpstr>Office Theme</vt:lpstr>
      <vt:lpstr>Artificial Intelligence</vt:lpstr>
      <vt:lpstr>Contents</vt:lpstr>
      <vt:lpstr>Limitations of PL</vt:lpstr>
      <vt:lpstr>Limitations of PL</vt:lpstr>
      <vt:lpstr>Language of thoughts</vt:lpstr>
      <vt:lpstr>PowerPoint Presentation</vt:lpstr>
      <vt:lpstr>Examples</vt:lpstr>
      <vt:lpstr>Predicate Logic</vt:lpstr>
      <vt:lpstr>PowerPoint Presentation</vt:lpstr>
      <vt:lpstr>PowerPoint Presentation</vt:lpstr>
      <vt:lpstr>Relation</vt:lpstr>
      <vt:lpstr>Binary and Unary relations</vt:lpstr>
      <vt:lpstr>Total functions</vt:lpstr>
      <vt:lpstr>Symbols and interpretations</vt:lpstr>
      <vt:lpstr>Interpretation</vt:lpstr>
      <vt:lpstr>Predicate Logic</vt:lpstr>
      <vt:lpstr>Syntax of FOL: Basic elements</vt:lpstr>
      <vt:lpstr>Syntax of FOL: Basic elements</vt:lpstr>
      <vt:lpstr>Atomic Sentence</vt:lpstr>
      <vt:lpstr>Complex Sentence</vt:lpstr>
      <vt:lpstr>Universal and Existential quantifier</vt:lpstr>
      <vt:lpstr>Universal and Existential quantifier</vt:lpstr>
      <vt:lpstr>Universal and Existential quantifier</vt:lpstr>
      <vt:lpstr>Universal and Existential quantifier</vt:lpstr>
      <vt:lpstr>Examples - </vt:lpstr>
      <vt:lpstr>Examples</vt:lpstr>
      <vt:lpstr>Try</vt:lpstr>
      <vt:lpstr>PowerPoint Presentation</vt:lpstr>
      <vt:lpstr>Try</vt:lpstr>
      <vt:lpstr>Rules from Propositional Logic</vt:lpstr>
      <vt:lpstr>Quantifier Rules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inference rules</vt:lpstr>
      <vt:lpstr>PowerPoint Presentation</vt:lpstr>
      <vt:lpstr>PowerPoint Presentation</vt:lpstr>
      <vt:lpstr>PowerPoint Presentation</vt:lpstr>
      <vt:lpstr>PowerPoint Presentation</vt:lpstr>
      <vt:lpstr>Literal and Clause</vt:lpstr>
      <vt:lpstr>Conjunctive Normal Form (CNF)</vt:lpstr>
      <vt:lpstr>Converting to CNF (Steps)</vt:lpstr>
      <vt:lpstr>PowerPoint Presentation</vt:lpstr>
      <vt:lpstr>Example</vt:lpstr>
      <vt:lpstr>Proof by Resolution in Propositional Logic</vt:lpstr>
      <vt:lpstr>PowerPoint Presentation</vt:lpstr>
      <vt:lpstr>Example </vt:lpstr>
      <vt:lpstr>Resolution in Propositional Logic</vt:lpstr>
      <vt:lpstr>Resolution in Propositional Logic</vt:lpstr>
      <vt:lpstr>Example</vt:lpstr>
      <vt:lpstr>PowerPoint Presentation</vt:lpstr>
      <vt:lpstr>Resolution in Predicate Logic</vt:lpstr>
      <vt:lpstr>Resolution </vt:lpstr>
      <vt:lpstr>  </vt:lpstr>
      <vt:lpstr>Step-by-Step Conversion to Clause Form (Cont.)</vt:lpstr>
      <vt:lpstr>Recap</vt:lpstr>
      <vt:lpstr>Resolution</vt:lpstr>
      <vt:lpstr>Skolemization</vt:lpstr>
      <vt:lpstr>Example</vt:lpstr>
      <vt:lpstr>Applications of Resolution</vt:lpstr>
      <vt:lpstr>Applications of Resolution (Cont.)</vt:lpstr>
      <vt:lpstr>Applications of Resolution (Cont.)</vt:lpstr>
      <vt:lpstr>Prolog and Horn clause</vt:lpstr>
      <vt:lpstr>PowerPoint Presentation</vt:lpstr>
      <vt:lpstr>PowerPoint Presentation</vt:lpstr>
      <vt:lpstr>PowerPoint Presentation</vt:lpstr>
      <vt:lpstr>PowerPoint Presentation</vt:lpstr>
      <vt:lpstr>The End…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Generics</dc:title>
  <dc:creator>IIITK</dc:creator>
  <cp:lastModifiedBy>IIITKOTTAYAM</cp:lastModifiedBy>
  <cp:revision>72</cp:revision>
  <dcterms:created xsi:type="dcterms:W3CDTF">2025-09-18T05:16:53Z</dcterms:created>
  <dcterms:modified xsi:type="dcterms:W3CDTF">2026-09-11T07:14:34Z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2025-09-18T00:00:00Z</vt:filetime>
  </property>
  <property fmtid="{D5CDD505-2E9C-101B-9397-08002B2CF9AE}" pid="5" name="Producer">
    <vt:lpwstr>Microsoft® PowerPoint® 2013</vt:lpwstr>
  </property>
</Properties>
</file>